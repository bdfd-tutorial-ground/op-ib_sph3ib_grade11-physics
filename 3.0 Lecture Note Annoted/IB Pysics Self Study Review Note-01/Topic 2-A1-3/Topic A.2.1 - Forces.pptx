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7" name="Google Shape;19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1" name="Google Shape;30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0" name="Google Shape;33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8" name="Google Shape;35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6" name="Google Shape;38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8" name="Google Shape;41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7" name="Google Shape;50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4" name="Google Shape;56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6" name="Google Shape;57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5" name="Google Shape;62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9" name="Google Shape;63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2" name="Google Shape;70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0" name="Google Shape;75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8" name="Google Shape;76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6" name="Google Shape;78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7" name="Google Shape;80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2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6" name="Google Shape;82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2" name="Google Shape;88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2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9" name="Google Shape;939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2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5" name="Google Shape;101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3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3" name="Google Shape;104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3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6" name="Google Shape;106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3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1" name="Google Shape;108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3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5" name="Google Shape;1095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3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0" name="Google Shape;113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3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5" name="Google Shape;1145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6" name="Google Shape;1146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3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Google Shape;1174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5" name="Google Shape;1175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3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8" name="Google Shape;1208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p3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7" name="Google Shape;1247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8" name="Google Shape;1248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3" name="Google Shape;1273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1" name="Google Shape;1331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9" name="Google Shape;1379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p4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7" name="Google Shape;1427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8" name="Google Shape;1428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4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2" name="Google Shape;1442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3" name="Google Shape;1443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5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p4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7" name="Google Shape;1477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8" name="Google Shape;1478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4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4" name="Google Shape;1504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5" name="Google Shape;1505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6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p4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8" name="Google Shape;1518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9" name="Google Shape;1519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6" name="Shape 1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Google Shape;1537;p4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8" name="Google Shape;1538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9" name="Google Shape;1539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0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2" name="Google Shape;1552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8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0" name="Google Shape;1560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3" name="Shape 1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Google Shape;1574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5" name="Google Shape;1575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4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6" name="Google Shape;1586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2" name="Shape 1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3" name="Google Shape;1603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4" name="Google Shape;1604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8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6" name="Shape 1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" name="Google Shape;1677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8" name="Google Shape;1678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4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5" name="Google Shape;1735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6" name="Google Shape;1736;p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0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" name="Google Shape;1751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2" name="Google Shape;1752;p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7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Google Shape;1768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9" name="Google Shape;1769;p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04181" y="1253331"/>
            <a:ext cx="4367819" cy="5239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4"/>
          <p:cNvSpPr txBox="1"/>
          <p:nvPr>
            <p:ph type="title"/>
          </p:nvPr>
        </p:nvSpPr>
        <p:spPr>
          <a:xfrm>
            <a:off x="0" y="1"/>
            <a:ext cx="7886700" cy="826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/>
          <p:nvPr/>
        </p:nvSpPr>
        <p:spPr>
          <a:xfrm>
            <a:off x="0" y="780932"/>
            <a:ext cx="8127000" cy="45719"/>
          </a:xfrm>
          <a:prstGeom prst="rect">
            <a:avLst/>
          </a:prstGeom>
          <a:gradFill>
            <a:gsLst>
              <a:gs pos="0">
                <a:srgbClr val="DAEDEF">
                  <a:alpha val="0"/>
                </a:srgbClr>
              </a:gs>
              <a:gs pos="96000">
                <a:schemeClr val="accent5"/>
              </a:gs>
              <a:gs pos="100000">
                <a:srgbClr val="DAEDEF">
                  <a:alpha val="0"/>
                </a:srgbClr>
              </a:gs>
            </a:gsLst>
            <a:lin ang="3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" name="Google Shape;30;p4"/>
          <p:cNvSpPr/>
          <p:nvPr/>
        </p:nvSpPr>
        <p:spPr>
          <a:xfrm rot="5400000">
            <a:off x="7363845" y="522857"/>
            <a:ext cx="1080000" cy="34289"/>
          </a:xfrm>
          <a:prstGeom prst="rect">
            <a:avLst/>
          </a:prstGeom>
          <a:gradFill>
            <a:gsLst>
              <a:gs pos="0">
                <a:srgbClr val="DAEDEF">
                  <a:alpha val="0"/>
                </a:srgbClr>
              </a:gs>
              <a:gs pos="70000">
                <a:schemeClr val="accent5"/>
              </a:gs>
              <a:gs pos="100000">
                <a:srgbClr val="DAEDEF">
                  <a:alpha val="0"/>
                </a:srgbClr>
              </a:gs>
            </a:gsLst>
            <a:lin ang="3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46" name="Google Shape;46;p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53" name="Google Shape;53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54" name="Google Shape;54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55" name="Google Shape;55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56" name="Google Shape;56;p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67" name="Google Shape;67;p1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68" name="Google Shape;68;p1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16.jpg"/><Relationship Id="rId5" Type="http://schemas.openxmlformats.org/officeDocument/2006/relationships/image" Target="../media/image8.jpg"/><Relationship Id="rId6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www.google.com/url?q=http://www.moyak.com/papers/aristotle-physics.html&amp;sa=U&amp;ei=2Ox9U4C_DdaxyATMzoLIBA&amp;ved=0CDoQ9QEwBg&amp;sig2=SQsAwpxLLXg6TCXaV8Vulg&amp;usg=AFQjCNFUqja6nqN92Qyxn2PQ_0rkGb0W1A" TargetMode="External"/><Relationship Id="rId4" Type="http://schemas.openxmlformats.org/officeDocument/2006/relationships/image" Target="../media/image20.jpg"/><Relationship Id="rId5" Type="http://schemas.openxmlformats.org/officeDocument/2006/relationships/hyperlink" Target="https://www.google.com/url?q=http://www.biography.com/people/galileo-9305220&amp;sa=U&amp;ei=w-19U_yEBM2zyASQkIL4Bw&amp;ved=0CEQQ9QEwCzgo&amp;sig2=0uPcz3FDzEUCXdLFDS0Uxw&amp;usg=AFQjCNHLY9gHPBpdE6q0DGE2f_4nFOWVKw" TargetMode="External"/><Relationship Id="rId6" Type="http://schemas.openxmlformats.org/officeDocument/2006/relationships/image" Target="../media/image5.jpg"/><Relationship Id="rId7" Type="http://schemas.openxmlformats.org/officeDocument/2006/relationships/image" Target="../media/image10.png"/><Relationship Id="rId8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jpg"/><Relationship Id="rId4" Type="http://schemas.openxmlformats.org/officeDocument/2006/relationships/image" Target="../media/image18.png"/><Relationship Id="rId5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Relationship Id="rId4" Type="http://schemas.openxmlformats.org/officeDocument/2006/relationships/image" Target="../media/image17.jpg"/><Relationship Id="rId5" Type="http://schemas.openxmlformats.org/officeDocument/2006/relationships/image" Target="../media/image22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3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5.jpg"/><Relationship Id="rId4" Type="http://schemas.openxmlformats.org/officeDocument/2006/relationships/image" Target="../media/image2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2.jpg"/><Relationship Id="rId4" Type="http://schemas.openxmlformats.org/officeDocument/2006/relationships/image" Target="../media/image46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3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3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3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1.png"/><Relationship Id="rId4" Type="http://schemas.openxmlformats.org/officeDocument/2006/relationships/image" Target="../media/image48.png"/><Relationship Id="rId5" Type="http://schemas.openxmlformats.org/officeDocument/2006/relationships/image" Target="../media/image35.png"/><Relationship Id="rId6" Type="http://schemas.openxmlformats.org/officeDocument/2006/relationships/image" Target="../media/image31.png"/><Relationship Id="rId7" Type="http://schemas.openxmlformats.org/officeDocument/2006/relationships/image" Target="../media/image50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9.png"/><Relationship Id="rId4" Type="http://schemas.openxmlformats.org/officeDocument/2006/relationships/image" Target="../media/image40.png"/><Relationship Id="rId5" Type="http://schemas.openxmlformats.org/officeDocument/2006/relationships/image" Target="../media/image36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7.png"/><Relationship Id="rId4" Type="http://schemas.openxmlformats.org/officeDocument/2006/relationships/image" Target="../media/image39.png"/><Relationship Id="rId5" Type="http://schemas.openxmlformats.org/officeDocument/2006/relationships/image" Target="../media/image37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3.png"/><Relationship Id="rId4" Type="http://schemas.openxmlformats.org/officeDocument/2006/relationships/image" Target="../media/image28.png"/><Relationship Id="rId9" Type="http://schemas.openxmlformats.org/officeDocument/2006/relationships/image" Target="../media/image36.png"/><Relationship Id="rId5" Type="http://schemas.openxmlformats.org/officeDocument/2006/relationships/image" Target="../media/image52.png"/><Relationship Id="rId6" Type="http://schemas.openxmlformats.org/officeDocument/2006/relationships/image" Target="../media/image44.png"/><Relationship Id="rId7" Type="http://schemas.openxmlformats.org/officeDocument/2006/relationships/image" Target="../media/image38.png"/><Relationship Id="rId8" Type="http://schemas.openxmlformats.org/officeDocument/2006/relationships/image" Target="../media/image45.png"/></Relationships>
</file>

<file path=ppt/slides/_rels/slide54.xml.rels><?xml version="1.0" encoding="UTF-8" standalone="yes"?><Relationships xmlns="http://schemas.openxmlformats.org/package/2006/relationships"><Relationship Id="rId11" Type="http://schemas.openxmlformats.org/officeDocument/2006/relationships/image" Target="../media/image62.png"/><Relationship Id="rId10" Type="http://schemas.openxmlformats.org/officeDocument/2006/relationships/image" Target="../media/image53.png"/><Relationship Id="rId13" Type="http://schemas.openxmlformats.org/officeDocument/2006/relationships/image" Target="../media/image61.png"/><Relationship Id="rId12" Type="http://schemas.openxmlformats.org/officeDocument/2006/relationships/image" Target="../media/image56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2.png"/><Relationship Id="rId4" Type="http://schemas.openxmlformats.org/officeDocument/2006/relationships/image" Target="../media/image28.png"/><Relationship Id="rId9" Type="http://schemas.openxmlformats.org/officeDocument/2006/relationships/image" Target="../media/image55.png"/><Relationship Id="rId14" Type="http://schemas.openxmlformats.org/officeDocument/2006/relationships/image" Target="../media/image43.png"/><Relationship Id="rId5" Type="http://schemas.openxmlformats.org/officeDocument/2006/relationships/image" Target="../media/image51.png"/><Relationship Id="rId6" Type="http://schemas.openxmlformats.org/officeDocument/2006/relationships/image" Target="../media/image58.png"/><Relationship Id="rId7" Type="http://schemas.openxmlformats.org/officeDocument/2006/relationships/image" Target="../media/image57.png"/><Relationship Id="rId8" Type="http://schemas.openxmlformats.org/officeDocument/2006/relationships/image" Target="../media/image54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60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9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64.png"/><Relationship Id="rId7" Type="http://schemas.openxmlformats.org/officeDocument/2006/relationships/image" Target="../media/image70.png"/><Relationship Id="rId8" Type="http://schemas.openxmlformats.org/officeDocument/2006/relationships/image" Target="../media/image67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65.png"/><Relationship Id="rId4" Type="http://schemas.openxmlformats.org/officeDocument/2006/relationships/image" Target="../media/image71.png"/><Relationship Id="rId5" Type="http://schemas.openxmlformats.org/officeDocument/2006/relationships/image" Target="../media/image73.png"/><Relationship Id="rId6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685800" y="1549400"/>
            <a:ext cx="7772400" cy="2548622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Guiding questions</a:t>
            </a:r>
            <a:endParaRPr/>
          </a:p>
          <a:p>
            <a:pPr indent="-457200" lvl="0" marL="45720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can forces acting on a system be represented both visually and algebraically?</a:t>
            </a:r>
            <a:endParaRPr/>
          </a:p>
          <a:p>
            <a:pPr indent="-457200" lvl="0" marL="45720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can Newton’s laws be modelled mathematically?</a:t>
            </a:r>
            <a:endParaRPr/>
          </a:p>
          <a:p>
            <a:pPr indent="-457200" lvl="0" marL="45720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can knowledge of forces and momentum be used to predict the behaviour of interacting bodies?</a:t>
            </a:r>
            <a:endParaRPr/>
          </a:p>
        </p:txBody>
      </p:sp>
      <p:sp>
        <p:nvSpPr>
          <p:cNvPr id="96" name="Google Shape;96;p14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A.2.1 – Forces…</a:t>
            </a:r>
            <a:endParaRPr/>
          </a:p>
        </p:txBody>
      </p:sp>
      <p:sp>
        <p:nvSpPr>
          <p:cNvPr id="97" name="Google Shape;97;p14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/>
          <p:nvPr/>
        </p:nvSpPr>
        <p:spPr>
          <a:xfrm>
            <a:off x="685800" y="1549399"/>
            <a:ext cx="7772400" cy="5061125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Students should understand:</a:t>
            </a:r>
            <a:endParaRPr/>
          </a:p>
          <a:p>
            <a:pPr indent="-457200" lvl="0" marL="45720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•Newton’s three laws of motion</a:t>
            </a:r>
            <a:endParaRPr/>
          </a:p>
          <a:p>
            <a:pPr indent="-457200" lvl="0" marL="45720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•forces as interactions between bodies</a:t>
            </a:r>
            <a:endParaRPr/>
          </a:p>
          <a:p>
            <a:pPr indent="-457200" lvl="0" marL="45720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•that forces acting on a body can be represented in a free-body diagram</a:t>
            </a:r>
            <a:endParaRPr/>
          </a:p>
          <a:p>
            <a:pPr indent="-457200" lvl="0" marL="45720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•that free-body diagrams can be analysed to find the resultant force on a system</a:t>
            </a:r>
            <a:endParaRPr/>
          </a:p>
          <a:p>
            <a:pPr indent="-457200" lvl="0" marL="45720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•the nature and use of the following contact forces… (Hooke’s Law in A.3)</a:t>
            </a:r>
            <a:endParaRPr/>
          </a:p>
          <a:p>
            <a:pPr indent="-457200" lvl="0" marL="45720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•the nature and use of the following field forces… (will cover these in D.1 and D.2)</a:t>
            </a:r>
            <a:endParaRPr/>
          </a:p>
        </p:txBody>
      </p:sp>
      <p:sp>
        <p:nvSpPr>
          <p:cNvPr id="104" name="Google Shape;104;p15"/>
          <p:cNvSpPr txBox="1"/>
          <p:nvPr>
            <p:ph idx="4294967295"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A.2.1 – Forces…</a:t>
            </a:r>
            <a:endParaRPr/>
          </a:p>
        </p:txBody>
      </p:sp>
      <p:sp>
        <p:nvSpPr>
          <p:cNvPr id="105" name="Google Shape;105;p15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/>
          <p:nvPr/>
        </p:nvSpPr>
        <p:spPr>
          <a:xfrm>
            <a:off x="685800" y="1549399"/>
            <a:ext cx="7772400" cy="4943679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Data booklet reference: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12" name="Google Shape;112;p16"/>
          <p:cNvSpPr txBox="1"/>
          <p:nvPr>
            <p:ph idx="4294967295"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A.2.1 – Forces…</a:t>
            </a:r>
            <a:endParaRPr/>
          </a:p>
        </p:txBody>
      </p:sp>
      <p:pic>
        <p:nvPicPr>
          <p:cNvPr id="113" name="Google Shape;1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7166" y="2110041"/>
            <a:ext cx="1989668" cy="3892827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/>
          <p:nvPr/>
        </p:nvSpPr>
        <p:spPr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Newton’s laws of motion</a:t>
            </a:r>
            <a:r>
              <a:rPr b="0" i="0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Mechanics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the branch of physics which concerns itself with forces, and how they affect a body's motion.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Kinematics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the sub-branch of mechanics which studies only a body's motion without regard to causes.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Dynamics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the sub-branch of mechanics which studies the forces which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cause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body's motion.</a:t>
            </a:r>
            <a:endParaRPr/>
          </a:p>
        </p:txBody>
      </p:sp>
      <p:sp>
        <p:nvSpPr>
          <p:cNvPr id="121" name="Google Shape;121;p17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A.2.1 – Forces…</a:t>
            </a:r>
            <a:endParaRPr/>
          </a:p>
        </p:txBody>
      </p:sp>
      <p:pic>
        <p:nvPicPr>
          <p:cNvPr descr="galileo" id="122" name="Google Shape;12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4821" y="4491960"/>
            <a:ext cx="2018378" cy="2271236"/>
          </a:xfrm>
          <a:prstGeom prst="rect">
            <a:avLst/>
          </a:prstGeom>
          <a:noFill/>
          <a:ln cap="sq" cmpd="sng" w="190500">
            <a:solidFill>
              <a:srgbClr val="C8C6BD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54000" rotWithShape="0" algn="bl">
              <a:srgbClr val="000000">
                <a:alpha val="42745"/>
              </a:srgbClr>
            </a:outerShdw>
          </a:effectLst>
        </p:spPr>
      </p:pic>
      <p:sp>
        <p:nvSpPr>
          <p:cNvPr id="123" name="Google Shape;123;p17"/>
          <p:cNvSpPr txBox="1"/>
          <p:nvPr/>
        </p:nvSpPr>
        <p:spPr>
          <a:xfrm>
            <a:off x="1128713" y="6297564"/>
            <a:ext cx="11350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Galileo</a:t>
            </a:r>
            <a:endParaRPr/>
          </a:p>
        </p:txBody>
      </p:sp>
      <p:sp>
        <p:nvSpPr>
          <p:cNvPr id="124" name="Google Shape;124;p17"/>
          <p:cNvSpPr txBox="1"/>
          <p:nvPr/>
        </p:nvSpPr>
        <p:spPr>
          <a:xfrm>
            <a:off x="2918443" y="5788025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Kinematics</a:t>
            </a:r>
            <a:endParaRPr/>
          </a:p>
        </p:txBody>
      </p:sp>
      <p:pic>
        <p:nvPicPr>
          <p:cNvPr descr="newton" id="125" name="Google Shape;12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86476" y="4506040"/>
            <a:ext cx="1730654" cy="2254250"/>
          </a:xfrm>
          <a:prstGeom prst="rect">
            <a:avLst/>
          </a:prstGeom>
          <a:noFill/>
          <a:ln cap="sq" cmpd="sng" w="190500">
            <a:solidFill>
              <a:srgbClr val="C8C6BD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54000" rotWithShape="0" algn="bl">
              <a:srgbClr val="000000">
                <a:alpha val="42745"/>
              </a:srgbClr>
            </a:outerShdw>
          </a:effectLst>
        </p:spPr>
      </p:pic>
      <p:sp>
        <p:nvSpPr>
          <p:cNvPr id="126" name="Google Shape;126;p17"/>
          <p:cNvSpPr txBox="1"/>
          <p:nvPr/>
        </p:nvSpPr>
        <p:spPr>
          <a:xfrm>
            <a:off x="7013369" y="6297564"/>
            <a:ext cx="121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Newton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5030582" y="5784850"/>
            <a:ext cx="152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Dynamics</a:t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3136900" y="4635500"/>
            <a:ext cx="3305175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The two pillars of mechanics</a:t>
            </a:r>
            <a:endParaRPr/>
          </a:p>
        </p:txBody>
      </p:sp>
      <p:pic>
        <p:nvPicPr>
          <p:cNvPr descr="ANd9GcTaOt9vMz-E6vLWXx4mLH6GLmUQVGaae5Gg4Sq_peZct6Wevw4gDg" id="129" name="Google Shape;12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99218" y="4233863"/>
            <a:ext cx="2581275" cy="2755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d9GcTaOt9vMz-E6vLWXx4mLH6GLmUQVGaae5Gg4Sq_peZct6Wevw4gDg" id="130" name="Google Shape;13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81419" y="4244975"/>
            <a:ext cx="2576513" cy="274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2981943" y="6229350"/>
            <a:ext cx="144501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Topic A.1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5055982" y="6224588"/>
            <a:ext cx="14382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Topic A.2</a:t>
            </a:r>
            <a:endParaRPr/>
          </a:p>
        </p:txBody>
      </p:sp>
      <p:sp>
        <p:nvSpPr>
          <p:cNvPr id="133" name="Google Shape;133;p17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/>
          <p:nvPr/>
        </p:nvSpPr>
        <p:spPr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Forces as interactions between bodies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∙A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force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 push or a pull measured in Newtons.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∙One force we are very familiar with is the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force of gravity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AKA the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weight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 very concepts of push and pull imply direction. Thus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forces are vectors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∙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direction of the weight is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down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toward the center of the earth.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∙If you have a weight of 600 Newtons (or 600 N), your weight can be expressed as a vector: 600 N, down.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∙We will show later that weight has the formula</a:t>
            </a:r>
            <a:endParaRPr/>
          </a:p>
        </p:txBody>
      </p:sp>
      <p:sp>
        <p:nvSpPr>
          <p:cNvPr id="140" name="Google Shape;140;p18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A.2.1 – Forces…</a:t>
            </a:r>
            <a:endParaRPr/>
          </a:p>
        </p:txBody>
      </p:sp>
      <p:grpSp>
        <p:nvGrpSpPr>
          <p:cNvPr id="141" name="Google Shape;141;p18"/>
          <p:cNvGrpSpPr/>
          <p:nvPr/>
        </p:nvGrpSpPr>
        <p:grpSpPr>
          <a:xfrm>
            <a:off x="828675" y="6062663"/>
            <a:ext cx="7477125" cy="769937"/>
            <a:chOff x="522" y="3851"/>
            <a:chExt cx="4710" cy="485"/>
          </a:xfrm>
        </p:grpSpPr>
        <p:sp>
          <p:nvSpPr>
            <p:cNvPr id="142" name="Google Shape;142;p18"/>
            <p:cNvSpPr/>
            <p:nvPr/>
          </p:nvSpPr>
          <p:spPr>
            <a:xfrm>
              <a:off x="622" y="3928"/>
              <a:ext cx="1098" cy="2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0" baseline="-25000" i="1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</a:t>
              </a:r>
              <a:r>
                <a:rPr b="0" i="1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mg</a:t>
              </a:r>
              <a:endParaRPr b="1" i="1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18"/>
            <p:cNvSpPr txBox="1"/>
            <p:nvPr/>
          </p:nvSpPr>
          <p:spPr>
            <a:xfrm>
              <a:off x="3783" y="3866"/>
              <a:ext cx="1449" cy="28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weight</a:t>
              </a:r>
              <a:endParaRPr/>
            </a:p>
          </p:txBody>
        </p:sp>
        <p:sp>
          <p:nvSpPr>
            <p:cNvPr id="144" name="Google Shape;144;p18"/>
            <p:cNvSpPr/>
            <p:nvPr/>
          </p:nvSpPr>
          <p:spPr>
            <a:xfrm>
              <a:off x="522" y="3866"/>
              <a:ext cx="4701" cy="454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45" name="Google Shape;145;p18"/>
            <p:cNvSpPr txBox="1"/>
            <p:nvPr/>
          </p:nvSpPr>
          <p:spPr>
            <a:xfrm>
              <a:off x="1585" y="3851"/>
              <a:ext cx="193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where</a:t>
              </a:r>
              <a:r>
                <a:rPr b="0" i="1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g 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="0" i="1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 m</a:t>
              </a:r>
              <a:r>
                <a:rPr b="0" baseline="-2500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 </a:t>
              </a:r>
              <a:r>
                <a:rPr b="0" baseline="3000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-2</a:t>
              </a:r>
              <a:endParaRPr b="0" baseline="-25000" i="1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18"/>
            <p:cNvSpPr txBox="1"/>
            <p:nvPr/>
          </p:nvSpPr>
          <p:spPr>
            <a:xfrm>
              <a:off x="1597" y="4048"/>
              <a:ext cx="2449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and</a:t>
              </a:r>
              <a:r>
                <a:rPr b="0" i="1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m 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is the mass in kg</a:t>
              </a:r>
              <a:endParaRPr b="0" baseline="-25000" i="1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47" name="Google Shape;14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45363" y="0"/>
            <a:ext cx="1798637" cy="1951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05688" y="125413"/>
            <a:ext cx="1071562" cy="1338262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9"/>
          <p:cNvGrpSpPr/>
          <p:nvPr/>
        </p:nvGrpSpPr>
        <p:grpSpPr>
          <a:xfrm>
            <a:off x="7378700" y="2828925"/>
            <a:ext cx="1765300" cy="4029075"/>
            <a:chOff x="4648" y="2259"/>
            <a:chExt cx="1023" cy="1962"/>
          </a:xfrm>
        </p:grpSpPr>
        <p:sp>
          <p:nvSpPr>
            <p:cNvPr id="156" name="Google Shape;156;p19"/>
            <p:cNvSpPr/>
            <p:nvPr/>
          </p:nvSpPr>
          <p:spPr>
            <a:xfrm>
              <a:off x="4677" y="2296"/>
              <a:ext cx="963" cy="1925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57" name="Google Shape;157;p19"/>
            <p:cNvSpPr txBox="1"/>
            <p:nvPr/>
          </p:nvSpPr>
          <p:spPr>
            <a:xfrm>
              <a:off x="4648" y="2259"/>
              <a:ext cx="1023" cy="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24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Free-body diagram</a:t>
              </a:r>
              <a:endParaRPr/>
            </a:p>
          </p:txBody>
        </p:sp>
      </p:grpSp>
      <p:sp>
        <p:nvSpPr>
          <p:cNvPr id="158" name="Google Shape;158;p19"/>
          <p:cNvSpPr/>
          <p:nvPr/>
        </p:nvSpPr>
        <p:spPr>
          <a:xfrm>
            <a:off x="685800" y="1549400"/>
            <a:ext cx="7772400" cy="127793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Free-body diagrams</a:t>
            </a:r>
            <a:r>
              <a:rPr b="0" i="0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/>
          </a:p>
        </p:txBody>
      </p:sp>
      <p:sp>
        <p:nvSpPr>
          <p:cNvPr id="159" name="Google Shape;159;p19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A.2.1 – Forces…</a:t>
            </a:r>
            <a:endParaRPr/>
          </a:p>
        </p:txBody>
      </p:sp>
      <p:sp>
        <p:nvSpPr>
          <p:cNvPr id="160" name="Google Shape;160;p19"/>
          <p:cNvSpPr/>
          <p:nvPr/>
        </p:nvSpPr>
        <p:spPr>
          <a:xfrm>
            <a:off x="674688" y="2811463"/>
            <a:ext cx="6724650" cy="404653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Calculate the weight of a 25-kg object.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Since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25 kg and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10 m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-2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F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mg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(25)(10) = 250 N </a:t>
            </a:r>
            <a:endParaRPr b="0" i="1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 that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inherits its direction from the fact that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points downward.</a:t>
            </a:r>
            <a:endParaRPr/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sketch the mass as a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 particle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(dot), and the weight as a vector in a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free-body diagram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baseline="-2500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1" name="Google Shape;161;p19"/>
          <p:cNvGrpSpPr/>
          <p:nvPr/>
        </p:nvGrpSpPr>
        <p:grpSpPr>
          <a:xfrm>
            <a:off x="7786688" y="4032250"/>
            <a:ext cx="1149350" cy="457200"/>
            <a:chOff x="4873" y="2690"/>
            <a:chExt cx="641" cy="261"/>
          </a:xfrm>
        </p:grpSpPr>
        <p:sp>
          <p:nvSpPr>
            <p:cNvPr id="162" name="Google Shape;162;p19"/>
            <p:cNvSpPr/>
            <p:nvPr/>
          </p:nvSpPr>
          <p:spPr>
            <a:xfrm>
              <a:off x="4873" y="2767"/>
              <a:ext cx="98" cy="98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63" name="Google Shape;163;p19"/>
            <p:cNvSpPr txBox="1"/>
            <p:nvPr/>
          </p:nvSpPr>
          <p:spPr>
            <a:xfrm>
              <a:off x="4946" y="2690"/>
              <a:ext cx="568" cy="2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mass</a:t>
              </a:r>
              <a:endParaRPr/>
            </a:p>
          </p:txBody>
        </p:sp>
      </p:grpSp>
      <p:grpSp>
        <p:nvGrpSpPr>
          <p:cNvPr id="164" name="Google Shape;164;p19"/>
          <p:cNvGrpSpPr/>
          <p:nvPr/>
        </p:nvGrpSpPr>
        <p:grpSpPr>
          <a:xfrm>
            <a:off x="7713657" y="4273551"/>
            <a:ext cx="625474" cy="2386013"/>
            <a:chOff x="4827" y="2812"/>
            <a:chExt cx="394" cy="1503"/>
          </a:xfrm>
        </p:grpSpPr>
        <p:cxnSp>
          <p:nvCxnSpPr>
            <p:cNvPr id="165" name="Google Shape;165;p19"/>
            <p:cNvCxnSpPr/>
            <p:nvPr/>
          </p:nvCxnSpPr>
          <p:spPr>
            <a:xfrm>
              <a:off x="4926" y="2812"/>
              <a:ext cx="0" cy="1258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166" name="Google Shape;166;p19"/>
            <p:cNvSpPr txBox="1"/>
            <p:nvPr/>
          </p:nvSpPr>
          <p:spPr>
            <a:xfrm rot="-5400000">
              <a:off x="4704" y="3244"/>
              <a:ext cx="70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force</a:t>
              </a:r>
              <a:endParaRPr/>
            </a:p>
          </p:txBody>
        </p:sp>
        <p:sp>
          <p:nvSpPr>
            <p:cNvPr id="167" name="Google Shape;167;p19"/>
            <p:cNvSpPr txBox="1"/>
            <p:nvPr/>
          </p:nvSpPr>
          <p:spPr>
            <a:xfrm>
              <a:off x="4827" y="4024"/>
              <a:ext cx="39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0" baseline="-25000" i="1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endPara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8" name="Google Shape;168;p19"/>
          <p:cNvGrpSpPr/>
          <p:nvPr/>
        </p:nvGrpSpPr>
        <p:grpSpPr>
          <a:xfrm>
            <a:off x="828675" y="1984375"/>
            <a:ext cx="7477125" cy="769938"/>
            <a:chOff x="522" y="3851"/>
            <a:chExt cx="4710" cy="485"/>
          </a:xfrm>
        </p:grpSpPr>
        <p:sp>
          <p:nvSpPr>
            <p:cNvPr id="169" name="Google Shape;169;p19"/>
            <p:cNvSpPr/>
            <p:nvPr/>
          </p:nvSpPr>
          <p:spPr>
            <a:xfrm>
              <a:off x="622" y="3928"/>
              <a:ext cx="1098" cy="2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0" baseline="-25000" i="1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</a:t>
              </a:r>
              <a:r>
                <a:rPr b="0" i="1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mg</a:t>
              </a:r>
              <a:endParaRPr b="1" i="1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19"/>
            <p:cNvSpPr txBox="1"/>
            <p:nvPr/>
          </p:nvSpPr>
          <p:spPr>
            <a:xfrm>
              <a:off x="3783" y="3866"/>
              <a:ext cx="1449" cy="28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weight</a:t>
              </a:r>
              <a:endParaRPr/>
            </a:p>
          </p:txBody>
        </p:sp>
        <p:sp>
          <p:nvSpPr>
            <p:cNvPr id="171" name="Google Shape;171;p19"/>
            <p:cNvSpPr/>
            <p:nvPr/>
          </p:nvSpPr>
          <p:spPr>
            <a:xfrm>
              <a:off x="522" y="3866"/>
              <a:ext cx="4701" cy="454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72" name="Google Shape;172;p19"/>
            <p:cNvSpPr txBox="1"/>
            <p:nvPr/>
          </p:nvSpPr>
          <p:spPr>
            <a:xfrm>
              <a:off x="1585" y="3851"/>
              <a:ext cx="193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where</a:t>
              </a:r>
              <a:r>
                <a:rPr b="0" i="1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g 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="0" i="1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 m</a:t>
              </a:r>
              <a:r>
                <a:rPr b="0" baseline="-2500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 </a:t>
              </a:r>
              <a:r>
                <a:rPr b="0" baseline="3000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-2</a:t>
              </a:r>
              <a:endParaRPr b="0" baseline="-25000" i="1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19"/>
            <p:cNvSpPr txBox="1"/>
            <p:nvPr/>
          </p:nvSpPr>
          <p:spPr>
            <a:xfrm>
              <a:off x="1597" y="4048"/>
              <a:ext cx="2449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and</a:t>
              </a:r>
              <a:r>
                <a:rPr b="0" i="1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m 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is the mass in kg</a:t>
              </a:r>
              <a:endParaRPr b="0" baseline="-25000" i="1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4" name="Google Shape;174;p19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Oak" id="180" name="Google Shape;180;p20"/>
          <p:cNvSpPr/>
          <p:nvPr/>
        </p:nvSpPr>
        <p:spPr>
          <a:xfrm>
            <a:off x="0" y="5791200"/>
            <a:ext cx="9144000" cy="1066800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685800" y="1549400"/>
            <a:ext cx="7772400" cy="71278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Free-body diagrams</a:t>
            </a:r>
            <a:endParaRPr b="0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2" name="Google Shape;182;p20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A.2.1 – Forces…</a:t>
            </a:r>
            <a:endParaRPr/>
          </a:p>
        </p:txBody>
      </p:sp>
      <p:sp>
        <p:nvSpPr>
          <p:cNvPr id="183" name="Google Shape;183;p20"/>
          <p:cNvSpPr/>
          <p:nvPr/>
        </p:nvSpPr>
        <p:spPr>
          <a:xfrm>
            <a:off x="684213" y="2039938"/>
            <a:ext cx="7151687" cy="3741737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∙Certainly there are other forces besides weight that you are familiar with.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∙For example, when you set a mass on a tabletop, even though it stops moving, it still has a weight.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∙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implication is that the tabletop applies a counterforce to the weight, called a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normal force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∙Note that the weight and the normal forces are the same length – they balance.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 normal force is called a surface contact force.</a:t>
            </a:r>
            <a:endParaRPr/>
          </a:p>
        </p:txBody>
      </p:sp>
      <p:grpSp>
        <p:nvGrpSpPr>
          <p:cNvPr id="184" name="Google Shape;184;p20"/>
          <p:cNvGrpSpPr/>
          <p:nvPr/>
        </p:nvGrpSpPr>
        <p:grpSpPr>
          <a:xfrm>
            <a:off x="7812088" y="3130550"/>
            <a:ext cx="990600" cy="1830388"/>
            <a:chOff x="4785" y="3170"/>
            <a:chExt cx="624" cy="1153"/>
          </a:xfrm>
        </p:grpSpPr>
        <p:sp>
          <p:nvSpPr>
            <p:cNvPr id="185" name="Google Shape;185;p20"/>
            <p:cNvSpPr/>
            <p:nvPr/>
          </p:nvSpPr>
          <p:spPr>
            <a:xfrm>
              <a:off x="4785" y="3170"/>
              <a:ext cx="624" cy="422"/>
            </a:xfrm>
            <a:prstGeom prst="rect">
              <a:avLst/>
            </a:prstGeom>
            <a:solidFill>
              <a:srgbClr val="FFBC7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186" name="Google Shape;186;p20"/>
            <p:cNvGrpSpPr/>
            <p:nvPr/>
          </p:nvGrpSpPr>
          <p:grpSpPr>
            <a:xfrm>
              <a:off x="4892" y="3373"/>
              <a:ext cx="398" cy="950"/>
              <a:chOff x="4892" y="3373"/>
              <a:chExt cx="398" cy="950"/>
            </a:xfrm>
          </p:grpSpPr>
          <p:cxnSp>
            <p:nvCxnSpPr>
              <p:cNvPr id="187" name="Google Shape;187;p20"/>
              <p:cNvCxnSpPr/>
              <p:nvPr/>
            </p:nvCxnSpPr>
            <p:spPr>
              <a:xfrm>
                <a:off x="5092" y="3373"/>
                <a:ext cx="0" cy="711"/>
              </a:xfrm>
              <a:prstGeom prst="straightConnector1">
                <a:avLst/>
              </a:prstGeom>
              <a:noFill/>
              <a:ln cap="flat" cmpd="sng" w="571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188" name="Google Shape;188;p20"/>
              <p:cNvSpPr txBox="1"/>
              <p:nvPr/>
            </p:nvSpPr>
            <p:spPr>
              <a:xfrm>
                <a:off x="4892" y="4032"/>
                <a:ext cx="398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r>
                  <a:rPr b="1" baseline="-25000" i="0" lang="en-US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g</a:t>
                </a:r>
                <a:endParaRPr b="1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89" name="Google Shape;189;p20"/>
          <p:cNvGrpSpPr/>
          <p:nvPr/>
        </p:nvGrpSpPr>
        <p:grpSpPr>
          <a:xfrm>
            <a:off x="8412167" y="4305300"/>
            <a:ext cx="519113" cy="1484313"/>
            <a:chOff x="984" y="2707"/>
            <a:chExt cx="327" cy="935"/>
          </a:xfrm>
        </p:grpSpPr>
        <p:cxnSp>
          <p:nvCxnSpPr>
            <p:cNvPr id="190" name="Google Shape;190;p20"/>
            <p:cNvCxnSpPr/>
            <p:nvPr/>
          </p:nvCxnSpPr>
          <p:spPr>
            <a:xfrm rot="10800000">
              <a:off x="1077" y="2945"/>
              <a:ext cx="0" cy="697"/>
            </a:xfrm>
            <a:prstGeom prst="straightConnector1">
              <a:avLst/>
            </a:prstGeom>
            <a:noFill/>
            <a:ln cap="flat" cmpd="sng" w="57150">
              <a:solidFill>
                <a:schemeClr val="hlink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191" name="Google Shape;191;p20"/>
            <p:cNvSpPr txBox="1"/>
            <p:nvPr/>
          </p:nvSpPr>
          <p:spPr>
            <a:xfrm>
              <a:off x="984" y="2707"/>
              <a:ext cx="327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i="0" lang="en-US" sz="2400" u="none" cap="none" strike="noStrike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</p:grpSp>
      <p:sp>
        <p:nvSpPr>
          <p:cNvPr id="192" name="Google Shape;192;p20"/>
          <p:cNvSpPr/>
          <p:nvPr/>
        </p:nvSpPr>
        <p:spPr>
          <a:xfrm>
            <a:off x="693738" y="5849959"/>
            <a:ext cx="7170737" cy="8128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FYI</a:t>
            </a:r>
            <a:r>
              <a:rPr b="1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normal force is often called (unwisely) the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reaction force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thus sometimes is it is designated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1" baseline="-2500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(not in IB).</a:t>
            </a:r>
            <a:endParaRPr/>
          </a:p>
        </p:txBody>
      </p:sp>
      <p:sp>
        <p:nvSpPr>
          <p:cNvPr id="193" name="Google Shape;193;p20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Oak" id="199" name="Google Shape;199;p21"/>
          <p:cNvSpPr/>
          <p:nvPr/>
        </p:nvSpPr>
        <p:spPr>
          <a:xfrm>
            <a:off x="0" y="6016625"/>
            <a:ext cx="9144000" cy="841375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685799" y="1549400"/>
            <a:ext cx="7858387" cy="352901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The nature and use of the following contact forces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Tension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4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1" baseline="-25000" i="0" lang="en-US" sz="24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can only be a pull and never a push.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Friction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1" baseline="-2500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tries to oppose the motion.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∙Friction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1" baseline="-2500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</a:t>
            </a:r>
            <a:r>
              <a:rPr b="0" i="0" lang="en-US" sz="2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parallel to the contact surface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Normal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400" u="none" cap="none" strike="noStrike">
                <a:solidFill>
                  <a:srgbClr val="3C8C92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1" baseline="-25000" i="0" lang="en-US" sz="2400" u="none" cap="none" strike="noStrike">
                <a:solidFill>
                  <a:srgbClr val="3C8C92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</a:t>
            </a:r>
            <a:r>
              <a:rPr b="0" i="0" lang="en-US" sz="2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perpendicular to the contact surface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∙Friction and normal are </a:t>
            </a:r>
            <a:r>
              <a:rPr b="0" i="0" lang="en-US" sz="2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mutually perpendicular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1" baseline="-2500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⊥</a:t>
            </a:r>
            <a:r>
              <a:rPr b="1" i="0" lang="en-US" sz="2400" u="none" cap="none" strike="noStrike">
                <a:solidFill>
                  <a:srgbClr val="3C8C92"/>
                </a:solidFill>
                <a:latin typeface="Arial"/>
                <a:ea typeface="Arial"/>
                <a:cs typeface="Arial"/>
                <a:sym typeface="Arial"/>
              </a:rPr>
              <a:t> F</a:t>
            </a:r>
            <a:r>
              <a:rPr b="1" baseline="-25000" i="0" lang="en-US" sz="2400" u="none" cap="none" strike="noStrike">
                <a:solidFill>
                  <a:srgbClr val="3C8C92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∙Friction and normal are </a:t>
            </a:r>
            <a:r>
              <a:rPr b="0" i="0" lang="en-US" sz="2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surface contact forces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∙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Weight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1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an                </a:t>
            </a:r>
            <a:r>
              <a:rPr b="0" i="0" lang="en-US" sz="2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action-at-a-distance force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	</a:t>
            </a:r>
            <a:endParaRPr/>
          </a:p>
        </p:txBody>
      </p:sp>
      <p:sp>
        <p:nvSpPr>
          <p:cNvPr id="201" name="Google Shape;201;p21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A.2.1 – Forces…</a:t>
            </a:r>
            <a:endParaRPr/>
          </a:p>
        </p:txBody>
      </p:sp>
      <p:grpSp>
        <p:nvGrpSpPr>
          <p:cNvPr id="202" name="Google Shape;202;p21"/>
          <p:cNvGrpSpPr/>
          <p:nvPr/>
        </p:nvGrpSpPr>
        <p:grpSpPr>
          <a:xfrm>
            <a:off x="2143125" y="5424488"/>
            <a:ext cx="4103688" cy="441325"/>
            <a:chOff x="1254" y="2364"/>
            <a:chExt cx="2585" cy="278"/>
          </a:xfrm>
        </p:grpSpPr>
        <p:sp>
          <p:nvSpPr>
            <p:cNvPr id="203" name="Google Shape;203;p21"/>
            <p:cNvSpPr/>
            <p:nvPr/>
          </p:nvSpPr>
          <p:spPr>
            <a:xfrm>
              <a:off x="1254" y="2512"/>
              <a:ext cx="2124" cy="125"/>
            </a:xfrm>
            <a:custGeom>
              <a:rect b="b" l="l" r="r" t="t"/>
              <a:pathLst>
                <a:path extrusionOk="0" h="230" w="3398">
                  <a:moveTo>
                    <a:pt x="0" y="0"/>
                  </a:moveTo>
                  <a:cubicBezTo>
                    <a:pt x="581" y="115"/>
                    <a:pt x="1162" y="230"/>
                    <a:pt x="1728" y="230"/>
                  </a:cubicBezTo>
                  <a:cubicBezTo>
                    <a:pt x="2294" y="230"/>
                    <a:pt x="2846" y="115"/>
                    <a:pt x="3398" y="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04" name="Google Shape;204;p21"/>
            <p:cNvSpPr/>
            <p:nvPr/>
          </p:nvSpPr>
          <p:spPr>
            <a:xfrm>
              <a:off x="3388" y="2364"/>
              <a:ext cx="451" cy="278"/>
            </a:xfrm>
            <a:custGeom>
              <a:rect b="b" l="l" r="r" t="t"/>
              <a:pathLst>
                <a:path extrusionOk="0" h="21600" w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extrusionOk="0" h="21600" w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extrusionOk="0" h="21600" w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05" name="Google Shape;205;p21"/>
          <p:cNvGrpSpPr/>
          <p:nvPr/>
        </p:nvGrpSpPr>
        <p:grpSpPr>
          <a:xfrm>
            <a:off x="2146300" y="5427663"/>
            <a:ext cx="3797300" cy="588962"/>
            <a:chOff x="891" y="2615"/>
            <a:chExt cx="2392" cy="371"/>
          </a:xfrm>
        </p:grpSpPr>
        <p:sp>
          <p:nvSpPr>
            <p:cNvPr id="206" name="Google Shape;206;p21"/>
            <p:cNvSpPr/>
            <p:nvPr/>
          </p:nvSpPr>
          <p:spPr>
            <a:xfrm>
              <a:off x="891" y="2756"/>
              <a:ext cx="2043" cy="230"/>
            </a:xfrm>
            <a:custGeom>
              <a:rect b="b" l="l" r="r" t="t"/>
              <a:pathLst>
                <a:path extrusionOk="0" h="230" w="3398">
                  <a:moveTo>
                    <a:pt x="0" y="0"/>
                  </a:moveTo>
                  <a:cubicBezTo>
                    <a:pt x="581" y="115"/>
                    <a:pt x="1162" y="230"/>
                    <a:pt x="1728" y="230"/>
                  </a:cubicBezTo>
                  <a:cubicBezTo>
                    <a:pt x="2294" y="230"/>
                    <a:pt x="2846" y="115"/>
                    <a:pt x="3398" y="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07" name="Google Shape;207;p21"/>
            <p:cNvSpPr/>
            <p:nvPr/>
          </p:nvSpPr>
          <p:spPr>
            <a:xfrm>
              <a:off x="2937" y="2615"/>
              <a:ext cx="346" cy="278"/>
            </a:xfrm>
            <a:custGeom>
              <a:rect b="b" l="l" r="r" t="t"/>
              <a:pathLst>
                <a:path extrusionOk="0" h="21600" w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extrusionOk="0" h="21600" w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extrusionOk="0" h="21600" w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08" name="Google Shape;208;p21"/>
          <p:cNvGrpSpPr/>
          <p:nvPr/>
        </p:nvGrpSpPr>
        <p:grpSpPr>
          <a:xfrm>
            <a:off x="2146300" y="5213374"/>
            <a:ext cx="4511675" cy="835029"/>
            <a:chOff x="1352" y="3142"/>
            <a:chExt cx="2842" cy="526"/>
          </a:xfrm>
        </p:grpSpPr>
        <p:grpSp>
          <p:nvGrpSpPr>
            <p:cNvPr id="209" name="Google Shape;209;p21"/>
            <p:cNvGrpSpPr/>
            <p:nvPr/>
          </p:nvGrpSpPr>
          <p:grpSpPr>
            <a:xfrm>
              <a:off x="1352" y="3142"/>
              <a:ext cx="2842" cy="432"/>
              <a:chOff x="1352" y="3142"/>
              <a:chExt cx="2842" cy="432"/>
            </a:xfrm>
          </p:grpSpPr>
          <p:cxnSp>
            <p:nvCxnSpPr>
              <p:cNvPr id="210" name="Google Shape;210;p21"/>
              <p:cNvCxnSpPr/>
              <p:nvPr/>
            </p:nvCxnSpPr>
            <p:spPr>
              <a:xfrm>
                <a:off x="1352" y="3428"/>
                <a:ext cx="221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11" name="Google Shape;211;p21"/>
              <p:cNvSpPr/>
              <p:nvPr/>
            </p:nvSpPr>
            <p:spPr>
              <a:xfrm>
                <a:off x="3570" y="3296"/>
                <a:ext cx="624" cy="278"/>
              </a:xfrm>
              <a:custGeom>
                <a:rect b="b" l="l" r="r" t="t"/>
                <a:pathLst>
                  <a:path extrusionOk="0" h="21600" w="21600">
                    <a:moveTo>
                      <a:pt x="16200" y="0"/>
                    </a:moveTo>
                    <a:lnTo>
                      <a:pt x="16200" y="5400"/>
                    </a:lnTo>
                    <a:lnTo>
                      <a:pt x="3375" y="5400"/>
                    </a:lnTo>
                    <a:lnTo>
                      <a:pt x="3375" y="16200"/>
                    </a:lnTo>
                    <a:lnTo>
                      <a:pt x="16200" y="16200"/>
                    </a:lnTo>
                    <a:lnTo>
                      <a:pt x="16200" y="21600"/>
                    </a:lnTo>
                    <a:lnTo>
                      <a:pt x="21600" y="10800"/>
                    </a:lnTo>
                    <a:lnTo>
                      <a:pt x="16200" y="0"/>
                    </a:lnTo>
                    <a:close/>
                  </a:path>
                  <a:path extrusionOk="0" h="21600" w="21600">
                    <a:moveTo>
                      <a:pt x="1350" y="5400"/>
                    </a:moveTo>
                    <a:lnTo>
                      <a:pt x="1350" y="16200"/>
                    </a:lnTo>
                    <a:lnTo>
                      <a:pt x="2700" y="16200"/>
                    </a:lnTo>
                    <a:lnTo>
                      <a:pt x="2700" y="5400"/>
                    </a:lnTo>
                    <a:lnTo>
                      <a:pt x="1350" y="5400"/>
                    </a:lnTo>
                    <a:close/>
                  </a:path>
                  <a:path extrusionOk="0" h="21600" w="21600">
                    <a:moveTo>
                      <a:pt x="0" y="5400"/>
                    </a:moveTo>
                    <a:lnTo>
                      <a:pt x="0" y="16200"/>
                    </a:lnTo>
                    <a:lnTo>
                      <a:pt x="675" y="16200"/>
                    </a:lnTo>
                    <a:lnTo>
                      <a:pt x="675" y="5400"/>
                    </a:lnTo>
                    <a:lnTo>
                      <a:pt x="0" y="5400"/>
                    </a:lnTo>
                    <a:close/>
                  </a:path>
                </a:pathLst>
              </a:custGeom>
              <a:solidFill>
                <a:srgbClr val="00FF00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cxnSp>
            <p:nvCxnSpPr>
              <p:cNvPr id="212" name="Google Shape;212;p21"/>
              <p:cNvCxnSpPr/>
              <p:nvPr/>
            </p:nvCxnSpPr>
            <p:spPr>
              <a:xfrm>
                <a:off x="1354" y="3427"/>
                <a:ext cx="595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CC0099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213" name="Google Shape;213;p21"/>
              <p:cNvSpPr txBox="1"/>
              <p:nvPr/>
            </p:nvSpPr>
            <p:spPr>
              <a:xfrm>
                <a:off x="1546" y="3142"/>
                <a:ext cx="346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CC0066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r>
                  <a:rPr b="1" baseline="-25000" lang="en-US" sz="2400">
                    <a:solidFill>
                      <a:srgbClr val="CC0066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endParaRPr/>
              </a:p>
            </p:txBody>
          </p:sp>
        </p:grpSp>
        <p:sp>
          <p:nvSpPr>
            <p:cNvPr id="214" name="Google Shape;214;p21"/>
            <p:cNvSpPr txBox="1"/>
            <p:nvPr/>
          </p:nvSpPr>
          <p:spPr>
            <a:xfrm>
              <a:off x="1364" y="3437"/>
              <a:ext cx="91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the tension</a:t>
              </a:r>
              <a:endParaRPr/>
            </a:p>
          </p:txBody>
        </p:sp>
      </p:grpSp>
      <p:grpSp>
        <p:nvGrpSpPr>
          <p:cNvPr id="215" name="Google Shape;215;p21"/>
          <p:cNvGrpSpPr/>
          <p:nvPr/>
        </p:nvGrpSpPr>
        <p:grpSpPr>
          <a:xfrm>
            <a:off x="1158876" y="5346710"/>
            <a:ext cx="990600" cy="1506475"/>
            <a:chOff x="730" y="3226"/>
            <a:chExt cx="624" cy="948"/>
          </a:xfrm>
        </p:grpSpPr>
        <p:sp>
          <p:nvSpPr>
            <p:cNvPr id="216" name="Google Shape;216;p21"/>
            <p:cNvSpPr/>
            <p:nvPr/>
          </p:nvSpPr>
          <p:spPr>
            <a:xfrm>
              <a:off x="730" y="3226"/>
              <a:ext cx="624" cy="422"/>
            </a:xfrm>
            <a:prstGeom prst="rect">
              <a:avLst/>
            </a:prstGeom>
            <a:solidFill>
              <a:srgbClr val="FFBC7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217" name="Google Shape;217;p21"/>
            <p:cNvGrpSpPr/>
            <p:nvPr/>
          </p:nvGrpSpPr>
          <p:grpSpPr>
            <a:xfrm>
              <a:off x="1036" y="3429"/>
              <a:ext cx="313" cy="745"/>
              <a:chOff x="1084" y="3446"/>
              <a:chExt cx="313" cy="745"/>
            </a:xfrm>
          </p:grpSpPr>
          <p:cxnSp>
            <p:nvCxnSpPr>
              <p:cNvPr id="218" name="Google Shape;218;p21"/>
              <p:cNvCxnSpPr/>
              <p:nvPr/>
            </p:nvCxnSpPr>
            <p:spPr>
              <a:xfrm>
                <a:off x="1085" y="3446"/>
                <a:ext cx="0" cy="711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219" name="Google Shape;219;p21"/>
              <p:cNvSpPr txBox="1"/>
              <p:nvPr/>
            </p:nvSpPr>
            <p:spPr>
              <a:xfrm>
                <a:off x="1084" y="3900"/>
                <a:ext cx="313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r>
                  <a:rPr b="1" baseline="-25000"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g</a:t>
                </a:r>
                <a:endParaRPr b="1" baseline="-25000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20" name="Google Shape;220;p21"/>
          <p:cNvGrpSpPr/>
          <p:nvPr/>
        </p:nvGrpSpPr>
        <p:grpSpPr>
          <a:xfrm>
            <a:off x="1443041" y="4505325"/>
            <a:ext cx="519113" cy="1512888"/>
            <a:chOff x="909" y="2696"/>
            <a:chExt cx="327" cy="953"/>
          </a:xfrm>
        </p:grpSpPr>
        <p:cxnSp>
          <p:nvCxnSpPr>
            <p:cNvPr id="221" name="Google Shape;221;p21"/>
            <p:cNvCxnSpPr/>
            <p:nvPr/>
          </p:nvCxnSpPr>
          <p:spPr>
            <a:xfrm rot="10800000">
              <a:off x="1009" y="2944"/>
              <a:ext cx="0" cy="705"/>
            </a:xfrm>
            <a:prstGeom prst="straightConnector1">
              <a:avLst/>
            </a:prstGeom>
            <a:noFill/>
            <a:ln cap="flat" cmpd="sng" w="38100">
              <a:solidFill>
                <a:schemeClr val="hlink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222" name="Google Shape;222;p21"/>
            <p:cNvSpPr txBox="1"/>
            <p:nvPr/>
          </p:nvSpPr>
          <p:spPr>
            <a:xfrm>
              <a:off x="909" y="2696"/>
              <a:ext cx="327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lang="en-US" sz="24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</p:grpSp>
      <p:grpSp>
        <p:nvGrpSpPr>
          <p:cNvPr id="223" name="Google Shape;223;p21"/>
          <p:cNvGrpSpPr/>
          <p:nvPr/>
        </p:nvGrpSpPr>
        <p:grpSpPr>
          <a:xfrm>
            <a:off x="484188" y="5534025"/>
            <a:ext cx="1149350" cy="490538"/>
            <a:chOff x="179" y="2249"/>
            <a:chExt cx="724" cy="309"/>
          </a:xfrm>
        </p:grpSpPr>
        <p:cxnSp>
          <p:nvCxnSpPr>
            <p:cNvPr id="224" name="Google Shape;224;p21"/>
            <p:cNvCxnSpPr/>
            <p:nvPr/>
          </p:nvCxnSpPr>
          <p:spPr>
            <a:xfrm rot="10800000">
              <a:off x="414" y="2558"/>
              <a:ext cx="489" cy="0"/>
            </a:xfrm>
            <a:prstGeom prst="straightConnector1">
              <a:avLst/>
            </a:prstGeom>
            <a:noFill/>
            <a:ln cap="flat" cmpd="sng" w="38100">
              <a:solidFill>
                <a:srgbClr val="FF33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225" name="Google Shape;225;p21"/>
            <p:cNvSpPr txBox="1"/>
            <p:nvPr/>
          </p:nvSpPr>
          <p:spPr>
            <a:xfrm>
              <a:off x="179" y="2249"/>
              <a:ext cx="278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lang="en-US" sz="2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</p:grpSp>
      <p:sp>
        <p:nvSpPr>
          <p:cNvPr id="226" name="Google Shape;226;p21"/>
          <p:cNvSpPr txBox="1"/>
          <p:nvPr/>
        </p:nvSpPr>
        <p:spPr>
          <a:xfrm>
            <a:off x="1411288" y="5967413"/>
            <a:ext cx="2470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Contact surface</a:t>
            </a:r>
            <a:endParaRPr/>
          </a:p>
        </p:txBody>
      </p:sp>
      <p:sp>
        <p:nvSpPr>
          <p:cNvPr id="227" name="Google Shape;227;p21"/>
          <p:cNvSpPr/>
          <p:nvPr/>
        </p:nvSpPr>
        <p:spPr>
          <a:xfrm>
            <a:off x="3570288" y="5700713"/>
            <a:ext cx="287337" cy="287337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8" name="Google Shape;228;p21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Oak" id="234" name="Google Shape;234;p22"/>
          <p:cNvSpPr/>
          <p:nvPr/>
        </p:nvSpPr>
        <p:spPr>
          <a:xfrm>
            <a:off x="0" y="5791200"/>
            <a:ext cx="9144000" cy="1066800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685800" y="1549400"/>
            <a:ext cx="7772400" cy="4225925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Free-body diagrams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∙Weight is sketched from the center of an object.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∙Normal is always sketched perpendicular to the contact surface.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∙Friction is sketched parallel to the contact surface.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∙Tension is sketched at whatever angle is given.</a:t>
            </a:r>
            <a:endParaRPr/>
          </a:p>
        </p:txBody>
      </p:sp>
      <p:sp>
        <p:nvSpPr>
          <p:cNvPr id="236" name="Google Shape;236;p22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A.2.1 – Forces…</a:t>
            </a:r>
            <a:endParaRPr/>
          </a:p>
        </p:txBody>
      </p:sp>
      <p:grpSp>
        <p:nvGrpSpPr>
          <p:cNvPr id="237" name="Google Shape;237;p22"/>
          <p:cNvGrpSpPr/>
          <p:nvPr/>
        </p:nvGrpSpPr>
        <p:grpSpPr>
          <a:xfrm>
            <a:off x="5095876" y="4425950"/>
            <a:ext cx="1825042" cy="690563"/>
            <a:chOff x="1353" y="2795"/>
            <a:chExt cx="1388" cy="435"/>
          </a:xfrm>
        </p:grpSpPr>
        <p:cxnSp>
          <p:nvCxnSpPr>
            <p:cNvPr id="238" name="Google Shape;238;p22"/>
            <p:cNvCxnSpPr/>
            <p:nvPr/>
          </p:nvCxnSpPr>
          <p:spPr>
            <a:xfrm flipH="1" rot="10800000">
              <a:off x="1353" y="2949"/>
              <a:ext cx="618" cy="281"/>
            </a:xfrm>
            <a:prstGeom prst="straightConnector1">
              <a:avLst/>
            </a:prstGeom>
            <a:noFill/>
            <a:ln cap="flat" cmpd="sng" w="38100">
              <a:solidFill>
                <a:srgbClr val="CC0099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239" name="Google Shape;239;p22"/>
            <p:cNvSpPr txBox="1"/>
            <p:nvPr/>
          </p:nvSpPr>
          <p:spPr>
            <a:xfrm>
              <a:off x="1947" y="2795"/>
              <a:ext cx="79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CC0066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lang="en-US" sz="2400">
                  <a:solidFill>
                    <a:srgbClr val="CC0066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1" sz="2400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0" name="Google Shape;240;p22"/>
          <p:cNvGrpSpPr/>
          <p:nvPr/>
        </p:nvGrpSpPr>
        <p:grpSpPr>
          <a:xfrm>
            <a:off x="4106863" y="5122863"/>
            <a:ext cx="990600" cy="1571625"/>
            <a:chOff x="730" y="3226"/>
            <a:chExt cx="624" cy="989"/>
          </a:xfrm>
        </p:grpSpPr>
        <p:sp>
          <p:nvSpPr>
            <p:cNvPr id="241" name="Google Shape;241;p22"/>
            <p:cNvSpPr/>
            <p:nvPr/>
          </p:nvSpPr>
          <p:spPr>
            <a:xfrm>
              <a:off x="730" y="3226"/>
              <a:ext cx="624" cy="422"/>
            </a:xfrm>
            <a:prstGeom prst="rect">
              <a:avLst/>
            </a:prstGeom>
            <a:solidFill>
              <a:srgbClr val="FFBC7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242" name="Google Shape;242;p22"/>
            <p:cNvGrpSpPr/>
            <p:nvPr/>
          </p:nvGrpSpPr>
          <p:grpSpPr>
            <a:xfrm>
              <a:off x="1036" y="3429"/>
              <a:ext cx="313" cy="786"/>
              <a:chOff x="1084" y="3446"/>
              <a:chExt cx="313" cy="786"/>
            </a:xfrm>
          </p:grpSpPr>
          <p:cxnSp>
            <p:nvCxnSpPr>
              <p:cNvPr id="243" name="Google Shape;243;p22"/>
              <p:cNvCxnSpPr/>
              <p:nvPr/>
            </p:nvCxnSpPr>
            <p:spPr>
              <a:xfrm>
                <a:off x="1085" y="3446"/>
                <a:ext cx="0" cy="711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244" name="Google Shape;244;p22"/>
              <p:cNvSpPr txBox="1"/>
              <p:nvPr/>
            </p:nvSpPr>
            <p:spPr>
              <a:xfrm>
                <a:off x="1084" y="3941"/>
                <a:ext cx="313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r>
                  <a:rPr b="1" baseline="-25000"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g</a:t>
                </a:r>
                <a:endParaRPr b="1" baseline="-25000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45" name="Google Shape;245;p22"/>
          <p:cNvGrpSpPr/>
          <p:nvPr/>
        </p:nvGrpSpPr>
        <p:grpSpPr>
          <a:xfrm>
            <a:off x="4083051" y="4670426"/>
            <a:ext cx="1314453" cy="1111250"/>
            <a:chOff x="715" y="2696"/>
            <a:chExt cx="828" cy="953"/>
          </a:xfrm>
        </p:grpSpPr>
        <p:cxnSp>
          <p:nvCxnSpPr>
            <p:cNvPr id="246" name="Google Shape;246;p22"/>
            <p:cNvCxnSpPr/>
            <p:nvPr/>
          </p:nvCxnSpPr>
          <p:spPr>
            <a:xfrm rot="10800000">
              <a:off x="1009" y="2944"/>
              <a:ext cx="0" cy="705"/>
            </a:xfrm>
            <a:prstGeom prst="straightConnector1">
              <a:avLst/>
            </a:prstGeom>
            <a:noFill/>
            <a:ln cap="flat" cmpd="sng" w="38100">
              <a:solidFill>
                <a:schemeClr val="hlink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247" name="Google Shape;247;p22"/>
            <p:cNvSpPr txBox="1"/>
            <p:nvPr/>
          </p:nvSpPr>
          <p:spPr>
            <a:xfrm>
              <a:off x="715" y="2696"/>
              <a:ext cx="828" cy="3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   F</a:t>
              </a:r>
              <a:r>
                <a:rPr b="1" baseline="-25000" lang="en-US" sz="24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</p:grpSp>
      <p:grpSp>
        <p:nvGrpSpPr>
          <p:cNvPr id="248" name="Google Shape;248;p22"/>
          <p:cNvGrpSpPr/>
          <p:nvPr/>
        </p:nvGrpSpPr>
        <p:grpSpPr>
          <a:xfrm>
            <a:off x="3436938" y="5340350"/>
            <a:ext cx="1106487" cy="461963"/>
            <a:chOff x="206" y="2276"/>
            <a:chExt cx="697" cy="291"/>
          </a:xfrm>
        </p:grpSpPr>
        <p:cxnSp>
          <p:nvCxnSpPr>
            <p:cNvPr id="249" name="Google Shape;249;p22"/>
            <p:cNvCxnSpPr/>
            <p:nvPr/>
          </p:nvCxnSpPr>
          <p:spPr>
            <a:xfrm rot="10800000">
              <a:off x="414" y="2558"/>
              <a:ext cx="489" cy="0"/>
            </a:xfrm>
            <a:prstGeom prst="straightConnector1">
              <a:avLst/>
            </a:prstGeom>
            <a:noFill/>
            <a:ln cap="flat" cmpd="sng" w="38100">
              <a:solidFill>
                <a:srgbClr val="FF33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250" name="Google Shape;250;p22"/>
            <p:cNvSpPr txBox="1"/>
            <p:nvPr/>
          </p:nvSpPr>
          <p:spPr>
            <a:xfrm>
              <a:off x="206" y="2276"/>
              <a:ext cx="278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lang="en-US" sz="2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</p:grpSp>
      <p:sp>
        <p:nvSpPr>
          <p:cNvPr id="251" name="Google Shape;251;p22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3"/>
          <p:cNvSpPr/>
          <p:nvPr/>
        </p:nvSpPr>
        <p:spPr>
          <a:xfrm>
            <a:off x="674688" y="2011363"/>
            <a:ext cx="7772400" cy="38227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An object has a tension acting on it at 30° as shown. Sketch in the forces, and draw a free-body diagram.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Weight is drawn from the center, down.</a:t>
            </a:r>
            <a:endParaRPr/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Normal is drawn perpendicular to the                    surface from the surface.</a:t>
            </a:r>
            <a:endParaRPr/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Friction is drawn par-                                                    allel to the surface.</a:t>
            </a:r>
            <a:endParaRPr/>
          </a:p>
        </p:txBody>
      </p:sp>
      <p:grpSp>
        <p:nvGrpSpPr>
          <p:cNvPr id="258" name="Google Shape;258;p23"/>
          <p:cNvGrpSpPr/>
          <p:nvPr/>
        </p:nvGrpSpPr>
        <p:grpSpPr>
          <a:xfrm>
            <a:off x="6337300" y="3082132"/>
            <a:ext cx="2642394" cy="2787650"/>
            <a:chOff x="3992" y="1941"/>
            <a:chExt cx="1664" cy="1756"/>
          </a:xfrm>
        </p:grpSpPr>
        <p:sp>
          <p:nvSpPr>
            <p:cNvPr id="259" name="Google Shape;259;p23"/>
            <p:cNvSpPr/>
            <p:nvPr/>
          </p:nvSpPr>
          <p:spPr>
            <a:xfrm>
              <a:off x="3992" y="1958"/>
              <a:ext cx="1641" cy="1688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60" name="Google Shape;260;p23"/>
            <p:cNvSpPr txBox="1"/>
            <p:nvPr/>
          </p:nvSpPr>
          <p:spPr>
            <a:xfrm rot="-5400000">
              <a:off x="4633" y="2674"/>
              <a:ext cx="1756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Free-body diagram</a:t>
              </a:r>
              <a:endParaRPr/>
            </a:p>
          </p:txBody>
        </p:sp>
      </p:grpSp>
      <p:sp>
        <p:nvSpPr>
          <p:cNvPr descr="Oak" id="261" name="Google Shape;261;p23"/>
          <p:cNvSpPr/>
          <p:nvPr/>
        </p:nvSpPr>
        <p:spPr>
          <a:xfrm>
            <a:off x="0" y="5791200"/>
            <a:ext cx="9144000" cy="1066800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685800" y="1549400"/>
            <a:ext cx="7772400" cy="51911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Free-body diagrams </a:t>
            </a:r>
            <a:endParaRPr/>
          </a:p>
        </p:txBody>
      </p:sp>
      <p:sp>
        <p:nvSpPr>
          <p:cNvPr id="263" name="Google Shape;263;p23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A.2.1 – Forces…</a:t>
            </a:r>
            <a:endParaRPr/>
          </a:p>
        </p:txBody>
      </p:sp>
      <p:grpSp>
        <p:nvGrpSpPr>
          <p:cNvPr id="264" name="Google Shape;264;p23"/>
          <p:cNvGrpSpPr/>
          <p:nvPr/>
        </p:nvGrpSpPr>
        <p:grpSpPr>
          <a:xfrm>
            <a:off x="3906838" y="4425950"/>
            <a:ext cx="2824162" cy="1366838"/>
            <a:chOff x="2587" y="2788"/>
            <a:chExt cx="1779" cy="861"/>
          </a:xfrm>
        </p:grpSpPr>
        <p:grpSp>
          <p:nvGrpSpPr>
            <p:cNvPr id="265" name="Google Shape;265;p23"/>
            <p:cNvGrpSpPr/>
            <p:nvPr/>
          </p:nvGrpSpPr>
          <p:grpSpPr>
            <a:xfrm>
              <a:off x="2587" y="2788"/>
              <a:ext cx="1388" cy="861"/>
              <a:chOff x="2587" y="2788"/>
              <a:chExt cx="1388" cy="861"/>
            </a:xfrm>
          </p:grpSpPr>
          <p:grpSp>
            <p:nvGrpSpPr>
              <p:cNvPr id="266" name="Google Shape;266;p23"/>
              <p:cNvGrpSpPr/>
              <p:nvPr/>
            </p:nvGrpSpPr>
            <p:grpSpPr>
              <a:xfrm>
                <a:off x="3210" y="2788"/>
                <a:ext cx="765" cy="435"/>
                <a:chOff x="1353" y="2795"/>
                <a:chExt cx="765" cy="435"/>
              </a:xfrm>
            </p:grpSpPr>
            <p:cxnSp>
              <p:nvCxnSpPr>
                <p:cNvPr id="267" name="Google Shape;267;p23"/>
                <p:cNvCxnSpPr/>
                <p:nvPr/>
              </p:nvCxnSpPr>
              <p:spPr>
                <a:xfrm flipH="1" rot="10800000">
                  <a:off x="1353" y="2939"/>
                  <a:ext cx="491" cy="291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CC0099"/>
                  </a:solidFill>
                  <a:prstDash val="solid"/>
                  <a:round/>
                  <a:headEnd len="med" w="med" type="none"/>
                  <a:tailEnd len="med" w="med" type="stealth"/>
                </a:ln>
              </p:spPr>
            </p:cxnSp>
            <p:sp>
              <p:nvSpPr>
                <p:cNvPr id="268" name="Google Shape;268;p23"/>
                <p:cNvSpPr txBox="1"/>
                <p:nvPr/>
              </p:nvSpPr>
              <p:spPr>
                <a:xfrm>
                  <a:off x="1802" y="2795"/>
                  <a:ext cx="316" cy="29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2400">
                      <a:solidFill>
                        <a:srgbClr val="CC0066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r>
                    <a:rPr b="1" baseline="-25000" lang="en-US" sz="2400">
                      <a:solidFill>
                        <a:srgbClr val="CC0066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T</a:t>
                  </a:r>
                  <a:endParaRPr/>
                </a:p>
              </p:txBody>
            </p:sp>
          </p:grpSp>
          <p:sp>
            <p:nvSpPr>
              <p:cNvPr id="269" name="Google Shape;269;p23"/>
              <p:cNvSpPr/>
              <p:nvPr/>
            </p:nvSpPr>
            <p:spPr>
              <a:xfrm>
                <a:off x="2587" y="3227"/>
                <a:ext cx="624" cy="422"/>
              </a:xfrm>
              <a:prstGeom prst="rect">
                <a:avLst/>
              </a:prstGeom>
              <a:solidFill>
                <a:srgbClr val="FFBC7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cxnSp>
          <p:nvCxnSpPr>
            <p:cNvPr id="270" name="Google Shape;270;p23"/>
            <p:cNvCxnSpPr/>
            <p:nvPr/>
          </p:nvCxnSpPr>
          <p:spPr>
            <a:xfrm>
              <a:off x="3206" y="3229"/>
              <a:ext cx="63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271" name="Google Shape;271;p23"/>
            <p:cNvSpPr txBox="1"/>
            <p:nvPr/>
          </p:nvSpPr>
          <p:spPr>
            <a:xfrm>
              <a:off x="3502" y="3007"/>
              <a:ext cx="86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30°</a:t>
              </a:r>
              <a:endParaRPr/>
            </a:p>
          </p:txBody>
        </p:sp>
      </p:grpSp>
      <p:grpSp>
        <p:nvGrpSpPr>
          <p:cNvPr id="272" name="Google Shape;272;p23"/>
          <p:cNvGrpSpPr/>
          <p:nvPr/>
        </p:nvGrpSpPr>
        <p:grpSpPr>
          <a:xfrm>
            <a:off x="4392617" y="5445125"/>
            <a:ext cx="496888" cy="1247775"/>
            <a:chOff x="1084" y="3446"/>
            <a:chExt cx="313" cy="785"/>
          </a:xfrm>
        </p:grpSpPr>
        <p:cxnSp>
          <p:nvCxnSpPr>
            <p:cNvPr id="273" name="Google Shape;273;p23"/>
            <p:cNvCxnSpPr/>
            <p:nvPr/>
          </p:nvCxnSpPr>
          <p:spPr>
            <a:xfrm>
              <a:off x="1085" y="3446"/>
              <a:ext cx="0" cy="711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274" name="Google Shape;274;p23"/>
            <p:cNvSpPr txBox="1"/>
            <p:nvPr/>
          </p:nvSpPr>
          <p:spPr>
            <a:xfrm>
              <a:off x="1084" y="3941"/>
              <a:ext cx="313" cy="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endParaRPr b="1" baseline="-25000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5" name="Google Shape;275;p23"/>
          <p:cNvGrpSpPr/>
          <p:nvPr/>
        </p:nvGrpSpPr>
        <p:grpSpPr>
          <a:xfrm>
            <a:off x="4349753" y="4714875"/>
            <a:ext cx="542926" cy="1066800"/>
            <a:chOff x="1009" y="2785"/>
            <a:chExt cx="342" cy="864"/>
          </a:xfrm>
        </p:grpSpPr>
        <p:cxnSp>
          <p:nvCxnSpPr>
            <p:cNvPr id="276" name="Google Shape;276;p23"/>
            <p:cNvCxnSpPr/>
            <p:nvPr/>
          </p:nvCxnSpPr>
          <p:spPr>
            <a:xfrm rot="10800000">
              <a:off x="1009" y="2944"/>
              <a:ext cx="0" cy="705"/>
            </a:xfrm>
            <a:prstGeom prst="straightConnector1">
              <a:avLst/>
            </a:prstGeom>
            <a:noFill/>
            <a:ln cap="flat" cmpd="sng" w="38100">
              <a:solidFill>
                <a:schemeClr val="hlink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277" name="Google Shape;277;p23"/>
            <p:cNvSpPr txBox="1"/>
            <p:nvPr/>
          </p:nvSpPr>
          <p:spPr>
            <a:xfrm>
              <a:off x="1024" y="2785"/>
              <a:ext cx="327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lang="en-US" sz="24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</p:grpSp>
      <p:grpSp>
        <p:nvGrpSpPr>
          <p:cNvPr id="278" name="Google Shape;278;p23"/>
          <p:cNvGrpSpPr/>
          <p:nvPr/>
        </p:nvGrpSpPr>
        <p:grpSpPr>
          <a:xfrm>
            <a:off x="3321050" y="5326063"/>
            <a:ext cx="1022350" cy="461962"/>
            <a:chOff x="259" y="2267"/>
            <a:chExt cx="644" cy="291"/>
          </a:xfrm>
        </p:grpSpPr>
        <p:cxnSp>
          <p:nvCxnSpPr>
            <p:cNvPr id="279" name="Google Shape;279;p23"/>
            <p:cNvCxnSpPr/>
            <p:nvPr/>
          </p:nvCxnSpPr>
          <p:spPr>
            <a:xfrm rot="10800000">
              <a:off x="414" y="2558"/>
              <a:ext cx="489" cy="0"/>
            </a:xfrm>
            <a:prstGeom prst="straightConnector1">
              <a:avLst/>
            </a:prstGeom>
            <a:noFill/>
            <a:ln cap="flat" cmpd="sng" w="38100">
              <a:solidFill>
                <a:srgbClr val="FF33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280" name="Google Shape;280;p23"/>
            <p:cNvSpPr txBox="1"/>
            <p:nvPr/>
          </p:nvSpPr>
          <p:spPr>
            <a:xfrm>
              <a:off x="259" y="2267"/>
              <a:ext cx="278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lang="en-US" sz="2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</p:grpSp>
      <p:grpSp>
        <p:nvGrpSpPr>
          <p:cNvPr id="281" name="Google Shape;281;p23"/>
          <p:cNvGrpSpPr/>
          <p:nvPr/>
        </p:nvGrpSpPr>
        <p:grpSpPr>
          <a:xfrm>
            <a:off x="7396165" y="3699618"/>
            <a:ext cx="1150579" cy="946764"/>
            <a:chOff x="4760" y="2088"/>
            <a:chExt cx="891" cy="609"/>
          </a:xfrm>
        </p:grpSpPr>
        <p:grpSp>
          <p:nvGrpSpPr>
            <p:cNvPr id="282" name="Google Shape;282;p23"/>
            <p:cNvGrpSpPr/>
            <p:nvPr/>
          </p:nvGrpSpPr>
          <p:grpSpPr>
            <a:xfrm>
              <a:off x="4764" y="2088"/>
              <a:ext cx="887" cy="541"/>
              <a:chOff x="1353" y="2689"/>
              <a:chExt cx="887" cy="541"/>
            </a:xfrm>
          </p:grpSpPr>
          <p:cxnSp>
            <p:nvCxnSpPr>
              <p:cNvPr id="283" name="Google Shape;283;p23"/>
              <p:cNvCxnSpPr/>
              <p:nvPr/>
            </p:nvCxnSpPr>
            <p:spPr>
              <a:xfrm flipH="1" rot="10800000">
                <a:off x="1353" y="2949"/>
                <a:ext cx="618" cy="281"/>
              </a:xfrm>
              <a:prstGeom prst="straightConnector1">
                <a:avLst/>
              </a:prstGeom>
              <a:noFill/>
              <a:ln cap="flat" cmpd="sng" w="38100">
                <a:solidFill>
                  <a:srgbClr val="CC0099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284" name="Google Shape;284;p23"/>
              <p:cNvSpPr txBox="1"/>
              <p:nvPr/>
            </p:nvSpPr>
            <p:spPr>
              <a:xfrm>
                <a:off x="1832" y="2689"/>
                <a:ext cx="408" cy="2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CC0066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r>
                  <a:rPr b="1" baseline="-25000" lang="en-US" sz="2400">
                    <a:solidFill>
                      <a:srgbClr val="CC0066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endParaRPr/>
              </a:p>
            </p:txBody>
          </p:sp>
        </p:grpSp>
        <p:cxnSp>
          <p:nvCxnSpPr>
            <p:cNvPr id="285" name="Google Shape;285;p23"/>
            <p:cNvCxnSpPr/>
            <p:nvPr/>
          </p:nvCxnSpPr>
          <p:spPr>
            <a:xfrm>
              <a:off x="4760" y="2635"/>
              <a:ext cx="63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286" name="Google Shape;286;p23"/>
            <p:cNvSpPr txBox="1"/>
            <p:nvPr/>
          </p:nvSpPr>
          <p:spPr>
            <a:xfrm>
              <a:off x="5056" y="2440"/>
              <a:ext cx="482" cy="2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30°</a:t>
              </a:r>
              <a:endParaRPr/>
            </a:p>
          </p:txBody>
        </p:sp>
      </p:grpSp>
      <p:grpSp>
        <p:nvGrpSpPr>
          <p:cNvPr id="287" name="Google Shape;287;p23"/>
          <p:cNvGrpSpPr/>
          <p:nvPr/>
        </p:nvGrpSpPr>
        <p:grpSpPr>
          <a:xfrm>
            <a:off x="7346953" y="4616450"/>
            <a:ext cx="593726" cy="1247775"/>
            <a:chOff x="1085" y="3446"/>
            <a:chExt cx="374" cy="785"/>
          </a:xfrm>
        </p:grpSpPr>
        <p:cxnSp>
          <p:nvCxnSpPr>
            <p:cNvPr id="288" name="Google Shape;288;p23"/>
            <p:cNvCxnSpPr/>
            <p:nvPr/>
          </p:nvCxnSpPr>
          <p:spPr>
            <a:xfrm>
              <a:off x="1085" y="3446"/>
              <a:ext cx="0" cy="711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289" name="Google Shape;289;p23"/>
            <p:cNvSpPr txBox="1"/>
            <p:nvPr/>
          </p:nvSpPr>
          <p:spPr>
            <a:xfrm>
              <a:off x="1146" y="3941"/>
              <a:ext cx="313" cy="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endParaRPr b="1" baseline="-25000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0" name="Google Shape;290;p23"/>
          <p:cNvGrpSpPr/>
          <p:nvPr/>
        </p:nvGrpSpPr>
        <p:grpSpPr>
          <a:xfrm>
            <a:off x="7342188" y="3505350"/>
            <a:ext cx="542925" cy="1009500"/>
            <a:chOff x="1009" y="2776"/>
            <a:chExt cx="342" cy="873"/>
          </a:xfrm>
        </p:grpSpPr>
        <p:cxnSp>
          <p:nvCxnSpPr>
            <p:cNvPr id="291" name="Google Shape;291;p23"/>
            <p:cNvCxnSpPr/>
            <p:nvPr/>
          </p:nvCxnSpPr>
          <p:spPr>
            <a:xfrm rot="10800000">
              <a:off x="1009" y="2944"/>
              <a:ext cx="0" cy="705"/>
            </a:xfrm>
            <a:prstGeom prst="straightConnector1">
              <a:avLst/>
            </a:prstGeom>
            <a:noFill/>
            <a:ln cap="flat" cmpd="sng" w="38100">
              <a:solidFill>
                <a:schemeClr val="hlink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292" name="Google Shape;292;p23"/>
            <p:cNvSpPr txBox="1"/>
            <p:nvPr/>
          </p:nvSpPr>
          <p:spPr>
            <a:xfrm>
              <a:off x="1024" y="2776"/>
              <a:ext cx="327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lang="en-US" sz="24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</p:grpSp>
      <p:grpSp>
        <p:nvGrpSpPr>
          <p:cNvPr id="293" name="Google Shape;293;p23"/>
          <p:cNvGrpSpPr/>
          <p:nvPr/>
        </p:nvGrpSpPr>
        <p:grpSpPr>
          <a:xfrm>
            <a:off x="6338888" y="4040188"/>
            <a:ext cx="938212" cy="517525"/>
            <a:chOff x="312" y="2232"/>
            <a:chExt cx="591" cy="326"/>
          </a:xfrm>
        </p:grpSpPr>
        <p:cxnSp>
          <p:nvCxnSpPr>
            <p:cNvPr id="294" name="Google Shape;294;p23"/>
            <p:cNvCxnSpPr/>
            <p:nvPr/>
          </p:nvCxnSpPr>
          <p:spPr>
            <a:xfrm rot="10800000">
              <a:off x="414" y="2558"/>
              <a:ext cx="489" cy="0"/>
            </a:xfrm>
            <a:prstGeom prst="straightConnector1">
              <a:avLst/>
            </a:prstGeom>
            <a:noFill/>
            <a:ln cap="flat" cmpd="sng" w="38100">
              <a:solidFill>
                <a:srgbClr val="FF33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295" name="Google Shape;295;p23"/>
            <p:cNvSpPr txBox="1"/>
            <p:nvPr/>
          </p:nvSpPr>
          <p:spPr>
            <a:xfrm>
              <a:off x="312" y="2232"/>
              <a:ext cx="278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lang="en-US" sz="2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</p:grpSp>
      <p:sp>
        <p:nvSpPr>
          <p:cNvPr id="296" name="Google Shape;296;p23"/>
          <p:cNvSpPr/>
          <p:nvPr/>
        </p:nvSpPr>
        <p:spPr>
          <a:xfrm>
            <a:off x="7278688" y="4491038"/>
            <a:ext cx="144462" cy="14446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7" name="Google Shape;297;p23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4"/>
          <p:cNvSpPr/>
          <p:nvPr/>
        </p:nvSpPr>
        <p:spPr>
          <a:xfrm>
            <a:off x="685800" y="1549400"/>
            <a:ext cx="7772400" cy="13382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FBDs and the resultant force on a system</a:t>
            </a:r>
            <a:endParaRPr i="1" sz="2400">
              <a:solidFill>
                <a:srgbClr val="3333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resultant (or net) force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is just the vector sum of all of the forces acting on a body.</a:t>
            </a:r>
            <a:endParaRPr/>
          </a:p>
        </p:txBody>
      </p:sp>
      <p:sp>
        <p:nvSpPr>
          <p:cNvPr id="304" name="Google Shape;304;p24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A.2.1 – Forces…</a:t>
            </a:r>
            <a:endParaRPr/>
          </a:p>
        </p:txBody>
      </p:sp>
      <p:sp>
        <p:nvSpPr>
          <p:cNvPr id="305" name="Google Shape;305;p24"/>
          <p:cNvSpPr/>
          <p:nvPr/>
        </p:nvSpPr>
        <p:spPr>
          <a:xfrm>
            <a:off x="698500" y="2870200"/>
            <a:ext cx="7761288" cy="39878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An object has mass of 25 kg. A tension of 50 N and a friction force of 30 N are acting on it as shown. What is the resultant force?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4"/>
          <p:cNvSpPr/>
          <p:nvPr/>
        </p:nvSpPr>
        <p:spPr>
          <a:xfrm>
            <a:off x="715963" y="4022725"/>
            <a:ext cx="5065712" cy="283527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Since the weight and the normal forces cancel out in the y-direction, we only need to worry about the forces in the x-direction.</a:t>
            </a:r>
            <a:endParaRPr/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net force is thus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50 – 30 = 20 N (+x-dir).</a:t>
            </a:r>
            <a:endParaRPr/>
          </a:p>
        </p:txBody>
      </p:sp>
      <p:grpSp>
        <p:nvGrpSpPr>
          <p:cNvPr id="307" name="Google Shape;307;p24"/>
          <p:cNvGrpSpPr/>
          <p:nvPr/>
        </p:nvGrpSpPr>
        <p:grpSpPr>
          <a:xfrm>
            <a:off x="5378450" y="5762625"/>
            <a:ext cx="3090863" cy="1095375"/>
            <a:chOff x="546" y="3501"/>
            <a:chExt cx="1947" cy="690"/>
          </a:xfrm>
        </p:grpSpPr>
        <p:sp>
          <p:nvSpPr>
            <p:cNvPr id="308" name="Google Shape;308;p24"/>
            <p:cNvSpPr/>
            <p:nvPr/>
          </p:nvSpPr>
          <p:spPr>
            <a:xfrm>
              <a:off x="553" y="3501"/>
              <a:ext cx="1940" cy="690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309" name="Google Shape;309;p24"/>
            <p:cNvCxnSpPr/>
            <p:nvPr/>
          </p:nvCxnSpPr>
          <p:spPr>
            <a:xfrm>
              <a:off x="546" y="3501"/>
              <a:ext cx="193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10" name="Google Shape;310;p24"/>
          <p:cNvGrpSpPr/>
          <p:nvPr/>
        </p:nvGrpSpPr>
        <p:grpSpPr>
          <a:xfrm>
            <a:off x="5529263" y="4232275"/>
            <a:ext cx="3359150" cy="2425700"/>
            <a:chOff x="2218" y="2689"/>
            <a:chExt cx="2116" cy="1528"/>
          </a:xfrm>
        </p:grpSpPr>
        <p:cxnSp>
          <p:nvCxnSpPr>
            <p:cNvPr id="311" name="Google Shape;311;p24"/>
            <p:cNvCxnSpPr/>
            <p:nvPr/>
          </p:nvCxnSpPr>
          <p:spPr>
            <a:xfrm>
              <a:off x="3217" y="3420"/>
              <a:ext cx="815" cy="0"/>
            </a:xfrm>
            <a:prstGeom prst="straightConnector1">
              <a:avLst/>
            </a:prstGeom>
            <a:noFill/>
            <a:ln cap="flat" cmpd="sng" w="38100">
              <a:solidFill>
                <a:srgbClr val="CC0099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312" name="Google Shape;312;p24"/>
            <p:cNvSpPr txBox="1"/>
            <p:nvPr/>
          </p:nvSpPr>
          <p:spPr>
            <a:xfrm>
              <a:off x="4009" y="3273"/>
              <a:ext cx="325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CC0066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lang="en-US" sz="2400">
                  <a:solidFill>
                    <a:srgbClr val="CC0066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grpSp>
          <p:nvGrpSpPr>
            <p:cNvPr id="313" name="Google Shape;313;p24"/>
            <p:cNvGrpSpPr/>
            <p:nvPr/>
          </p:nvGrpSpPr>
          <p:grpSpPr>
            <a:xfrm>
              <a:off x="2587" y="3227"/>
              <a:ext cx="624" cy="990"/>
              <a:chOff x="730" y="3226"/>
              <a:chExt cx="624" cy="989"/>
            </a:xfrm>
          </p:grpSpPr>
          <p:sp>
            <p:nvSpPr>
              <p:cNvPr id="314" name="Google Shape;314;p24"/>
              <p:cNvSpPr/>
              <p:nvPr/>
            </p:nvSpPr>
            <p:spPr>
              <a:xfrm>
                <a:off x="730" y="3226"/>
                <a:ext cx="624" cy="422"/>
              </a:xfrm>
              <a:prstGeom prst="rect">
                <a:avLst/>
              </a:prstGeom>
              <a:solidFill>
                <a:srgbClr val="FFBC7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grpSp>
            <p:nvGrpSpPr>
              <p:cNvPr id="315" name="Google Shape;315;p24"/>
              <p:cNvGrpSpPr/>
              <p:nvPr/>
            </p:nvGrpSpPr>
            <p:grpSpPr>
              <a:xfrm>
                <a:off x="1036" y="3429"/>
                <a:ext cx="313" cy="786"/>
                <a:chOff x="1084" y="3446"/>
                <a:chExt cx="313" cy="786"/>
              </a:xfrm>
            </p:grpSpPr>
            <p:cxnSp>
              <p:nvCxnSpPr>
                <p:cNvPr id="316" name="Google Shape;316;p24"/>
                <p:cNvCxnSpPr/>
                <p:nvPr/>
              </p:nvCxnSpPr>
              <p:spPr>
                <a:xfrm>
                  <a:off x="1085" y="3446"/>
                  <a:ext cx="0" cy="711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stealth"/>
                </a:ln>
              </p:spPr>
            </p:cxnSp>
            <p:sp>
              <p:nvSpPr>
                <p:cNvPr id="317" name="Google Shape;317;p24"/>
                <p:cNvSpPr txBox="1"/>
                <p:nvPr/>
              </p:nvSpPr>
              <p:spPr>
                <a:xfrm>
                  <a:off x="1084" y="3941"/>
                  <a:ext cx="313" cy="29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r>
                    <a:rPr b="1" baseline="-25000" lang="en-US"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1" baseline="-25000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18" name="Google Shape;318;p24"/>
            <p:cNvGrpSpPr/>
            <p:nvPr/>
          </p:nvGrpSpPr>
          <p:grpSpPr>
            <a:xfrm>
              <a:off x="2766" y="2689"/>
              <a:ext cx="327" cy="953"/>
              <a:chOff x="909" y="2696"/>
              <a:chExt cx="327" cy="953"/>
            </a:xfrm>
          </p:grpSpPr>
          <p:cxnSp>
            <p:nvCxnSpPr>
              <p:cNvPr id="319" name="Google Shape;319;p24"/>
              <p:cNvCxnSpPr/>
              <p:nvPr/>
            </p:nvCxnSpPr>
            <p:spPr>
              <a:xfrm rot="10800000">
                <a:off x="1009" y="2944"/>
                <a:ext cx="0" cy="705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hlink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320" name="Google Shape;320;p24"/>
              <p:cNvSpPr txBox="1"/>
              <p:nvPr/>
            </p:nvSpPr>
            <p:spPr>
              <a:xfrm>
                <a:off x="909" y="2696"/>
                <a:ext cx="327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chemeClr val="hlink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r>
                  <a:rPr b="1" baseline="-25000" lang="en-US" sz="2400">
                    <a:solidFill>
                      <a:schemeClr val="hlink"/>
                    </a:solidFill>
                    <a:latin typeface="Arial"/>
                    <a:ea typeface="Arial"/>
                    <a:cs typeface="Arial"/>
                    <a:sym typeface="Arial"/>
                  </a:rPr>
                  <a:t>N</a:t>
                </a:r>
                <a:endParaRPr/>
              </a:p>
            </p:txBody>
          </p:sp>
        </p:grpSp>
        <p:grpSp>
          <p:nvGrpSpPr>
            <p:cNvPr id="321" name="Google Shape;321;p24"/>
            <p:cNvGrpSpPr/>
            <p:nvPr/>
          </p:nvGrpSpPr>
          <p:grpSpPr>
            <a:xfrm>
              <a:off x="2218" y="3337"/>
              <a:ext cx="644" cy="309"/>
              <a:chOff x="259" y="2249"/>
              <a:chExt cx="644" cy="309"/>
            </a:xfrm>
          </p:grpSpPr>
          <p:cxnSp>
            <p:nvCxnSpPr>
              <p:cNvPr id="322" name="Google Shape;322;p24"/>
              <p:cNvCxnSpPr/>
              <p:nvPr/>
            </p:nvCxnSpPr>
            <p:spPr>
              <a:xfrm rot="10800000">
                <a:off x="414" y="2558"/>
                <a:ext cx="489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3300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323" name="Google Shape;323;p24"/>
              <p:cNvSpPr txBox="1"/>
              <p:nvPr/>
            </p:nvSpPr>
            <p:spPr>
              <a:xfrm>
                <a:off x="259" y="2249"/>
                <a:ext cx="278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r>
                  <a:rPr b="1" baseline="-25000" lang="en-US" sz="240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endParaRPr/>
              </a:p>
            </p:txBody>
          </p:sp>
        </p:grpSp>
      </p:grpSp>
      <p:sp>
        <p:nvSpPr>
          <p:cNvPr id="324" name="Google Shape;324;p24"/>
          <p:cNvSpPr txBox="1"/>
          <p:nvPr/>
        </p:nvSpPr>
        <p:spPr>
          <a:xfrm>
            <a:off x="7331075" y="4973638"/>
            <a:ext cx="8354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 N</a:t>
            </a:r>
            <a:endParaRPr/>
          </a:p>
        </p:txBody>
      </p:sp>
      <p:sp>
        <p:nvSpPr>
          <p:cNvPr id="325" name="Google Shape;325;p24"/>
          <p:cNvSpPr txBox="1"/>
          <p:nvPr/>
        </p:nvSpPr>
        <p:spPr>
          <a:xfrm>
            <a:off x="5573713" y="5808663"/>
            <a:ext cx="8354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 N</a:t>
            </a:r>
            <a:endParaRPr/>
          </a:p>
        </p:txBody>
      </p:sp>
      <p:sp>
        <p:nvSpPr>
          <p:cNvPr id="326" name="Google Shape;326;p24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5"/>
          <p:cNvSpPr/>
          <p:nvPr/>
        </p:nvSpPr>
        <p:spPr>
          <a:xfrm>
            <a:off x="685800" y="1549400"/>
            <a:ext cx="7772400" cy="17954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FBDs and the resultant force on a system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resultant (or net) force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is just the vector sum of all of the forces acting on a body.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5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A.2.1 – Forces…</a:t>
            </a:r>
            <a:endParaRPr/>
          </a:p>
        </p:txBody>
      </p:sp>
      <p:sp>
        <p:nvSpPr>
          <p:cNvPr id="334" name="Google Shape;334;p25"/>
          <p:cNvSpPr/>
          <p:nvPr/>
        </p:nvSpPr>
        <p:spPr>
          <a:xfrm>
            <a:off x="698500" y="3292475"/>
            <a:ext cx="7761288" cy="356552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An object has exactly two forces 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50. N and 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30. N applied simultaneously to it. What is the resultant force’s magnitude?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5"/>
          <p:cNvSpPr/>
          <p:nvPr/>
        </p:nvSpPr>
        <p:spPr>
          <a:xfrm>
            <a:off x="715963" y="4430713"/>
            <a:ext cx="4924425" cy="242728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-15240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Σ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1"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F</a:t>
            </a:r>
            <a:r>
              <a:rPr b="1"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 we simply graphically add the two vectors:</a:t>
            </a:r>
            <a:endParaRPr/>
          </a:p>
          <a:p>
            <a:pPr indent="-15240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magnitude is given by         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50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+ 30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58 N.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25"/>
          <p:cNvSpPr/>
          <p:nvPr/>
        </p:nvSpPr>
        <p:spPr>
          <a:xfrm>
            <a:off x="5299075" y="5637213"/>
            <a:ext cx="990600" cy="669925"/>
          </a:xfrm>
          <a:prstGeom prst="rect">
            <a:avLst/>
          </a:prstGeom>
          <a:solidFill>
            <a:srgbClr val="FFBC7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337" name="Google Shape;337;p25"/>
          <p:cNvGrpSpPr/>
          <p:nvPr/>
        </p:nvGrpSpPr>
        <p:grpSpPr>
          <a:xfrm>
            <a:off x="6299200" y="5943600"/>
            <a:ext cx="1644650" cy="490538"/>
            <a:chOff x="4482" y="3397"/>
            <a:chExt cx="1036" cy="309"/>
          </a:xfrm>
        </p:grpSpPr>
        <p:cxnSp>
          <p:nvCxnSpPr>
            <p:cNvPr id="338" name="Google Shape;338;p25"/>
            <p:cNvCxnSpPr/>
            <p:nvPr/>
          </p:nvCxnSpPr>
          <p:spPr>
            <a:xfrm>
              <a:off x="4482" y="3397"/>
              <a:ext cx="1012" cy="0"/>
            </a:xfrm>
            <a:prstGeom prst="straightConnector1">
              <a:avLst/>
            </a:prstGeom>
            <a:noFill/>
            <a:ln cap="flat" cmpd="sng" w="38100">
              <a:solidFill>
                <a:srgbClr val="CC0099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339" name="Google Shape;339;p25"/>
            <p:cNvSpPr txBox="1"/>
            <p:nvPr/>
          </p:nvSpPr>
          <p:spPr>
            <a:xfrm>
              <a:off x="5138" y="3417"/>
              <a:ext cx="380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CC0066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lang="en-US" sz="2400">
                  <a:solidFill>
                    <a:srgbClr val="CC0066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sz="2400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25"/>
            <p:cNvSpPr txBox="1"/>
            <p:nvPr/>
          </p:nvSpPr>
          <p:spPr>
            <a:xfrm>
              <a:off x="4656" y="3415"/>
              <a:ext cx="580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50. N</a:t>
              </a:r>
              <a:endParaRPr/>
            </a:p>
          </p:txBody>
        </p:sp>
      </p:grpSp>
      <p:grpSp>
        <p:nvGrpSpPr>
          <p:cNvPr id="341" name="Google Shape;341;p25"/>
          <p:cNvGrpSpPr/>
          <p:nvPr/>
        </p:nvGrpSpPr>
        <p:grpSpPr>
          <a:xfrm>
            <a:off x="5750719" y="4289425"/>
            <a:ext cx="694531" cy="1344613"/>
            <a:chOff x="4137" y="2355"/>
            <a:chExt cx="437" cy="847"/>
          </a:xfrm>
        </p:grpSpPr>
        <p:cxnSp>
          <p:nvCxnSpPr>
            <p:cNvPr id="342" name="Google Shape;342;p25"/>
            <p:cNvCxnSpPr/>
            <p:nvPr/>
          </p:nvCxnSpPr>
          <p:spPr>
            <a:xfrm rot="10800000">
              <a:off x="4154" y="2497"/>
              <a:ext cx="0" cy="705"/>
            </a:xfrm>
            <a:prstGeom prst="straightConnector1">
              <a:avLst/>
            </a:prstGeom>
            <a:noFill/>
            <a:ln cap="flat" cmpd="sng" w="38100">
              <a:solidFill>
                <a:srgbClr val="CC0066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343" name="Google Shape;343;p25"/>
            <p:cNvSpPr txBox="1"/>
            <p:nvPr/>
          </p:nvSpPr>
          <p:spPr>
            <a:xfrm>
              <a:off x="4190" y="2355"/>
              <a:ext cx="38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CC0066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lang="en-US" sz="2400">
                  <a:solidFill>
                    <a:srgbClr val="CC0066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sz="2400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25"/>
            <p:cNvSpPr txBox="1"/>
            <p:nvPr/>
          </p:nvSpPr>
          <p:spPr>
            <a:xfrm rot="-5400000">
              <a:off x="3992" y="2709"/>
              <a:ext cx="580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30. N</a:t>
              </a:r>
              <a:endParaRPr/>
            </a:p>
          </p:txBody>
        </p:sp>
      </p:grpSp>
      <p:grpSp>
        <p:nvGrpSpPr>
          <p:cNvPr id="345" name="Google Shape;345;p25"/>
          <p:cNvGrpSpPr/>
          <p:nvPr/>
        </p:nvGrpSpPr>
        <p:grpSpPr>
          <a:xfrm>
            <a:off x="828675" y="2771775"/>
            <a:ext cx="7464425" cy="461963"/>
            <a:chOff x="828675" y="2968625"/>
            <a:chExt cx="7464425" cy="461665"/>
          </a:xfrm>
        </p:grpSpPr>
        <p:sp>
          <p:nvSpPr>
            <p:cNvPr id="346" name="Google Shape;346;p25"/>
            <p:cNvSpPr/>
            <p:nvPr/>
          </p:nvSpPr>
          <p:spPr>
            <a:xfrm>
              <a:off x="965200" y="2978144"/>
              <a:ext cx="1503363" cy="412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Σ</a:t>
              </a: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25"/>
            <p:cNvSpPr txBox="1"/>
            <p:nvPr/>
          </p:nvSpPr>
          <p:spPr>
            <a:xfrm>
              <a:off x="6918325" y="2968625"/>
              <a:ext cx="1374775" cy="4616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net force</a:t>
              </a:r>
              <a:endParaRPr/>
            </a:p>
          </p:txBody>
        </p:sp>
        <p:sp>
          <p:nvSpPr>
            <p:cNvPr id="348" name="Google Shape;348;p25"/>
            <p:cNvSpPr/>
            <p:nvPr/>
          </p:nvSpPr>
          <p:spPr>
            <a:xfrm>
              <a:off x="828675" y="2971798"/>
              <a:ext cx="7462838" cy="44738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25"/>
            <p:cNvSpPr/>
            <p:nvPr/>
          </p:nvSpPr>
          <p:spPr>
            <a:xfrm>
              <a:off x="2817813" y="2971798"/>
              <a:ext cx="2055812" cy="412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1"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,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Σ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baseline="-25000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25"/>
            <p:cNvSpPr/>
            <p:nvPr/>
          </p:nvSpPr>
          <p:spPr>
            <a:xfrm>
              <a:off x="4792663" y="2981317"/>
              <a:ext cx="2055812" cy="4108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1"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,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Σ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baseline="-25000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1" name="Google Shape;351;p25"/>
          <p:cNvGrpSpPr/>
          <p:nvPr/>
        </p:nvGrpSpPr>
        <p:grpSpPr>
          <a:xfrm>
            <a:off x="6910388" y="4347550"/>
            <a:ext cx="1647825" cy="1243625"/>
            <a:chOff x="1371" y="3294"/>
            <a:chExt cx="1038" cy="783"/>
          </a:xfrm>
        </p:grpSpPr>
        <p:cxnSp>
          <p:nvCxnSpPr>
            <p:cNvPr id="352" name="Google Shape;352;p25"/>
            <p:cNvCxnSpPr/>
            <p:nvPr/>
          </p:nvCxnSpPr>
          <p:spPr>
            <a:xfrm flipH="1" rot="10800000">
              <a:off x="1371" y="3395"/>
              <a:ext cx="1038" cy="682"/>
            </a:xfrm>
            <a:prstGeom prst="straightConnector1">
              <a:avLst/>
            </a:prstGeom>
            <a:noFill/>
            <a:ln cap="flat" cmpd="sng" w="38100">
              <a:solidFill>
                <a:schemeClr val="hlink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353" name="Google Shape;353;p25"/>
            <p:cNvSpPr txBox="1"/>
            <p:nvPr/>
          </p:nvSpPr>
          <p:spPr>
            <a:xfrm rot="-2021404">
              <a:off x="1694" y="3384"/>
              <a:ext cx="4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aseline="-25000" lang="en-US" sz="24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 baseline="-25000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4" name="Google Shape;354;p25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6"/>
          <p:cNvSpPr/>
          <p:nvPr/>
        </p:nvSpPr>
        <p:spPr>
          <a:xfrm>
            <a:off x="685800" y="1549400"/>
            <a:ext cx="7772400" cy="17954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FBDs and the resultant force on a system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resultant (or net) force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is just the vector sum of all of the forces acting on a body.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6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A.2.1 – Forces…</a:t>
            </a:r>
            <a:endParaRPr/>
          </a:p>
        </p:txBody>
      </p:sp>
      <p:sp>
        <p:nvSpPr>
          <p:cNvPr id="362" name="Google Shape;362;p26"/>
          <p:cNvSpPr/>
          <p:nvPr/>
        </p:nvSpPr>
        <p:spPr>
          <a:xfrm>
            <a:off x="698500" y="3292475"/>
            <a:ext cx="7761288" cy="356552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An object has exactly two forces 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50. N and 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30. N applied simultaneously to it as shown. What is the resultant force’s direction?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6"/>
          <p:cNvSpPr/>
          <p:nvPr/>
        </p:nvSpPr>
        <p:spPr>
          <a:xfrm>
            <a:off x="715963" y="4445000"/>
            <a:ext cx="6159500" cy="24130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-15240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Direction is measured from the (+) x-axis. </a:t>
            </a:r>
            <a:endParaRPr/>
          </a:p>
          <a:p>
            <a:pPr indent="-15240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Opposite and adjacent are given directly, so use tangent.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tan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θ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opp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adj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30 / 50 = 0.6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θ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tan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(0.6) = 31°.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4" name="Google Shape;364;p26"/>
          <p:cNvGrpSpPr/>
          <p:nvPr/>
        </p:nvGrpSpPr>
        <p:grpSpPr>
          <a:xfrm>
            <a:off x="6783388" y="5681663"/>
            <a:ext cx="1644650" cy="490537"/>
            <a:chOff x="4482" y="3397"/>
            <a:chExt cx="1036" cy="309"/>
          </a:xfrm>
        </p:grpSpPr>
        <p:cxnSp>
          <p:nvCxnSpPr>
            <p:cNvPr id="365" name="Google Shape;365;p26"/>
            <p:cNvCxnSpPr/>
            <p:nvPr/>
          </p:nvCxnSpPr>
          <p:spPr>
            <a:xfrm>
              <a:off x="4482" y="3397"/>
              <a:ext cx="1012" cy="0"/>
            </a:xfrm>
            <a:prstGeom prst="straightConnector1">
              <a:avLst/>
            </a:prstGeom>
            <a:noFill/>
            <a:ln cap="flat" cmpd="sng" w="38100">
              <a:solidFill>
                <a:srgbClr val="CC0099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366" name="Google Shape;366;p26"/>
            <p:cNvSpPr txBox="1"/>
            <p:nvPr/>
          </p:nvSpPr>
          <p:spPr>
            <a:xfrm>
              <a:off x="5138" y="3417"/>
              <a:ext cx="380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CC0066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lang="en-US" sz="2400">
                  <a:solidFill>
                    <a:srgbClr val="CC0066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sz="2400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26"/>
            <p:cNvSpPr txBox="1"/>
            <p:nvPr/>
          </p:nvSpPr>
          <p:spPr>
            <a:xfrm>
              <a:off x="4656" y="3415"/>
              <a:ext cx="580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50. N</a:t>
              </a:r>
              <a:endParaRPr/>
            </a:p>
          </p:txBody>
        </p:sp>
      </p:grpSp>
      <p:grpSp>
        <p:nvGrpSpPr>
          <p:cNvPr id="368" name="Google Shape;368;p26"/>
          <p:cNvGrpSpPr/>
          <p:nvPr/>
        </p:nvGrpSpPr>
        <p:grpSpPr>
          <a:xfrm>
            <a:off x="8341519" y="4352925"/>
            <a:ext cx="708819" cy="1344613"/>
            <a:chOff x="4128" y="2355"/>
            <a:chExt cx="446" cy="847"/>
          </a:xfrm>
        </p:grpSpPr>
        <p:cxnSp>
          <p:nvCxnSpPr>
            <p:cNvPr id="369" name="Google Shape;369;p26"/>
            <p:cNvCxnSpPr/>
            <p:nvPr/>
          </p:nvCxnSpPr>
          <p:spPr>
            <a:xfrm rot="10800000">
              <a:off x="4154" y="2497"/>
              <a:ext cx="0" cy="705"/>
            </a:xfrm>
            <a:prstGeom prst="straightConnector1">
              <a:avLst/>
            </a:prstGeom>
            <a:noFill/>
            <a:ln cap="flat" cmpd="sng" w="38100">
              <a:solidFill>
                <a:srgbClr val="CC0066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370" name="Google Shape;370;p26"/>
            <p:cNvSpPr txBox="1"/>
            <p:nvPr/>
          </p:nvSpPr>
          <p:spPr>
            <a:xfrm>
              <a:off x="4190" y="2355"/>
              <a:ext cx="38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CC0066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lang="en-US" sz="2400">
                  <a:solidFill>
                    <a:srgbClr val="CC0066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sz="2400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26"/>
            <p:cNvSpPr txBox="1"/>
            <p:nvPr/>
          </p:nvSpPr>
          <p:spPr>
            <a:xfrm rot="-5400000">
              <a:off x="3983" y="2714"/>
              <a:ext cx="580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30. N</a:t>
              </a:r>
              <a:endParaRPr/>
            </a:p>
          </p:txBody>
        </p:sp>
      </p:grpSp>
      <p:grpSp>
        <p:nvGrpSpPr>
          <p:cNvPr id="372" name="Google Shape;372;p26"/>
          <p:cNvGrpSpPr/>
          <p:nvPr/>
        </p:nvGrpSpPr>
        <p:grpSpPr>
          <a:xfrm>
            <a:off x="6769100" y="4445975"/>
            <a:ext cx="1647825" cy="1243625"/>
            <a:chOff x="1371" y="3294"/>
            <a:chExt cx="1038" cy="783"/>
          </a:xfrm>
        </p:grpSpPr>
        <p:cxnSp>
          <p:nvCxnSpPr>
            <p:cNvPr id="373" name="Google Shape;373;p26"/>
            <p:cNvCxnSpPr/>
            <p:nvPr/>
          </p:nvCxnSpPr>
          <p:spPr>
            <a:xfrm flipH="1" rot="10800000">
              <a:off x="1371" y="3395"/>
              <a:ext cx="1038" cy="682"/>
            </a:xfrm>
            <a:prstGeom prst="straightConnector1">
              <a:avLst/>
            </a:prstGeom>
            <a:noFill/>
            <a:ln cap="flat" cmpd="sng" w="38100">
              <a:solidFill>
                <a:schemeClr val="hlink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374" name="Google Shape;374;p26"/>
            <p:cNvSpPr txBox="1"/>
            <p:nvPr/>
          </p:nvSpPr>
          <p:spPr>
            <a:xfrm rot="-2021404">
              <a:off x="1694" y="3384"/>
              <a:ext cx="4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aseline="-25000" lang="en-US" sz="24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sp>
        <p:nvSpPr>
          <p:cNvPr id="375" name="Google Shape;375;p26"/>
          <p:cNvSpPr txBox="1"/>
          <p:nvPr/>
        </p:nvSpPr>
        <p:spPr>
          <a:xfrm>
            <a:off x="7083425" y="5307013"/>
            <a:ext cx="342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θ</a:t>
            </a:r>
            <a:endParaRPr/>
          </a:p>
        </p:txBody>
      </p:sp>
      <p:grpSp>
        <p:nvGrpSpPr>
          <p:cNvPr id="376" name="Google Shape;376;p26"/>
          <p:cNvGrpSpPr/>
          <p:nvPr/>
        </p:nvGrpSpPr>
        <p:grpSpPr>
          <a:xfrm>
            <a:off x="828675" y="2771775"/>
            <a:ext cx="7464425" cy="461963"/>
            <a:chOff x="828675" y="2968625"/>
            <a:chExt cx="7464425" cy="461665"/>
          </a:xfrm>
        </p:grpSpPr>
        <p:sp>
          <p:nvSpPr>
            <p:cNvPr id="377" name="Google Shape;377;p26"/>
            <p:cNvSpPr/>
            <p:nvPr/>
          </p:nvSpPr>
          <p:spPr>
            <a:xfrm>
              <a:off x="965200" y="2978144"/>
              <a:ext cx="1503363" cy="412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Σ</a:t>
              </a: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26"/>
            <p:cNvSpPr txBox="1"/>
            <p:nvPr/>
          </p:nvSpPr>
          <p:spPr>
            <a:xfrm>
              <a:off x="6918325" y="2968625"/>
              <a:ext cx="1374775" cy="4616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net force</a:t>
              </a:r>
              <a:endParaRPr/>
            </a:p>
          </p:txBody>
        </p:sp>
        <p:sp>
          <p:nvSpPr>
            <p:cNvPr id="379" name="Google Shape;379;p26"/>
            <p:cNvSpPr/>
            <p:nvPr/>
          </p:nvSpPr>
          <p:spPr>
            <a:xfrm>
              <a:off x="828675" y="2971798"/>
              <a:ext cx="7462838" cy="44738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26"/>
            <p:cNvSpPr/>
            <p:nvPr/>
          </p:nvSpPr>
          <p:spPr>
            <a:xfrm>
              <a:off x="2817813" y="2971798"/>
              <a:ext cx="2055812" cy="412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1"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,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Σ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baseline="-25000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26"/>
            <p:cNvSpPr/>
            <p:nvPr/>
          </p:nvSpPr>
          <p:spPr>
            <a:xfrm>
              <a:off x="4792663" y="2981317"/>
              <a:ext cx="2055812" cy="4108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1"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,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Σ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baseline="-25000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2" name="Google Shape;382;p26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7"/>
          <p:cNvSpPr/>
          <p:nvPr/>
        </p:nvSpPr>
        <p:spPr>
          <a:xfrm>
            <a:off x="685800" y="1549400"/>
            <a:ext cx="7772400" cy="5461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FBDs and the resultant force on a system </a:t>
            </a:r>
            <a:endParaRPr/>
          </a:p>
        </p:txBody>
      </p:sp>
      <p:sp>
        <p:nvSpPr>
          <p:cNvPr id="389" name="Google Shape;389;p27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A: Space, time and motion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A.2.1 – Forces…</a:t>
            </a:r>
            <a:endParaRPr/>
          </a:p>
        </p:txBody>
      </p:sp>
      <p:sp>
        <p:nvSpPr>
          <p:cNvPr id="390" name="Google Shape;390;p27"/>
          <p:cNvSpPr/>
          <p:nvPr/>
        </p:nvSpPr>
        <p:spPr>
          <a:xfrm>
            <a:off x="698500" y="2054225"/>
            <a:ext cx="7761288" cy="480377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An object has exactly two forces 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50. N and 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30. N applied simultaneously to it. What is the resultant force’s magnitude?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7"/>
          <p:cNvSpPr/>
          <p:nvPr/>
        </p:nvSpPr>
        <p:spPr>
          <a:xfrm>
            <a:off x="715963" y="3221038"/>
            <a:ext cx="4672012" cy="3636962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Begin by resolving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into its x- and y-components.</a:t>
            </a:r>
            <a:endParaRPr/>
          </a:p>
          <a:p>
            <a:pPr indent="-152400" lvl="0" marL="0" marR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net,x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44 N and</a:t>
            </a:r>
            <a:endParaRPr/>
          </a:p>
          <a:p>
            <a:pPr indent="-152400" lvl="0" marL="0" marR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net,y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23 + 30 = 53 N.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net,x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net,y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44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+ 53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69 N.</a:t>
            </a:r>
            <a:endParaRPr baseline="-25000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7"/>
          <p:cNvSpPr/>
          <p:nvPr/>
        </p:nvSpPr>
        <p:spPr>
          <a:xfrm>
            <a:off x="5508625" y="5191125"/>
            <a:ext cx="990600" cy="669925"/>
          </a:xfrm>
          <a:prstGeom prst="rect">
            <a:avLst/>
          </a:prstGeom>
          <a:solidFill>
            <a:srgbClr val="FFBC7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3" name="Google Shape;393;p27"/>
          <p:cNvCxnSpPr/>
          <p:nvPr/>
        </p:nvCxnSpPr>
        <p:spPr>
          <a:xfrm rot="-1732527">
            <a:off x="6416675" y="5137150"/>
            <a:ext cx="1606550" cy="0"/>
          </a:xfrm>
          <a:prstGeom prst="straightConnector1">
            <a:avLst/>
          </a:prstGeom>
          <a:noFill/>
          <a:ln cap="flat" cmpd="sng" w="38100">
            <a:solidFill>
              <a:srgbClr val="CC0099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94" name="Google Shape;394;p27"/>
          <p:cNvSpPr txBox="1"/>
          <p:nvPr/>
        </p:nvSpPr>
        <p:spPr>
          <a:xfrm rot="-1732527">
            <a:off x="7451725" y="4302125"/>
            <a:ext cx="603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1" baseline="-25000" lang="en-US" sz="2400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sz="2400">
              <a:solidFill>
                <a:srgbClr val="CC00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27"/>
          <p:cNvSpPr txBox="1"/>
          <p:nvPr/>
        </p:nvSpPr>
        <p:spPr>
          <a:xfrm rot="-1732527">
            <a:off x="6707340" y="4722961"/>
            <a:ext cx="92044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50. N</a:t>
            </a:r>
            <a:endParaRPr/>
          </a:p>
        </p:txBody>
      </p:sp>
      <p:grpSp>
        <p:nvGrpSpPr>
          <p:cNvPr id="396" name="Google Shape;396;p27"/>
          <p:cNvGrpSpPr/>
          <p:nvPr/>
        </p:nvGrpSpPr>
        <p:grpSpPr>
          <a:xfrm>
            <a:off x="5848350" y="3622687"/>
            <a:ext cx="609600" cy="1565279"/>
            <a:chOff x="4066" y="2216"/>
            <a:chExt cx="384" cy="986"/>
          </a:xfrm>
        </p:grpSpPr>
        <p:cxnSp>
          <p:nvCxnSpPr>
            <p:cNvPr id="397" name="Google Shape;397;p27"/>
            <p:cNvCxnSpPr/>
            <p:nvPr/>
          </p:nvCxnSpPr>
          <p:spPr>
            <a:xfrm rot="10800000">
              <a:off x="4154" y="2497"/>
              <a:ext cx="0" cy="705"/>
            </a:xfrm>
            <a:prstGeom prst="straightConnector1">
              <a:avLst/>
            </a:prstGeom>
            <a:noFill/>
            <a:ln cap="flat" cmpd="sng" w="38100">
              <a:solidFill>
                <a:srgbClr val="CC0066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398" name="Google Shape;398;p27"/>
            <p:cNvSpPr txBox="1"/>
            <p:nvPr/>
          </p:nvSpPr>
          <p:spPr>
            <a:xfrm>
              <a:off x="4066" y="2216"/>
              <a:ext cx="38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CC0066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lang="en-US" sz="2400">
                  <a:solidFill>
                    <a:srgbClr val="CC0066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sz="2400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27"/>
            <p:cNvSpPr txBox="1"/>
            <p:nvPr/>
          </p:nvSpPr>
          <p:spPr>
            <a:xfrm rot="-5400000">
              <a:off x="3983" y="2676"/>
              <a:ext cx="616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30. N</a:t>
              </a:r>
              <a:endParaRPr/>
            </a:p>
          </p:txBody>
        </p:sp>
      </p:grpSp>
      <p:cxnSp>
        <p:nvCxnSpPr>
          <p:cNvPr id="400" name="Google Shape;400;p27"/>
          <p:cNvCxnSpPr/>
          <p:nvPr/>
        </p:nvCxnSpPr>
        <p:spPr>
          <a:xfrm>
            <a:off x="6499225" y="5530850"/>
            <a:ext cx="1384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01" name="Google Shape;401;p27"/>
          <p:cNvSpPr txBox="1"/>
          <p:nvPr/>
        </p:nvSpPr>
        <p:spPr>
          <a:xfrm>
            <a:off x="6916738" y="5175250"/>
            <a:ext cx="711200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28°</a:t>
            </a:r>
            <a:endParaRPr/>
          </a:p>
        </p:txBody>
      </p:sp>
      <p:cxnSp>
        <p:nvCxnSpPr>
          <p:cNvPr id="402" name="Google Shape;402;p27"/>
          <p:cNvCxnSpPr/>
          <p:nvPr/>
        </p:nvCxnSpPr>
        <p:spPr>
          <a:xfrm>
            <a:off x="7883525" y="4749800"/>
            <a:ext cx="0" cy="7699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03" name="Google Shape;403;p27"/>
          <p:cNvCxnSpPr/>
          <p:nvPr/>
        </p:nvCxnSpPr>
        <p:spPr>
          <a:xfrm>
            <a:off x="6488113" y="5530850"/>
            <a:ext cx="140652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04" name="Google Shape;404;p27"/>
          <p:cNvSpPr txBox="1"/>
          <p:nvPr/>
        </p:nvSpPr>
        <p:spPr>
          <a:xfrm>
            <a:off x="6442075" y="5848350"/>
            <a:ext cx="1643063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28°</a:t>
            </a:r>
            <a:endParaRPr/>
          </a:p>
        </p:txBody>
      </p:sp>
      <p:sp>
        <p:nvSpPr>
          <p:cNvPr id="405" name="Google Shape;405;p27"/>
          <p:cNvSpPr txBox="1"/>
          <p:nvPr/>
        </p:nvSpPr>
        <p:spPr>
          <a:xfrm>
            <a:off x="6859588" y="5553075"/>
            <a:ext cx="8354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44 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6" name="Google Shape;406;p27"/>
          <p:cNvCxnSpPr/>
          <p:nvPr/>
        </p:nvCxnSpPr>
        <p:spPr>
          <a:xfrm rot="10800000">
            <a:off x="7878763" y="4760913"/>
            <a:ext cx="0" cy="769937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07" name="Google Shape;407;p27"/>
          <p:cNvSpPr txBox="1"/>
          <p:nvPr/>
        </p:nvSpPr>
        <p:spPr>
          <a:xfrm rot="-5400000">
            <a:off x="7725569" y="4842669"/>
            <a:ext cx="1558925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28°</a:t>
            </a:r>
            <a:endParaRPr/>
          </a:p>
        </p:txBody>
      </p:sp>
      <p:sp>
        <p:nvSpPr>
          <p:cNvPr id="408" name="Google Shape;408;p27"/>
          <p:cNvSpPr txBox="1"/>
          <p:nvPr/>
        </p:nvSpPr>
        <p:spPr>
          <a:xfrm rot="-5400000">
            <a:off x="7655489" y="4955530"/>
            <a:ext cx="8354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23 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27"/>
          <p:cNvSpPr/>
          <p:nvPr/>
        </p:nvSpPr>
        <p:spPr>
          <a:xfrm>
            <a:off x="6590506" y="5598169"/>
            <a:ext cx="1346200" cy="371475"/>
          </a:xfrm>
          <a:prstGeom prst="rect">
            <a:avLst/>
          </a:prstGeom>
          <a:solidFill>
            <a:schemeClr val="accent1">
              <a:alpha val="43529"/>
            </a:schemeClr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7"/>
          <p:cNvSpPr/>
          <p:nvPr/>
        </p:nvSpPr>
        <p:spPr>
          <a:xfrm rot="-5400000">
            <a:off x="7712867" y="5007768"/>
            <a:ext cx="765175" cy="366713"/>
          </a:xfrm>
          <a:prstGeom prst="rect">
            <a:avLst/>
          </a:prstGeom>
          <a:solidFill>
            <a:srgbClr val="FF9900">
              <a:alpha val="43529"/>
            </a:srgbClr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27"/>
          <p:cNvSpPr/>
          <p:nvPr/>
        </p:nvSpPr>
        <p:spPr>
          <a:xfrm rot="-5400000">
            <a:off x="5679952" y="4412615"/>
            <a:ext cx="1125538" cy="393700"/>
          </a:xfrm>
          <a:prstGeom prst="rect">
            <a:avLst/>
          </a:prstGeom>
          <a:solidFill>
            <a:srgbClr val="FF9900">
              <a:alpha val="43529"/>
            </a:srgbClr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27"/>
          <p:cNvSpPr/>
          <p:nvPr/>
        </p:nvSpPr>
        <p:spPr>
          <a:xfrm>
            <a:off x="2680589" y="4564298"/>
            <a:ext cx="693738" cy="369887"/>
          </a:xfrm>
          <a:prstGeom prst="rect">
            <a:avLst/>
          </a:prstGeom>
          <a:solidFill>
            <a:schemeClr val="accent1">
              <a:alpha val="48627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3" name="Google Shape;413;p27"/>
          <p:cNvSpPr/>
          <p:nvPr/>
        </p:nvSpPr>
        <p:spPr>
          <a:xfrm>
            <a:off x="1846263" y="5029200"/>
            <a:ext cx="460375" cy="344488"/>
          </a:xfrm>
          <a:prstGeom prst="rect">
            <a:avLst/>
          </a:prstGeom>
          <a:solidFill>
            <a:srgbClr val="FF9900">
              <a:alpha val="4862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4" name="Google Shape;414;p27"/>
          <p:cNvSpPr/>
          <p:nvPr/>
        </p:nvSpPr>
        <p:spPr>
          <a:xfrm>
            <a:off x="2508250" y="5032375"/>
            <a:ext cx="474663" cy="341313"/>
          </a:xfrm>
          <a:prstGeom prst="rect">
            <a:avLst/>
          </a:prstGeom>
          <a:solidFill>
            <a:srgbClr val="FF9900">
              <a:alpha val="4862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5" name="Google Shape;415;p27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8"/>
          <p:cNvSpPr/>
          <p:nvPr/>
        </p:nvSpPr>
        <p:spPr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Surface frictional force</a:t>
            </a: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∙Recall that friction acts opposite to the intended direction of motion, and parallel to the contact surface.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Suppose we begin to pull a crate to the right, with gradually increasing force.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plot the applied force, and the friction force, as functions of time: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1" name="Google Shape;421;p28"/>
          <p:cNvGrpSpPr/>
          <p:nvPr/>
        </p:nvGrpSpPr>
        <p:grpSpPr>
          <a:xfrm>
            <a:off x="4983163" y="6300788"/>
            <a:ext cx="4160837" cy="566737"/>
            <a:chOff x="0" y="4149"/>
            <a:chExt cx="5760" cy="171"/>
          </a:xfrm>
        </p:grpSpPr>
        <p:sp>
          <p:nvSpPr>
            <p:cNvPr descr="Light upward diagonal" id="422" name="Google Shape;422;p28"/>
            <p:cNvSpPr/>
            <p:nvPr/>
          </p:nvSpPr>
          <p:spPr>
            <a:xfrm>
              <a:off x="0" y="4150"/>
              <a:ext cx="5760" cy="170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423" name="Google Shape;423;p28"/>
            <p:cNvCxnSpPr/>
            <p:nvPr/>
          </p:nvCxnSpPr>
          <p:spPr>
            <a:xfrm>
              <a:off x="0" y="4149"/>
              <a:ext cx="576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24" name="Google Shape;424;p28"/>
          <p:cNvGrpSpPr/>
          <p:nvPr/>
        </p:nvGrpSpPr>
        <p:grpSpPr>
          <a:xfrm>
            <a:off x="5396730" y="5565775"/>
            <a:ext cx="1897062" cy="758825"/>
            <a:chOff x="1202" y="3218"/>
            <a:chExt cx="1195" cy="478"/>
          </a:xfrm>
        </p:grpSpPr>
        <p:grpSp>
          <p:nvGrpSpPr>
            <p:cNvPr id="425" name="Google Shape;425;p28"/>
            <p:cNvGrpSpPr/>
            <p:nvPr/>
          </p:nvGrpSpPr>
          <p:grpSpPr>
            <a:xfrm>
              <a:off x="2117" y="3314"/>
              <a:ext cx="280" cy="250"/>
              <a:chOff x="3978" y="3765"/>
              <a:chExt cx="280" cy="250"/>
            </a:xfrm>
          </p:grpSpPr>
          <p:sp>
            <p:nvSpPr>
              <p:cNvPr id="426" name="Google Shape;426;p28"/>
              <p:cNvSpPr/>
              <p:nvPr/>
            </p:nvSpPr>
            <p:spPr>
              <a:xfrm>
                <a:off x="3983" y="3765"/>
                <a:ext cx="275" cy="250"/>
              </a:xfrm>
              <a:prstGeom prst="rightArrow">
                <a:avLst>
                  <a:gd fmla="val 50000" name="adj1"/>
                  <a:gd fmla="val 27500" name="adj2"/>
                </a:avLst>
              </a:prstGeom>
              <a:solidFill>
                <a:srgbClr val="00FF00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427" name="Google Shape;427;p28"/>
              <p:cNvSpPr txBox="1"/>
              <p:nvPr/>
            </p:nvSpPr>
            <p:spPr>
              <a:xfrm>
                <a:off x="3978" y="3786"/>
                <a:ext cx="248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r>
                  <a:rPr b="1" baseline="-25000" lang="en-US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endParaRPr/>
              </a:p>
            </p:txBody>
          </p:sp>
        </p:grpSp>
        <p:sp>
          <p:nvSpPr>
            <p:cNvPr id="428" name="Google Shape;428;p28"/>
            <p:cNvSpPr/>
            <p:nvPr/>
          </p:nvSpPr>
          <p:spPr>
            <a:xfrm>
              <a:off x="1215" y="3218"/>
              <a:ext cx="476" cy="468"/>
            </a:xfrm>
            <a:prstGeom prst="rect">
              <a:avLst/>
            </a:prstGeom>
            <a:solidFill>
              <a:srgbClr val="FFCC66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429" name="Google Shape;429;p28"/>
            <p:cNvCxnSpPr/>
            <p:nvPr/>
          </p:nvCxnSpPr>
          <p:spPr>
            <a:xfrm rot="10800000">
              <a:off x="1202" y="3690"/>
              <a:ext cx="242" cy="0"/>
            </a:xfrm>
            <a:prstGeom prst="straightConnector1">
              <a:avLst/>
            </a:prstGeom>
            <a:noFill/>
            <a:ln cap="flat" cmpd="sng" w="76200">
              <a:solidFill>
                <a:srgbClr val="FF33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30" name="Google Shape;430;p28"/>
            <p:cNvSpPr txBox="1"/>
            <p:nvPr/>
          </p:nvSpPr>
          <p:spPr>
            <a:xfrm>
              <a:off x="1374" y="3463"/>
              <a:ext cx="23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  <p:cxnSp>
          <p:nvCxnSpPr>
            <p:cNvPr id="431" name="Google Shape;431;p28"/>
            <p:cNvCxnSpPr/>
            <p:nvPr/>
          </p:nvCxnSpPr>
          <p:spPr>
            <a:xfrm>
              <a:off x="1695" y="3439"/>
              <a:ext cx="4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32" name="Google Shape;432;p28"/>
          <p:cNvGrpSpPr/>
          <p:nvPr/>
        </p:nvGrpSpPr>
        <p:grpSpPr>
          <a:xfrm>
            <a:off x="5175855" y="5555456"/>
            <a:ext cx="2227263" cy="758825"/>
            <a:chOff x="2475" y="2854"/>
            <a:chExt cx="1403" cy="478"/>
          </a:xfrm>
        </p:grpSpPr>
        <p:sp>
          <p:nvSpPr>
            <p:cNvPr id="433" name="Google Shape;433;p28"/>
            <p:cNvSpPr/>
            <p:nvPr/>
          </p:nvSpPr>
          <p:spPr>
            <a:xfrm>
              <a:off x="3537" y="2950"/>
              <a:ext cx="341" cy="250"/>
            </a:xfrm>
            <a:prstGeom prst="rightArrow">
              <a:avLst>
                <a:gd fmla="val 50000" name="adj1"/>
                <a:gd fmla="val 34100" name="adj2"/>
              </a:avLst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34" name="Google Shape;434;p28"/>
            <p:cNvSpPr txBox="1"/>
            <p:nvPr/>
          </p:nvSpPr>
          <p:spPr>
            <a:xfrm>
              <a:off x="3532" y="2971"/>
              <a:ext cx="24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435" name="Google Shape;435;p28"/>
            <p:cNvSpPr/>
            <p:nvPr/>
          </p:nvSpPr>
          <p:spPr>
            <a:xfrm>
              <a:off x="2630" y="2854"/>
              <a:ext cx="476" cy="468"/>
            </a:xfrm>
            <a:prstGeom prst="rect">
              <a:avLst/>
            </a:prstGeom>
            <a:solidFill>
              <a:srgbClr val="FFCC66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436" name="Google Shape;436;p28"/>
            <p:cNvCxnSpPr/>
            <p:nvPr/>
          </p:nvCxnSpPr>
          <p:spPr>
            <a:xfrm rot="10800000">
              <a:off x="2475" y="3326"/>
              <a:ext cx="384" cy="0"/>
            </a:xfrm>
            <a:prstGeom prst="straightConnector1">
              <a:avLst/>
            </a:prstGeom>
            <a:noFill/>
            <a:ln cap="flat" cmpd="sng" w="76200">
              <a:solidFill>
                <a:srgbClr val="FF33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37" name="Google Shape;437;p28"/>
            <p:cNvSpPr txBox="1"/>
            <p:nvPr/>
          </p:nvSpPr>
          <p:spPr>
            <a:xfrm>
              <a:off x="2789" y="3099"/>
              <a:ext cx="23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  <p:cxnSp>
          <p:nvCxnSpPr>
            <p:cNvPr id="438" name="Google Shape;438;p28"/>
            <p:cNvCxnSpPr/>
            <p:nvPr/>
          </p:nvCxnSpPr>
          <p:spPr>
            <a:xfrm>
              <a:off x="3110" y="3075"/>
              <a:ext cx="4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39" name="Google Shape;439;p28"/>
          <p:cNvGrpSpPr/>
          <p:nvPr/>
        </p:nvGrpSpPr>
        <p:grpSpPr>
          <a:xfrm>
            <a:off x="4960939" y="5553213"/>
            <a:ext cx="2571750" cy="758825"/>
            <a:chOff x="2350" y="2854"/>
            <a:chExt cx="1620" cy="478"/>
          </a:xfrm>
        </p:grpSpPr>
        <p:sp>
          <p:nvSpPr>
            <p:cNvPr id="440" name="Google Shape;440;p28"/>
            <p:cNvSpPr/>
            <p:nvPr/>
          </p:nvSpPr>
          <p:spPr>
            <a:xfrm>
              <a:off x="3537" y="2950"/>
              <a:ext cx="433" cy="250"/>
            </a:xfrm>
            <a:prstGeom prst="rightArrow">
              <a:avLst>
                <a:gd fmla="val 50000" name="adj1"/>
                <a:gd fmla="val 43300" name="adj2"/>
              </a:avLst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41" name="Google Shape;441;p28"/>
            <p:cNvSpPr txBox="1"/>
            <p:nvPr/>
          </p:nvSpPr>
          <p:spPr>
            <a:xfrm>
              <a:off x="3532" y="2971"/>
              <a:ext cx="24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442" name="Google Shape;442;p28"/>
            <p:cNvSpPr/>
            <p:nvPr/>
          </p:nvSpPr>
          <p:spPr>
            <a:xfrm>
              <a:off x="2630" y="2854"/>
              <a:ext cx="476" cy="468"/>
            </a:xfrm>
            <a:prstGeom prst="rect">
              <a:avLst/>
            </a:prstGeom>
            <a:solidFill>
              <a:srgbClr val="FFCC66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443" name="Google Shape;443;p28"/>
            <p:cNvCxnSpPr/>
            <p:nvPr/>
          </p:nvCxnSpPr>
          <p:spPr>
            <a:xfrm rot="10800000">
              <a:off x="2350" y="3326"/>
              <a:ext cx="509" cy="0"/>
            </a:xfrm>
            <a:prstGeom prst="straightConnector1">
              <a:avLst/>
            </a:prstGeom>
            <a:noFill/>
            <a:ln cap="flat" cmpd="sng" w="76200">
              <a:solidFill>
                <a:srgbClr val="FF33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44" name="Google Shape;444;p28"/>
            <p:cNvSpPr txBox="1"/>
            <p:nvPr/>
          </p:nvSpPr>
          <p:spPr>
            <a:xfrm>
              <a:off x="2789" y="3099"/>
              <a:ext cx="23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  <p:cxnSp>
          <p:nvCxnSpPr>
            <p:cNvPr id="445" name="Google Shape;445;p28"/>
            <p:cNvCxnSpPr/>
            <p:nvPr/>
          </p:nvCxnSpPr>
          <p:spPr>
            <a:xfrm>
              <a:off x="3110" y="3075"/>
              <a:ext cx="4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46" name="Google Shape;446;p28"/>
          <p:cNvGrpSpPr/>
          <p:nvPr/>
        </p:nvGrpSpPr>
        <p:grpSpPr>
          <a:xfrm>
            <a:off x="4794250" y="5560606"/>
            <a:ext cx="2928938" cy="758825"/>
            <a:chOff x="2225" y="2854"/>
            <a:chExt cx="1845" cy="478"/>
          </a:xfrm>
        </p:grpSpPr>
        <p:sp>
          <p:nvSpPr>
            <p:cNvPr id="447" name="Google Shape;447;p28"/>
            <p:cNvSpPr/>
            <p:nvPr/>
          </p:nvSpPr>
          <p:spPr>
            <a:xfrm>
              <a:off x="3537" y="2950"/>
              <a:ext cx="533" cy="250"/>
            </a:xfrm>
            <a:prstGeom prst="rightArrow">
              <a:avLst>
                <a:gd fmla="val 50000" name="adj1"/>
                <a:gd fmla="val 53300" name="adj2"/>
              </a:avLst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48" name="Google Shape;448;p28"/>
            <p:cNvSpPr txBox="1"/>
            <p:nvPr/>
          </p:nvSpPr>
          <p:spPr>
            <a:xfrm>
              <a:off x="3532" y="2971"/>
              <a:ext cx="24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449" name="Google Shape;449;p28"/>
            <p:cNvSpPr/>
            <p:nvPr/>
          </p:nvSpPr>
          <p:spPr>
            <a:xfrm>
              <a:off x="2630" y="2854"/>
              <a:ext cx="476" cy="468"/>
            </a:xfrm>
            <a:prstGeom prst="rect">
              <a:avLst/>
            </a:prstGeom>
            <a:solidFill>
              <a:srgbClr val="FFCC66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450" name="Google Shape;450;p28"/>
            <p:cNvCxnSpPr/>
            <p:nvPr/>
          </p:nvCxnSpPr>
          <p:spPr>
            <a:xfrm rot="10800000">
              <a:off x="2225" y="3326"/>
              <a:ext cx="634" cy="0"/>
            </a:xfrm>
            <a:prstGeom prst="straightConnector1">
              <a:avLst/>
            </a:prstGeom>
            <a:noFill/>
            <a:ln cap="flat" cmpd="sng" w="76200">
              <a:solidFill>
                <a:srgbClr val="FF33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51" name="Google Shape;451;p28"/>
            <p:cNvSpPr txBox="1"/>
            <p:nvPr/>
          </p:nvSpPr>
          <p:spPr>
            <a:xfrm>
              <a:off x="2789" y="3099"/>
              <a:ext cx="23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  <p:cxnSp>
          <p:nvCxnSpPr>
            <p:cNvPr id="452" name="Google Shape;452;p28"/>
            <p:cNvCxnSpPr/>
            <p:nvPr/>
          </p:nvCxnSpPr>
          <p:spPr>
            <a:xfrm>
              <a:off x="3110" y="3075"/>
              <a:ext cx="4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53" name="Google Shape;453;p28"/>
          <p:cNvGrpSpPr/>
          <p:nvPr/>
        </p:nvGrpSpPr>
        <p:grpSpPr>
          <a:xfrm>
            <a:off x="5413269" y="5561935"/>
            <a:ext cx="1139825" cy="742950"/>
            <a:chOff x="3506" y="3682"/>
            <a:chExt cx="718" cy="468"/>
          </a:xfrm>
        </p:grpSpPr>
        <p:sp>
          <p:nvSpPr>
            <p:cNvPr id="454" name="Google Shape;454;p28"/>
            <p:cNvSpPr/>
            <p:nvPr/>
          </p:nvSpPr>
          <p:spPr>
            <a:xfrm>
              <a:off x="3506" y="3682"/>
              <a:ext cx="476" cy="468"/>
            </a:xfrm>
            <a:prstGeom prst="rect">
              <a:avLst/>
            </a:prstGeom>
            <a:solidFill>
              <a:srgbClr val="FFCC66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55" name="Google Shape;455;p28"/>
            <p:cNvSpPr/>
            <p:nvPr/>
          </p:nvSpPr>
          <p:spPr>
            <a:xfrm>
              <a:off x="3990" y="3898"/>
              <a:ext cx="234" cy="251"/>
            </a:xfrm>
            <a:custGeom>
              <a:rect b="b" l="l" r="r" t="t"/>
              <a:pathLst>
                <a:path extrusionOk="0" h="251" w="234">
                  <a:moveTo>
                    <a:pt x="0" y="0"/>
                  </a:moveTo>
                  <a:cubicBezTo>
                    <a:pt x="22" y="62"/>
                    <a:pt x="45" y="125"/>
                    <a:pt x="84" y="167"/>
                  </a:cubicBezTo>
                  <a:cubicBezTo>
                    <a:pt x="123" y="209"/>
                    <a:pt x="178" y="230"/>
                    <a:pt x="234" y="25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456" name="Google Shape;456;p28"/>
          <p:cNvGrpSpPr/>
          <p:nvPr/>
        </p:nvGrpSpPr>
        <p:grpSpPr>
          <a:xfrm>
            <a:off x="457994" y="4543425"/>
            <a:ext cx="3671094" cy="2019300"/>
            <a:chOff x="513" y="3042"/>
            <a:chExt cx="2313" cy="1272"/>
          </a:xfrm>
        </p:grpSpPr>
        <p:cxnSp>
          <p:nvCxnSpPr>
            <p:cNvPr id="457" name="Google Shape;457;p28"/>
            <p:cNvCxnSpPr/>
            <p:nvPr/>
          </p:nvCxnSpPr>
          <p:spPr>
            <a:xfrm>
              <a:off x="670" y="4036"/>
              <a:ext cx="215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58" name="Google Shape;458;p28"/>
            <p:cNvCxnSpPr/>
            <p:nvPr/>
          </p:nvCxnSpPr>
          <p:spPr>
            <a:xfrm rot="10800000">
              <a:off x="790" y="3042"/>
              <a:ext cx="0" cy="112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59" name="Google Shape;459;p28"/>
            <p:cNvSpPr txBox="1"/>
            <p:nvPr/>
          </p:nvSpPr>
          <p:spPr>
            <a:xfrm rot="-5400000">
              <a:off x="374" y="3429"/>
              <a:ext cx="529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Force</a:t>
              </a:r>
              <a:endParaRPr/>
            </a:p>
          </p:txBody>
        </p:sp>
        <p:sp>
          <p:nvSpPr>
            <p:cNvPr id="460" name="Google Shape;460;p28"/>
            <p:cNvSpPr txBox="1"/>
            <p:nvPr/>
          </p:nvSpPr>
          <p:spPr>
            <a:xfrm>
              <a:off x="1559" y="4062"/>
              <a:ext cx="47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Time</a:t>
              </a:r>
              <a:endParaRPr/>
            </a:p>
          </p:txBody>
        </p:sp>
      </p:grpSp>
      <p:grpSp>
        <p:nvGrpSpPr>
          <p:cNvPr id="461" name="Google Shape;461;p28"/>
          <p:cNvGrpSpPr/>
          <p:nvPr/>
        </p:nvGrpSpPr>
        <p:grpSpPr>
          <a:xfrm>
            <a:off x="1146175" y="5378450"/>
            <a:ext cx="174625" cy="160338"/>
            <a:chOff x="3094" y="2620"/>
            <a:chExt cx="110" cy="101"/>
          </a:xfrm>
        </p:grpSpPr>
        <p:sp>
          <p:nvSpPr>
            <p:cNvPr id="462" name="Google Shape;462;p28"/>
            <p:cNvSpPr/>
            <p:nvPr/>
          </p:nvSpPr>
          <p:spPr>
            <a:xfrm>
              <a:off x="3121" y="2638"/>
              <a:ext cx="83" cy="83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28"/>
            <p:cNvSpPr/>
            <p:nvPr/>
          </p:nvSpPr>
          <p:spPr>
            <a:xfrm>
              <a:off x="3094" y="2620"/>
              <a:ext cx="84" cy="84"/>
            </a:xfrm>
            <a:prstGeom prst="ellipse">
              <a:avLst/>
            </a:prstGeom>
            <a:noFill/>
            <a:ln cap="flat" cmpd="sng" w="28575">
              <a:solidFill>
                <a:srgbClr val="FF33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4" name="Google Shape;464;p28"/>
          <p:cNvGrpSpPr/>
          <p:nvPr/>
        </p:nvGrpSpPr>
        <p:grpSpPr>
          <a:xfrm>
            <a:off x="828675" y="5994400"/>
            <a:ext cx="133350" cy="173038"/>
            <a:chOff x="2910" y="3237"/>
            <a:chExt cx="84" cy="109"/>
          </a:xfrm>
        </p:grpSpPr>
        <p:sp>
          <p:nvSpPr>
            <p:cNvPr id="465" name="Google Shape;465;p28"/>
            <p:cNvSpPr/>
            <p:nvPr/>
          </p:nvSpPr>
          <p:spPr>
            <a:xfrm>
              <a:off x="2911" y="3263"/>
              <a:ext cx="83" cy="83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28"/>
            <p:cNvSpPr/>
            <p:nvPr/>
          </p:nvSpPr>
          <p:spPr>
            <a:xfrm>
              <a:off x="2910" y="3237"/>
              <a:ext cx="84" cy="84"/>
            </a:xfrm>
            <a:prstGeom prst="ellipse">
              <a:avLst/>
            </a:prstGeom>
            <a:noFill/>
            <a:ln cap="flat" cmpd="sng" w="28575">
              <a:solidFill>
                <a:srgbClr val="FF33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7" name="Google Shape;467;p28"/>
          <p:cNvGrpSpPr/>
          <p:nvPr/>
        </p:nvGrpSpPr>
        <p:grpSpPr>
          <a:xfrm>
            <a:off x="973138" y="5664200"/>
            <a:ext cx="147637" cy="188913"/>
            <a:chOff x="2985" y="2940"/>
            <a:chExt cx="93" cy="119"/>
          </a:xfrm>
        </p:grpSpPr>
        <p:sp>
          <p:nvSpPr>
            <p:cNvPr id="468" name="Google Shape;468;p28"/>
            <p:cNvSpPr/>
            <p:nvPr/>
          </p:nvSpPr>
          <p:spPr>
            <a:xfrm>
              <a:off x="2995" y="2976"/>
              <a:ext cx="83" cy="83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28"/>
            <p:cNvSpPr/>
            <p:nvPr/>
          </p:nvSpPr>
          <p:spPr>
            <a:xfrm>
              <a:off x="2985" y="2940"/>
              <a:ext cx="84" cy="84"/>
            </a:xfrm>
            <a:prstGeom prst="ellipse">
              <a:avLst/>
            </a:prstGeom>
            <a:noFill/>
            <a:ln cap="flat" cmpd="sng" w="28575">
              <a:solidFill>
                <a:srgbClr val="FF33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0" name="Google Shape;470;p28"/>
          <p:cNvGrpSpPr/>
          <p:nvPr/>
        </p:nvGrpSpPr>
        <p:grpSpPr>
          <a:xfrm>
            <a:off x="1344613" y="5013325"/>
            <a:ext cx="174625" cy="160338"/>
            <a:chOff x="3236" y="2270"/>
            <a:chExt cx="110" cy="101"/>
          </a:xfrm>
        </p:grpSpPr>
        <p:sp>
          <p:nvSpPr>
            <p:cNvPr id="471" name="Google Shape;471;p28"/>
            <p:cNvSpPr/>
            <p:nvPr/>
          </p:nvSpPr>
          <p:spPr>
            <a:xfrm>
              <a:off x="3263" y="2288"/>
              <a:ext cx="83" cy="83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28"/>
            <p:cNvSpPr/>
            <p:nvPr/>
          </p:nvSpPr>
          <p:spPr>
            <a:xfrm>
              <a:off x="3236" y="2270"/>
              <a:ext cx="84" cy="84"/>
            </a:xfrm>
            <a:prstGeom prst="ellipse">
              <a:avLst/>
            </a:prstGeom>
            <a:noFill/>
            <a:ln cap="flat" cmpd="sng" w="28575">
              <a:solidFill>
                <a:srgbClr val="FF33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3" name="Google Shape;473;p28"/>
          <p:cNvSpPr/>
          <p:nvPr/>
        </p:nvSpPr>
        <p:spPr>
          <a:xfrm>
            <a:off x="1558925" y="5383213"/>
            <a:ext cx="133350" cy="133350"/>
          </a:xfrm>
          <a:prstGeom prst="ellipse">
            <a:avLst/>
          </a:prstGeom>
          <a:noFill/>
          <a:ln cap="flat" cmpd="sng" w="28575">
            <a:solidFill>
              <a:srgbClr val="FF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4" name="Google Shape;474;p28"/>
          <p:cNvGrpSpPr/>
          <p:nvPr/>
        </p:nvGrpSpPr>
        <p:grpSpPr>
          <a:xfrm>
            <a:off x="2052638" y="4624388"/>
            <a:ext cx="165100" cy="893762"/>
            <a:chOff x="1493" y="3093"/>
            <a:chExt cx="104" cy="563"/>
          </a:xfrm>
        </p:grpSpPr>
        <p:sp>
          <p:nvSpPr>
            <p:cNvPr id="475" name="Google Shape;475;p28"/>
            <p:cNvSpPr/>
            <p:nvPr/>
          </p:nvSpPr>
          <p:spPr>
            <a:xfrm>
              <a:off x="1514" y="3093"/>
              <a:ext cx="83" cy="83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28"/>
            <p:cNvSpPr/>
            <p:nvPr/>
          </p:nvSpPr>
          <p:spPr>
            <a:xfrm>
              <a:off x="1493" y="3572"/>
              <a:ext cx="84" cy="84"/>
            </a:xfrm>
            <a:prstGeom prst="ellipse">
              <a:avLst/>
            </a:prstGeom>
            <a:noFill/>
            <a:ln cap="flat" cmpd="sng" w="28575">
              <a:solidFill>
                <a:srgbClr val="FF33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7" name="Google Shape;477;p28"/>
          <p:cNvGrpSpPr/>
          <p:nvPr/>
        </p:nvGrpSpPr>
        <p:grpSpPr>
          <a:xfrm>
            <a:off x="2689225" y="4614863"/>
            <a:ext cx="152400" cy="895350"/>
            <a:chOff x="1894" y="3087"/>
            <a:chExt cx="96" cy="564"/>
          </a:xfrm>
        </p:grpSpPr>
        <p:sp>
          <p:nvSpPr>
            <p:cNvPr id="478" name="Google Shape;478;p28"/>
            <p:cNvSpPr/>
            <p:nvPr/>
          </p:nvSpPr>
          <p:spPr>
            <a:xfrm>
              <a:off x="1907" y="3087"/>
              <a:ext cx="83" cy="83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28"/>
            <p:cNvSpPr/>
            <p:nvPr/>
          </p:nvSpPr>
          <p:spPr>
            <a:xfrm>
              <a:off x="1894" y="3567"/>
              <a:ext cx="84" cy="84"/>
            </a:xfrm>
            <a:prstGeom prst="ellipse">
              <a:avLst/>
            </a:prstGeom>
            <a:noFill/>
            <a:ln cap="flat" cmpd="sng" w="28575">
              <a:solidFill>
                <a:srgbClr val="FF33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0" name="Google Shape;480;p28"/>
          <p:cNvGrpSpPr/>
          <p:nvPr/>
        </p:nvGrpSpPr>
        <p:grpSpPr>
          <a:xfrm>
            <a:off x="3343275" y="4635500"/>
            <a:ext cx="166688" cy="879475"/>
            <a:chOff x="2306" y="3100"/>
            <a:chExt cx="105" cy="554"/>
          </a:xfrm>
        </p:grpSpPr>
        <p:sp>
          <p:nvSpPr>
            <p:cNvPr id="481" name="Google Shape;481;p28"/>
            <p:cNvSpPr/>
            <p:nvPr/>
          </p:nvSpPr>
          <p:spPr>
            <a:xfrm>
              <a:off x="2328" y="3100"/>
              <a:ext cx="83" cy="83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28"/>
            <p:cNvSpPr/>
            <p:nvPr/>
          </p:nvSpPr>
          <p:spPr>
            <a:xfrm>
              <a:off x="2306" y="3570"/>
              <a:ext cx="84" cy="84"/>
            </a:xfrm>
            <a:prstGeom prst="ellipse">
              <a:avLst/>
            </a:prstGeom>
            <a:noFill/>
            <a:ln cap="flat" cmpd="sng" w="28575">
              <a:solidFill>
                <a:srgbClr val="FF33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3" name="Google Shape;483;p28"/>
          <p:cNvGrpSpPr/>
          <p:nvPr/>
        </p:nvGrpSpPr>
        <p:grpSpPr>
          <a:xfrm>
            <a:off x="4021138" y="4686300"/>
            <a:ext cx="906462" cy="663575"/>
            <a:chOff x="2927" y="2845"/>
            <a:chExt cx="571" cy="418"/>
          </a:xfrm>
        </p:grpSpPr>
        <p:sp>
          <p:nvSpPr>
            <p:cNvPr id="484" name="Google Shape;484;p28"/>
            <p:cNvSpPr txBox="1"/>
            <p:nvPr/>
          </p:nvSpPr>
          <p:spPr>
            <a:xfrm>
              <a:off x="2934" y="2845"/>
              <a:ext cx="53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tension</a:t>
              </a:r>
              <a:endParaRPr/>
            </a:p>
          </p:txBody>
        </p:sp>
        <p:sp>
          <p:nvSpPr>
            <p:cNvPr id="485" name="Google Shape;485;p28"/>
            <p:cNvSpPr txBox="1"/>
            <p:nvPr/>
          </p:nvSpPr>
          <p:spPr>
            <a:xfrm>
              <a:off x="2927" y="3050"/>
              <a:ext cx="497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friction</a:t>
              </a:r>
              <a:endParaRPr/>
            </a:p>
          </p:txBody>
        </p:sp>
        <p:sp>
          <p:nvSpPr>
            <p:cNvPr id="486" name="Google Shape;486;p28"/>
            <p:cNvSpPr/>
            <p:nvPr/>
          </p:nvSpPr>
          <p:spPr>
            <a:xfrm>
              <a:off x="3409" y="2892"/>
              <a:ext cx="83" cy="83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87" name="Google Shape;487;p28"/>
            <p:cNvSpPr/>
            <p:nvPr/>
          </p:nvSpPr>
          <p:spPr>
            <a:xfrm>
              <a:off x="3414" y="3108"/>
              <a:ext cx="84" cy="84"/>
            </a:xfrm>
            <a:prstGeom prst="ellipse">
              <a:avLst/>
            </a:prstGeom>
            <a:noFill/>
            <a:ln cap="flat" cmpd="sng" w="28575">
              <a:solidFill>
                <a:srgbClr val="FF33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488" name="Google Shape;488;p28"/>
          <p:cNvGrpSpPr/>
          <p:nvPr/>
        </p:nvGrpSpPr>
        <p:grpSpPr>
          <a:xfrm>
            <a:off x="1522413" y="4611688"/>
            <a:ext cx="174625" cy="160337"/>
            <a:chOff x="3236" y="2270"/>
            <a:chExt cx="110" cy="101"/>
          </a:xfrm>
        </p:grpSpPr>
        <p:sp>
          <p:nvSpPr>
            <p:cNvPr id="489" name="Google Shape;489;p28"/>
            <p:cNvSpPr/>
            <p:nvPr/>
          </p:nvSpPr>
          <p:spPr>
            <a:xfrm>
              <a:off x="3263" y="2288"/>
              <a:ext cx="83" cy="83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28"/>
            <p:cNvSpPr/>
            <p:nvPr/>
          </p:nvSpPr>
          <p:spPr>
            <a:xfrm>
              <a:off x="3236" y="2270"/>
              <a:ext cx="84" cy="84"/>
            </a:xfrm>
            <a:prstGeom prst="ellipse">
              <a:avLst/>
            </a:prstGeom>
            <a:noFill/>
            <a:ln cap="flat" cmpd="sng" w="28575">
              <a:solidFill>
                <a:srgbClr val="FF33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1" name="Google Shape;491;p28"/>
          <p:cNvSpPr txBox="1"/>
          <p:nvPr/>
        </p:nvSpPr>
        <p:spPr>
          <a:xfrm>
            <a:off x="5297488" y="4645025"/>
            <a:ext cx="1092200" cy="83185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static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friction</a:t>
            </a:r>
            <a:endParaRPr/>
          </a:p>
        </p:txBody>
      </p:sp>
      <p:sp>
        <p:nvSpPr>
          <p:cNvPr id="492" name="Google Shape;492;p28"/>
          <p:cNvSpPr txBox="1"/>
          <p:nvPr/>
        </p:nvSpPr>
        <p:spPr>
          <a:xfrm>
            <a:off x="6391275" y="4638675"/>
            <a:ext cx="2193925" cy="83185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dynamic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friction</a:t>
            </a:r>
            <a:endParaRPr/>
          </a:p>
        </p:txBody>
      </p:sp>
      <p:sp>
        <p:nvSpPr>
          <p:cNvPr id="493" name="Google Shape;493;p28"/>
          <p:cNvSpPr txBox="1"/>
          <p:nvPr/>
        </p:nvSpPr>
        <p:spPr>
          <a:xfrm>
            <a:off x="868363" y="6473825"/>
            <a:ext cx="782637" cy="40005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static</a:t>
            </a:r>
            <a:endParaRPr/>
          </a:p>
        </p:txBody>
      </p:sp>
      <p:sp>
        <p:nvSpPr>
          <p:cNvPr id="494" name="Google Shape;494;p28"/>
          <p:cNvSpPr txBox="1"/>
          <p:nvPr/>
        </p:nvSpPr>
        <p:spPr>
          <a:xfrm>
            <a:off x="1628775" y="6473825"/>
            <a:ext cx="2170113" cy="40005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dynamic</a:t>
            </a:r>
            <a:endParaRPr/>
          </a:p>
        </p:txBody>
      </p:sp>
      <p:cxnSp>
        <p:nvCxnSpPr>
          <p:cNvPr id="495" name="Google Shape;495;p28"/>
          <p:cNvCxnSpPr/>
          <p:nvPr/>
        </p:nvCxnSpPr>
        <p:spPr>
          <a:xfrm rot="10800000">
            <a:off x="1619250" y="4538663"/>
            <a:ext cx="0" cy="20335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96" name="Google Shape;496;p28"/>
          <p:cNvSpPr txBox="1"/>
          <p:nvPr/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A.2.1 – Forces…</a:t>
            </a:r>
            <a:endParaRPr/>
          </a:p>
        </p:txBody>
      </p:sp>
      <p:grpSp>
        <p:nvGrpSpPr>
          <p:cNvPr id="497" name="Google Shape;497;p28"/>
          <p:cNvGrpSpPr/>
          <p:nvPr/>
        </p:nvGrpSpPr>
        <p:grpSpPr>
          <a:xfrm>
            <a:off x="5131120" y="5560605"/>
            <a:ext cx="2571750" cy="758825"/>
            <a:chOff x="2450" y="2854"/>
            <a:chExt cx="1620" cy="478"/>
          </a:xfrm>
        </p:grpSpPr>
        <p:sp>
          <p:nvSpPr>
            <p:cNvPr id="498" name="Google Shape;498;p28"/>
            <p:cNvSpPr/>
            <p:nvPr/>
          </p:nvSpPr>
          <p:spPr>
            <a:xfrm>
              <a:off x="3537" y="2950"/>
              <a:ext cx="533" cy="250"/>
            </a:xfrm>
            <a:prstGeom prst="rightArrow">
              <a:avLst>
                <a:gd fmla="val 50000" name="adj1"/>
                <a:gd fmla="val 53300" name="adj2"/>
              </a:avLst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99" name="Google Shape;499;p28"/>
            <p:cNvSpPr txBox="1"/>
            <p:nvPr/>
          </p:nvSpPr>
          <p:spPr>
            <a:xfrm>
              <a:off x="3532" y="2971"/>
              <a:ext cx="24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500" name="Google Shape;500;p28"/>
            <p:cNvSpPr/>
            <p:nvPr/>
          </p:nvSpPr>
          <p:spPr>
            <a:xfrm>
              <a:off x="2630" y="2854"/>
              <a:ext cx="476" cy="468"/>
            </a:xfrm>
            <a:prstGeom prst="rect">
              <a:avLst/>
            </a:prstGeom>
            <a:solidFill>
              <a:srgbClr val="FFCC66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501" name="Google Shape;501;p28"/>
            <p:cNvCxnSpPr/>
            <p:nvPr/>
          </p:nvCxnSpPr>
          <p:spPr>
            <a:xfrm rot="10800000">
              <a:off x="2450" y="3326"/>
              <a:ext cx="409" cy="0"/>
            </a:xfrm>
            <a:prstGeom prst="straightConnector1">
              <a:avLst/>
            </a:prstGeom>
            <a:noFill/>
            <a:ln cap="flat" cmpd="sng" w="76200">
              <a:solidFill>
                <a:srgbClr val="FF33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02" name="Google Shape;502;p28"/>
            <p:cNvSpPr txBox="1"/>
            <p:nvPr/>
          </p:nvSpPr>
          <p:spPr>
            <a:xfrm>
              <a:off x="2789" y="3099"/>
              <a:ext cx="23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  <p:cxnSp>
          <p:nvCxnSpPr>
            <p:cNvPr id="503" name="Google Shape;503;p28"/>
            <p:cNvCxnSpPr/>
            <p:nvPr/>
          </p:nvCxnSpPr>
          <p:spPr>
            <a:xfrm>
              <a:off x="3110" y="3075"/>
              <a:ext cx="4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04" name="Google Shape;504;p28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9"/>
          <p:cNvSpPr/>
          <p:nvPr/>
        </p:nvSpPr>
        <p:spPr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Surface frictional force</a:t>
            </a: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During the static phase,                                               the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static friction force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exactly matches the                                                         applied (tension) force.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∙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increases linearly until                                               it reaches a maximum value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s,max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friction force then almost instantaneously decreases to a constant value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called the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dynamic friction force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∙Take note of the following general properties of the friction force: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29"/>
          <p:cNvSpPr/>
          <p:nvPr/>
        </p:nvSpPr>
        <p:spPr>
          <a:xfrm>
            <a:off x="4360863" y="1463675"/>
            <a:ext cx="4600575" cy="24479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511" name="Google Shape;511;p29"/>
          <p:cNvGrpSpPr/>
          <p:nvPr/>
        </p:nvGrpSpPr>
        <p:grpSpPr>
          <a:xfrm>
            <a:off x="4810919" y="1762125"/>
            <a:ext cx="4052094" cy="2066925"/>
            <a:chOff x="513" y="3039"/>
            <a:chExt cx="2553" cy="1302"/>
          </a:xfrm>
        </p:grpSpPr>
        <p:grpSp>
          <p:nvGrpSpPr>
            <p:cNvPr id="512" name="Google Shape;512;p29"/>
            <p:cNvGrpSpPr/>
            <p:nvPr/>
          </p:nvGrpSpPr>
          <p:grpSpPr>
            <a:xfrm>
              <a:off x="513" y="3042"/>
              <a:ext cx="2313" cy="1251"/>
              <a:chOff x="513" y="3042"/>
              <a:chExt cx="2313" cy="1251"/>
            </a:xfrm>
          </p:grpSpPr>
          <p:cxnSp>
            <p:nvCxnSpPr>
              <p:cNvPr id="513" name="Google Shape;513;p29"/>
              <p:cNvCxnSpPr/>
              <p:nvPr/>
            </p:nvCxnSpPr>
            <p:spPr>
              <a:xfrm>
                <a:off x="670" y="4036"/>
                <a:ext cx="2155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514" name="Google Shape;514;p29"/>
              <p:cNvCxnSpPr/>
              <p:nvPr/>
            </p:nvCxnSpPr>
            <p:spPr>
              <a:xfrm rot="10800000">
                <a:off x="790" y="3042"/>
                <a:ext cx="0" cy="112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515" name="Google Shape;515;p29"/>
              <p:cNvSpPr txBox="1"/>
              <p:nvPr/>
            </p:nvSpPr>
            <p:spPr>
              <a:xfrm rot="-5400000">
                <a:off x="374" y="3429"/>
                <a:ext cx="529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Force</a:t>
                </a:r>
                <a:endParaRPr/>
              </a:p>
            </p:txBody>
          </p:sp>
          <p:sp>
            <p:nvSpPr>
              <p:cNvPr id="516" name="Google Shape;516;p29"/>
              <p:cNvSpPr txBox="1"/>
              <p:nvPr/>
            </p:nvSpPr>
            <p:spPr>
              <a:xfrm>
                <a:off x="1559" y="4062"/>
                <a:ext cx="436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Time</a:t>
                </a:r>
                <a:endParaRPr/>
              </a:p>
            </p:txBody>
          </p:sp>
        </p:grpSp>
        <p:grpSp>
          <p:nvGrpSpPr>
            <p:cNvPr id="517" name="Google Shape;517;p29"/>
            <p:cNvGrpSpPr/>
            <p:nvPr/>
          </p:nvGrpSpPr>
          <p:grpSpPr>
            <a:xfrm>
              <a:off x="946" y="3568"/>
              <a:ext cx="110" cy="101"/>
              <a:chOff x="3094" y="2620"/>
              <a:chExt cx="110" cy="101"/>
            </a:xfrm>
          </p:grpSpPr>
          <p:sp>
            <p:nvSpPr>
              <p:cNvPr id="518" name="Google Shape;518;p29"/>
              <p:cNvSpPr/>
              <p:nvPr/>
            </p:nvSpPr>
            <p:spPr>
              <a:xfrm>
                <a:off x="3121" y="2638"/>
                <a:ext cx="83" cy="83"/>
              </a:xfrm>
              <a:prstGeom prst="ellipse">
                <a:avLst/>
              </a:prstGeom>
              <a:solidFill>
                <a:srgbClr val="00FF00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519" name="Google Shape;519;p29"/>
              <p:cNvSpPr/>
              <p:nvPr/>
            </p:nvSpPr>
            <p:spPr>
              <a:xfrm>
                <a:off x="3094" y="2620"/>
                <a:ext cx="84" cy="84"/>
              </a:xfrm>
              <a:prstGeom prst="ellipse">
                <a:avLst/>
              </a:prstGeom>
              <a:noFill/>
              <a:ln cap="flat" cmpd="sng" w="28575">
                <a:solidFill>
                  <a:srgbClr val="FF33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520" name="Google Shape;520;p29"/>
            <p:cNvGrpSpPr/>
            <p:nvPr/>
          </p:nvGrpSpPr>
          <p:grpSpPr>
            <a:xfrm>
              <a:off x="746" y="3956"/>
              <a:ext cx="84" cy="109"/>
              <a:chOff x="2910" y="3237"/>
              <a:chExt cx="84" cy="109"/>
            </a:xfrm>
          </p:grpSpPr>
          <p:sp>
            <p:nvSpPr>
              <p:cNvPr id="521" name="Google Shape;521;p29"/>
              <p:cNvSpPr/>
              <p:nvPr/>
            </p:nvSpPr>
            <p:spPr>
              <a:xfrm>
                <a:off x="2911" y="3263"/>
                <a:ext cx="83" cy="83"/>
              </a:xfrm>
              <a:prstGeom prst="ellipse">
                <a:avLst/>
              </a:prstGeom>
              <a:solidFill>
                <a:srgbClr val="00FF00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522" name="Google Shape;522;p29"/>
              <p:cNvSpPr/>
              <p:nvPr/>
            </p:nvSpPr>
            <p:spPr>
              <a:xfrm>
                <a:off x="2910" y="3237"/>
                <a:ext cx="84" cy="84"/>
              </a:xfrm>
              <a:prstGeom prst="ellipse">
                <a:avLst/>
              </a:prstGeom>
              <a:noFill/>
              <a:ln cap="flat" cmpd="sng" w="28575">
                <a:solidFill>
                  <a:srgbClr val="FF33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523" name="Google Shape;523;p29"/>
            <p:cNvGrpSpPr/>
            <p:nvPr/>
          </p:nvGrpSpPr>
          <p:grpSpPr>
            <a:xfrm>
              <a:off x="837" y="3748"/>
              <a:ext cx="93" cy="119"/>
              <a:chOff x="2985" y="2940"/>
              <a:chExt cx="93" cy="119"/>
            </a:xfrm>
          </p:grpSpPr>
          <p:sp>
            <p:nvSpPr>
              <p:cNvPr id="524" name="Google Shape;524;p29"/>
              <p:cNvSpPr/>
              <p:nvPr/>
            </p:nvSpPr>
            <p:spPr>
              <a:xfrm>
                <a:off x="2995" y="2976"/>
                <a:ext cx="83" cy="83"/>
              </a:xfrm>
              <a:prstGeom prst="ellipse">
                <a:avLst/>
              </a:prstGeom>
              <a:solidFill>
                <a:srgbClr val="00FF00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525" name="Google Shape;525;p29"/>
              <p:cNvSpPr/>
              <p:nvPr/>
            </p:nvSpPr>
            <p:spPr>
              <a:xfrm>
                <a:off x="2985" y="2940"/>
                <a:ext cx="84" cy="84"/>
              </a:xfrm>
              <a:prstGeom prst="ellipse">
                <a:avLst/>
              </a:prstGeom>
              <a:noFill/>
              <a:ln cap="flat" cmpd="sng" w="28575">
                <a:solidFill>
                  <a:srgbClr val="FF33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526" name="Google Shape;526;p29"/>
            <p:cNvGrpSpPr/>
            <p:nvPr/>
          </p:nvGrpSpPr>
          <p:grpSpPr>
            <a:xfrm>
              <a:off x="1071" y="3338"/>
              <a:ext cx="110" cy="101"/>
              <a:chOff x="3236" y="2270"/>
              <a:chExt cx="110" cy="101"/>
            </a:xfrm>
          </p:grpSpPr>
          <p:sp>
            <p:nvSpPr>
              <p:cNvPr id="527" name="Google Shape;527;p29"/>
              <p:cNvSpPr/>
              <p:nvPr/>
            </p:nvSpPr>
            <p:spPr>
              <a:xfrm>
                <a:off x="3263" y="2288"/>
                <a:ext cx="83" cy="83"/>
              </a:xfrm>
              <a:prstGeom prst="ellipse">
                <a:avLst/>
              </a:prstGeom>
              <a:solidFill>
                <a:srgbClr val="00FF00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528" name="Google Shape;528;p29"/>
              <p:cNvSpPr/>
              <p:nvPr/>
            </p:nvSpPr>
            <p:spPr>
              <a:xfrm>
                <a:off x="3236" y="2270"/>
                <a:ext cx="84" cy="84"/>
              </a:xfrm>
              <a:prstGeom prst="ellipse">
                <a:avLst/>
              </a:prstGeom>
              <a:noFill/>
              <a:ln cap="flat" cmpd="sng" w="28575">
                <a:solidFill>
                  <a:srgbClr val="FF33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sp>
          <p:nvSpPr>
            <p:cNvPr id="529" name="Google Shape;529;p29"/>
            <p:cNvSpPr/>
            <p:nvPr/>
          </p:nvSpPr>
          <p:spPr>
            <a:xfrm>
              <a:off x="1206" y="3571"/>
              <a:ext cx="84" cy="84"/>
            </a:xfrm>
            <a:prstGeom prst="ellipse">
              <a:avLst/>
            </a:prstGeom>
            <a:noFill/>
            <a:ln cap="flat" cmpd="sng" w="28575">
              <a:solidFill>
                <a:srgbClr val="FF33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530" name="Google Shape;530;p29"/>
            <p:cNvGrpSpPr/>
            <p:nvPr/>
          </p:nvGrpSpPr>
          <p:grpSpPr>
            <a:xfrm>
              <a:off x="1517" y="3093"/>
              <a:ext cx="104" cy="563"/>
              <a:chOff x="1493" y="3093"/>
              <a:chExt cx="104" cy="563"/>
            </a:xfrm>
          </p:grpSpPr>
          <p:sp>
            <p:nvSpPr>
              <p:cNvPr id="531" name="Google Shape;531;p29"/>
              <p:cNvSpPr/>
              <p:nvPr/>
            </p:nvSpPr>
            <p:spPr>
              <a:xfrm>
                <a:off x="1514" y="3093"/>
                <a:ext cx="83" cy="83"/>
              </a:xfrm>
              <a:prstGeom prst="ellipse">
                <a:avLst/>
              </a:prstGeom>
              <a:solidFill>
                <a:srgbClr val="00FF00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532" name="Google Shape;532;p29"/>
              <p:cNvSpPr/>
              <p:nvPr/>
            </p:nvSpPr>
            <p:spPr>
              <a:xfrm>
                <a:off x="1493" y="3572"/>
                <a:ext cx="84" cy="84"/>
              </a:xfrm>
              <a:prstGeom prst="ellipse">
                <a:avLst/>
              </a:prstGeom>
              <a:noFill/>
              <a:ln cap="flat" cmpd="sng" w="28575">
                <a:solidFill>
                  <a:srgbClr val="FF33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533" name="Google Shape;533;p29"/>
            <p:cNvGrpSpPr/>
            <p:nvPr/>
          </p:nvGrpSpPr>
          <p:grpSpPr>
            <a:xfrm>
              <a:off x="1918" y="3087"/>
              <a:ext cx="96" cy="564"/>
              <a:chOff x="1894" y="3087"/>
              <a:chExt cx="96" cy="564"/>
            </a:xfrm>
          </p:grpSpPr>
          <p:sp>
            <p:nvSpPr>
              <p:cNvPr id="534" name="Google Shape;534;p29"/>
              <p:cNvSpPr/>
              <p:nvPr/>
            </p:nvSpPr>
            <p:spPr>
              <a:xfrm>
                <a:off x="1907" y="3087"/>
                <a:ext cx="83" cy="83"/>
              </a:xfrm>
              <a:prstGeom prst="ellipse">
                <a:avLst/>
              </a:prstGeom>
              <a:solidFill>
                <a:srgbClr val="00FF00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535" name="Google Shape;535;p29"/>
              <p:cNvSpPr/>
              <p:nvPr/>
            </p:nvSpPr>
            <p:spPr>
              <a:xfrm>
                <a:off x="1894" y="3567"/>
                <a:ext cx="84" cy="84"/>
              </a:xfrm>
              <a:prstGeom prst="ellipse">
                <a:avLst/>
              </a:prstGeom>
              <a:noFill/>
              <a:ln cap="flat" cmpd="sng" w="28575">
                <a:solidFill>
                  <a:srgbClr val="FF33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536" name="Google Shape;536;p29"/>
            <p:cNvGrpSpPr/>
            <p:nvPr/>
          </p:nvGrpSpPr>
          <p:grpSpPr>
            <a:xfrm>
              <a:off x="2330" y="3100"/>
              <a:ext cx="105" cy="554"/>
              <a:chOff x="2306" y="3100"/>
              <a:chExt cx="105" cy="554"/>
            </a:xfrm>
          </p:grpSpPr>
          <p:sp>
            <p:nvSpPr>
              <p:cNvPr id="537" name="Google Shape;537;p29"/>
              <p:cNvSpPr/>
              <p:nvPr/>
            </p:nvSpPr>
            <p:spPr>
              <a:xfrm>
                <a:off x="2328" y="3100"/>
                <a:ext cx="83" cy="83"/>
              </a:xfrm>
              <a:prstGeom prst="ellipse">
                <a:avLst/>
              </a:prstGeom>
              <a:solidFill>
                <a:srgbClr val="00FF00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538" name="Google Shape;538;p29"/>
              <p:cNvSpPr/>
              <p:nvPr/>
            </p:nvSpPr>
            <p:spPr>
              <a:xfrm>
                <a:off x="2306" y="3570"/>
                <a:ext cx="84" cy="84"/>
              </a:xfrm>
              <a:prstGeom prst="ellipse">
                <a:avLst/>
              </a:prstGeom>
              <a:noFill/>
              <a:ln cap="flat" cmpd="sng" w="28575">
                <a:solidFill>
                  <a:srgbClr val="FF33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539" name="Google Shape;539;p29"/>
            <p:cNvGrpSpPr/>
            <p:nvPr/>
          </p:nvGrpSpPr>
          <p:grpSpPr>
            <a:xfrm>
              <a:off x="2494" y="3391"/>
              <a:ext cx="571" cy="418"/>
              <a:chOff x="2927" y="2845"/>
              <a:chExt cx="571" cy="418"/>
            </a:xfrm>
          </p:grpSpPr>
          <p:sp>
            <p:nvSpPr>
              <p:cNvPr id="540" name="Google Shape;540;p29"/>
              <p:cNvSpPr txBox="1"/>
              <p:nvPr/>
            </p:nvSpPr>
            <p:spPr>
              <a:xfrm>
                <a:off x="2934" y="2845"/>
                <a:ext cx="532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tension</a:t>
                </a:r>
                <a:endParaRPr/>
              </a:p>
            </p:txBody>
          </p:sp>
          <p:sp>
            <p:nvSpPr>
              <p:cNvPr id="541" name="Google Shape;541;p29"/>
              <p:cNvSpPr txBox="1"/>
              <p:nvPr/>
            </p:nvSpPr>
            <p:spPr>
              <a:xfrm>
                <a:off x="2927" y="3050"/>
                <a:ext cx="497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friction</a:t>
                </a:r>
                <a:endParaRPr/>
              </a:p>
            </p:txBody>
          </p:sp>
          <p:sp>
            <p:nvSpPr>
              <p:cNvPr id="542" name="Google Shape;542;p29"/>
              <p:cNvSpPr/>
              <p:nvPr/>
            </p:nvSpPr>
            <p:spPr>
              <a:xfrm>
                <a:off x="3409" y="2892"/>
                <a:ext cx="83" cy="83"/>
              </a:xfrm>
              <a:prstGeom prst="ellipse">
                <a:avLst/>
              </a:prstGeom>
              <a:solidFill>
                <a:srgbClr val="00FF00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543" name="Google Shape;543;p29"/>
              <p:cNvSpPr/>
              <p:nvPr/>
            </p:nvSpPr>
            <p:spPr>
              <a:xfrm>
                <a:off x="3414" y="3108"/>
                <a:ext cx="84" cy="84"/>
              </a:xfrm>
              <a:prstGeom prst="ellipse">
                <a:avLst/>
              </a:prstGeom>
              <a:noFill/>
              <a:ln cap="flat" cmpd="sng" w="28575">
                <a:solidFill>
                  <a:srgbClr val="FF33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544" name="Google Shape;544;p29"/>
            <p:cNvGrpSpPr/>
            <p:nvPr/>
          </p:nvGrpSpPr>
          <p:grpSpPr>
            <a:xfrm>
              <a:off x="1183" y="3085"/>
              <a:ext cx="110" cy="101"/>
              <a:chOff x="3236" y="2270"/>
              <a:chExt cx="110" cy="101"/>
            </a:xfrm>
          </p:grpSpPr>
          <p:sp>
            <p:nvSpPr>
              <p:cNvPr id="545" name="Google Shape;545;p29"/>
              <p:cNvSpPr/>
              <p:nvPr/>
            </p:nvSpPr>
            <p:spPr>
              <a:xfrm>
                <a:off x="3263" y="2288"/>
                <a:ext cx="83" cy="83"/>
              </a:xfrm>
              <a:prstGeom prst="ellipse">
                <a:avLst/>
              </a:prstGeom>
              <a:solidFill>
                <a:srgbClr val="00FF00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546" name="Google Shape;546;p29"/>
              <p:cNvSpPr/>
              <p:nvPr/>
            </p:nvSpPr>
            <p:spPr>
              <a:xfrm>
                <a:off x="3236" y="2270"/>
                <a:ext cx="84" cy="84"/>
              </a:xfrm>
              <a:prstGeom prst="ellipse">
                <a:avLst/>
              </a:prstGeom>
              <a:noFill/>
              <a:ln cap="flat" cmpd="sng" w="28575">
                <a:solidFill>
                  <a:srgbClr val="FF33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sp>
          <p:nvSpPr>
            <p:cNvPr id="547" name="Google Shape;547;p29"/>
            <p:cNvSpPr txBox="1"/>
            <p:nvPr/>
          </p:nvSpPr>
          <p:spPr>
            <a:xfrm>
              <a:off x="771" y="4089"/>
              <a:ext cx="566" cy="252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static</a:t>
              </a:r>
              <a:endParaRPr/>
            </a:p>
          </p:txBody>
        </p:sp>
        <p:sp>
          <p:nvSpPr>
            <p:cNvPr id="548" name="Google Shape;548;p29"/>
            <p:cNvSpPr txBox="1"/>
            <p:nvPr/>
          </p:nvSpPr>
          <p:spPr>
            <a:xfrm>
              <a:off x="1250" y="4089"/>
              <a:ext cx="1465" cy="252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dynamic</a:t>
              </a:r>
              <a:endParaRPr/>
            </a:p>
          </p:txBody>
        </p:sp>
        <p:cxnSp>
          <p:nvCxnSpPr>
            <p:cNvPr id="549" name="Google Shape;549;p29"/>
            <p:cNvCxnSpPr/>
            <p:nvPr/>
          </p:nvCxnSpPr>
          <p:spPr>
            <a:xfrm rot="10800000">
              <a:off x="1244" y="3039"/>
              <a:ext cx="0" cy="128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550" name="Google Shape;550;p29"/>
          <p:cNvSpPr/>
          <p:nvPr/>
        </p:nvSpPr>
        <p:spPr>
          <a:xfrm>
            <a:off x="5248275" y="1874838"/>
            <a:ext cx="2667000" cy="1462087"/>
          </a:xfrm>
          <a:custGeom>
            <a:rect b="b" l="l" r="r" t="t"/>
            <a:pathLst>
              <a:path extrusionOk="0" h="921" w="1680">
                <a:moveTo>
                  <a:pt x="0" y="921"/>
                </a:moveTo>
                <a:lnTo>
                  <a:pt x="461" y="0"/>
                </a:lnTo>
                <a:lnTo>
                  <a:pt x="461" y="499"/>
                </a:lnTo>
                <a:lnTo>
                  <a:pt x="1680" y="499"/>
                </a:lnTo>
              </a:path>
            </a:pathLst>
          </a:custGeom>
          <a:noFill/>
          <a:ln cap="flat" cmpd="sng" w="76200">
            <a:solidFill>
              <a:srgbClr val="FF3300"/>
            </a:solidFill>
            <a:prstDash val="solid"/>
            <a:round/>
            <a:headEnd len="sm" w="sm" type="none"/>
            <a:tailEnd len="med" w="med" type="stealth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51" name="Google Shape;551;p29"/>
          <p:cNvSpPr txBox="1"/>
          <p:nvPr/>
        </p:nvSpPr>
        <p:spPr>
          <a:xfrm>
            <a:off x="4354513" y="1511300"/>
            <a:ext cx="920750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s,max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2" name="Google Shape;552;p29"/>
          <p:cNvCxnSpPr/>
          <p:nvPr/>
        </p:nvCxnSpPr>
        <p:spPr>
          <a:xfrm rot="10800000">
            <a:off x="5141913" y="1858963"/>
            <a:ext cx="8524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53" name="Google Shape;553;p29"/>
          <p:cNvSpPr txBox="1"/>
          <p:nvPr/>
        </p:nvSpPr>
        <p:spPr>
          <a:xfrm>
            <a:off x="1054100" y="6289675"/>
            <a:ext cx="2143125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≤ 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≤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s,max</a:t>
            </a:r>
            <a:endParaRPr baseline="-25000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29"/>
          <p:cNvSpPr txBox="1"/>
          <p:nvPr/>
        </p:nvSpPr>
        <p:spPr>
          <a:xfrm>
            <a:off x="3683000" y="6281738"/>
            <a:ext cx="157162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&lt;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s,max</a:t>
            </a:r>
            <a:endParaRPr baseline="-25000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29"/>
          <p:cNvSpPr txBox="1"/>
          <p:nvPr/>
        </p:nvSpPr>
        <p:spPr>
          <a:xfrm>
            <a:off x="5670550" y="6267450"/>
            <a:ext cx="2312988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a constant</a:t>
            </a:r>
            <a:endParaRPr baseline="-25000"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6" name="Google Shape;556;p29"/>
          <p:cNvCxnSpPr/>
          <p:nvPr/>
        </p:nvCxnSpPr>
        <p:spPr>
          <a:xfrm flipH="1" rot="10800000">
            <a:off x="5248275" y="1889125"/>
            <a:ext cx="715963" cy="14478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grpSp>
        <p:nvGrpSpPr>
          <p:cNvPr id="557" name="Google Shape;557;p29"/>
          <p:cNvGrpSpPr/>
          <p:nvPr/>
        </p:nvGrpSpPr>
        <p:grpSpPr>
          <a:xfrm>
            <a:off x="4365625" y="2414588"/>
            <a:ext cx="3762375" cy="461962"/>
            <a:chOff x="2564" y="1550"/>
            <a:chExt cx="2370" cy="291"/>
          </a:xfrm>
        </p:grpSpPr>
        <p:cxnSp>
          <p:nvCxnSpPr>
            <p:cNvPr id="558" name="Google Shape;558;p29"/>
            <p:cNvCxnSpPr/>
            <p:nvPr/>
          </p:nvCxnSpPr>
          <p:spPr>
            <a:xfrm rot="10800000">
              <a:off x="3034" y="1709"/>
              <a:ext cx="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559" name="Google Shape;559;p29"/>
            <p:cNvSpPr txBox="1"/>
            <p:nvPr/>
          </p:nvSpPr>
          <p:spPr>
            <a:xfrm>
              <a:off x="2564" y="1550"/>
              <a:ext cx="310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aseline="-25000"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0" name="Google Shape;560;p29"/>
          <p:cNvSpPr txBox="1"/>
          <p:nvPr/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A.2 – Forces…</a:t>
            </a:r>
            <a:endParaRPr/>
          </a:p>
        </p:txBody>
      </p:sp>
      <p:sp>
        <p:nvSpPr>
          <p:cNvPr id="561" name="Google Shape;561;p29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30"/>
          <p:cNvSpPr/>
          <p:nvPr/>
        </p:nvSpPr>
        <p:spPr>
          <a:xfrm>
            <a:off x="685800" y="1549400"/>
            <a:ext cx="7772400" cy="4683125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Surface frictional force</a:t>
            </a: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So, what exactly causes friction?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People in the manufacturing sector who work with metals know that the more you smoothen and polish two metal surfaces, the more strongly they stick together if brought in contact.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fact, if suitably polished in a vacuum,                                  they will stick so hard that they cannot                                     be separated.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∙We say that the two pieces of metal                                     have been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cold-welded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30"/>
          <p:cNvSpPr/>
          <p:nvPr/>
        </p:nvSpPr>
        <p:spPr>
          <a:xfrm>
            <a:off x="6761163" y="4056063"/>
            <a:ext cx="1327150" cy="746125"/>
          </a:xfrm>
          <a:prstGeom prst="rect">
            <a:avLst/>
          </a:prstGeom>
          <a:gradFill>
            <a:gsLst>
              <a:gs pos="0">
                <a:srgbClr val="DDDDDD"/>
              </a:gs>
              <a:gs pos="100000">
                <a:srgbClr val="666666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68" name="Google Shape;568;p30"/>
          <p:cNvSpPr/>
          <p:nvPr/>
        </p:nvSpPr>
        <p:spPr>
          <a:xfrm>
            <a:off x="6762750" y="5372100"/>
            <a:ext cx="1325563" cy="762000"/>
          </a:xfrm>
          <a:prstGeom prst="rect">
            <a:avLst/>
          </a:prstGeom>
          <a:gradFill>
            <a:gsLst>
              <a:gs pos="0">
                <a:srgbClr val="666666"/>
              </a:gs>
              <a:gs pos="100000">
                <a:srgbClr val="DDDDDD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569" name="Google Shape;569;p30"/>
          <p:cNvGrpSpPr/>
          <p:nvPr/>
        </p:nvGrpSpPr>
        <p:grpSpPr>
          <a:xfrm>
            <a:off x="6757988" y="4627563"/>
            <a:ext cx="1327150" cy="1506537"/>
            <a:chOff x="3217" y="2711"/>
            <a:chExt cx="836" cy="949"/>
          </a:xfrm>
        </p:grpSpPr>
        <p:sp>
          <p:nvSpPr>
            <p:cNvPr id="570" name="Google Shape;570;p30"/>
            <p:cNvSpPr/>
            <p:nvPr/>
          </p:nvSpPr>
          <p:spPr>
            <a:xfrm>
              <a:off x="3217" y="2711"/>
              <a:ext cx="836" cy="470"/>
            </a:xfrm>
            <a:prstGeom prst="rect">
              <a:avLst/>
            </a:prstGeom>
            <a:gradFill>
              <a:gsLst>
                <a:gs pos="0">
                  <a:srgbClr val="DDDDDD"/>
                </a:gs>
                <a:gs pos="100000">
                  <a:srgbClr val="666666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571" name="Google Shape;571;p30"/>
            <p:cNvSpPr/>
            <p:nvPr/>
          </p:nvSpPr>
          <p:spPr>
            <a:xfrm>
              <a:off x="3218" y="3180"/>
              <a:ext cx="835" cy="480"/>
            </a:xfrm>
            <a:prstGeom prst="rect">
              <a:avLst/>
            </a:prstGeom>
            <a:gradFill>
              <a:gsLst>
                <a:gs pos="0">
                  <a:srgbClr val="666666"/>
                </a:gs>
                <a:gs pos="100000">
                  <a:srgbClr val="DDDDDD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572" name="Google Shape;572;p30"/>
          <p:cNvSpPr txBox="1"/>
          <p:nvPr/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A.2 – Forces…</a:t>
            </a:r>
            <a:endParaRPr/>
          </a:p>
        </p:txBody>
      </p:sp>
      <p:sp>
        <p:nvSpPr>
          <p:cNvPr id="573" name="Google Shape;573;p30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0" fill="hold"/>
                                        <p:tgtEl>
                                          <p:spTgt spid="56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31"/>
          <p:cNvSpPr/>
          <p:nvPr/>
        </p:nvSpPr>
        <p:spPr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Surface frictional force</a:t>
            </a: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 the atomic level, when two surfaces come into contact, small peaks on one surface cold weld with small peaks on the other surface.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Applying the initial sideways force, all                                     of the cold welds oppose the motion.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the force is sufficiently large, the cold                                welds break, and new peaks contact each                                other and cold weld.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∙If the surfaces remain in relative                                        sliding motion, fewer welds have a chance to form.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define the unitless constant, called the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coefficient of friction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μ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which depends on the composition of the two surfaces, as the ratio of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9" name="Google Shape;579;p31"/>
          <p:cNvGrpSpPr/>
          <p:nvPr/>
        </p:nvGrpSpPr>
        <p:grpSpPr>
          <a:xfrm>
            <a:off x="6537325" y="2800350"/>
            <a:ext cx="1355725" cy="466725"/>
            <a:chOff x="4224" y="2337"/>
            <a:chExt cx="854" cy="294"/>
          </a:xfrm>
        </p:grpSpPr>
        <p:sp>
          <p:nvSpPr>
            <p:cNvPr id="580" name="Google Shape;580;p31"/>
            <p:cNvSpPr/>
            <p:nvPr/>
          </p:nvSpPr>
          <p:spPr>
            <a:xfrm>
              <a:off x="4224" y="2343"/>
              <a:ext cx="854" cy="288"/>
            </a:xfrm>
            <a:custGeom>
              <a:rect b="b" l="l" r="r" t="t"/>
              <a:pathLst>
                <a:path extrusionOk="0" h="288" w="854">
                  <a:moveTo>
                    <a:pt x="0" y="0"/>
                  </a:moveTo>
                  <a:lnTo>
                    <a:pt x="854" y="0"/>
                  </a:lnTo>
                  <a:lnTo>
                    <a:pt x="854" y="278"/>
                  </a:lnTo>
                  <a:lnTo>
                    <a:pt x="766" y="249"/>
                  </a:lnTo>
                  <a:lnTo>
                    <a:pt x="704" y="288"/>
                  </a:lnTo>
                  <a:lnTo>
                    <a:pt x="599" y="288"/>
                  </a:lnTo>
                  <a:lnTo>
                    <a:pt x="537" y="252"/>
                  </a:lnTo>
                  <a:lnTo>
                    <a:pt x="461" y="286"/>
                  </a:lnTo>
                  <a:lnTo>
                    <a:pt x="422" y="247"/>
                  </a:lnTo>
                  <a:lnTo>
                    <a:pt x="355" y="288"/>
                  </a:lnTo>
                  <a:lnTo>
                    <a:pt x="249" y="278"/>
                  </a:lnTo>
                  <a:lnTo>
                    <a:pt x="192" y="252"/>
                  </a:lnTo>
                  <a:lnTo>
                    <a:pt x="132" y="288"/>
                  </a:lnTo>
                  <a:lnTo>
                    <a:pt x="86" y="242"/>
                  </a:lnTo>
                  <a:lnTo>
                    <a:pt x="3" y="24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839D9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581" name="Google Shape;581;p31"/>
            <p:cNvSpPr txBox="1"/>
            <p:nvPr/>
          </p:nvSpPr>
          <p:spPr>
            <a:xfrm>
              <a:off x="4300" y="2337"/>
              <a:ext cx="74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surface 1</a:t>
              </a:r>
              <a:endParaRPr/>
            </a:p>
          </p:txBody>
        </p:sp>
      </p:grpSp>
      <p:grpSp>
        <p:nvGrpSpPr>
          <p:cNvPr id="582" name="Google Shape;582;p31"/>
          <p:cNvGrpSpPr/>
          <p:nvPr/>
        </p:nvGrpSpPr>
        <p:grpSpPr>
          <a:xfrm>
            <a:off x="6538913" y="4295775"/>
            <a:ext cx="1355725" cy="457200"/>
            <a:chOff x="4215" y="2938"/>
            <a:chExt cx="854" cy="288"/>
          </a:xfrm>
        </p:grpSpPr>
        <p:sp>
          <p:nvSpPr>
            <p:cNvPr id="583" name="Google Shape;583;p31"/>
            <p:cNvSpPr/>
            <p:nvPr/>
          </p:nvSpPr>
          <p:spPr>
            <a:xfrm rot="10800000">
              <a:off x="4215" y="2938"/>
              <a:ext cx="854" cy="288"/>
            </a:xfrm>
            <a:custGeom>
              <a:rect b="b" l="l" r="r" t="t"/>
              <a:pathLst>
                <a:path extrusionOk="0" h="288" w="854">
                  <a:moveTo>
                    <a:pt x="0" y="0"/>
                  </a:moveTo>
                  <a:lnTo>
                    <a:pt x="854" y="0"/>
                  </a:lnTo>
                  <a:lnTo>
                    <a:pt x="854" y="278"/>
                  </a:lnTo>
                  <a:lnTo>
                    <a:pt x="766" y="249"/>
                  </a:lnTo>
                  <a:lnTo>
                    <a:pt x="704" y="288"/>
                  </a:lnTo>
                  <a:lnTo>
                    <a:pt x="599" y="288"/>
                  </a:lnTo>
                  <a:lnTo>
                    <a:pt x="537" y="252"/>
                  </a:lnTo>
                  <a:lnTo>
                    <a:pt x="461" y="286"/>
                  </a:lnTo>
                  <a:lnTo>
                    <a:pt x="422" y="247"/>
                  </a:lnTo>
                  <a:lnTo>
                    <a:pt x="355" y="288"/>
                  </a:lnTo>
                  <a:lnTo>
                    <a:pt x="249" y="278"/>
                  </a:lnTo>
                  <a:lnTo>
                    <a:pt x="192" y="252"/>
                  </a:lnTo>
                  <a:lnTo>
                    <a:pt x="132" y="288"/>
                  </a:lnTo>
                  <a:lnTo>
                    <a:pt x="86" y="242"/>
                  </a:lnTo>
                  <a:lnTo>
                    <a:pt x="3" y="24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839D9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584" name="Google Shape;584;p31"/>
            <p:cNvSpPr txBox="1"/>
            <p:nvPr/>
          </p:nvSpPr>
          <p:spPr>
            <a:xfrm>
              <a:off x="4281" y="2980"/>
              <a:ext cx="74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surface 2</a:t>
              </a:r>
              <a:endParaRPr/>
            </a:p>
          </p:txBody>
        </p:sp>
      </p:grpSp>
      <p:sp>
        <p:nvSpPr>
          <p:cNvPr id="585" name="Google Shape;585;p31"/>
          <p:cNvSpPr/>
          <p:nvPr/>
        </p:nvSpPr>
        <p:spPr>
          <a:xfrm>
            <a:off x="6705600" y="4251325"/>
            <a:ext cx="92075" cy="92075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86" name="Google Shape;586;p31"/>
          <p:cNvSpPr/>
          <p:nvPr/>
        </p:nvSpPr>
        <p:spPr>
          <a:xfrm>
            <a:off x="6886575" y="4252913"/>
            <a:ext cx="92075" cy="92075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87" name="Google Shape;587;p31"/>
          <p:cNvSpPr/>
          <p:nvPr/>
        </p:nvSpPr>
        <p:spPr>
          <a:xfrm>
            <a:off x="7070725" y="4252913"/>
            <a:ext cx="92075" cy="92075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88" name="Google Shape;588;p31"/>
          <p:cNvSpPr/>
          <p:nvPr/>
        </p:nvSpPr>
        <p:spPr>
          <a:xfrm>
            <a:off x="7437438" y="4267200"/>
            <a:ext cx="92075" cy="92075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89" name="Google Shape;589;p31"/>
          <p:cNvSpPr/>
          <p:nvPr/>
        </p:nvSpPr>
        <p:spPr>
          <a:xfrm>
            <a:off x="7634288" y="4249738"/>
            <a:ext cx="92075" cy="92075"/>
          </a:xfrm>
          <a:prstGeom prst="ellipse">
            <a:avLst/>
          </a:prstGeom>
          <a:solidFill>
            <a:srgbClr val="FF3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590" name="Google Shape;590;p31"/>
          <p:cNvGrpSpPr/>
          <p:nvPr/>
        </p:nvGrpSpPr>
        <p:grpSpPr>
          <a:xfrm>
            <a:off x="6540500" y="3833813"/>
            <a:ext cx="2486025" cy="889000"/>
            <a:chOff x="1583" y="3193"/>
            <a:chExt cx="1566" cy="560"/>
          </a:xfrm>
        </p:grpSpPr>
        <p:grpSp>
          <p:nvGrpSpPr>
            <p:cNvPr id="591" name="Google Shape;591;p31"/>
            <p:cNvGrpSpPr/>
            <p:nvPr/>
          </p:nvGrpSpPr>
          <p:grpSpPr>
            <a:xfrm>
              <a:off x="1583" y="3193"/>
              <a:ext cx="854" cy="294"/>
              <a:chOff x="4224" y="2337"/>
              <a:chExt cx="854" cy="294"/>
            </a:xfrm>
          </p:grpSpPr>
          <p:sp>
            <p:nvSpPr>
              <p:cNvPr id="592" name="Google Shape;592;p31"/>
              <p:cNvSpPr/>
              <p:nvPr/>
            </p:nvSpPr>
            <p:spPr>
              <a:xfrm>
                <a:off x="4224" y="2343"/>
                <a:ext cx="854" cy="288"/>
              </a:xfrm>
              <a:custGeom>
                <a:rect b="b" l="l" r="r" t="t"/>
                <a:pathLst>
                  <a:path extrusionOk="0" h="288" w="854">
                    <a:moveTo>
                      <a:pt x="0" y="0"/>
                    </a:moveTo>
                    <a:lnTo>
                      <a:pt x="854" y="0"/>
                    </a:lnTo>
                    <a:lnTo>
                      <a:pt x="854" y="278"/>
                    </a:lnTo>
                    <a:lnTo>
                      <a:pt x="766" y="249"/>
                    </a:lnTo>
                    <a:lnTo>
                      <a:pt x="704" y="288"/>
                    </a:lnTo>
                    <a:lnTo>
                      <a:pt x="599" y="288"/>
                    </a:lnTo>
                    <a:lnTo>
                      <a:pt x="537" y="252"/>
                    </a:lnTo>
                    <a:lnTo>
                      <a:pt x="461" y="286"/>
                    </a:lnTo>
                    <a:lnTo>
                      <a:pt x="422" y="247"/>
                    </a:lnTo>
                    <a:lnTo>
                      <a:pt x="355" y="288"/>
                    </a:lnTo>
                    <a:lnTo>
                      <a:pt x="249" y="278"/>
                    </a:lnTo>
                    <a:lnTo>
                      <a:pt x="192" y="252"/>
                    </a:lnTo>
                    <a:lnTo>
                      <a:pt x="132" y="288"/>
                    </a:lnTo>
                    <a:lnTo>
                      <a:pt x="86" y="242"/>
                    </a:lnTo>
                    <a:lnTo>
                      <a:pt x="3" y="24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839D9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593" name="Google Shape;593;p31"/>
              <p:cNvSpPr txBox="1"/>
              <p:nvPr/>
            </p:nvSpPr>
            <p:spPr>
              <a:xfrm>
                <a:off x="4300" y="2337"/>
                <a:ext cx="748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surface 1</a:t>
                </a:r>
                <a:endParaRPr/>
              </a:p>
            </p:txBody>
          </p:sp>
        </p:grpSp>
        <p:grpSp>
          <p:nvGrpSpPr>
            <p:cNvPr id="594" name="Google Shape;594;p31"/>
            <p:cNvGrpSpPr/>
            <p:nvPr/>
          </p:nvGrpSpPr>
          <p:grpSpPr>
            <a:xfrm>
              <a:off x="1584" y="3465"/>
              <a:ext cx="854" cy="288"/>
              <a:chOff x="4215" y="2938"/>
              <a:chExt cx="854" cy="288"/>
            </a:xfrm>
          </p:grpSpPr>
          <p:sp>
            <p:nvSpPr>
              <p:cNvPr id="595" name="Google Shape;595;p31"/>
              <p:cNvSpPr/>
              <p:nvPr/>
            </p:nvSpPr>
            <p:spPr>
              <a:xfrm rot="10800000">
                <a:off x="4215" y="2938"/>
                <a:ext cx="854" cy="288"/>
              </a:xfrm>
              <a:custGeom>
                <a:rect b="b" l="l" r="r" t="t"/>
                <a:pathLst>
                  <a:path extrusionOk="0" h="288" w="854">
                    <a:moveTo>
                      <a:pt x="0" y="0"/>
                    </a:moveTo>
                    <a:lnTo>
                      <a:pt x="854" y="0"/>
                    </a:lnTo>
                    <a:lnTo>
                      <a:pt x="854" y="278"/>
                    </a:lnTo>
                    <a:lnTo>
                      <a:pt x="766" y="249"/>
                    </a:lnTo>
                    <a:lnTo>
                      <a:pt x="704" y="288"/>
                    </a:lnTo>
                    <a:lnTo>
                      <a:pt x="599" y="288"/>
                    </a:lnTo>
                    <a:lnTo>
                      <a:pt x="537" y="252"/>
                    </a:lnTo>
                    <a:lnTo>
                      <a:pt x="461" y="286"/>
                    </a:lnTo>
                    <a:lnTo>
                      <a:pt x="422" y="247"/>
                    </a:lnTo>
                    <a:lnTo>
                      <a:pt x="355" y="288"/>
                    </a:lnTo>
                    <a:lnTo>
                      <a:pt x="249" y="278"/>
                    </a:lnTo>
                    <a:lnTo>
                      <a:pt x="192" y="252"/>
                    </a:lnTo>
                    <a:lnTo>
                      <a:pt x="132" y="288"/>
                    </a:lnTo>
                    <a:lnTo>
                      <a:pt x="86" y="242"/>
                    </a:lnTo>
                    <a:lnTo>
                      <a:pt x="3" y="24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839D9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596" name="Google Shape;596;p31"/>
              <p:cNvSpPr txBox="1"/>
              <p:nvPr/>
            </p:nvSpPr>
            <p:spPr>
              <a:xfrm>
                <a:off x="4281" y="2980"/>
                <a:ext cx="748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surface 2</a:t>
                </a:r>
                <a:endParaRPr/>
              </a:p>
            </p:txBody>
          </p:sp>
        </p:grpSp>
        <p:sp>
          <p:nvSpPr>
            <p:cNvPr id="597" name="Google Shape;597;p31"/>
            <p:cNvSpPr/>
            <p:nvPr/>
          </p:nvSpPr>
          <p:spPr>
            <a:xfrm>
              <a:off x="1689" y="3437"/>
              <a:ext cx="58" cy="58"/>
            </a:xfrm>
            <a:prstGeom prst="ellipse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598" name="Google Shape;598;p31"/>
            <p:cNvSpPr/>
            <p:nvPr/>
          </p:nvSpPr>
          <p:spPr>
            <a:xfrm>
              <a:off x="1803" y="3438"/>
              <a:ext cx="58" cy="58"/>
            </a:xfrm>
            <a:prstGeom prst="ellipse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599" name="Google Shape;599;p31"/>
            <p:cNvSpPr/>
            <p:nvPr/>
          </p:nvSpPr>
          <p:spPr>
            <a:xfrm>
              <a:off x="1919" y="3438"/>
              <a:ext cx="58" cy="58"/>
            </a:xfrm>
            <a:prstGeom prst="ellipse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600" name="Google Shape;600;p31"/>
            <p:cNvSpPr/>
            <p:nvPr/>
          </p:nvSpPr>
          <p:spPr>
            <a:xfrm>
              <a:off x="2150" y="3447"/>
              <a:ext cx="58" cy="58"/>
            </a:xfrm>
            <a:prstGeom prst="ellipse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601" name="Google Shape;601;p31"/>
            <p:cNvSpPr/>
            <p:nvPr/>
          </p:nvSpPr>
          <p:spPr>
            <a:xfrm>
              <a:off x="2274" y="3436"/>
              <a:ext cx="58" cy="58"/>
            </a:xfrm>
            <a:prstGeom prst="ellipse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602" name="Google Shape;602;p31"/>
            <p:cNvSpPr/>
            <p:nvPr/>
          </p:nvSpPr>
          <p:spPr>
            <a:xfrm>
              <a:off x="2429" y="3235"/>
              <a:ext cx="720" cy="221"/>
            </a:xfrm>
            <a:custGeom>
              <a:rect b="b" l="l" r="r" t="t"/>
              <a:pathLst>
                <a:path extrusionOk="0" h="21600" w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extrusionOk="0" h="21600" w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extrusionOk="0" h="21600" w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603" name="Google Shape;603;p31"/>
          <p:cNvGrpSpPr/>
          <p:nvPr/>
        </p:nvGrpSpPr>
        <p:grpSpPr>
          <a:xfrm>
            <a:off x="5588000" y="4586288"/>
            <a:ext cx="3368675" cy="641350"/>
            <a:chOff x="3494" y="3542"/>
            <a:chExt cx="2122" cy="404"/>
          </a:xfrm>
        </p:grpSpPr>
        <p:sp>
          <p:nvSpPr>
            <p:cNvPr id="604" name="Google Shape;604;p31"/>
            <p:cNvSpPr txBox="1"/>
            <p:nvPr/>
          </p:nvSpPr>
          <p:spPr>
            <a:xfrm>
              <a:off x="4149" y="3633"/>
              <a:ext cx="78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3300"/>
                  </a:solidFill>
                  <a:latin typeface="Arial"/>
                  <a:ea typeface="Arial"/>
                  <a:cs typeface="Arial"/>
                  <a:sym typeface="Arial"/>
                </a:rPr>
                <a:t>cold welds</a:t>
              </a:r>
              <a:endParaRPr/>
            </a:p>
          </p:txBody>
        </p:sp>
        <p:sp>
          <p:nvSpPr>
            <p:cNvPr descr="Light downward diagonal" id="605" name="Google Shape;605;p31"/>
            <p:cNvSpPr/>
            <p:nvPr/>
          </p:nvSpPr>
          <p:spPr>
            <a:xfrm>
              <a:off x="3494" y="3638"/>
              <a:ext cx="2122" cy="308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descr="Light downward diagonal" id="606" name="Google Shape;606;p31"/>
            <p:cNvSpPr/>
            <p:nvPr/>
          </p:nvSpPr>
          <p:spPr>
            <a:xfrm>
              <a:off x="3898" y="3543"/>
              <a:ext cx="192" cy="106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descr="Light downward diagonal" id="607" name="Google Shape;607;p31"/>
            <p:cNvSpPr/>
            <p:nvPr/>
          </p:nvSpPr>
          <p:spPr>
            <a:xfrm>
              <a:off x="4945" y="3543"/>
              <a:ext cx="192" cy="106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608" name="Google Shape;608;p31"/>
            <p:cNvSpPr/>
            <p:nvPr/>
          </p:nvSpPr>
          <p:spPr>
            <a:xfrm>
              <a:off x="3494" y="3542"/>
              <a:ext cx="2112" cy="96"/>
            </a:xfrm>
            <a:custGeom>
              <a:rect b="b" l="l" r="r" t="t"/>
              <a:pathLst>
                <a:path extrusionOk="0" h="96" w="2112">
                  <a:moveTo>
                    <a:pt x="0" y="96"/>
                  </a:moveTo>
                  <a:lnTo>
                    <a:pt x="404" y="96"/>
                  </a:lnTo>
                  <a:lnTo>
                    <a:pt x="404" y="0"/>
                  </a:lnTo>
                  <a:lnTo>
                    <a:pt x="586" y="0"/>
                  </a:lnTo>
                  <a:lnTo>
                    <a:pt x="586" y="96"/>
                  </a:lnTo>
                  <a:lnTo>
                    <a:pt x="1460" y="96"/>
                  </a:lnTo>
                  <a:lnTo>
                    <a:pt x="1460" y="0"/>
                  </a:lnTo>
                  <a:lnTo>
                    <a:pt x="1632" y="0"/>
                  </a:lnTo>
                  <a:lnTo>
                    <a:pt x="1632" y="96"/>
                  </a:lnTo>
                  <a:lnTo>
                    <a:pt x="2112" y="96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609" name="Google Shape;609;p31"/>
          <p:cNvGrpSpPr/>
          <p:nvPr/>
        </p:nvGrpSpPr>
        <p:grpSpPr>
          <a:xfrm>
            <a:off x="6542088" y="3835400"/>
            <a:ext cx="2611437" cy="889000"/>
            <a:chOff x="524" y="3078"/>
            <a:chExt cx="1645" cy="560"/>
          </a:xfrm>
        </p:grpSpPr>
        <p:grpSp>
          <p:nvGrpSpPr>
            <p:cNvPr id="610" name="Google Shape;610;p31"/>
            <p:cNvGrpSpPr/>
            <p:nvPr/>
          </p:nvGrpSpPr>
          <p:grpSpPr>
            <a:xfrm>
              <a:off x="593" y="3078"/>
              <a:ext cx="854" cy="294"/>
              <a:chOff x="4224" y="2337"/>
              <a:chExt cx="854" cy="294"/>
            </a:xfrm>
          </p:grpSpPr>
          <p:sp>
            <p:nvSpPr>
              <p:cNvPr id="611" name="Google Shape;611;p31"/>
              <p:cNvSpPr/>
              <p:nvPr/>
            </p:nvSpPr>
            <p:spPr>
              <a:xfrm>
                <a:off x="4224" y="2343"/>
                <a:ext cx="854" cy="288"/>
              </a:xfrm>
              <a:custGeom>
                <a:rect b="b" l="l" r="r" t="t"/>
                <a:pathLst>
                  <a:path extrusionOk="0" h="288" w="854">
                    <a:moveTo>
                      <a:pt x="0" y="0"/>
                    </a:moveTo>
                    <a:lnTo>
                      <a:pt x="854" y="0"/>
                    </a:lnTo>
                    <a:lnTo>
                      <a:pt x="854" y="278"/>
                    </a:lnTo>
                    <a:lnTo>
                      <a:pt x="766" y="249"/>
                    </a:lnTo>
                    <a:lnTo>
                      <a:pt x="704" y="288"/>
                    </a:lnTo>
                    <a:lnTo>
                      <a:pt x="599" y="288"/>
                    </a:lnTo>
                    <a:lnTo>
                      <a:pt x="537" y="252"/>
                    </a:lnTo>
                    <a:lnTo>
                      <a:pt x="461" y="286"/>
                    </a:lnTo>
                    <a:lnTo>
                      <a:pt x="422" y="247"/>
                    </a:lnTo>
                    <a:lnTo>
                      <a:pt x="355" y="288"/>
                    </a:lnTo>
                    <a:lnTo>
                      <a:pt x="249" y="278"/>
                    </a:lnTo>
                    <a:lnTo>
                      <a:pt x="192" y="252"/>
                    </a:lnTo>
                    <a:lnTo>
                      <a:pt x="132" y="288"/>
                    </a:lnTo>
                    <a:lnTo>
                      <a:pt x="86" y="242"/>
                    </a:lnTo>
                    <a:lnTo>
                      <a:pt x="3" y="24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839D9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612" name="Google Shape;612;p31"/>
              <p:cNvSpPr txBox="1"/>
              <p:nvPr/>
            </p:nvSpPr>
            <p:spPr>
              <a:xfrm>
                <a:off x="4300" y="2337"/>
                <a:ext cx="748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surface 1</a:t>
                </a:r>
                <a:endParaRPr/>
              </a:p>
            </p:txBody>
          </p:sp>
        </p:grpSp>
        <p:grpSp>
          <p:nvGrpSpPr>
            <p:cNvPr id="613" name="Google Shape;613;p31"/>
            <p:cNvGrpSpPr/>
            <p:nvPr/>
          </p:nvGrpSpPr>
          <p:grpSpPr>
            <a:xfrm>
              <a:off x="524" y="3350"/>
              <a:ext cx="854" cy="288"/>
              <a:chOff x="4215" y="2938"/>
              <a:chExt cx="854" cy="288"/>
            </a:xfrm>
          </p:grpSpPr>
          <p:sp>
            <p:nvSpPr>
              <p:cNvPr id="614" name="Google Shape;614;p31"/>
              <p:cNvSpPr/>
              <p:nvPr/>
            </p:nvSpPr>
            <p:spPr>
              <a:xfrm rot="10800000">
                <a:off x="4215" y="2938"/>
                <a:ext cx="854" cy="288"/>
              </a:xfrm>
              <a:custGeom>
                <a:rect b="b" l="l" r="r" t="t"/>
                <a:pathLst>
                  <a:path extrusionOk="0" h="288" w="854">
                    <a:moveTo>
                      <a:pt x="0" y="0"/>
                    </a:moveTo>
                    <a:lnTo>
                      <a:pt x="854" y="0"/>
                    </a:lnTo>
                    <a:lnTo>
                      <a:pt x="854" y="278"/>
                    </a:lnTo>
                    <a:lnTo>
                      <a:pt x="766" y="249"/>
                    </a:lnTo>
                    <a:lnTo>
                      <a:pt x="704" y="288"/>
                    </a:lnTo>
                    <a:lnTo>
                      <a:pt x="599" y="288"/>
                    </a:lnTo>
                    <a:lnTo>
                      <a:pt x="537" y="252"/>
                    </a:lnTo>
                    <a:lnTo>
                      <a:pt x="461" y="286"/>
                    </a:lnTo>
                    <a:lnTo>
                      <a:pt x="422" y="247"/>
                    </a:lnTo>
                    <a:lnTo>
                      <a:pt x="355" y="288"/>
                    </a:lnTo>
                    <a:lnTo>
                      <a:pt x="249" y="278"/>
                    </a:lnTo>
                    <a:lnTo>
                      <a:pt x="192" y="252"/>
                    </a:lnTo>
                    <a:lnTo>
                      <a:pt x="132" y="288"/>
                    </a:lnTo>
                    <a:lnTo>
                      <a:pt x="86" y="242"/>
                    </a:lnTo>
                    <a:lnTo>
                      <a:pt x="3" y="24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839D9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615" name="Google Shape;615;p31"/>
              <p:cNvSpPr txBox="1"/>
              <p:nvPr/>
            </p:nvSpPr>
            <p:spPr>
              <a:xfrm>
                <a:off x="4281" y="2980"/>
                <a:ext cx="748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surface 2</a:t>
                </a:r>
                <a:endParaRPr/>
              </a:p>
            </p:txBody>
          </p:sp>
        </p:grpSp>
        <p:sp>
          <p:nvSpPr>
            <p:cNvPr id="616" name="Google Shape;616;p31"/>
            <p:cNvSpPr/>
            <p:nvPr/>
          </p:nvSpPr>
          <p:spPr>
            <a:xfrm>
              <a:off x="880" y="3341"/>
              <a:ext cx="58" cy="58"/>
            </a:xfrm>
            <a:prstGeom prst="ellipse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617" name="Google Shape;617;p31"/>
            <p:cNvSpPr/>
            <p:nvPr/>
          </p:nvSpPr>
          <p:spPr>
            <a:xfrm>
              <a:off x="689" y="3312"/>
              <a:ext cx="58" cy="58"/>
            </a:xfrm>
            <a:prstGeom prst="ellipse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618" name="Google Shape;618;p31"/>
            <p:cNvSpPr/>
            <p:nvPr/>
          </p:nvSpPr>
          <p:spPr>
            <a:xfrm>
              <a:off x="1016" y="3331"/>
              <a:ext cx="58" cy="58"/>
            </a:xfrm>
            <a:prstGeom prst="ellipse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619" name="Google Shape;619;p31"/>
            <p:cNvSpPr/>
            <p:nvPr/>
          </p:nvSpPr>
          <p:spPr>
            <a:xfrm>
              <a:off x="1217" y="3330"/>
              <a:ext cx="58" cy="58"/>
            </a:xfrm>
            <a:prstGeom prst="ellipse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620" name="Google Shape;620;p31"/>
            <p:cNvSpPr/>
            <p:nvPr/>
          </p:nvSpPr>
          <p:spPr>
            <a:xfrm>
              <a:off x="1449" y="3120"/>
              <a:ext cx="720" cy="221"/>
            </a:xfrm>
            <a:custGeom>
              <a:rect b="b" l="l" r="r" t="t"/>
              <a:pathLst>
                <a:path extrusionOk="0" h="21600" w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extrusionOk="0" h="21600" w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extrusionOk="0" h="21600" w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621" name="Google Shape;621;p31"/>
          <p:cNvSpPr txBox="1"/>
          <p:nvPr/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A.2 – Forces…</a:t>
            </a:r>
            <a:endParaRPr/>
          </a:p>
        </p:txBody>
      </p:sp>
      <p:sp>
        <p:nvSpPr>
          <p:cNvPr id="622" name="Google Shape;622;p31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7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32"/>
          <p:cNvSpPr/>
          <p:nvPr/>
        </p:nvSpPr>
        <p:spPr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Surface frictional force</a:t>
            </a: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Since there are two types of friction, static and dynamic, every pair of materials will have two coefficients of friction,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μ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μ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addition to the "roughness" or "smoothness" of the materials, the friction force depends, not surprisingly, on the normal force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harder the two surfaces are squished together (this is what the normal force measures) the more cold welds can form.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∙Here are the relationships between the friction force F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the coefficients of friction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μ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the normal force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32"/>
          <p:cNvSpPr txBox="1"/>
          <p:nvPr/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A.2 – Forces…</a:t>
            </a:r>
            <a:endParaRPr/>
          </a:p>
        </p:txBody>
      </p:sp>
      <p:grpSp>
        <p:nvGrpSpPr>
          <p:cNvPr id="629" name="Google Shape;629;p32"/>
          <p:cNvGrpSpPr/>
          <p:nvPr/>
        </p:nvGrpSpPr>
        <p:grpSpPr>
          <a:xfrm>
            <a:off x="828675" y="6064250"/>
            <a:ext cx="7464425" cy="461963"/>
            <a:chOff x="828675" y="6032212"/>
            <a:chExt cx="7464425" cy="461963"/>
          </a:xfrm>
        </p:grpSpPr>
        <p:sp>
          <p:nvSpPr>
            <p:cNvPr id="630" name="Google Shape;630;p32"/>
            <p:cNvSpPr/>
            <p:nvPr/>
          </p:nvSpPr>
          <p:spPr>
            <a:xfrm>
              <a:off x="965200" y="6041737"/>
              <a:ext cx="2341563" cy="412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≤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μ</a:t>
              </a:r>
              <a:r>
                <a:rPr baseline="-25000"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aseline="-25000"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sp>
          <p:nvSpPr>
            <p:cNvPr id="631" name="Google Shape;631;p32"/>
            <p:cNvSpPr txBox="1"/>
            <p:nvPr/>
          </p:nvSpPr>
          <p:spPr>
            <a:xfrm>
              <a:off x="6918325" y="6032212"/>
              <a:ext cx="1374775" cy="46196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friction</a:t>
              </a:r>
              <a:endParaRPr/>
            </a:p>
          </p:txBody>
        </p:sp>
        <p:sp>
          <p:nvSpPr>
            <p:cNvPr id="632" name="Google Shape;632;p32"/>
            <p:cNvSpPr/>
            <p:nvPr/>
          </p:nvSpPr>
          <p:spPr>
            <a:xfrm>
              <a:off x="828675" y="6035387"/>
              <a:ext cx="7462838" cy="447675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32"/>
            <p:cNvSpPr/>
            <p:nvPr/>
          </p:nvSpPr>
          <p:spPr>
            <a:xfrm>
              <a:off x="3910013" y="6035387"/>
              <a:ext cx="2055812" cy="412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μ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baseline="-25000"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aseline="-25000"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sp>
          <p:nvSpPr>
            <p:cNvPr id="634" name="Google Shape;634;p32"/>
            <p:cNvSpPr/>
            <p:nvPr/>
          </p:nvSpPr>
          <p:spPr>
            <a:xfrm>
              <a:off x="2324100" y="6081425"/>
              <a:ext cx="1398588" cy="4111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static</a:t>
              </a:r>
              <a:endParaRPr baseline="-25000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32"/>
            <p:cNvSpPr/>
            <p:nvPr/>
          </p:nvSpPr>
          <p:spPr>
            <a:xfrm>
              <a:off x="5264150" y="6079837"/>
              <a:ext cx="1654175" cy="411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dynamic</a:t>
              </a:r>
              <a:endParaRPr baseline="-25000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6" name="Google Shape;636;p32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33"/>
          <p:cNvSpPr txBox="1"/>
          <p:nvPr/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A.2 – Forces…</a:t>
            </a:r>
            <a:endParaRPr/>
          </a:p>
        </p:txBody>
      </p:sp>
      <p:sp>
        <p:nvSpPr>
          <p:cNvPr id="642" name="Google Shape;642;p33"/>
          <p:cNvSpPr/>
          <p:nvPr/>
        </p:nvSpPr>
        <p:spPr>
          <a:xfrm>
            <a:off x="685800" y="1549400"/>
            <a:ext cx="7772400" cy="52863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Surface frictional force</a:t>
            </a: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643" name="Google Shape;643;p33"/>
          <p:cNvSpPr/>
          <p:nvPr/>
        </p:nvSpPr>
        <p:spPr>
          <a:xfrm>
            <a:off x="698500" y="2054225"/>
            <a:ext cx="7761288" cy="480377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A piece of wood with a coin on it is                 raised on one end until the coin just begins to                         slip.  The angle the wood makes with the                    horizontal is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θ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15°. What is the                                  coefficient of static friction?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∙Thus the coefficient of static friction between the metal of the coin and the wood of the plank is 0.268.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4" name="Google Shape;644;p33"/>
          <p:cNvGrpSpPr/>
          <p:nvPr/>
        </p:nvGrpSpPr>
        <p:grpSpPr>
          <a:xfrm>
            <a:off x="5060950" y="3598863"/>
            <a:ext cx="3503613" cy="309562"/>
            <a:chOff x="2775" y="3289"/>
            <a:chExt cx="2207" cy="195"/>
          </a:xfrm>
        </p:grpSpPr>
        <p:sp>
          <p:nvSpPr>
            <p:cNvPr descr="Medium wood" id="645" name="Google Shape;645;p33"/>
            <p:cNvSpPr/>
            <p:nvPr/>
          </p:nvSpPr>
          <p:spPr>
            <a:xfrm>
              <a:off x="2775" y="3345"/>
              <a:ext cx="2207" cy="139"/>
            </a:xfrm>
            <a:prstGeom prst="rect">
              <a:avLst/>
            </a:prstGeom>
            <a:blipFill rotWithShape="1">
              <a:blip r:embed="rId3">
                <a:alphaModFix/>
              </a:blip>
              <a:tile algn="tl" flip="none" tx="0" sx="100000" ty="0" sy="100000"/>
            </a:blip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646" name="Google Shape;646;p33"/>
            <p:cNvSpPr/>
            <p:nvPr/>
          </p:nvSpPr>
          <p:spPr>
            <a:xfrm>
              <a:off x="4559" y="3289"/>
              <a:ext cx="312" cy="56"/>
            </a:xfrm>
            <a:prstGeom prst="rect">
              <a:avLst/>
            </a:prstGeom>
            <a:gradFill>
              <a:gsLst>
                <a:gs pos="0">
                  <a:srgbClr val="666666"/>
                </a:gs>
                <a:gs pos="50000">
                  <a:srgbClr val="DDDDDD"/>
                </a:gs>
                <a:gs pos="100000">
                  <a:srgbClr val="66666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647" name="Google Shape;647;p33"/>
          <p:cNvGrpSpPr/>
          <p:nvPr/>
        </p:nvGrpSpPr>
        <p:grpSpPr>
          <a:xfrm rot="-175134">
            <a:off x="5059363" y="3497263"/>
            <a:ext cx="3503612" cy="309562"/>
            <a:chOff x="2775" y="3289"/>
            <a:chExt cx="2207" cy="195"/>
          </a:xfrm>
        </p:grpSpPr>
        <p:sp>
          <p:nvSpPr>
            <p:cNvPr descr="Medium wood" id="648" name="Google Shape;648;p33"/>
            <p:cNvSpPr/>
            <p:nvPr/>
          </p:nvSpPr>
          <p:spPr>
            <a:xfrm>
              <a:off x="2775" y="3345"/>
              <a:ext cx="2207" cy="139"/>
            </a:xfrm>
            <a:prstGeom prst="rect">
              <a:avLst/>
            </a:prstGeom>
            <a:blipFill rotWithShape="1">
              <a:blip r:embed="rId3">
                <a:alphaModFix/>
              </a:blip>
              <a:tile algn="tl" flip="none" tx="0" sx="100000" ty="0" sy="100000"/>
            </a:blip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649" name="Google Shape;649;p33"/>
            <p:cNvSpPr/>
            <p:nvPr/>
          </p:nvSpPr>
          <p:spPr>
            <a:xfrm>
              <a:off x="4559" y="3289"/>
              <a:ext cx="312" cy="56"/>
            </a:xfrm>
            <a:prstGeom prst="rect">
              <a:avLst/>
            </a:prstGeom>
            <a:gradFill>
              <a:gsLst>
                <a:gs pos="0">
                  <a:srgbClr val="666666"/>
                </a:gs>
                <a:gs pos="50000">
                  <a:srgbClr val="DDDDDD"/>
                </a:gs>
                <a:gs pos="100000">
                  <a:srgbClr val="66666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650" name="Google Shape;650;p33"/>
          <p:cNvGrpSpPr/>
          <p:nvPr/>
        </p:nvGrpSpPr>
        <p:grpSpPr>
          <a:xfrm rot="-280295">
            <a:off x="5046663" y="3449638"/>
            <a:ext cx="3503612" cy="309562"/>
            <a:chOff x="2775" y="3289"/>
            <a:chExt cx="2207" cy="195"/>
          </a:xfrm>
        </p:grpSpPr>
        <p:sp>
          <p:nvSpPr>
            <p:cNvPr descr="Medium wood" id="651" name="Google Shape;651;p33"/>
            <p:cNvSpPr/>
            <p:nvPr/>
          </p:nvSpPr>
          <p:spPr>
            <a:xfrm>
              <a:off x="2775" y="3345"/>
              <a:ext cx="2207" cy="139"/>
            </a:xfrm>
            <a:prstGeom prst="rect">
              <a:avLst/>
            </a:prstGeom>
            <a:blipFill rotWithShape="1">
              <a:blip r:embed="rId3">
                <a:alphaModFix/>
              </a:blip>
              <a:tile algn="tl" flip="none" tx="0" sx="100000" ty="0" sy="100000"/>
            </a:blip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652" name="Google Shape;652;p33"/>
            <p:cNvSpPr/>
            <p:nvPr/>
          </p:nvSpPr>
          <p:spPr>
            <a:xfrm>
              <a:off x="4559" y="3289"/>
              <a:ext cx="312" cy="56"/>
            </a:xfrm>
            <a:prstGeom prst="rect">
              <a:avLst/>
            </a:prstGeom>
            <a:gradFill>
              <a:gsLst>
                <a:gs pos="0">
                  <a:srgbClr val="666666"/>
                </a:gs>
                <a:gs pos="50000">
                  <a:srgbClr val="DDDDDD"/>
                </a:gs>
                <a:gs pos="100000">
                  <a:srgbClr val="66666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653" name="Google Shape;653;p33"/>
          <p:cNvGrpSpPr/>
          <p:nvPr/>
        </p:nvGrpSpPr>
        <p:grpSpPr>
          <a:xfrm rot="-385456">
            <a:off x="5032375" y="3382963"/>
            <a:ext cx="3503613" cy="309562"/>
            <a:chOff x="2775" y="3289"/>
            <a:chExt cx="2207" cy="195"/>
          </a:xfrm>
        </p:grpSpPr>
        <p:sp>
          <p:nvSpPr>
            <p:cNvPr descr="Medium wood" id="654" name="Google Shape;654;p33"/>
            <p:cNvSpPr/>
            <p:nvPr/>
          </p:nvSpPr>
          <p:spPr>
            <a:xfrm>
              <a:off x="2775" y="3345"/>
              <a:ext cx="2207" cy="139"/>
            </a:xfrm>
            <a:prstGeom prst="rect">
              <a:avLst/>
            </a:prstGeom>
            <a:blipFill rotWithShape="1">
              <a:blip r:embed="rId3">
                <a:alphaModFix/>
              </a:blip>
              <a:tile algn="tl" flip="none" tx="0" sx="100000" ty="0" sy="100000"/>
            </a:blip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655" name="Google Shape;655;p33"/>
            <p:cNvSpPr/>
            <p:nvPr/>
          </p:nvSpPr>
          <p:spPr>
            <a:xfrm>
              <a:off x="4559" y="3289"/>
              <a:ext cx="312" cy="56"/>
            </a:xfrm>
            <a:prstGeom prst="rect">
              <a:avLst/>
            </a:prstGeom>
            <a:gradFill>
              <a:gsLst>
                <a:gs pos="0">
                  <a:srgbClr val="666666"/>
                </a:gs>
                <a:gs pos="50000">
                  <a:srgbClr val="DDDDDD"/>
                </a:gs>
                <a:gs pos="100000">
                  <a:srgbClr val="66666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descr="Medium wood" id="656" name="Google Shape;656;p33"/>
          <p:cNvSpPr/>
          <p:nvPr/>
        </p:nvSpPr>
        <p:spPr>
          <a:xfrm rot="-385456">
            <a:off x="5026025" y="3470275"/>
            <a:ext cx="3503613" cy="220663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57" name="Google Shape;657;p33"/>
          <p:cNvSpPr/>
          <p:nvPr/>
        </p:nvSpPr>
        <p:spPr>
          <a:xfrm rot="-385456">
            <a:off x="7831138" y="3233738"/>
            <a:ext cx="495300" cy="88900"/>
          </a:xfrm>
          <a:prstGeom prst="rect">
            <a:avLst/>
          </a:prstGeom>
          <a:gradFill>
            <a:gsLst>
              <a:gs pos="0">
                <a:srgbClr val="666666"/>
              </a:gs>
              <a:gs pos="50000">
                <a:srgbClr val="DDDDDD"/>
              </a:gs>
              <a:gs pos="100000">
                <a:srgbClr val="666666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658" name="Google Shape;658;p33"/>
          <p:cNvCxnSpPr/>
          <p:nvPr/>
        </p:nvCxnSpPr>
        <p:spPr>
          <a:xfrm>
            <a:off x="5051425" y="3908425"/>
            <a:ext cx="386715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9" name="Google Shape;659;p33"/>
          <p:cNvCxnSpPr/>
          <p:nvPr/>
        </p:nvCxnSpPr>
        <p:spPr>
          <a:xfrm flipH="1" rot="10800000">
            <a:off x="5018088" y="3444875"/>
            <a:ext cx="3933825" cy="452438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0" name="Google Shape;660;p33"/>
          <p:cNvSpPr/>
          <p:nvPr/>
        </p:nvSpPr>
        <p:spPr>
          <a:xfrm>
            <a:off x="4964113" y="3730625"/>
            <a:ext cx="1554162" cy="188913"/>
          </a:xfrm>
          <a:custGeom>
            <a:rect b="b" l="l" r="r" t="t"/>
            <a:pathLst>
              <a:path extrusionOk="0" fill="none" h="2494" w="21600">
                <a:moveTo>
                  <a:pt x="21455" y="0"/>
                </a:moveTo>
                <a:cubicBezTo>
                  <a:pt x="21551" y="827"/>
                  <a:pt x="21600" y="1660"/>
                  <a:pt x="21600" y="2494"/>
                </a:cubicBezTo>
              </a:path>
              <a:path extrusionOk="0" h="2494" w="21600">
                <a:moveTo>
                  <a:pt x="21455" y="0"/>
                </a:moveTo>
                <a:cubicBezTo>
                  <a:pt x="21551" y="827"/>
                  <a:pt x="21600" y="1660"/>
                  <a:pt x="21600" y="2494"/>
                </a:cubicBezTo>
                <a:lnTo>
                  <a:pt x="0" y="2494"/>
                </a:lnTo>
                <a:lnTo>
                  <a:pt x="21455" y="0"/>
                </a:ln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1" name="Google Shape;661;p33"/>
          <p:cNvSpPr txBox="1"/>
          <p:nvPr/>
        </p:nvSpPr>
        <p:spPr>
          <a:xfrm>
            <a:off x="7054850" y="3567113"/>
            <a:ext cx="122872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θ</a:t>
            </a: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= 15°</a:t>
            </a:r>
            <a:endParaRPr/>
          </a:p>
        </p:txBody>
      </p:sp>
      <p:sp>
        <p:nvSpPr>
          <p:cNvPr id="662" name="Google Shape;662;p33"/>
          <p:cNvSpPr txBox="1"/>
          <p:nvPr/>
        </p:nvSpPr>
        <p:spPr>
          <a:xfrm>
            <a:off x="322976" y="4413250"/>
            <a:ext cx="299917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ts val="2400"/>
              <a:buFont typeface="Arial"/>
              <a:buNone/>
            </a:pPr>
            <a:r>
              <a:rPr i="1"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mg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15° = 0</a:t>
            </a:r>
            <a:endParaRPr/>
          </a:p>
        </p:txBody>
      </p:sp>
      <p:sp>
        <p:nvSpPr>
          <p:cNvPr id="663" name="Google Shape;663;p33"/>
          <p:cNvSpPr txBox="1"/>
          <p:nvPr/>
        </p:nvSpPr>
        <p:spPr>
          <a:xfrm>
            <a:off x="2139193" y="4721225"/>
            <a:ext cx="248133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ts val="2400"/>
              <a:buFont typeface="Arial"/>
              <a:buNone/>
            </a:pPr>
            <a:r>
              <a:rPr i="1"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mg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15°</a:t>
            </a:r>
            <a:endParaRPr/>
          </a:p>
        </p:txBody>
      </p:sp>
      <p:sp>
        <p:nvSpPr>
          <p:cNvPr id="664" name="Google Shape;664;p33"/>
          <p:cNvSpPr txBox="1"/>
          <p:nvPr/>
        </p:nvSpPr>
        <p:spPr>
          <a:xfrm>
            <a:off x="4676775" y="4419600"/>
            <a:ext cx="2741613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mg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15° = 0</a:t>
            </a:r>
            <a:endParaRPr/>
          </a:p>
        </p:txBody>
      </p:sp>
      <p:sp>
        <p:nvSpPr>
          <p:cNvPr id="665" name="Google Shape;665;p33"/>
          <p:cNvSpPr txBox="1"/>
          <p:nvPr/>
        </p:nvSpPr>
        <p:spPr>
          <a:xfrm>
            <a:off x="6407150" y="4706938"/>
            <a:ext cx="2228850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mg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15°</a:t>
            </a:r>
            <a:endParaRPr/>
          </a:p>
        </p:txBody>
      </p:sp>
      <p:sp>
        <p:nvSpPr>
          <p:cNvPr id="666" name="Google Shape;666;p33"/>
          <p:cNvSpPr txBox="1"/>
          <p:nvPr/>
        </p:nvSpPr>
        <p:spPr>
          <a:xfrm>
            <a:off x="1958975" y="5187950"/>
            <a:ext cx="144302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μ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i="1"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33"/>
          <p:cNvSpPr txBox="1"/>
          <p:nvPr/>
        </p:nvSpPr>
        <p:spPr>
          <a:xfrm>
            <a:off x="698500" y="4006850"/>
            <a:ext cx="3690938" cy="460375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∑F</a:t>
            </a:r>
            <a:r>
              <a:rPr baseline="-25000" i="1"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aseline="-25000"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= 0</a:t>
            </a:r>
            <a:endParaRPr/>
          </a:p>
        </p:txBody>
      </p:sp>
      <p:sp>
        <p:nvSpPr>
          <p:cNvPr id="668" name="Google Shape;668;p33"/>
          <p:cNvSpPr txBox="1"/>
          <p:nvPr/>
        </p:nvSpPr>
        <p:spPr>
          <a:xfrm>
            <a:off x="4633913" y="4006850"/>
            <a:ext cx="3824287" cy="460375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∑F</a:t>
            </a:r>
            <a:r>
              <a:rPr baseline="-25000" i="1"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aseline="-25000"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= 0</a:t>
            </a:r>
            <a:endParaRPr/>
          </a:p>
        </p:txBody>
      </p:sp>
      <p:cxnSp>
        <p:nvCxnSpPr>
          <p:cNvPr id="669" name="Google Shape;669;p33"/>
          <p:cNvCxnSpPr/>
          <p:nvPr/>
        </p:nvCxnSpPr>
        <p:spPr>
          <a:xfrm>
            <a:off x="731838" y="5164138"/>
            <a:ext cx="7666037" cy="0"/>
          </a:xfrm>
          <a:prstGeom prst="straightConnector1">
            <a:avLst/>
          </a:prstGeom>
          <a:noFill/>
          <a:ln cap="flat" cmpd="sng" w="5715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0" name="Google Shape;670;p33"/>
          <p:cNvSpPr txBox="1"/>
          <p:nvPr/>
        </p:nvSpPr>
        <p:spPr>
          <a:xfrm>
            <a:off x="758825" y="5662613"/>
            <a:ext cx="375602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mg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15°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μ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mg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15°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33"/>
          <p:cNvSpPr txBox="1"/>
          <p:nvPr/>
        </p:nvSpPr>
        <p:spPr>
          <a:xfrm>
            <a:off x="6985000" y="5221288"/>
            <a:ext cx="1401763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tan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15°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33"/>
          <p:cNvSpPr txBox="1"/>
          <p:nvPr/>
        </p:nvSpPr>
        <p:spPr>
          <a:xfrm>
            <a:off x="7007225" y="5735638"/>
            <a:ext cx="1220788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0.268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3" name="Google Shape;673;p33"/>
          <p:cNvCxnSpPr/>
          <p:nvPr/>
        </p:nvCxnSpPr>
        <p:spPr>
          <a:xfrm>
            <a:off x="4584700" y="5238750"/>
            <a:ext cx="0" cy="885825"/>
          </a:xfrm>
          <a:prstGeom prst="straightConnector1">
            <a:avLst/>
          </a:prstGeom>
          <a:noFill/>
          <a:ln cap="rnd" cmpd="sng" w="57150">
            <a:solidFill>
              <a:schemeClr val="hlink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674" name="Google Shape;674;p33"/>
          <p:cNvSpPr/>
          <p:nvPr/>
        </p:nvSpPr>
        <p:spPr>
          <a:xfrm rot="-385456">
            <a:off x="7847013" y="3219450"/>
            <a:ext cx="495300" cy="88900"/>
          </a:xfrm>
          <a:prstGeom prst="rect">
            <a:avLst/>
          </a:prstGeom>
          <a:gradFill>
            <a:gsLst>
              <a:gs pos="0">
                <a:srgbClr val="666666"/>
              </a:gs>
              <a:gs pos="50000">
                <a:srgbClr val="DDDDDD"/>
              </a:gs>
              <a:gs pos="100000">
                <a:srgbClr val="666666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675" name="Google Shape;675;p33"/>
          <p:cNvGrpSpPr/>
          <p:nvPr/>
        </p:nvGrpSpPr>
        <p:grpSpPr>
          <a:xfrm>
            <a:off x="4795838" y="5140325"/>
            <a:ext cx="2416175" cy="830263"/>
            <a:chOff x="2472" y="3545"/>
            <a:chExt cx="1522" cy="523"/>
          </a:xfrm>
        </p:grpSpPr>
        <p:sp>
          <p:nvSpPr>
            <p:cNvPr id="676" name="Google Shape;676;p33"/>
            <p:cNvSpPr txBox="1"/>
            <p:nvPr/>
          </p:nvSpPr>
          <p:spPr>
            <a:xfrm>
              <a:off x="2905" y="3545"/>
              <a:ext cx="1089" cy="5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i="1" lang="en-US" sz="2400" u="sng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mg </a:t>
              </a:r>
              <a:r>
                <a:rPr lang="en-US" sz="2400" u="sng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sin 15°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mg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cos 15°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33"/>
            <p:cNvSpPr txBox="1"/>
            <p:nvPr/>
          </p:nvSpPr>
          <p:spPr>
            <a:xfrm>
              <a:off x="2472" y="3607"/>
              <a:ext cx="45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μ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8" name="Google Shape;678;p33"/>
          <p:cNvGrpSpPr/>
          <p:nvPr/>
        </p:nvGrpSpPr>
        <p:grpSpPr>
          <a:xfrm>
            <a:off x="7554913" y="533400"/>
            <a:ext cx="1452562" cy="1733550"/>
            <a:chOff x="818" y="2064"/>
            <a:chExt cx="915" cy="1092"/>
          </a:xfrm>
        </p:grpSpPr>
        <p:cxnSp>
          <p:nvCxnSpPr>
            <p:cNvPr id="679" name="Google Shape;679;p33"/>
            <p:cNvCxnSpPr/>
            <p:nvPr/>
          </p:nvCxnSpPr>
          <p:spPr>
            <a:xfrm flipH="1" rot="10800000">
              <a:off x="818" y="2655"/>
              <a:ext cx="792" cy="9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80" name="Google Shape;680;p33"/>
            <p:cNvCxnSpPr/>
            <p:nvPr/>
          </p:nvCxnSpPr>
          <p:spPr>
            <a:xfrm rot="10800000">
              <a:off x="1112" y="2162"/>
              <a:ext cx="123" cy="99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81" name="Google Shape;681;p33"/>
            <p:cNvSpPr txBox="1"/>
            <p:nvPr/>
          </p:nvSpPr>
          <p:spPr>
            <a:xfrm>
              <a:off x="1545" y="2619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/>
            </a:p>
          </p:txBody>
        </p:sp>
        <p:sp>
          <p:nvSpPr>
            <p:cNvPr id="682" name="Google Shape;682;p33"/>
            <p:cNvSpPr txBox="1"/>
            <p:nvPr/>
          </p:nvSpPr>
          <p:spPr>
            <a:xfrm>
              <a:off x="1106" y="2064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/>
            </a:p>
          </p:txBody>
        </p:sp>
      </p:grpSp>
      <p:grpSp>
        <p:nvGrpSpPr>
          <p:cNvPr id="683" name="Google Shape;683;p33"/>
          <p:cNvGrpSpPr/>
          <p:nvPr/>
        </p:nvGrpSpPr>
        <p:grpSpPr>
          <a:xfrm>
            <a:off x="7432675" y="455613"/>
            <a:ext cx="1576388" cy="2400300"/>
            <a:chOff x="1828" y="2495"/>
            <a:chExt cx="993" cy="1427"/>
          </a:xfrm>
        </p:grpSpPr>
        <p:sp>
          <p:nvSpPr>
            <p:cNvPr id="684" name="Google Shape;684;p33"/>
            <p:cNvSpPr txBox="1"/>
            <p:nvPr/>
          </p:nvSpPr>
          <p:spPr>
            <a:xfrm>
              <a:off x="1829" y="3684"/>
              <a:ext cx="982" cy="238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1" lang="en-US"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FBD, coin</a:t>
              </a:r>
              <a:endParaRPr/>
            </a:p>
          </p:txBody>
        </p:sp>
        <p:grpSp>
          <p:nvGrpSpPr>
            <p:cNvPr id="685" name="Google Shape;685;p33"/>
            <p:cNvGrpSpPr/>
            <p:nvPr/>
          </p:nvGrpSpPr>
          <p:grpSpPr>
            <a:xfrm>
              <a:off x="1828" y="2495"/>
              <a:ext cx="993" cy="1419"/>
              <a:chOff x="718" y="2504"/>
              <a:chExt cx="993" cy="1419"/>
            </a:xfrm>
          </p:grpSpPr>
          <p:sp>
            <p:nvSpPr>
              <p:cNvPr id="686" name="Google Shape;686;p33"/>
              <p:cNvSpPr/>
              <p:nvPr/>
            </p:nvSpPr>
            <p:spPr>
              <a:xfrm>
                <a:off x="718" y="2504"/>
                <a:ext cx="993" cy="1419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687" name="Google Shape;687;p33"/>
              <p:cNvSpPr/>
              <p:nvPr/>
            </p:nvSpPr>
            <p:spPr>
              <a:xfrm>
                <a:off x="1127" y="3130"/>
                <a:ext cx="67" cy="67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grpSp>
        <p:nvGrpSpPr>
          <p:cNvPr id="688" name="Google Shape;688;p33"/>
          <p:cNvGrpSpPr/>
          <p:nvPr/>
        </p:nvGrpSpPr>
        <p:grpSpPr>
          <a:xfrm>
            <a:off x="7646990" y="1614491"/>
            <a:ext cx="508000" cy="827088"/>
            <a:chOff x="235" y="3064"/>
            <a:chExt cx="320" cy="521"/>
          </a:xfrm>
        </p:grpSpPr>
        <p:cxnSp>
          <p:nvCxnSpPr>
            <p:cNvPr id="689" name="Google Shape;689;p33"/>
            <p:cNvCxnSpPr/>
            <p:nvPr/>
          </p:nvCxnSpPr>
          <p:spPr>
            <a:xfrm>
              <a:off x="535" y="3064"/>
              <a:ext cx="0" cy="450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90" name="Google Shape;690;p33"/>
            <p:cNvSpPr txBox="1"/>
            <p:nvPr/>
          </p:nvSpPr>
          <p:spPr>
            <a:xfrm>
              <a:off x="235" y="3294"/>
              <a:ext cx="320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endParaRPr baseline="-25000" i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1" name="Google Shape;691;p33"/>
          <p:cNvGrpSpPr/>
          <p:nvPr/>
        </p:nvGrpSpPr>
        <p:grpSpPr>
          <a:xfrm>
            <a:off x="8161338" y="1035050"/>
            <a:ext cx="673100" cy="520700"/>
            <a:chOff x="542" y="2727"/>
            <a:chExt cx="424" cy="328"/>
          </a:xfrm>
        </p:grpSpPr>
        <p:cxnSp>
          <p:nvCxnSpPr>
            <p:cNvPr id="692" name="Google Shape;692;p33"/>
            <p:cNvCxnSpPr/>
            <p:nvPr/>
          </p:nvCxnSpPr>
          <p:spPr>
            <a:xfrm flipH="1" rot="10800000">
              <a:off x="542" y="3021"/>
              <a:ext cx="259" cy="34"/>
            </a:xfrm>
            <a:prstGeom prst="straightConnector1">
              <a:avLst/>
            </a:prstGeom>
            <a:noFill/>
            <a:ln cap="flat" cmpd="sng" w="57150">
              <a:solidFill>
                <a:srgbClr val="FF33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93" name="Google Shape;693;p33"/>
            <p:cNvSpPr txBox="1"/>
            <p:nvPr/>
          </p:nvSpPr>
          <p:spPr>
            <a:xfrm>
              <a:off x="688" y="2727"/>
              <a:ext cx="278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3300"/>
                </a:buClr>
                <a:buSzPts val="2400"/>
                <a:buFont typeface="Arial"/>
                <a:buNone/>
              </a:pPr>
              <a:r>
                <a:rPr b="1" lang="en-US" sz="2400">
                  <a:solidFill>
                    <a:srgbClr val="FF33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lang="en-US" sz="2400">
                  <a:solidFill>
                    <a:srgbClr val="FF33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sz="24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4" name="Google Shape;694;p33"/>
          <p:cNvGrpSpPr/>
          <p:nvPr/>
        </p:nvGrpSpPr>
        <p:grpSpPr>
          <a:xfrm>
            <a:off x="8040689" y="735013"/>
            <a:ext cx="573088" cy="819150"/>
            <a:chOff x="485" y="2539"/>
            <a:chExt cx="361" cy="516"/>
          </a:xfrm>
        </p:grpSpPr>
        <p:cxnSp>
          <p:nvCxnSpPr>
            <p:cNvPr id="695" name="Google Shape;695;p33"/>
            <p:cNvCxnSpPr/>
            <p:nvPr/>
          </p:nvCxnSpPr>
          <p:spPr>
            <a:xfrm rot="10800000">
              <a:off x="485" y="2646"/>
              <a:ext cx="58" cy="409"/>
            </a:xfrm>
            <a:prstGeom prst="straightConnector1">
              <a:avLst/>
            </a:prstGeom>
            <a:noFill/>
            <a:ln cap="flat" cmpd="sng" w="57150">
              <a:solidFill>
                <a:schemeClr val="hlink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96" name="Google Shape;696;p33"/>
            <p:cNvSpPr txBox="1"/>
            <p:nvPr/>
          </p:nvSpPr>
          <p:spPr>
            <a:xfrm>
              <a:off x="519" y="2539"/>
              <a:ext cx="327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9999"/>
                </a:buClr>
                <a:buSzPts val="2400"/>
                <a:buFont typeface="Arial"/>
                <a:buNone/>
              </a:pPr>
              <a:r>
                <a:rPr b="1" lang="en-US" sz="2400">
                  <a:solidFill>
                    <a:srgbClr val="009999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lang="en-US" sz="2400">
                  <a:solidFill>
                    <a:srgbClr val="009999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aseline="-25000" i="1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7" name="Google Shape;697;p33"/>
          <p:cNvSpPr txBox="1"/>
          <p:nvPr/>
        </p:nvSpPr>
        <p:spPr>
          <a:xfrm>
            <a:off x="8415338" y="2009775"/>
            <a:ext cx="671512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C6600"/>
                </a:solidFill>
                <a:latin typeface="Arial"/>
                <a:ea typeface="Arial"/>
                <a:cs typeface="Arial"/>
                <a:sym typeface="Arial"/>
              </a:rPr>
              <a:t>15°</a:t>
            </a:r>
            <a:endParaRPr/>
          </a:p>
        </p:txBody>
      </p:sp>
      <p:sp>
        <p:nvSpPr>
          <p:cNvPr id="698" name="Google Shape;698;p33"/>
          <p:cNvSpPr/>
          <p:nvPr/>
        </p:nvSpPr>
        <p:spPr>
          <a:xfrm>
            <a:off x="8142288" y="1920875"/>
            <a:ext cx="519112" cy="136525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flat" cmpd="sng" w="9525">
            <a:solidFill>
              <a:srgbClr val="CC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99" name="Google Shape;699;p33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4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4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4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4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4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6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4"/>
          <p:cNvSpPr/>
          <p:nvPr/>
        </p:nvSpPr>
        <p:spPr>
          <a:xfrm>
            <a:off x="685800" y="1549400"/>
            <a:ext cx="7772400" cy="52863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Surface frictional force</a:t>
            </a: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705" name="Google Shape;705;p34"/>
          <p:cNvSpPr/>
          <p:nvPr/>
        </p:nvSpPr>
        <p:spPr>
          <a:xfrm>
            <a:off x="698500" y="2054225"/>
            <a:ext cx="7761288" cy="480377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Now suppose the plank of wood is                  long enough so that you can lower it to the point          that the coin keeps slipping, but no longer accelerates (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const,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0). If this new angle is 12°, what is the coefficient of dynamic friction?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∙Thus the coefficient of dynamic friction between the metal of the coin and the wood of the plank is 0.213.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Medium wood" id="706" name="Google Shape;706;p34"/>
          <p:cNvSpPr/>
          <p:nvPr/>
        </p:nvSpPr>
        <p:spPr>
          <a:xfrm rot="-280295">
            <a:off x="4770438" y="3730625"/>
            <a:ext cx="3503612" cy="220663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07" name="Google Shape;707;p34"/>
          <p:cNvSpPr/>
          <p:nvPr/>
        </p:nvSpPr>
        <p:spPr>
          <a:xfrm rot="-280295">
            <a:off x="7585075" y="3535363"/>
            <a:ext cx="495300" cy="88900"/>
          </a:xfrm>
          <a:prstGeom prst="rect">
            <a:avLst/>
          </a:prstGeom>
          <a:gradFill>
            <a:gsLst>
              <a:gs pos="0">
                <a:srgbClr val="666666"/>
              </a:gs>
              <a:gs pos="50000">
                <a:srgbClr val="DDDDDD"/>
              </a:gs>
              <a:gs pos="100000">
                <a:srgbClr val="666666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708" name="Google Shape;708;p34"/>
          <p:cNvCxnSpPr/>
          <p:nvPr/>
        </p:nvCxnSpPr>
        <p:spPr>
          <a:xfrm>
            <a:off x="4772025" y="4102100"/>
            <a:ext cx="3867150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9" name="Google Shape;709;p34"/>
          <p:cNvCxnSpPr/>
          <p:nvPr/>
        </p:nvCxnSpPr>
        <p:spPr>
          <a:xfrm flipH="1" rot="10800000">
            <a:off x="4738688" y="3760788"/>
            <a:ext cx="3919537" cy="33020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0" name="Google Shape;710;p34"/>
          <p:cNvSpPr/>
          <p:nvPr/>
        </p:nvSpPr>
        <p:spPr>
          <a:xfrm>
            <a:off x="4684713" y="3963988"/>
            <a:ext cx="1554162" cy="149225"/>
          </a:xfrm>
          <a:custGeom>
            <a:rect b="b" l="l" r="r" t="t"/>
            <a:pathLst>
              <a:path extrusionOk="0" fill="none" h="2494" w="21600">
                <a:moveTo>
                  <a:pt x="21455" y="0"/>
                </a:moveTo>
                <a:cubicBezTo>
                  <a:pt x="21551" y="827"/>
                  <a:pt x="21600" y="1660"/>
                  <a:pt x="21600" y="2494"/>
                </a:cubicBezTo>
              </a:path>
              <a:path extrusionOk="0" h="2494" w="21600">
                <a:moveTo>
                  <a:pt x="21455" y="0"/>
                </a:moveTo>
                <a:cubicBezTo>
                  <a:pt x="21551" y="827"/>
                  <a:pt x="21600" y="1660"/>
                  <a:pt x="21600" y="2494"/>
                </a:cubicBezTo>
                <a:lnTo>
                  <a:pt x="0" y="2494"/>
                </a:lnTo>
                <a:lnTo>
                  <a:pt x="21455" y="0"/>
                </a:ln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34"/>
          <p:cNvSpPr txBox="1"/>
          <p:nvPr/>
        </p:nvSpPr>
        <p:spPr>
          <a:xfrm>
            <a:off x="7481888" y="3768725"/>
            <a:ext cx="1228725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θ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12°</a:t>
            </a:r>
            <a:endParaRPr/>
          </a:p>
        </p:txBody>
      </p:sp>
      <p:sp>
        <p:nvSpPr>
          <p:cNvPr id="712" name="Google Shape;712;p34"/>
          <p:cNvSpPr txBox="1"/>
          <p:nvPr/>
        </p:nvSpPr>
        <p:spPr>
          <a:xfrm>
            <a:off x="441325" y="4576763"/>
            <a:ext cx="287129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ts val="2400"/>
              <a:buFont typeface="Arial"/>
              <a:buNone/>
            </a:pPr>
            <a:r>
              <a:rPr i="1"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mg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12° = 0</a:t>
            </a:r>
            <a:endParaRPr/>
          </a:p>
        </p:txBody>
      </p:sp>
      <p:sp>
        <p:nvSpPr>
          <p:cNvPr id="713" name="Google Shape;713;p34"/>
          <p:cNvSpPr txBox="1"/>
          <p:nvPr/>
        </p:nvSpPr>
        <p:spPr>
          <a:xfrm>
            <a:off x="2249488" y="4879975"/>
            <a:ext cx="235833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ts val="2400"/>
              <a:buFont typeface="Arial"/>
              <a:buNone/>
            </a:pPr>
            <a:r>
              <a:rPr i="1"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mg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12°</a:t>
            </a:r>
            <a:endParaRPr/>
          </a:p>
        </p:txBody>
      </p:sp>
      <p:sp>
        <p:nvSpPr>
          <p:cNvPr id="714" name="Google Shape;714;p34"/>
          <p:cNvSpPr txBox="1"/>
          <p:nvPr/>
        </p:nvSpPr>
        <p:spPr>
          <a:xfrm>
            <a:off x="4448175" y="4557713"/>
            <a:ext cx="2741613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mg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12° = 0</a:t>
            </a:r>
            <a:endParaRPr/>
          </a:p>
        </p:txBody>
      </p:sp>
      <p:sp>
        <p:nvSpPr>
          <p:cNvPr id="715" name="Google Shape;715;p34"/>
          <p:cNvSpPr txBox="1"/>
          <p:nvPr/>
        </p:nvSpPr>
        <p:spPr>
          <a:xfrm>
            <a:off x="6169025" y="4865688"/>
            <a:ext cx="2228850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mg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12°</a:t>
            </a:r>
            <a:endParaRPr/>
          </a:p>
        </p:txBody>
      </p:sp>
      <p:sp>
        <p:nvSpPr>
          <p:cNvPr id="716" name="Google Shape;716;p34"/>
          <p:cNvSpPr txBox="1"/>
          <p:nvPr/>
        </p:nvSpPr>
        <p:spPr>
          <a:xfrm>
            <a:off x="1817688" y="5359400"/>
            <a:ext cx="14542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μ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 </a:t>
            </a:r>
            <a:r>
              <a:rPr i="1"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2400">
              <a:solidFill>
                <a:srgbClr val="00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34"/>
          <p:cNvSpPr txBox="1"/>
          <p:nvPr/>
        </p:nvSpPr>
        <p:spPr>
          <a:xfrm>
            <a:off x="711200" y="4186238"/>
            <a:ext cx="3590925" cy="461962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∑F</a:t>
            </a:r>
            <a:r>
              <a:rPr baseline="-25000" i="1"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aseline="-25000"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= 0</a:t>
            </a:r>
            <a:endParaRPr/>
          </a:p>
        </p:txBody>
      </p:sp>
      <p:sp>
        <p:nvSpPr>
          <p:cNvPr id="718" name="Google Shape;718;p34"/>
          <p:cNvSpPr txBox="1"/>
          <p:nvPr/>
        </p:nvSpPr>
        <p:spPr>
          <a:xfrm>
            <a:off x="4495800" y="4184650"/>
            <a:ext cx="3941763" cy="461963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∑F</a:t>
            </a:r>
            <a:r>
              <a:rPr baseline="-25000" i="1"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aseline="-25000"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= 0</a:t>
            </a:r>
            <a:endParaRPr/>
          </a:p>
        </p:txBody>
      </p:sp>
      <p:cxnSp>
        <p:nvCxnSpPr>
          <p:cNvPr id="719" name="Google Shape;719;p34"/>
          <p:cNvCxnSpPr/>
          <p:nvPr/>
        </p:nvCxnSpPr>
        <p:spPr>
          <a:xfrm>
            <a:off x="723900" y="5365750"/>
            <a:ext cx="7734300" cy="0"/>
          </a:xfrm>
          <a:prstGeom prst="straightConnector1">
            <a:avLst/>
          </a:prstGeom>
          <a:noFill/>
          <a:ln cap="flat" cmpd="sng" w="5715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0" name="Google Shape;720;p34"/>
          <p:cNvSpPr txBox="1"/>
          <p:nvPr/>
        </p:nvSpPr>
        <p:spPr>
          <a:xfrm>
            <a:off x="730250" y="5703888"/>
            <a:ext cx="3767138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mg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12°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μ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mg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12°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34"/>
          <p:cNvSpPr txBox="1"/>
          <p:nvPr/>
        </p:nvSpPr>
        <p:spPr>
          <a:xfrm>
            <a:off x="4654550" y="5535613"/>
            <a:ext cx="2144713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⇒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μ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tan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12°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34"/>
          <p:cNvSpPr txBox="1"/>
          <p:nvPr/>
        </p:nvSpPr>
        <p:spPr>
          <a:xfrm>
            <a:off x="6726238" y="5537200"/>
            <a:ext cx="1219200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0.213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3" name="Google Shape;723;p34"/>
          <p:cNvCxnSpPr/>
          <p:nvPr/>
        </p:nvCxnSpPr>
        <p:spPr>
          <a:xfrm>
            <a:off x="4457700" y="5467350"/>
            <a:ext cx="0" cy="593725"/>
          </a:xfrm>
          <a:prstGeom prst="straightConnector1">
            <a:avLst/>
          </a:prstGeom>
          <a:noFill/>
          <a:ln cap="rnd" cmpd="sng" w="57150">
            <a:solidFill>
              <a:schemeClr val="hlink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724" name="Google Shape;724;p34"/>
          <p:cNvSpPr txBox="1"/>
          <p:nvPr/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A.2 – Forces…</a:t>
            </a:r>
            <a:endParaRPr/>
          </a:p>
        </p:txBody>
      </p:sp>
      <p:grpSp>
        <p:nvGrpSpPr>
          <p:cNvPr id="725" name="Google Shape;725;p34"/>
          <p:cNvGrpSpPr/>
          <p:nvPr/>
        </p:nvGrpSpPr>
        <p:grpSpPr>
          <a:xfrm>
            <a:off x="7554913" y="533400"/>
            <a:ext cx="1452562" cy="1733550"/>
            <a:chOff x="818" y="2064"/>
            <a:chExt cx="915" cy="1092"/>
          </a:xfrm>
        </p:grpSpPr>
        <p:cxnSp>
          <p:nvCxnSpPr>
            <p:cNvPr id="726" name="Google Shape;726;p34"/>
            <p:cNvCxnSpPr/>
            <p:nvPr/>
          </p:nvCxnSpPr>
          <p:spPr>
            <a:xfrm flipH="1" rot="10800000">
              <a:off x="818" y="2655"/>
              <a:ext cx="792" cy="9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27" name="Google Shape;727;p34"/>
            <p:cNvCxnSpPr/>
            <p:nvPr/>
          </p:nvCxnSpPr>
          <p:spPr>
            <a:xfrm rot="10800000">
              <a:off x="1112" y="2162"/>
              <a:ext cx="123" cy="99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28" name="Google Shape;728;p34"/>
            <p:cNvSpPr txBox="1"/>
            <p:nvPr/>
          </p:nvSpPr>
          <p:spPr>
            <a:xfrm>
              <a:off x="1545" y="2619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/>
            </a:p>
          </p:txBody>
        </p:sp>
        <p:sp>
          <p:nvSpPr>
            <p:cNvPr id="729" name="Google Shape;729;p34"/>
            <p:cNvSpPr txBox="1"/>
            <p:nvPr/>
          </p:nvSpPr>
          <p:spPr>
            <a:xfrm>
              <a:off x="1106" y="2064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/>
            </a:p>
          </p:txBody>
        </p:sp>
      </p:grpSp>
      <p:grpSp>
        <p:nvGrpSpPr>
          <p:cNvPr id="730" name="Google Shape;730;p34"/>
          <p:cNvGrpSpPr/>
          <p:nvPr/>
        </p:nvGrpSpPr>
        <p:grpSpPr>
          <a:xfrm>
            <a:off x="7432675" y="455613"/>
            <a:ext cx="1576388" cy="2400300"/>
            <a:chOff x="1828" y="2495"/>
            <a:chExt cx="993" cy="1427"/>
          </a:xfrm>
        </p:grpSpPr>
        <p:sp>
          <p:nvSpPr>
            <p:cNvPr id="731" name="Google Shape;731;p34"/>
            <p:cNvSpPr txBox="1"/>
            <p:nvPr/>
          </p:nvSpPr>
          <p:spPr>
            <a:xfrm>
              <a:off x="1829" y="3684"/>
              <a:ext cx="982" cy="238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1" lang="en-US"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FBD, coin</a:t>
              </a:r>
              <a:endParaRPr/>
            </a:p>
          </p:txBody>
        </p:sp>
        <p:grpSp>
          <p:nvGrpSpPr>
            <p:cNvPr id="732" name="Google Shape;732;p34"/>
            <p:cNvGrpSpPr/>
            <p:nvPr/>
          </p:nvGrpSpPr>
          <p:grpSpPr>
            <a:xfrm>
              <a:off x="1828" y="2495"/>
              <a:ext cx="993" cy="1419"/>
              <a:chOff x="718" y="2504"/>
              <a:chExt cx="993" cy="1419"/>
            </a:xfrm>
          </p:grpSpPr>
          <p:sp>
            <p:nvSpPr>
              <p:cNvPr id="733" name="Google Shape;733;p34"/>
              <p:cNvSpPr/>
              <p:nvPr/>
            </p:nvSpPr>
            <p:spPr>
              <a:xfrm>
                <a:off x="718" y="2504"/>
                <a:ext cx="993" cy="1419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734" name="Google Shape;734;p34"/>
              <p:cNvSpPr/>
              <p:nvPr/>
            </p:nvSpPr>
            <p:spPr>
              <a:xfrm>
                <a:off x="1127" y="3130"/>
                <a:ext cx="67" cy="67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grpSp>
        <p:nvGrpSpPr>
          <p:cNvPr id="735" name="Google Shape;735;p34"/>
          <p:cNvGrpSpPr/>
          <p:nvPr/>
        </p:nvGrpSpPr>
        <p:grpSpPr>
          <a:xfrm>
            <a:off x="7597775" y="1614488"/>
            <a:ext cx="525463" cy="809625"/>
            <a:chOff x="204" y="3064"/>
            <a:chExt cx="331" cy="510"/>
          </a:xfrm>
        </p:grpSpPr>
        <p:cxnSp>
          <p:nvCxnSpPr>
            <p:cNvPr id="736" name="Google Shape;736;p34"/>
            <p:cNvCxnSpPr/>
            <p:nvPr/>
          </p:nvCxnSpPr>
          <p:spPr>
            <a:xfrm>
              <a:off x="535" y="3064"/>
              <a:ext cx="0" cy="450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37" name="Google Shape;737;p34"/>
            <p:cNvSpPr txBox="1"/>
            <p:nvPr/>
          </p:nvSpPr>
          <p:spPr>
            <a:xfrm>
              <a:off x="204" y="3283"/>
              <a:ext cx="313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endParaRPr baseline="-25000" i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8" name="Google Shape;738;p34"/>
          <p:cNvGrpSpPr/>
          <p:nvPr/>
        </p:nvGrpSpPr>
        <p:grpSpPr>
          <a:xfrm>
            <a:off x="8161338" y="1035050"/>
            <a:ext cx="673100" cy="520700"/>
            <a:chOff x="542" y="2727"/>
            <a:chExt cx="424" cy="328"/>
          </a:xfrm>
        </p:grpSpPr>
        <p:cxnSp>
          <p:nvCxnSpPr>
            <p:cNvPr id="739" name="Google Shape;739;p34"/>
            <p:cNvCxnSpPr/>
            <p:nvPr/>
          </p:nvCxnSpPr>
          <p:spPr>
            <a:xfrm flipH="1" rot="10800000">
              <a:off x="542" y="3021"/>
              <a:ext cx="259" cy="34"/>
            </a:xfrm>
            <a:prstGeom prst="straightConnector1">
              <a:avLst/>
            </a:prstGeom>
            <a:noFill/>
            <a:ln cap="flat" cmpd="sng" w="57150">
              <a:solidFill>
                <a:srgbClr val="FF33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40" name="Google Shape;740;p34"/>
            <p:cNvSpPr txBox="1"/>
            <p:nvPr/>
          </p:nvSpPr>
          <p:spPr>
            <a:xfrm>
              <a:off x="688" y="2727"/>
              <a:ext cx="278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3300"/>
                </a:buClr>
                <a:buSzPts val="2400"/>
                <a:buFont typeface="Arial"/>
                <a:buNone/>
              </a:pPr>
              <a:r>
                <a:rPr b="1" lang="en-US" sz="2400">
                  <a:solidFill>
                    <a:srgbClr val="FF33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lang="en-US" sz="2400">
                  <a:solidFill>
                    <a:srgbClr val="FF33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sz="24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1" name="Google Shape;741;p34"/>
          <p:cNvGrpSpPr/>
          <p:nvPr/>
        </p:nvGrpSpPr>
        <p:grpSpPr>
          <a:xfrm>
            <a:off x="8040689" y="735013"/>
            <a:ext cx="573088" cy="819150"/>
            <a:chOff x="485" y="2539"/>
            <a:chExt cx="361" cy="516"/>
          </a:xfrm>
        </p:grpSpPr>
        <p:cxnSp>
          <p:nvCxnSpPr>
            <p:cNvPr id="742" name="Google Shape;742;p34"/>
            <p:cNvCxnSpPr/>
            <p:nvPr/>
          </p:nvCxnSpPr>
          <p:spPr>
            <a:xfrm rot="10800000">
              <a:off x="485" y="2646"/>
              <a:ext cx="58" cy="409"/>
            </a:xfrm>
            <a:prstGeom prst="straightConnector1">
              <a:avLst/>
            </a:prstGeom>
            <a:noFill/>
            <a:ln cap="flat" cmpd="sng" w="57150">
              <a:solidFill>
                <a:schemeClr val="hlink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43" name="Google Shape;743;p34"/>
            <p:cNvSpPr txBox="1"/>
            <p:nvPr/>
          </p:nvSpPr>
          <p:spPr>
            <a:xfrm>
              <a:off x="519" y="2539"/>
              <a:ext cx="327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9999"/>
                </a:buClr>
                <a:buSzPts val="2400"/>
                <a:buFont typeface="Arial"/>
                <a:buNone/>
              </a:pPr>
              <a:r>
                <a:rPr b="1" lang="en-US" sz="2400">
                  <a:solidFill>
                    <a:srgbClr val="009999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lang="en-US" sz="2400">
                  <a:solidFill>
                    <a:srgbClr val="009999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i="1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4" name="Google Shape;744;p34"/>
          <p:cNvSpPr txBox="1"/>
          <p:nvPr/>
        </p:nvSpPr>
        <p:spPr>
          <a:xfrm>
            <a:off x="8415338" y="2009775"/>
            <a:ext cx="671512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C6600"/>
                </a:solidFill>
                <a:latin typeface="Arial"/>
                <a:ea typeface="Arial"/>
                <a:cs typeface="Arial"/>
                <a:sym typeface="Arial"/>
              </a:rPr>
              <a:t>12°</a:t>
            </a:r>
            <a:endParaRPr/>
          </a:p>
        </p:txBody>
      </p:sp>
      <p:sp>
        <p:nvSpPr>
          <p:cNvPr id="745" name="Google Shape;745;p34"/>
          <p:cNvSpPr/>
          <p:nvPr/>
        </p:nvSpPr>
        <p:spPr>
          <a:xfrm>
            <a:off x="8142288" y="1920875"/>
            <a:ext cx="519112" cy="136525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flat" cmpd="sng" w="9525">
            <a:solidFill>
              <a:srgbClr val="CC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46" name="Google Shape;746;p34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35"/>
          <p:cNvSpPr/>
          <p:nvPr/>
        </p:nvSpPr>
        <p:spPr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Newton’s laws of motion –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The first law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∙Newton’s first law is related to certain studies made by Galileo Galilee which contradicted Aristotelian tenets.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∙Aristotle basically said </a:t>
            </a: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“The natural state of motion of all objects (but the heavenly ones) is one of rest.”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∙A child will learn that if you stop pushing a wagon, the wagon will eventually stop moving.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∙This simple observation will lead the child to come             up with a force law that looks something like this: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“In order for a body to be in motion, there must be         a force acting on it.”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∙As we will show on the next slide, both of                            these observations are false!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35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lang="en-US" sz="2800"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latin typeface="Arial"/>
                <a:ea typeface="Arial"/>
                <a:cs typeface="Arial"/>
                <a:sym typeface="Arial"/>
              </a:rPr>
              <a:t>A.2 – Forces…</a:t>
            </a:r>
            <a:endParaRPr/>
          </a:p>
        </p:txBody>
      </p:sp>
      <p:cxnSp>
        <p:nvCxnSpPr>
          <p:cNvPr id="754" name="Google Shape;754;p35"/>
          <p:cNvCxnSpPr/>
          <p:nvPr/>
        </p:nvCxnSpPr>
        <p:spPr>
          <a:xfrm>
            <a:off x="4010025" y="3019425"/>
            <a:ext cx="4121150" cy="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55" name="Google Shape;755;p35"/>
          <p:cNvCxnSpPr/>
          <p:nvPr/>
        </p:nvCxnSpPr>
        <p:spPr>
          <a:xfrm>
            <a:off x="755650" y="3398838"/>
            <a:ext cx="6751279" cy="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56" name="Google Shape;756;p35"/>
          <p:cNvCxnSpPr/>
          <p:nvPr/>
        </p:nvCxnSpPr>
        <p:spPr>
          <a:xfrm>
            <a:off x="755650" y="5445857"/>
            <a:ext cx="7083390" cy="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57" name="Google Shape;757;p35"/>
          <p:cNvCxnSpPr/>
          <p:nvPr/>
        </p:nvCxnSpPr>
        <p:spPr>
          <a:xfrm>
            <a:off x="755650" y="5790393"/>
            <a:ext cx="2547989" cy="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58" name="Google Shape;758;p35"/>
          <p:cNvSpPr txBox="1"/>
          <p:nvPr/>
        </p:nvSpPr>
        <p:spPr>
          <a:xfrm rot="-1070306">
            <a:off x="4951797" y="3041649"/>
            <a:ext cx="1493838" cy="461963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endParaRPr/>
          </a:p>
        </p:txBody>
      </p:sp>
      <p:sp>
        <p:nvSpPr>
          <p:cNvPr id="759" name="Google Shape;759;p35"/>
          <p:cNvSpPr txBox="1"/>
          <p:nvPr/>
        </p:nvSpPr>
        <p:spPr>
          <a:xfrm rot="-969593">
            <a:off x="3927242" y="5410200"/>
            <a:ext cx="1493838" cy="460375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endParaRPr/>
          </a:p>
        </p:txBody>
      </p:sp>
      <p:pic>
        <p:nvPicPr>
          <p:cNvPr descr="https://encrypted-tbn3.gstatic.com/images?q=tbn:ANd9GcSxvcBhe56XTUTCar3y29mtWQ8_9Qyal8cCQZ3b3OzkidL1xV_QcJpSAvw" id="760" name="Google Shape;760;p3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63192" y="112223"/>
            <a:ext cx="1199533" cy="1437177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descr="https://encrypted-tbn3.gstatic.com/images?q=tbn:ANd9GcT-mBsHB_N_VWM9Z-c3RVKskBq3pyNKOHsLlPwDLtR3X0JNRgPZDSeFbIAJ" id="761" name="Google Shape;761;p35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28852" y="124414"/>
            <a:ext cx="2529348" cy="142498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id="762" name="Google Shape;762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-774968">
            <a:off x="6703551" y="4516565"/>
            <a:ext cx="2270979" cy="2448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63" name="Google Shape;763;p3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22690" y="4748859"/>
            <a:ext cx="647700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35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5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0"/>
                                        <p:tgtEl>
                                          <p:spTgt spid="7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0"/>
                                        <p:tgtEl>
                                          <p:spTgt spid="7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36"/>
          <p:cNvSpPr/>
          <p:nvPr/>
        </p:nvSpPr>
        <p:spPr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Newton’s laws of motion –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The first law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∙Here’s how Galileo (1564-1642) thought: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∙If I give a cart a push on a smooth, level surface, it will eventually stop.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∙What can I do to increase the distance it rolls without pushing it harder or changing the slope?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∙If I can minimize the friction, it’ll go farther.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∙In fact, he reasoned, if I eliminate the friction altogether the cart will roll forever!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∙Galileo called the tendency of an object to not           change its state of motion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inertia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36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lang="en-US" sz="2800"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latin typeface="Arial"/>
                <a:ea typeface="Arial"/>
                <a:cs typeface="Arial"/>
                <a:sym typeface="Arial"/>
              </a:rPr>
              <a:t>A.2 – Forces…</a:t>
            </a:r>
            <a:endParaRPr/>
          </a:p>
        </p:txBody>
      </p:sp>
      <p:pic>
        <p:nvPicPr>
          <p:cNvPr descr="galileo" id="772" name="Google Shape;77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1200" y="0"/>
            <a:ext cx="2082800" cy="2344738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descr="j0290939[1]" id="773" name="Google Shape;773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4538" y="5237163"/>
            <a:ext cx="1595437" cy="16525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74" name="Google Shape;774;p36"/>
          <p:cNvCxnSpPr/>
          <p:nvPr/>
        </p:nvCxnSpPr>
        <p:spPr>
          <a:xfrm>
            <a:off x="847725" y="5368925"/>
            <a:ext cx="1531938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j0290939[1]" id="775" name="Google Shape;775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4538" y="5237163"/>
            <a:ext cx="1595437" cy="16525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76" name="Google Shape;776;p36"/>
          <p:cNvCxnSpPr/>
          <p:nvPr/>
        </p:nvCxnSpPr>
        <p:spPr>
          <a:xfrm>
            <a:off x="847725" y="5368925"/>
            <a:ext cx="1531938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j0290939[1]" id="777" name="Google Shape;777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4538" y="5237163"/>
            <a:ext cx="1595437" cy="16525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78" name="Google Shape;778;p36"/>
          <p:cNvCxnSpPr/>
          <p:nvPr/>
        </p:nvCxnSpPr>
        <p:spPr>
          <a:xfrm>
            <a:off x="847725" y="5368925"/>
            <a:ext cx="1531938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9" name="Google Shape;779;p36"/>
          <p:cNvSpPr/>
          <p:nvPr/>
        </p:nvSpPr>
        <p:spPr>
          <a:xfrm>
            <a:off x="4271963" y="144463"/>
            <a:ext cx="2930525" cy="1492250"/>
          </a:xfrm>
          <a:prstGeom prst="cloudCallout">
            <a:avLst>
              <a:gd fmla="val 67264" name="adj1"/>
              <a:gd fmla="val -26759" name="adj2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Inertia will only change if there is a force.</a:t>
            </a:r>
            <a:endParaRPr/>
          </a:p>
        </p:txBody>
      </p:sp>
      <p:pic>
        <p:nvPicPr>
          <p:cNvPr descr="MC900340266[1]" id="780" name="Google Shape;780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7143921">
            <a:off x="164307" y="4653756"/>
            <a:ext cx="1377950" cy="18335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C900340266[1]" id="781" name="Google Shape;781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7143921">
            <a:off x="912019" y="4702969"/>
            <a:ext cx="1377950" cy="1833562"/>
          </a:xfrm>
          <a:prstGeom prst="rect">
            <a:avLst/>
          </a:prstGeom>
          <a:noFill/>
          <a:ln>
            <a:noFill/>
          </a:ln>
        </p:spPr>
      </p:pic>
      <p:sp>
        <p:nvSpPr>
          <p:cNvPr id="782" name="Google Shape;782;p36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2000"/>
                                        <p:tgtEl>
                                          <p:spTgt spid="7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2000"/>
                                        <p:tgtEl>
                                          <p:spTgt spid="7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2000"/>
                                        <p:tgtEl>
                                          <p:spTgt spid="7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2000"/>
                                        <p:tgtEl>
                                          <p:spTgt spid="7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2000"/>
                                        <p:tgtEl>
                                          <p:spTgt spid="7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2000"/>
                                        <p:tgtEl>
                                          <p:spTgt spid="7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7"/>
          <p:cNvSpPr/>
          <p:nvPr/>
        </p:nvSpPr>
        <p:spPr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Describing the consequences of Newton’s first law               for translational equilibrium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∙Newton’s first law is drawn from his concept of net force and Galileo’s concept of inertia.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∙Newton’s first law says that the </a:t>
            </a:r>
            <a:r>
              <a:rPr lang="en-US" sz="2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velocity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an object </a:t>
            </a:r>
            <a:r>
              <a:rPr lang="en-US" sz="2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will not change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if there is </a:t>
            </a:r>
            <a:r>
              <a:rPr lang="en-US" sz="2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net force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acting on it.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∙In his words...</a:t>
            </a: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“Every body continues in its state of </a:t>
            </a: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rest</a:t>
            </a: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, or of </a:t>
            </a: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uniform motion in a straight line</a:t>
            </a: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, unless it is compelled to change that state by </a:t>
            </a: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forces</a:t>
            </a: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impressed thereon.”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∙In symbols...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ΣF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0 is the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condition for translational equilibrium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789" name="Google Shape;789;p37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lang="en-US" sz="2800"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latin typeface="Arial"/>
                <a:ea typeface="Arial"/>
                <a:cs typeface="Arial"/>
                <a:sym typeface="Arial"/>
              </a:rPr>
              <a:t>A.2 – Forces…</a:t>
            </a:r>
            <a:endParaRPr/>
          </a:p>
        </p:txBody>
      </p:sp>
      <p:sp>
        <p:nvSpPr>
          <p:cNvPr id="790" name="Google Shape;790;p37"/>
          <p:cNvSpPr txBox="1"/>
          <p:nvPr/>
        </p:nvSpPr>
        <p:spPr>
          <a:xfrm>
            <a:off x="8197850" y="3711575"/>
            <a:ext cx="877888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= 0</a:t>
            </a:r>
            <a:endParaRPr/>
          </a:p>
        </p:txBody>
      </p:sp>
      <p:sp>
        <p:nvSpPr>
          <p:cNvPr id="791" name="Google Shape;791;p37"/>
          <p:cNvSpPr/>
          <p:nvPr/>
        </p:nvSpPr>
        <p:spPr>
          <a:xfrm rot="10800000">
            <a:off x="7703216" y="4087811"/>
            <a:ext cx="1046162" cy="242887"/>
          </a:xfrm>
          <a:custGeom>
            <a:rect b="b" l="l" r="r" t="t"/>
            <a:pathLst>
              <a:path extrusionOk="0" h="198" w="1030">
                <a:moveTo>
                  <a:pt x="0" y="198"/>
                </a:moveTo>
                <a:lnTo>
                  <a:pt x="424" y="198"/>
                </a:lnTo>
                <a:lnTo>
                  <a:pt x="538" y="0"/>
                </a:lnTo>
                <a:lnTo>
                  <a:pt x="1030" y="0"/>
                </a:ln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92" name="Google Shape;792;p37"/>
          <p:cNvSpPr/>
          <p:nvPr/>
        </p:nvSpPr>
        <p:spPr>
          <a:xfrm flipH="1">
            <a:off x="1471613" y="4699000"/>
            <a:ext cx="5848350" cy="60325"/>
          </a:xfrm>
          <a:custGeom>
            <a:rect b="b" l="l" r="r" t="t"/>
            <a:pathLst>
              <a:path extrusionOk="0" h="10000" w="10562">
                <a:moveTo>
                  <a:pt x="10562" y="0"/>
                </a:moveTo>
                <a:lnTo>
                  <a:pt x="2917" y="0"/>
                </a:lnTo>
                <a:lnTo>
                  <a:pt x="2665" y="10000"/>
                </a:lnTo>
                <a:lnTo>
                  <a:pt x="0" y="9999"/>
                </a:ln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93" name="Google Shape;793;p37"/>
          <p:cNvSpPr txBox="1"/>
          <p:nvPr/>
        </p:nvSpPr>
        <p:spPr>
          <a:xfrm>
            <a:off x="7319963" y="4449763"/>
            <a:ext cx="1919287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= CONST</a:t>
            </a:r>
            <a:endParaRPr/>
          </a:p>
        </p:txBody>
      </p:sp>
      <p:sp>
        <p:nvSpPr>
          <p:cNvPr id="794" name="Google Shape;794;p37"/>
          <p:cNvSpPr txBox="1"/>
          <p:nvPr/>
        </p:nvSpPr>
        <p:spPr>
          <a:xfrm>
            <a:off x="7016750" y="5043488"/>
            <a:ext cx="552450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Σ</a:t>
            </a:r>
            <a:r>
              <a:rPr b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795" name="Google Shape;795;p37"/>
          <p:cNvSpPr/>
          <p:nvPr/>
        </p:nvSpPr>
        <p:spPr>
          <a:xfrm>
            <a:off x="5403850" y="5092700"/>
            <a:ext cx="1660525" cy="193675"/>
          </a:xfrm>
          <a:custGeom>
            <a:rect b="b" l="l" r="r" t="t"/>
            <a:pathLst>
              <a:path extrusionOk="0" h="10001" w="15570">
                <a:moveTo>
                  <a:pt x="0" y="0"/>
                </a:moveTo>
                <a:lnTo>
                  <a:pt x="8091" y="0"/>
                </a:lnTo>
                <a:cubicBezTo>
                  <a:pt x="8384" y="3333"/>
                  <a:pt x="8678" y="6667"/>
                  <a:pt x="8970" y="10000"/>
                </a:cubicBezTo>
                <a:lnTo>
                  <a:pt x="15570" y="10001"/>
                </a:ln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796" name="Google Shape;796;p37"/>
          <p:cNvGrpSpPr/>
          <p:nvPr/>
        </p:nvGrpSpPr>
        <p:grpSpPr>
          <a:xfrm>
            <a:off x="828675" y="5937250"/>
            <a:ext cx="7464425" cy="461963"/>
            <a:chOff x="828675" y="5707060"/>
            <a:chExt cx="7464426" cy="461665"/>
          </a:xfrm>
        </p:grpSpPr>
        <p:sp>
          <p:nvSpPr>
            <p:cNvPr id="797" name="Google Shape;797;p37"/>
            <p:cNvSpPr/>
            <p:nvPr/>
          </p:nvSpPr>
          <p:spPr>
            <a:xfrm>
              <a:off x="965200" y="5716579"/>
              <a:ext cx="1865313" cy="3204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If</a:t>
              </a: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ΣF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0,</a:t>
              </a:r>
              <a:endPara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37"/>
            <p:cNvSpPr txBox="1"/>
            <p:nvPr/>
          </p:nvSpPr>
          <p:spPr>
            <a:xfrm>
              <a:off x="5495636" y="5707060"/>
              <a:ext cx="2797465" cy="4616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Newton’s first law</a:t>
              </a:r>
              <a:endParaRPr/>
            </a:p>
          </p:txBody>
        </p:sp>
        <p:sp>
          <p:nvSpPr>
            <p:cNvPr id="799" name="Google Shape;799;p37"/>
            <p:cNvSpPr/>
            <p:nvPr/>
          </p:nvSpPr>
          <p:spPr>
            <a:xfrm>
              <a:off x="828675" y="5710235"/>
              <a:ext cx="7462838" cy="45849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800" name="Google Shape;800;p37"/>
            <p:cNvSpPr/>
            <p:nvPr/>
          </p:nvSpPr>
          <p:spPr>
            <a:xfrm>
              <a:off x="2805113" y="5719752"/>
              <a:ext cx="2525712" cy="3204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then</a:t>
              </a: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v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CONST.</a:t>
              </a:r>
              <a:endPara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newton" id="801" name="Google Shape;80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3650" y="0"/>
            <a:ext cx="1530350" cy="199390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802" name="Google Shape;802;p37"/>
          <p:cNvSpPr/>
          <p:nvPr/>
        </p:nvSpPr>
        <p:spPr>
          <a:xfrm>
            <a:off x="4173538" y="0"/>
            <a:ext cx="3672604" cy="1681316"/>
          </a:xfrm>
          <a:prstGeom prst="cloudCallout">
            <a:avLst>
              <a:gd fmla="val 60290" name="adj1"/>
              <a:gd fmla="val -19599" name="adj2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body’s velocity will only change if there is a net force acting on it.</a:t>
            </a:r>
            <a:endParaRPr/>
          </a:p>
        </p:txBody>
      </p:sp>
      <p:sp>
        <p:nvSpPr>
          <p:cNvPr id="803" name="Google Shape;803;p37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8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8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38"/>
          <p:cNvSpPr/>
          <p:nvPr/>
        </p:nvSpPr>
        <p:spPr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Translational equilibrium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∙As a memorable demonstration of inertia – matter’s tendency to not change its state of motion (or its state of rest) - consider this: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∙A water balloon is cut very rapidly with a knife.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∙For an instant the water remains at rest!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∙Don’t try this at home, kids.</a:t>
            </a:r>
            <a:endParaRPr/>
          </a:p>
        </p:txBody>
      </p:sp>
      <p:sp>
        <p:nvSpPr>
          <p:cNvPr id="810" name="Google Shape;810;p38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lang="en-US" sz="2800"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latin typeface="Arial"/>
                <a:ea typeface="Arial"/>
                <a:cs typeface="Arial"/>
                <a:sym typeface="Arial"/>
              </a:rPr>
              <a:t>A.2 – Forces…</a:t>
            </a:r>
            <a:endParaRPr sz="2800">
              <a:solidFill>
                <a:schemeClr val="dk1"/>
              </a:solidFill>
            </a:endParaRPr>
          </a:p>
        </p:txBody>
      </p:sp>
      <p:grpSp>
        <p:nvGrpSpPr>
          <p:cNvPr id="811" name="Google Shape;811;p38"/>
          <p:cNvGrpSpPr/>
          <p:nvPr/>
        </p:nvGrpSpPr>
        <p:grpSpPr>
          <a:xfrm>
            <a:off x="1300163" y="5778500"/>
            <a:ext cx="2600325" cy="969963"/>
            <a:chOff x="819" y="3249"/>
            <a:chExt cx="1638" cy="611"/>
          </a:xfrm>
        </p:grpSpPr>
        <p:sp>
          <p:nvSpPr>
            <p:cNvPr descr="Oak" id="812" name="Google Shape;812;p38"/>
            <p:cNvSpPr/>
            <p:nvPr/>
          </p:nvSpPr>
          <p:spPr>
            <a:xfrm>
              <a:off x="819" y="3249"/>
              <a:ext cx="1638" cy="500"/>
            </a:xfrm>
            <a:custGeom>
              <a:rect b="b" l="l" r="r" t="t"/>
              <a:pathLst>
                <a:path extrusionOk="0" h="500" w="1638">
                  <a:moveTo>
                    <a:pt x="0" y="236"/>
                  </a:moveTo>
                  <a:lnTo>
                    <a:pt x="1082" y="0"/>
                  </a:lnTo>
                  <a:lnTo>
                    <a:pt x="1638" y="284"/>
                  </a:lnTo>
                  <a:lnTo>
                    <a:pt x="659" y="500"/>
                  </a:lnTo>
                  <a:lnTo>
                    <a:pt x="0" y="236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tile algn="tl" flip="none" tx="0" sx="100000" ty="0" sy="100000"/>
            </a:blip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descr="Oak" id="813" name="Google Shape;813;p38"/>
            <p:cNvSpPr/>
            <p:nvPr/>
          </p:nvSpPr>
          <p:spPr>
            <a:xfrm>
              <a:off x="826" y="3492"/>
              <a:ext cx="652" cy="368"/>
            </a:xfrm>
            <a:custGeom>
              <a:rect b="b" l="l" r="r" t="t"/>
              <a:pathLst>
                <a:path extrusionOk="0" h="368" w="652">
                  <a:moveTo>
                    <a:pt x="0" y="0"/>
                  </a:moveTo>
                  <a:lnTo>
                    <a:pt x="7" y="125"/>
                  </a:lnTo>
                  <a:lnTo>
                    <a:pt x="652" y="368"/>
                  </a:lnTo>
                  <a:lnTo>
                    <a:pt x="652" y="2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tile algn="tl" flip="none" tx="0" sx="100000" ty="0" sy="100000"/>
            </a:blip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descr="Oak" id="814" name="Google Shape;814;p38"/>
            <p:cNvSpPr/>
            <p:nvPr/>
          </p:nvSpPr>
          <p:spPr>
            <a:xfrm>
              <a:off x="1464" y="3520"/>
              <a:ext cx="993" cy="340"/>
            </a:xfrm>
            <a:custGeom>
              <a:rect b="b" l="l" r="r" t="t"/>
              <a:pathLst>
                <a:path extrusionOk="0" h="340" w="993">
                  <a:moveTo>
                    <a:pt x="14" y="340"/>
                  </a:moveTo>
                  <a:lnTo>
                    <a:pt x="0" y="215"/>
                  </a:lnTo>
                  <a:lnTo>
                    <a:pt x="986" y="0"/>
                  </a:lnTo>
                  <a:lnTo>
                    <a:pt x="993" y="124"/>
                  </a:lnTo>
                  <a:lnTo>
                    <a:pt x="14" y="34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tile algn="tl" flip="none" tx="0" sx="100000" ty="0" sy="100000"/>
            </a:blip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815" name="Google Shape;815;p38"/>
          <p:cNvGrpSpPr/>
          <p:nvPr/>
        </p:nvGrpSpPr>
        <p:grpSpPr>
          <a:xfrm>
            <a:off x="857295" y="3883518"/>
            <a:ext cx="3100343" cy="1121870"/>
            <a:chOff x="330" y="2534"/>
            <a:chExt cx="1953" cy="707"/>
          </a:xfrm>
        </p:grpSpPr>
        <p:sp>
          <p:nvSpPr>
            <p:cNvPr id="816" name="Google Shape;816;p38"/>
            <p:cNvSpPr/>
            <p:nvPr/>
          </p:nvSpPr>
          <p:spPr>
            <a:xfrm>
              <a:off x="1041" y="2763"/>
              <a:ext cx="1242" cy="478"/>
            </a:xfrm>
            <a:custGeom>
              <a:rect b="b" l="l" r="r" t="t"/>
              <a:pathLst>
                <a:path extrusionOk="0" h="478" w="1242">
                  <a:moveTo>
                    <a:pt x="42" y="27"/>
                  </a:moveTo>
                  <a:lnTo>
                    <a:pt x="1242" y="430"/>
                  </a:lnTo>
                  <a:lnTo>
                    <a:pt x="1242" y="472"/>
                  </a:lnTo>
                  <a:lnTo>
                    <a:pt x="1131" y="478"/>
                  </a:lnTo>
                  <a:lnTo>
                    <a:pt x="0" y="111"/>
                  </a:lnTo>
                  <a:lnTo>
                    <a:pt x="0" y="0"/>
                  </a:lnTo>
                  <a:lnTo>
                    <a:pt x="42" y="27"/>
                  </a:lnTo>
                  <a:close/>
                </a:path>
              </a:pathLst>
            </a:custGeom>
            <a:gradFill>
              <a:gsLst>
                <a:gs pos="0">
                  <a:srgbClr val="666666"/>
                </a:gs>
                <a:gs pos="100000">
                  <a:srgbClr val="DDDDDD"/>
                </a:gs>
              </a:gsLst>
              <a:lin ang="270000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descr="Medium wood" id="817" name="Google Shape;817;p38"/>
            <p:cNvSpPr/>
            <p:nvPr/>
          </p:nvSpPr>
          <p:spPr>
            <a:xfrm rot="253334">
              <a:off x="340" y="2561"/>
              <a:ext cx="736" cy="298"/>
            </a:xfrm>
            <a:custGeom>
              <a:rect b="b" l="l" r="r" t="t"/>
              <a:pathLst>
                <a:path extrusionOk="0" h="298" w="736">
                  <a:moveTo>
                    <a:pt x="736" y="180"/>
                  </a:moveTo>
                  <a:lnTo>
                    <a:pt x="21" y="0"/>
                  </a:lnTo>
                  <a:lnTo>
                    <a:pt x="0" y="132"/>
                  </a:lnTo>
                  <a:lnTo>
                    <a:pt x="701" y="298"/>
                  </a:lnTo>
                  <a:lnTo>
                    <a:pt x="736" y="18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tile algn="tl" flip="none" tx="0" sx="100000" ty="0" sy="100000"/>
            </a:blip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818" name="Google Shape;818;p38"/>
          <p:cNvSpPr/>
          <p:nvPr/>
        </p:nvSpPr>
        <p:spPr>
          <a:xfrm>
            <a:off x="546100" y="5737225"/>
            <a:ext cx="4017963" cy="1114425"/>
          </a:xfrm>
          <a:custGeom>
            <a:rect b="b" l="l" r="r" t="t"/>
            <a:pathLst>
              <a:path extrusionOk="0" h="702" w="2531">
                <a:moveTo>
                  <a:pt x="118" y="539"/>
                </a:moveTo>
                <a:cubicBezTo>
                  <a:pt x="161" y="502"/>
                  <a:pt x="281" y="462"/>
                  <a:pt x="338" y="410"/>
                </a:cubicBezTo>
                <a:cubicBezTo>
                  <a:pt x="395" y="358"/>
                  <a:pt x="349" y="281"/>
                  <a:pt x="459" y="229"/>
                </a:cubicBezTo>
                <a:cubicBezTo>
                  <a:pt x="569" y="177"/>
                  <a:pt x="810" y="138"/>
                  <a:pt x="997" y="100"/>
                </a:cubicBezTo>
                <a:cubicBezTo>
                  <a:pt x="1184" y="62"/>
                  <a:pt x="1429" y="0"/>
                  <a:pt x="1581" y="1"/>
                </a:cubicBezTo>
                <a:cubicBezTo>
                  <a:pt x="1733" y="2"/>
                  <a:pt x="1802" y="48"/>
                  <a:pt x="1907" y="107"/>
                </a:cubicBezTo>
                <a:cubicBezTo>
                  <a:pt x="2012" y="166"/>
                  <a:pt x="2109" y="290"/>
                  <a:pt x="2210" y="357"/>
                </a:cubicBezTo>
                <a:cubicBezTo>
                  <a:pt x="2311" y="424"/>
                  <a:pt x="2531" y="466"/>
                  <a:pt x="2513" y="509"/>
                </a:cubicBezTo>
                <a:cubicBezTo>
                  <a:pt x="2495" y="552"/>
                  <a:pt x="2322" y="585"/>
                  <a:pt x="2104" y="615"/>
                </a:cubicBezTo>
                <a:cubicBezTo>
                  <a:pt x="1886" y="645"/>
                  <a:pt x="1521" y="680"/>
                  <a:pt x="1202" y="691"/>
                </a:cubicBezTo>
                <a:cubicBezTo>
                  <a:pt x="883" y="702"/>
                  <a:pt x="374" y="693"/>
                  <a:pt x="187" y="683"/>
                </a:cubicBezTo>
                <a:cubicBezTo>
                  <a:pt x="0" y="673"/>
                  <a:pt x="95" y="655"/>
                  <a:pt x="80" y="630"/>
                </a:cubicBezTo>
                <a:cubicBezTo>
                  <a:pt x="65" y="605"/>
                  <a:pt x="75" y="576"/>
                  <a:pt x="118" y="539"/>
                </a:cubicBezTo>
                <a:close/>
              </a:path>
            </a:pathLst>
          </a:custGeom>
          <a:solidFill>
            <a:schemeClr val="accent1">
              <a:alpha val="50588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19" name="Google Shape;819;p38"/>
          <p:cNvSpPr/>
          <p:nvPr/>
        </p:nvSpPr>
        <p:spPr>
          <a:xfrm rot="-1136901">
            <a:off x="1543050" y="5038725"/>
            <a:ext cx="2170113" cy="1636713"/>
          </a:xfrm>
          <a:prstGeom prst="ellipse">
            <a:avLst/>
          </a:prstGeom>
          <a:solidFill>
            <a:schemeClr val="accent1">
              <a:alpha val="52549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20" name="Google Shape;820;p38"/>
          <p:cNvSpPr/>
          <p:nvPr/>
        </p:nvSpPr>
        <p:spPr>
          <a:xfrm rot="-1136901">
            <a:off x="1528763" y="5035550"/>
            <a:ext cx="2170112" cy="1636713"/>
          </a:xfrm>
          <a:prstGeom prst="ellipse">
            <a:avLst/>
          </a:prstGeom>
          <a:solidFill>
            <a:srgbClr val="FF3300">
              <a:alpha val="7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descr="balloon2-knife collision" id="821" name="Google Shape;821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92650" y="4213225"/>
            <a:ext cx="3767138" cy="267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38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2000"/>
                                        <p:tgtEl>
                                          <p:spTgt spid="8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39"/>
          <p:cNvSpPr/>
          <p:nvPr/>
        </p:nvSpPr>
        <p:spPr>
          <a:xfrm>
            <a:off x="685800" y="1549400"/>
            <a:ext cx="7772400" cy="504825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Translational equilibrium</a:t>
            </a:r>
            <a:endParaRPr i="1"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29" name="Google Shape;829;p39"/>
          <p:cNvSpPr/>
          <p:nvPr/>
        </p:nvSpPr>
        <p:spPr>
          <a:xfrm>
            <a:off x="685800" y="1985963"/>
            <a:ext cx="7764463" cy="487203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An object of mass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hanging via                   three cords as shown. Find the tension in each                            of the three cords, in terms of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-152400" lvl="0" marL="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 each tension a name to organize your effort.</a:t>
            </a:r>
            <a:endParaRPr/>
          </a:p>
          <a:p>
            <a:pPr indent="-152400" lvl="0" marL="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Draw a free body diagram of the mass </a:t>
            </a:r>
            <a:r>
              <a:rPr lang="en-US" sz="2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the knot.</a:t>
            </a:r>
            <a:endParaRPr/>
          </a:p>
          <a:p>
            <a:pPr indent="-152400" lvl="0" marL="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the easiest force to find. Why?</a:t>
            </a:r>
            <a:endParaRPr/>
          </a:p>
          <a:p>
            <a:pPr indent="-152400" lvl="0" marL="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Since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not moving, its FBD tells us that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Σ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0 or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T3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0 or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T3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mg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830" name="Google Shape;830;p39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lang="en-US" sz="2800"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latin typeface="Arial"/>
                <a:ea typeface="Arial"/>
                <a:cs typeface="Arial"/>
                <a:sym typeface="Arial"/>
              </a:rPr>
              <a:t>A.2 – Forces…</a:t>
            </a:r>
            <a:endParaRPr sz="2800">
              <a:solidFill>
                <a:schemeClr val="dk1"/>
              </a:solidFill>
            </a:endParaRPr>
          </a:p>
        </p:txBody>
      </p:sp>
      <p:grpSp>
        <p:nvGrpSpPr>
          <p:cNvPr id="831" name="Google Shape;831;p39"/>
          <p:cNvGrpSpPr/>
          <p:nvPr/>
        </p:nvGrpSpPr>
        <p:grpSpPr>
          <a:xfrm>
            <a:off x="6100763" y="-3175"/>
            <a:ext cx="2347912" cy="198438"/>
            <a:chOff x="4099" y="1133"/>
            <a:chExt cx="1479" cy="125"/>
          </a:xfrm>
        </p:grpSpPr>
        <p:sp>
          <p:nvSpPr>
            <p:cNvPr descr="Light downward diagonal" id="832" name="Google Shape;832;p39"/>
            <p:cNvSpPr/>
            <p:nvPr/>
          </p:nvSpPr>
          <p:spPr>
            <a:xfrm>
              <a:off x="4100" y="1133"/>
              <a:ext cx="1478" cy="124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33" name="Google Shape;833;p39"/>
            <p:cNvCxnSpPr/>
            <p:nvPr/>
          </p:nvCxnSpPr>
          <p:spPr>
            <a:xfrm>
              <a:off x="4099" y="1258"/>
              <a:ext cx="147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34" name="Google Shape;834;p39"/>
          <p:cNvSpPr/>
          <p:nvPr/>
        </p:nvSpPr>
        <p:spPr>
          <a:xfrm>
            <a:off x="7502525" y="957263"/>
            <a:ext cx="441325" cy="441325"/>
          </a:xfrm>
          <a:prstGeom prst="rect">
            <a:avLst/>
          </a:prstGeom>
          <a:solidFill>
            <a:srgbClr val="FFCC66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5" name="Google Shape;835;p39"/>
          <p:cNvGrpSpPr/>
          <p:nvPr/>
        </p:nvGrpSpPr>
        <p:grpSpPr>
          <a:xfrm>
            <a:off x="6329363" y="209550"/>
            <a:ext cx="1768475" cy="747713"/>
            <a:chOff x="4243" y="1267"/>
            <a:chExt cx="1114" cy="471"/>
          </a:xfrm>
        </p:grpSpPr>
        <p:grpSp>
          <p:nvGrpSpPr>
            <p:cNvPr id="836" name="Google Shape;836;p39"/>
            <p:cNvGrpSpPr/>
            <p:nvPr/>
          </p:nvGrpSpPr>
          <p:grpSpPr>
            <a:xfrm>
              <a:off x="4243" y="1267"/>
              <a:ext cx="1114" cy="471"/>
              <a:chOff x="4243" y="1267"/>
              <a:chExt cx="1114" cy="471"/>
            </a:xfrm>
          </p:grpSpPr>
          <p:cxnSp>
            <p:nvCxnSpPr>
              <p:cNvPr id="837" name="Google Shape;837;p39"/>
              <p:cNvCxnSpPr/>
              <p:nvPr/>
            </p:nvCxnSpPr>
            <p:spPr>
              <a:xfrm>
                <a:off x="4243" y="1267"/>
                <a:ext cx="883" cy="24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8" name="Google Shape;838;p39"/>
              <p:cNvCxnSpPr/>
              <p:nvPr/>
            </p:nvCxnSpPr>
            <p:spPr>
              <a:xfrm flipH="1" rot="10800000">
                <a:off x="5126" y="1267"/>
                <a:ext cx="231" cy="24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9" name="Google Shape;839;p39"/>
              <p:cNvCxnSpPr/>
              <p:nvPr/>
            </p:nvCxnSpPr>
            <p:spPr>
              <a:xfrm>
                <a:off x="5126" y="1507"/>
                <a:ext cx="0" cy="23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840" name="Google Shape;840;p39"/>
            <p:cNvSpPr/>
            <p:nvPr/>
          </p:nvSpPr>
          <p:spPr>
            <a:xfrm>
              <a:off x="5088" y="1469"/>
              <a:ext cx="67" cy="67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1" name="Google Shape;841;p39"/>
          <p:cNvSpPr txBox="1"/>
          <p:nvPr/>
        </p:nvSpPr>
        <p:spPr>
          <a:xfrm rot="-1642662">
            <a:off x="6989763" y="558800"/>
            <a:ext cx="766762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knot</a:t>
            </a:r>
            <a:endParaRPr/>
          </a:p>
        </p:txBody>
      </p:sp>
      <p:sp>
        <p:nvSpPr>
          <p:cNvPr id="842" name="Google Shape;842;p39"/>
          <p:cNvSpPr txBox="1"/>
          <p:nvPr/>
        </p:nvSpPr>
        <p:spPr>
          <a:xfrm>
            <a:off x="6953250" y="90488"/>
            <a:ext cx="6508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30°</a:t>
            </a:r>
            <a:endParaRPr/>
          </a:p>
        </p:txBody>
      </p:sp>
      <p:sp>
        <p:nvSpPr>
          <p:cNvPr id="843" name="Google Shape;843;p39"/>
          <p:cNvSpPr txBox="1"/>
          <p:nvPr/>
        </p:nvSpPr>
        <p:spPr>
          <a:xfrm>
            <a:off x="7491413" y="87313"/>
            <a:ext cx="6508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45°</a:t>
            </a:r>
            <a:endParaRPr/>
          </a:p>
        </p:txBody>
      </p:sp>
      <p:sp>
        <p:nvSpPr>
          <p:cNvPr id="844" name="Google Shape;844;p39"/>
          <p:cNvSpPr txBox="1"/>
          <p:nvPr/>
        </p:nvSpPr>
        <p:spPr>
          <a:xfrm>
            <a:off x="6753225" y="365125"/>
            <a:ext cx="61106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1"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39"/>
          <p:cNvSpPr txBox="1"/>
          <p:nvPr/>
        </p:nvSpPr>
        <p:spPr>
          <a:xfrm>
            <a:off x="7975600" y="168275"/>
            <a:ext cx="61106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1"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39"/>
          <p:cNvSpPr txBox="1"/>
          <p:nvPr/>
        </p:nvSpPr>
        <p:spPr>
          <a:xfrm>
            <a:off x="7669213" y="549275"/>
            <a:ext cx="61106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1"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47" name="Google Shape;847;p39"/>
          <p:cNvGrpSpPr/>
          <p:nvPr/>
        </p:nvGrpSpPr>
        <p:grpSpPr>
          <a:xfrm>
            <a:off x="7735891" y="2149475"/>
            <a:ext cx="1144588" cy="2217738"/>
            <a:chOff x="4627" y="2500"/>
            <a:chExt cx="721" cy="1397"/>
          </a:xfrm>
        </p:grpSpPr>
        <p:grpSp>
          <p:nvGrpSpPr>
            <p:cNvPr id="848" name="Google Shape;848;p39"/>
            <p:cNvGrpSpPr/>
            <p:nvPr/>
          </p:nvGrpSpPr>
          <p:grpSpPr>
            <a:xfrm>
              <a:off x="4944" y="3124"/>
              <a:ext cx="322" cy="521"/>
              <a:chOff x="4976" y="3254"/>
              <a:chExt cx="322" cy="521"/>
            </a:xfrm>
          </p:grpSpPr>
          <p:cxnSp>
            <p:nvCxnSpPr>
              <p:cNvPr id="849" name="Google Shape;849;p39"/>
              <p:cNvCxnSpPr/>
              <p:nvPr/>
            </p:nvCxnSpPr>
            <p:spPr>
              <a:xfrm>
                <a:off x="4976" y="3254"/>
                <a:ext cx="0" cy="394"/>
              </a:xfrm>
              <a:prstGeom prst="straightConnector1">
                <a:avLst/>
              </a:prstGeom>
              <a:noFill/>
              <a:ln cap="flat" cmpd="sng" w="571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850" name="Google Shape;850;p39"/>
              <p:cNvSpPr txBox="1"/>
              <p:nvPr/>
            </p:nvSpPr>
            <p:spPr>
              <a:xfrm>
                <a:off x="4985" y="3484"/>
                <a:ext cx="313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b="1"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r>
                  <a:rPr b="1" baseline="-25000"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g</a:t>
                </a:r>
                <a:endParaRPr b="1" baseline="-25000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51" name="Google Shape;851;p39"/>
            <p:cNvGrpSpPr/>
            <p:nvPr/>
          </p:nvGrpSpPr>
          <p:grpSpPr>
            <a:xfrm>
              <a:off x="4940" y="2581"/>
              <a:ext cx="409" cy="538"/>
              <a:chOff x="4972" y="2711"/>
              <a:chExt cx="409" cy="538"/>
            </a:xfrm>
          </p:grpSpPr>
          <p:cxnSp>
            <p:nvCxnSpPr>
              <p:cNvPr id="852" name="Google Shape;852;p39"/>
              <p:cNvCxnSpPr/>
              <p:nvPr/>
            </p:nvCxnSpPr>
            <p:spPr>
              <a:xfrm rot="-5400000">
                <a:off x="4746" y="3024"/>
                <a:ext cx="451" cy="0"/>
              </a:xfrm>
              <a:prstGeom prst="straightConnector1">
                <a:avLst/>
              </a:prstGeom>
              <a:noFill/>
              <a:ln cap="flat" cmpd="sng" w="57150">
                <a:solidFill>
                  <a:schemeClr val="hlink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853" name="Google Shape;853;p39"/>
              <p:cNvSpPr txBox="1"/>
              <p:nvPr/>
            </p:nvSpPr>
            <p:spPr>
              <a:xfrm>
                <a:off x="4995" y="2711"/>
                <a:ext cx="385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b="1"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r>
                  <a:rPr b="1" baseline="-25000"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r>
                  <a:rPr baseline="-25000"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54" name="Google Shape;854;p39"/>
            <p:cNvGrpSpPr/>
            <p:nvPr/>
          </p:nvGrpSpPr>
          <p:grpSpPr>
            <a:xfrm>
              <a:off x="4627" y="2500"/>
              <a:ext cx="694" cy="1397"/>
              <a:chOff x="4709" y="2630"/>
              <a:chExt cx="694" cy="1397"/>
            </a:xfrm>
          </p:grpSpPr>
          <p:sp>
            <p:nvSpPr>
              <p:cNvPr id="855" name="Google Shape;855;p39"/>
              <p:cNvSpPr/>
              <p:nvPr/>
            </p:nvSpPr>
            <p:spPr>
              <a:xfrm>
                <a:off x="4988" y="3206"/>
                <a:ext cx="86" cy="86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6" name="Google Shape;856;p39"/>
              <p:cNvSpPr txBox="1"/>
              <p:nvPr/>
            </p:nvSpPr>
            <p:spPr>
              <a:xfrm>
                <a:off x="4709" y="3775"/>
                <a:ext cx="694" cy="25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000"/>
                  <a:buFont typeface="Arial"/>
                  <a:buNone/>
                </a:pPr>
                <a:r>
                  <a:rPr b="1" lang="en-US" sz="20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FBD, </a:t>
                </a:r>
                <a:r>
                  <a:rPr b="1" i="1" lang="en-US" sz="20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 b="1"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7" name="Google Shape;857;p39"/>
              <p:cNvSpPr/>
              <p:nvPr/>
            </p:nvSpPr>
            <p:spPr>
              <a:xfrm>
                <a:off x="4714" y="2630"/>
                <a:ext cx="682" cy="1364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endParaRPr/>
              </a:p>
            </p:txBody>
          </p:sp>
        </p:grpSp>
      </p:grpSp>
      <p:grpSp>
        <p:nvGrpSpPr>
          <p:cNvPr id="858" name="Google Shape;858;p39"/>
          <p:cNvGrpSpPr/>
          <p:nvPr/>
        </p:nvGrpSpPr>
        <p:grpSpPr>
          <a:xfrm>
            <a:off x="7067551" y="4506913"/>
            <a:ext cx="2024063" cy="2297112"/>
            <a:chOff x="3524" y="2596"/>
            <a:chExt cx="1275" cy="1447"/>
          </a:xfrm>
        </p:grpSpPr>
        <p:grpSp>
          <p:nvGrpSpPr>
            <p:cNvPr id="859" name="Google Shape;859;p39"/>
            <p:cNvGrpSpPr/>
            <p:nvPr/>
          </p:nvGrpSpPr>
          <p:grpSpPr>
            <a:xfrm>
              <a:off x="3524" y="2596"/>
              <a:ext cx="1108" cy="1447"/>
              <a:chOff x="3510" y="2630"/>
              <a:chExt cx="1108" cy="1447"/>
            </a:xfrm>
          </p:grpSpPr>
          <p:sp>
            <p:nvSpPr>
              <p:cNvPr id="860" name="Google Shape;860;p39"/>
              <p:cNvSpPr/>
              <p:nvPr/>
            </p:nvSpPr>
            <p:spPr>
              <a:xfrm>
                <a:off x="4078" y="3215"/>
                <a:ext cx="86" cy="86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61" name="Google Shape;861;p39"/>
              <p:cNvGrpSpPr/>
              <p:nvPr/>
            </p:nvGrpSpPr>
            <p:grpSpPr>
              <a:xfrm>
                <a:off x="3510" y="2630"/>
                <a:ext cx="1108" cy="1447"/>
                <a:chOff x="3510" y="2630"/>
                <a:chExt cx="1108" cy="1447"/>
              </a:xfrm>
            </p:grpSpPr>
            <p:sp>
              <p:nvSpPr>
                <p:cNvPr id="862" name="Google Shape;862;p39"/>
                <p:cNvSpPr txBox="1"/>
                <p:nvPr/>
              </p:nvSpPr>
              <p:spPr>
                <a:xfrm>
                  <a:off x="3510" y="3786"/>
                  <a:ext cx="1105" cy="291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2400"/>
                    <a:buFont typeface="Arial"/>
                    <a:buNone/>
                  </a:pPr>
                  <a:r>
                    <a:rPr b="1" lang="en-US" sz="24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FBD, </a:t>
                  </a:r>
                  <a:r>
                    <a:rPr b="1" i="1" lang="en-US" sz="24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knot</a:t>
                  </a:r>
                  <a:endParaRPr b="1" sz="24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3" name="Google Shape;863;p39"/>
                <p:cNvSpPr/>
                <p:nvPr/>
              </p:nvSpPr>
              <p:spPr>
                <a:xfrm>
                  <a:off x="3523" y="2630"/>
                  <a:ext cx="1095" cy="1373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dash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864" name="Google Shape;864;p39"/>
            <p:cNvGrpSpPr/>
            <p:nvPr/>
          </p:nvGrpSpPr>
          <p:grpSpPr>
            <a:xfrm>
              <a:off x="4109" y="2744"/>
              <a:ext cx="690" cy="469"/>
              <a:chOff x="3845" y="2778"/>
              <a:chExt cx="690" cy="469"/>
            </a:xfrm>
          </p:grpSpPr>
          <p:cxnSp>
            <p:nvCxnSpPr>
              <p:cNvPr id="865" name="Google Shape;865;p39"/>
              <p:cNvCxnSpPr/>
              <p:nvPr/>
            </p:nvCxnSpPr>
            <p:spPr>
              <a:xfrm flipH="1" rot="8254402">
                <a:off x="3800" y="3060"/>
                <a:ext cx="449" cy="41"/>
              </a:xfrm>
              <a:prstGeom prst="straightConnector1">
                <a:avLst/>
              </a:prstGeom>
              <a:noFill/>
              <a:ln cap="flat" cmpd="sng" w="57150">
                <a:solidFill>
                  <a:schemeClr val="hlink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866" name="Google Shape;866;p39"/>
              <p:cNvSpPr txBox="1"/>
              <p:nvPr/>
            </p:nvSpPr>
            <p:spPr>
              <a:xfrm>
                <a:off x="4150" y="2778"/>
                <a:ext cx="385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b="1"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r>
                  <a:rPr b="1" baseline="-25000"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T2</a:t>
                </a:r>
                <a:endParaRPr b="1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67" name="Google Shape;867;p39"/>
            <p:cNvGrpSpPr/>
            <p:nvPr/>
          </p:nvGrpSpPr>
          <p:grpSpPr>
            <a:xfrm>
              <a:off x="3530" y="2756"/>
              <a:ext cx="603" cy="464"/>
              <a:chOff x="3266" y="2790"/>
              <a:chExt cx="603" cy="464"/>
            </a:xfrm>
          </p:grpSpPr>
          <p:sp>
            <p:nvSpPr>
              <p:cNvPr id="868" name="Google Shape;868;p39"/>
              <p:cNvSpPr txBox="1"/>
              <p:nvPr/>
            </p:nvSpPr>
            <p:spPr>
              <a:xfrm>
                <a:off x="3266" y="2790"/>
                <a:ext cx="385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b="1"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r>
                  <a:rPr b="1" baseline="-25000"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T1</a:t>
                </a:r>
                <a:endParaRPr b="1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869" name="Google Shape;869;p39"/>
              <p:cNvCxnSpPr/>
              <p:nvPr/>
            </p:nvCxnSpPr>
            <p:spPr>
              <a:xfrm rot="10800000">
                <a:off x="3428" y="3072"/>
                <a:ext cx="441" cy="182"/>
              </a:xfrm>
              <a:prstGeom prst="straightConnector1">
                <a:avLst/>
              </a:prstGeom>
              <a:noFill/>
              <a:ln cap="flat" cmpd="sng" w="57150">
                <a:solidFill>
                  <a:schemeClr val="hlink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</p:grpSp>
        <p:cxnSp>
          <p:nvCxnSpPr>
            <p:cNvPr id="870" name="Google Shape;870;p39"/>
            <p:cNvCxnSpPr/>
            <p:nvPr/>
          </p:nvCxnSpPr>
          <p:spPr>
            <a:xfrm>
              <a:off x="3701" y="3211"/>
              <a:ext cx="80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grpSp>
          <p:nvGrpSpPr>
            <p:cNvPr id="871" name="Google Shape;871;p39"/>
            <p:cNvGrpSpPr/>
            <p:nvPr/>
          </p:nvGrpSpPr>
          <p:grpSpPr>
            <a:xfrm>
              <a:off x="4130" y="3229"/>
              <a:ext cx="430" cy="526"/>
              <a:chOff x="3866" y="3263"/>
              <a:chExt cx="430" cy="526"/>
            </a:xfrm>
          </p:grpSpPr>
          <p:cxnSp>
            <p:nvCxnSpPr>
              <p:cNvPr id="872" name="Google Shape;872;p39"/>
              <p:cNvCxnSpPr/>
              <p:nvPr/>
            </p:nvCxnSpPr>
            <p:spPr>
              <a:xfrm>
                <a:off x="3866" y="3263"/>
                <a:ext cx="0" cy="394"/>
              </a:xfrm>
              <a:prstGeom prst="straightConnector1">
                <a:avLst/>
              </a:prstGeom>
              <a:noFill/>
              <a:ln cap="flat" cmpd="sng" w="57150">
                <a:solidFill>
                  <a:schemeClr val="hlink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873" name="Google Shape;873;p39"/>
              <p:cNvSpPr txBox="1"/>
              <p:nvPr/>
            </p:nvSpPr>
            <p:spPr>
              <a:xfrm>
                <a:off x="3911" y="3498"/>
                <a:ext cx="385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b="1"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r>
                  <a:rPr b="1" baseline="-25000"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T3</a:t>
                </a:r>
                <a:endParaRPr b="1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74" name="Google Shape;874;p39"/>
            <p:cNvSpPr txBox="1"/>
            <p:nvPr/>
          </p:nvSpPr>
          <p:spPr>
            <a:xfrm>
              <a:off x="3650" y="3087"/>
              <a:ext cx="410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30°</a:t>
              </a:r>
              <a:endParaRPr/>
            </a:p>
          </p:txBody>
        </p:sp>
        <p:sp>
          <p:nvSpPr>
            <p:cNvPr id="875" name="Google Shape;875;p39"/>
            <p:cNvSpPr txBox="1"/>
            <p:nvPr/>
          </p:nvSpPr>
          <p:spPr>
            <a:xfrm>
              <a:off x="4219" y="3059"/>
              <a:ext cx="410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45°</a:t>
              </a:r>
              <a:endParaRPr/>
            </a:p>
          </p:txBody>
        </p:sp>
      </p:grpSp>
      <p:sp>
        <p:nvSpPr>
          <p:cNvPr id="876" name="Google Shape;876;p39"/>
          <p:cNvSpPr/>
          <p:nvPr/>
        </p:nvSpPr>
        <p:spPr>
          <a:xfrm>
            <a:off x="5045978" y="5795143"/>
            <a:ext cx="1283386" cy="373062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77" name="Google Shape;877;p39"/>
          <p:cNvSpPr txBox="1"/>
          <p:nvPr/>
        </p:nvSpPr>
        <p:spPr>
          <a:xfrm>
            <a:off x="7527925" y="933450"/>
            <a:ext cx="458788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878" name="Google Shape;878;p39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2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40"/>
          <p:cNvSpPr/>
          <p:nvPr/>
        </p:nvSpPr>
        <p:spPr>
          <a:xfrm>
            <a:off x="685800" y="1985963"/>
            <a:ext cx="7764463" cy="487203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An object of mass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hanging via                 three cords as shown. Find the tension in each                   of the three cords, in terms of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				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T3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mg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 we break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down to components.</a:t>
            </a:r>
            <a:endParaRPr/>
          </a:p>
          <a:p>
            <a:pPr indent="-152400" lvl="0" marL="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Looking at the FBD of the knot we see that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F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1x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30° = 0.866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F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1y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30°  = 0.500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F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2x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45° = 0.707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F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2y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45°  = 0.707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grpSp>
        <p:nvGrpSpPr>
          <p:cNvPr id="885" name="Google Shape;885;p40"/>
          <p:cNvGrpSpPr/>
          <p:nvPr/>
        </p:nvGrpSpPr>
        <p:grpSpPr>
          <a:xfrm>
            <a:off x="7735891" y="2149475"/>
            <a:ext cx="1144588" cy="2217738"/>
            <a:chOff x="4627" y="2500"/>
            <a:chExt cx="721" cy="1397"/>
          </a:xfrm>
        </p:grpSpPr>
        <p:grpSp>
          <p:nvGrpSpPr>
            <p:cNvPr id="886" name="Google Shape;886;p40"/>
            <p:cNvGrpSpPr/>
            <p:nvPr/>
          </p:nvGrpSpPr>
          <p:grpSpPr>
            <a:xfrm>
              <a:off x="4944" y="3124"/>
              <a:ext cx="322" cy="522"/>
              <a:chOff x="4976" y="3254"/>
              <a:chExt cx="322" cy="522"/>
            </a:xfrm>
          </p:grpSpPr>
          <p:cxnSp>
            <p:nvCxnSpPr>
              <p:cNvPr id="887" name="Google Shape;887;p40"/>
              <p:cNvCxnSpPr/>
              <p:nvPr/>
            </p:nvCxnSpPr>
            <p:spPr>
              <a:xfrm>
                <a:off x="4976" y="3254"/>
                <a:ext cx="0" cy="394"/>
              </a:xfrm>
              <a:prstGeom prst="straightConnector1">
                <a:avLst/>
              </a:prstGeom>
              <a:noFill/>
              <a:ln cap="flat" cmpd="sng" w="571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888" name="Google Shape;888;p40"/>
              <p:cNvSpPr txBox="1"/>
              <p:nvPr/>
            </p:nvSpPr>
            <p:spPr>
              <a:xfrm>
                <a:off x="4985" y="3485"/>
                <a:ext cx="313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b="1"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r>
                  <a:rPr b="1" baseline="-25000"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g</a:t>
                </a:r>
                <a:endParaRPr b="1" baseline="-25000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89" name="Google Shape;889;p40"/>
            <p:cNvGrpSpPr/>
            <p:nvPr/>
          </p:nvGrpSpPr>
          <p:grpSpPr>
            <a:xfrm>
              <a:off x="4940" y="2581"/>
              <a:ext cx="409" cy="538"/>
              <a:chOff x="4972" y="2711"/>
              <a:chExt cx="409" cy="538"/>
            </a:xfrm>
          </p:grpSpPr>
          <p:cxnSp>
            <p:nvCxnSpPr>
              <p:cNvPr id="890" name="Google Shape;890;p40"/>
              <p:cNvCxnSpPr/>
              <p:nvPr/>
            </p:nvCxnSpPr>
            <p:spPr>
              <a:xfrm rot="-5400000">
                <a:off x="4746" y="3024"/>
                <a:ext cx="451" cy="0"/>
              </a:xfrm>
              <a:prstGeom prst="straightConnector1">
                <a:avLst/>
              </a:prstGeom>
              <a:noFill/>
              <a:ln cap="flat" cmpd="sng" w="57150">
                <a:solidFill>
                  <a:schemeClr val="hlink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891" name="Google Shape;891;p40"/>
              <p:cNvSpPr txBox="1"/>
              <p:nvPr/>
            </p:nvSpPr>
            <p:spPr>
              <a:xfrm>
                <a:off x="4995" y="2711"/>
                <a:ext cx="385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b="1"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r>
                  <a:rPr b="1" baseline="-25000"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r>
                  <a:rPr baseline="-25000"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92" name="Google Shape;892;p40"/>
            <p:cNvGrpSpPr/>
            <p:nvPr/>
          </p:nvGrpSpPr>
          <p:grpSpPr>
            <a:xfrm>
              <a:off x="4627" y="2500"/>
              <a:ext cx="694" cy="1397"/>
              <a:chOff x="4709" y="2630"/>
              <a:chExt cx="694" cy="1397"/>
            </a:xfrm>
          </p:grpSpPr>
          <p:sp>
            <p:nvSpPr>
              <p:cNvPr id="893" name="Google Shape;893;p40"/>
              <p:cNvSpPr/>
              <p:nvPr/>
            </p:nvSpPr>
            <p:spPr>
              <a:xfrm>
                <a:off x="4988" y="3206"/>
                <a:ext cx="86" cy="86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4" name="Google Shape;894;p40"/>
              <p:cNvSpPr txBox="1"/>
              <p:nvPr/>
            </p:nvSpPr>
            <p:spPr>
              <a:xfrm>
                <a:off x="4709" y="3775"/>
                <a:ext cx="694" cy="25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000"/>
                  <a:buFont typeface="Arial"/>
                  <a:buNone/>
                </a:pPr>
                <a:r>
                  <a:rPr b="1" lang="en-US" sz="20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FBD, </a:t>
                </a:r>
                <a:r>
                  <a:rPr b="1" i="1" lang="en-US" sz="20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 b="1"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5" name="Google Shape;895;p40"/>
              <p:cNvSpPr/>
              <p:nvPr/>
            </p:nvSpPr>
            <p:spPr>
              <a:xfrm>
                <a:off x="4714" y="2630"/>
                <a:ext cx="682" cy="1364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endParaRPr/>
              </a:p>
            </p:txBody>
          </p:sp>
        </p:grpSp>
      </p:grpSp>
      <p:grpSp>
        <p:nvGrpSpPr>
          <p:cNvPr id="896" name="Google Shape;896;p40"/>
          <p:cNvGrpSpPr/>
          <p:nvPr/>
        </p:nvGrpSpPr>
        <p:grpSpPr>
          <a:xfrm>
            <a:off x="7067551" y="4506913"/>
            <a:ext cx="2024063" cy="2297112"/>
            <a:chOff x="3524" y="2596"/>
            <a:chExt cx="1275" cy="1447"/>
          </a:xfrm>
        </p:grpSpPr>
        <p:grpSp>
          <p:nvGrpSpPr>
            <p:cNvPr id="897" name="Google Shape;897;p40"/>
            <p:cNvGrpSpPr/>
            <p:nvPr/>
          </p:nvGrpSpPr>
          <p:grpSpPr>
            <a:xfrm>
              <a:off x="3524" y="2596"/>
              <a:ext cx="1108" cy="1447"/>
              <a:chOff x="3510" y="2630"/>
              <a:chExt cx="1108" cy="1447"/>
            </a:xfrm>
          </p:grpSpPr>
          <p:sp>
            <p:nvSpPr>
              <p:cNvPr id="898" name="Google Shape;898;p40"/>
              <p:cNvSpPr/>
              <p:nvPr/>
            </p:nvSpPr>
            <p:spPr>
              <a:xfrm>
                <a:off x="4078" y="3215"/>
                <a:ext cx="86" cy="86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99" name="Google Shape;899;p40"/>
              <p:cNvGrpSpPr/>
              <p:nvPr/>
            </p:nvGrpSpPr>
            <p:grpSpPr>
              <a:xfrm>
                <a:off x="3510" y="2630"/>
                <a:ext cx="1108" cy="1447"/>
                <a:chOff x="3510" y="2630"/>
                <a:chExt cx="1108" cy="1447"/>
              </a:xfrm>
            </p:grpSpPr>
            <p:sp>
              <p:nvSpPr>
                <p:cNvPr id="900" name="Google Shape;900;p40"/>
                <p:cNvSpPr txBox="1"/>
                <p:nvPr/>
              </p:nvSpPr>
              <p:spPr>
                <a:xfrm>
                  <a:off x="3510" y="3786"/>
                  <a:ext cx="1105" cy="291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2400"/>
                    <a:buFont typeface="Arial"/>
                    <a:buNone/>
                  </a:pPr>
                  <a:r>
                    <a:rPr b="1" lang="en-US" sz="24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FBD, </a:t>
                  </a:r>
                  <a:r>
                    <a:rPr b="1" i="1" lang="en-US" sz="24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knot</a:t>
                  </a:r>
                  <a:endParaRPr b="1" sz="24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1" name="Google Shape;901;p40"/>
                <p:cNvSpPr/>
                <p:nvPr/>
              </p:nvSpPr>
              <p:spPr>
                <a:xfrm>
                  <a:off x="3523" y="2630"/>
                  <a:ext cx="1095" cy="1373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dash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902" name="Google Shape;902;p40"/>
            <p:cNvGrpSpPr/>
            <p:nvPr/>
          </p:nvGrpSpPr>
          <p:grpSpPr>
            <a:xfrm>
              <a:off x="4109" y="2744"/>
              <a:ext cx="690" cy="469"/>
              <a:chOff x="3845" y="2778"/>
              <a:chExt cx="690" cy="469"/>
            </a:xfrm>
          </p:grpSpPr>
          <p:cxnSp>
            <p:nvCxnSpPr>
              <p:cNvPr id="903" name="Google Shape;903;p40"/>
              <p:cNvCxnSpPr/>
              <p:nvPr/>
            </p:nvCxnSpPr>
            <p:spPr>
              <a:xfrm flipH="1" rot="8254402">
                <a:off x="3800" y="3060"/>
                <a:ext cx="449" cy="41"/>
              </a:xfrm>
              <a:prstGeom prst="straightConnector1">
                <a:avLst/>
              </a:prstGeom>
              <a:noFill/>
              <a:ln cap="flat" cmpd="sng" w="57150">
                <a:solidFill>
                  <a:schemeClr val="hlink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904" name="Google Shape;904;p40"/>
              <p:cNvSpPr txBox="1"/>
              <p:nvPr/>
            </p:nvSpPr>
            <p:spPr>
              <a:xfrm>
                <a:off x="4150" y="2778"/>
                <a:ext cx="385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b="1"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r>
                  <a:rPr b="1" baseline="-25000"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r>
                  <a:rPr baseline="-25000"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05" name="Google Shape;905;p40"/>
            <p:cNvGrpSpPr/>
            <p:nvPr/>
          </p:nvGrpSpPr>
          <p:grpSpPr>
            <a:xfrm>
              <a:off x="3537" y="2750"/>
              <a:ext cx="596" cy="470"/>
              <a:chOff x="3273" y="2784"/>
              <a:chExt cx="596" cy="470"/>
            </a:xfrm>
          </p:grpSpPr>
          <p:sp>
            <p:nvSpPr>
              <p:cNvPr id="906" name="Google Shape;906;p40"/>
              <p:cNvSpPr txBox="1"/>
              <p:nvPr/>
            </p:nvSpPr>
            <p:spPr>
              <a:xfrm>
                <a:off x="3273" y="2784"/>
                <a:ext cx="385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b="1"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r>
                  <a:rPr b="1" baseline="-25000"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r>
                  <a:rPr baseline="-25000"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07" name="Google Shape;907;p40"/>
              <p:cNvCxnSpPr/>
              <p:nvPr/>
            </p:nvCxnSpPr>
            <p:spPr>
              <a:xfrm rot="10800000">
                <a:off x="3428" y="3072"/>
                <a:ext cx="441" cy="182"/>
              </a:xfrm>
              <a:prstGeom prst="straightConnector1">
                <a:avLst/>
              </a:prstGeom>
              <a:noFill/>
              <a:ln cap="flat" cmpd="sng" w="57150">
                <a:solidFill>
                  <a:schemeClr val="hlink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</p:grpSp>
        <p:cxnSp>
          <p:nvCxnSpPr>
            <p:cNvPr id="908" name="Google Shape;908;p40"/>
            <p:cNvCxnSpPr/>
            <p:nvPr/>
          </p:nvCxnSpPr>
          <p:spPr>
            <a:xfrm>
              <a:off x="3701" y="3211"/>
              <a:ext cx="80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grpSp>
          <p:nvGrpSpPr>
            <p:cNvPr id="909" name="Google Shape;909;p40"/>
            <p:cNvGrpSpPr/>
            <p:nvPr/>
          </p:nvGrpSpPr>
          <p:grpSpPr>
            <a:xfrm>
              <a:off x="4130" y="3229"/>
              <a:ext cx="430" cy="526"/>
              <a:chOff x="3866" y="3263"/>
              <a:chExt cx="430" cy="526"/>
            </a:xfrm>
          </p:grpSpPr>
          <p:cxnSp>
            <p:nvCxnSpPr>
              <p:cNvPr id="910" name="Google Shape;910;p40"/>
              <p:cNvCxnSpPr/>
              <p:nvPr/>
            </p:nvCxnSpPr>
            <p:spPr>
              <a:xfrm>
                <a:off x="3866" y="3263"/>
                <a:ext cx="0" cy="394"/>
              </a:xfrm>
              <a:prstGeom prst="straightConnector1">
                <a:avLst/>
              </a:prstGeom>
              <a:noFill/>
              <a:ln cap="flat" cmpd="sng" w="57150">
                <a:solidFill>
                  <a:schemeClr val="hlink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911" name="Google Shape;911;p40"/>
              <p:cNvSpPr txBox="1"/>
              <p:nvPr/>
            </p:nvSpPr>
            <p:spPr>
              <a:xfrm>
                <a:off x="3911" y="3498"/>
                <a:ext cx="385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b="1"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r>
                  <a:rPr b="1" baseline="-25000"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r>
                  <a:rPr baseline="-25000"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2" name="Google Shape;912;p40"/>
            <p:cNvSpPr txBox="1"/>
            <p:nvPr/>
          </p:nvSpPr>
          <p:spPr>
            <a:xfrm>
              <a:off x="3650" y="3087"/>
              <a:ext cx="410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30°</a:t>
              </a:r>
              <a:endParaRPr/>
            </a:p>
          </p:txBody>
        </p:sp>
        <p:sp>
          <p:nvSpPr>
            <p:cNvPr id="913" name="Google Shape;913;p40"/>
            <p:cNvSpPr txBox="1"/>
            <p:nvPr/>
          </p:nvSpPr>
          <p:spPr>
            <a:xfrm>
              <a:off x="4219" y="3059"/>
              <a:ext cx="410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45°</a:t>
              </a:r>
              <a:endParaRPr/>
            </a:p>
          </p:txBody>
        </p:sp>
      </p:grpSp>
      <p:sp>
        <p:nvSpPr>
          <p:cNvPr id="914" name="Google Shape;914;p40"/>
          <p:cNvSpPr/>
          <p:nvPr/>
        </p:nvSpPr>
        <p:spPr>
          <a:xfrm>
            <a:off x="685800" y="1549400"/>
            <a:ext cx="7772400" cy="4365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Translational equilibrium</a:t>
            </a:r>
            <a:endParaRPr i="1"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15" name="Google Shape;915;p40"/>
          <p:cNvSpPr/>
          <p:nvPr/>
        </p:nvSpPr>
        <p:spPr>
          <a:xfrm>
            <a:off x="5407025" y="3228975"/>
            <a:ext cx="1228668" cy="373063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916" name="Google Shape;916;p40"/>
          <p:cNvGrpSpPr/>
          <p:nvPr/>
        </p:nvGrpSpPr>
        <p:grpSpPr>
          <a:xfrm>
            <a:off x="6100763" y="-3175"/>
            <a:ext cx="2485902" cy="1401763"/>
            <a:chOff x="6101174" y="-2391"/>
            <a:chExt cx="2485903" cy="1401763"/>
          </a:xfrm>
        </p:grpSpPr>
        <p:grpSp>
          <p:nvGrpSpPr>
            <p:cNvPr id="917" name="Google Shape;917;p40"/>
            <p:cNvGrpSpPr/>
            <p:nvPr/>
          </p:nvGrpSpPr>
          <p:grpSpPr>
            <a:xfrm>
              <a:off x="6101174" y="-2391"/>
              <a:ext cx="2347913" cy="198438"/>
              <a:chOff x="4099" y="1133"/>
              <a:chExt cx="1479" cy="125"/>
            </a:xfrm>
          </p:grpSpPr>
          <p:sp>
            <p:nvSpPr>
              <p:cNvPr descr="Light downward diagonal" id="918" name="Google Shape;918;p40"/>
              <p:cNvSpPr/>
              <p:nvPr/>
            </p:nvSpPr>
            <p:spPr>
              <a:xfrm>
                <a:off x="4100" y="1133"/>
                <a:ext cx="1478" cy="124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19" name="Google Shape;919;p40"/>
              <p:cNvCxnSpPr/>
              <p:nvPr/>
            </p:nvCxnSpPr>
            <p:spPr>
              <a:xfrm>
                <a:off x="4099" y="1258"/>
                <a:ext cx="1479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920" name="Google Shape;920;p40"/>
            <p:cNvSpPr/>
            <p:nvPr/>
          </p:nvSpPr>
          <p:spPr>
            <a:xfrm>
              <a:off x="7502937" y="958047"/>
              <a:ext cx="441325" cy="441325"/>
            </a:xfrm>
            <a:prstGeom prst="rect">
              <a:avLst/>
            </a:prstGeom>
            <a:solidFill>
              <a:srgbClr val="FFCC66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21" name="Google Shape;921;p40"/>
            <p:cNvGrpSpPr/>
            <p:nvPr/>
          </p:nvGrpSpPr>
          <p:grpSpPr>
            <a:xfrm>
              <a:off x="6329774" y="210334"/>
              <a:ext cx="1768475" cy="747713"/>
              <a:chOff x="4243" y="1267"/>
              <a:chExt cx="1114" cy="471"/>
            </a:xfrm>
          </p:grpSpPr>
          <p:grpSp>
            <p:nvGrpSpPr>
              <p:cNvPr id="922" name="Google Shape;922;p40"/>
              <p:cNvGrpSpPr/>
              <p:nvPr/>
            </p:nvGrpSpPr>
            <p:grpSpPr>
              <a:xfrm>
                <a:off x="4243" y="1267"/>
                <a:ext cx="1114" cy="471"/>
                <a:chOff x="4243" y="1267"/>
                <a:chExt cx="1114" cy="471"/>
              </a:xfrm>
            </p:grpSpPr>
            <p:cxnSp>
              <p:nvCxnSpPr>
                <p:cNvPr id="923" name="Google Shape;923;p40"/>
                <p:cNvCxnSpPr/>
                <p:nvPr/>
              </p:nvCxnSpPr>
              <p:spPr>
                <a:xfrm>
                  <a:off x="4243" y="1267"/>
                  <a:ext cx="883" cy="24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24" name="Google Shape;924;p40"/>
                <p:cNvCxnSpPr/>
                <p:nvPr/>
              </p:nvCxnSpPr>
              <p:spPr>
                <a:xfrm flipH="1" rot="10800000">
                  <a:off x="5126" y="1267"/>
                  <a:ext cx="231" cy="24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25" name="Google Shape;925;p40"/>
                <p:cNvCxnSpPr/>
                <p:nvPr/>
              </p:nvCxnSpPr>
              <p:spPr>
                <a:xfrm>
                  <a:off x="5126" y="1507"/>
                  <a:ext cx="0" cy="23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926" name="Google Shape;926;p40"/>
              <p:cNvSpPr/>
              <p:nvPr/>
            </p:nvSpPr>
            <p:spPr>
              <a:xfrm>
                <a:off x="5088" y="1469"/>
                <a:ext cx="67" cy="67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27" name="Google Shape;927;p40"/>
            <p:cNvSpPr txBox="1"/>
            <p:nvPr/>
          </p:nvSpPr>
          <p:spPr>
            <a:xfrm rot="-1642662">
              <a:off x="6990174" y="559584"/>
              <a:ext cx="765175" cy="460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knot</a:t>
              </a:r>
              <a:endParaRPr/>
            </a:p>
          </p:txBody>
        </p:sp>
        <p:sp>
          <p:nvSpPr>
            <p:cNvPr id="928" name="Google Shape;928;p40"/>
            <p:cNvSpPr txBox="1"/>
            <p:nvPr/>
          </p:nvSpPr>
          <p:spPr>
            <a:xfrm>
              <a:off x="6952074" y="91272"/>
              <a:ext cx="652462" cy="4619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30°</a:t>
              </a:r>
              <a:endParaRPr/>
            </a:p>
          </p:txBody>
        </p:sp>
        <p:sp>
          <p:nvSpPr>
            <p:cNvPr id="929" name="Google Shape;929;p40"/>
            <p:cNvSpPr txBox="1"/>
            <p:nvPr/>
          </p:nvSpPr>
          <p:spPr>
            <a:xfrm>
              <a:off x="7490237" y="86509"/>
              <a:ext cx="652463" cy="461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45°</a:t>
              </a:r>
              <a:endParaRPr/>
            </a:p>
          </p:txBody>
        </p:sp>
        <p:sp>
          <p:nvSpPr>
            <p:cNvPr id="930" name="Google Shape;930;p40"/>
            <p:cNvSpPr txBox="1"/>
            <p:nvPr/>
          </p:nvSpPr>
          <p:spPr>
            <a:xfrm>
              <a:off x="6753636" y="365909"/>
              <a:ext cx="61106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40"/>
            <p:cNvSpPr txBox="1"/>
            <p:nvPr/>
          </p:nvSpPr>
          <p:spPr>
            <a:xfrm>
              <a:off x="7976012" y="169059"/>
              <a:ext cx="61106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40"/>
            <p:cNvSpPr txBox="1"/>
            <p:nvPr/>
          </p:nvSpPr>
          <p:spPr>
            <a:xfrm>
              <a:off x="7669625" y="550059"/>
              <a:ext cx="61106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40"/>
            <p:cNvSpPr txBox="1"/>
            <p:nvPr/>
          </p:nvSpPr>
          <p:spPr>
            <a:xfrm>
              <a:off x="7528337" y="934234"/>
              <a:ext cx="458788" cy="461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</p:grpSp>
      <p:sp>
        <p:nvSpPr>
          <p:cNvPr id="934" name="Google Shape;934;p40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lang="en-US" sz="2800"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latin typeface="Arial"/>
                <a:ea typeface="Arial"/>
                <a:cs typeface="Arial"/>
                <a:sym typeface="Arial"/>
              </a:rPr>
              <a:t>A.2 – Forces…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935" name="Google Shape;935;p40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41"/>
          <p:cNvSpPr/>
          <p:nvPr/>
        </p:nvSpPr>
        <p:spPr>
          <a:xfrm>
            <a:off x="685800" y="1549400"/>
            <a:ext cx="7772400" cy="4365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Translational equilibrium</a:t>
            </a:r>
            <a:endParaRPr i="1"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42" name="Google Shape;942;p41"/>
          <p:cNvSpPr/>
          <p:nvPr/>
        </p:nvSpPr>
        <p:spPr>
          <a:xfrm>
            <a:off x="685800" y="1985963"/>
            <a:ext cx="7764463" cy="487203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An object of mass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hanging via                  three cords as shown. Find the tension in each                           of the three cords, in terms of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				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mg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41"/>
          <p:cNvSpPr/>
          <p:nvPr/>
        </p:nvSpPr>
        <p:spPr>
          <a:xfrm>
            <a:off x="4126581" y="3543300"/>
            <a:ext cx="1855787" cy="384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∑</a:t>
            </a:r>
            <a:r>
              <a:rPr i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i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= 0</a:t>
            </a:r>
            <a:endParaRPr b="1" sz="24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41"/>
          <p:cNvSpPr/>
          <p:nvPr/>
        </p:nvSpPr>
        <p:spPr>
          <a:xfrm>
            <a:off x="4040191" y="4210050"/>
            <a:ext cx="2497137" cy="339725"/>
          </a:xfrm>
          <a:prstGeom prst="rect">
            <a:avLst/>
          </a:prstGeom>
          <a:noFill/>
          <a:ln cap="flat" cmpd="sng" w="9525">
            <a:solidFill>
              <a:srgbClr val="FF33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1.225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41"/>
          <p:cNvSpPr/>
          <p:nvPr/>
        </p:nvSpPr>
        <p:spPr>
          <a:xfrm>
            <a:off x="2304634" y="3881438"/>
            <a:ext cx="3395662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0.707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0.866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0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6" name="Google Shape;946;p41"/>
          <p:cNvGrpSpPr/>
          <p:nvPr/>
        </p:nvGrpSpPr>
        <p:grpSpPr>
          <a:xfrm>
            <a:off x="711200" y="3649663"/>
            <a:ext cx="6399213" cy="165100"/>
            <a:chOff x="507" y="1943"/>
            <a:chExt cx="2955" cy="112"/>
          </a:xfrm>
        </p:grpSpPr>
        <p:sp>
          <p:nvSpPr>
            <p:cNvPr id="947" name="Google Shape;947;p41"/>
            <p:cNvSpPr/>
            <p:nvPr/>
          </p:nvSpPr>
          <p:spPr>
            <a:xfrm>
              <a:off x="507" y="1944"/>
              <a:ext cx="1561" cy="1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41"/>
            <p:cNvSpPr/>
            <p:nvPr/>
          </p:nvSpPr>
          <p:spPr>
            <a:xfrm>
              <a:off x="2650" y="1943"/>
              <a:ext cx="812" cy="1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49" name="Google Shape;949;p41"/>
          <p:cNvGrpSpPr/>
          <p:nvPr/>
        </p:nvGrpSpPr>
        <p:grpSpPr>
          <a:xfrm>
            <a:off x="704850" y="4654550"/>
            <a:ext cx="6410325" cy="188913"/>
            <a:chOff x="507" y="1943"/>
            <a:chExt cx="2955" cy="112"/>
          </a:xfrm>
        </p:grpSpPr>
        <p:sp>
          <p:nvSpPr>
            <p:cNvPr id="950" name="Google Shape;950;p41"/>
            <p:cNvSpPr/>
            <p:nvPr/>
          </p:nvSpPr>
          <p:spPr>
            <a:xfrm>
              <a:off x="507" y="1944"/>
              <a:ext cx="1561" cy="1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41"/>
            <p:cNvSpPr/>
            <p:nvPr/>
          </p:nvSpPr>
          <p:spPr>
            <a:xfrm>
              <a:off x="2650" y="1943"/>
              <a:ext cx="812" cy="1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2" name="Google Shape;952;p41"/>
          <p:cNvSpPr/>
          <p:nvPr/>
        </p:nvSpPr>
        <p:spPr>
          <a:xfrm>
            <a:off x="4133182" y="4560888"/>
            <a:ext cx="1855788" cy="384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∑</a:t>
            </a:r>
            <a:r>
              <a:rPr i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i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= 0</a:t>
            </a:r>
            <a:endParaRPr b="1" sz="24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41"/>
          <p:cNvSpPr/>
          <p:nvPr/>
        </p:nvSpPr>
        <p:spPr>
          <a:xfrm>
            <a:off x="1661445" y="4900613"/>
            <a:ext cx="5103812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0.707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0.500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0</a:t>
            </a:r>
            <a:endParaRPr/>
          </a:p>
        </p:txBody>
      </p:sp>
      <p:sp>
        <p:nvSpPr>
          <p:cNvPr id="954" name="Google Shape;954;p41"/>
          <p:cNvSpPr/>
          <p:nvPr/>
        </p:nvSpPr>
        <p:spPr>
          <a:xfrm>
            <a:off x="843879" y="5245100"/>
            <a:ext cx="5305678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0.707(1.225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0.500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955" name="Google Shape;955;p41"/>
          <p:cNvSpPr/>
          <p:nvPr/>
        </p:nvSpPr>
        <p:spPr>
          <a:xfrm>
            <a:off x="4195557" y="5624513"/>
            <a:ext cx="2601912" cy="368300"/>
          </a:xfrm>
          <a:prstGeom prst="rect">
            <a:avLst/>
          </a:prstGeom>
          <a:noFill/>
          <a:ln cap="flat" cmpd="sng" w="9525">
            <a:solidFill>
              <a:srgbClr val="FF33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mg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 1.366</a:t>
            </a:r>
            <a:endParaRPr/>
          </a:p>
        </p:txBody>
      </p:sp>
      <p:sp>
        <p:nvSpPr>
          <p:cNvPr id="956" name="Google Shape;956;p41"/>
          <p:cNvSpPr/>
          <p:nvPr/>
        </p:nvSpPr>
        <p:spPr>
          <a:xfrm>
            <a:off x="5313364" y="3232150"/>
            <a:ext cx="1281111" cy="373063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57" name="Google Shape;957;p41"/>
          <p:cNvSpPr/>
          <p:nvPr/>
        </p:nvSpPr>
        <p:spPr>
          <a:xfrm>
            <a:off x="5389563" y="3417888"/>
            <a:ext cx="1528762" cy="2068655"/>
          </a:xfrm>
          <a:custGeom>
            <a:rect b="b" l="l" r="r" t="t"/>
            <a:pathLst>
              <a:path extrusionOk="0" h="1463" w="963">
                <a:moveTo>
                  <a:pt x="758" y="0"/>
                </a:moveTo>
                <a:lnTo>
                  <a:pt x="963" y="0"/>
                </a:lnTo>
                <a:lnTo>
                  <a:pt x="963" y="1463"/>
                </a:lnTo>
                <a:lnTo>
                  <a:pt x="0" y="1463"/>
                </a:ln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58" name="Google Shape;958;p41"/>
          <p:cNvSpPr/>
          <p:nvPr/>
        </p:nvSpPr>
        <p:spPr>
          <a:xfrm>
            <a:off x="2632998" y="4367213"/>
            <a:ext cx="1419225" cy="590550"/>
          </a:xfrm>
          <a:custGeom>
            <a:rect b="b" l="l" r="r" t="t"/>
            <a:pathLst>
              <a:path extrusionOk="0" h="372" w="996">
                <a:moveTo>
                  <a:pt x="996" y="2"/>
                </a:moveTo>
                <a:lnTo>
                  <a:pt x="0" y="0"/>
                </a:lnTo>
                <a:lnTo>
                  <a:pt x="0" y="372"/>
                </a:ln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p41"/>
          <p:cNvSpPr/>
          <p:nvPr/>
        </p:nvSpPr>
        <p:spPr>
          <a:xfrm>
            <a:off x="2954338" y="6082379"/>
            <a:ext cx="3375025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1.225(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mg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 1.366)</a:t>
            </a:r>
            <a:endParaRPr/>
          </a:p>
        </p:txBody>
      </p:sp>
      <p:sp>
        <p:nvSpPr>
          <p:cNvPr id="960" name="Google Shape;960;p41"/>
          <p:cNvSpPr/>
          <p:nvPr/>
        </p:nvSpPr>
        <p:spPr>
          <a:xfrm>
            <a:off x="2738648" y="6467475"/>
            <a:ext cx="2422525" cy="339725"/>
          </a:xfrm>
          <a:prstGeom prst="rect">
            <a:avLst/>
          </a:prstGeom>
          <a:noFill/>
          <a:ln cap="flat" cmpd="sng" w="9525">
            <a:solidFill>
              <a:srgbClr val="FF33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0.897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mg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1" name="Google Shape;961;p41"/>
          <p:cNvCxnSpPr/>
          <p:nvPr/>
        </p:nvCxnSpPr>
        <p:spPr>
          <a:xfrm>
            <a:off x="693738" y="6060154"/>
            <a:ext cx="6421437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62" name="Google Shape;962;p41"/>
          <p:cNvGrpSpPr/>
          <p:nvPr/>
        </p:nvGrpSpPr>
        <p:grpSpPr>
          <a:xfrm>
            <a:off x="7735891" y="2149475"/>
            <a:ext cx="1144588" cy="2217738"/>
            <a:chOff x="4627" y="2500"/>
            <a:chExt cx="721" cy="1397"/>
          </a:xfrm>
        </p:grpSpPr>
        <p:grpSp>
          <p:nvGrpSpPr>
            <p:cNvPr id="963" name="Google Shape;963;p41"/>
            <p:cNvGrpSpPr/>
            <p:nvPr/>
          </p:nvGrpSpPr>
          <p:grpSpPr>
            <a:xfrm>
              <a:off x="4944" y="3124"/>
              <a:ext cx="322" cy="523"/>
              <a:chOff x="4976" y="3254"/>
              <a:chExt cx="322" cy="523"/>
            </a:xfrm>
          </p:grpSpPr>
          <p:cxnSp>
            <p:nvCxnSpPr>
              <p:cNvPr id="964" name="Google Shape;964;p41"/>
              <p:cNvCxnSpPr/>
              <p:nvPr/>
            </p:nvCxnSpPr>
            <p:spPr>
              <a:xfrm>
                <a:off x="4976" y="3254"/>
                <a:ext cx="0" cy="394"/>
              </a:xfrm>
              <a:prstGeom prst="straightConnector1">
                <a:avLst/>
              </a:prstGeom>
              <a:noFill/>
              <a:ln cap="flat" cmpd="sng" w="571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965" name="Google Shape;965;p41"/>
              <p:cNvSpPr txBox="1"/>
              <p:nvPr/>
            </p:nvSpPr>
            <p:spPr>
              <a:xfrm>
                <a:off x="4985" y="3486"/>
                <a:ext cx="313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b="1"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r>
                  <a:rPr b="1" baseline="-25000"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g</a:t>
                </a:r>
                <a:endParaRPr b="1" baseline="-25000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66" name="Google Shape;966;p41"/>
            <p:cNvGrpSpPr/>
            <p:nvPr/>
          </p:nvGrpSpPr>
          <p:grpSpPr>
            <a:xfrm>
              <a:off x="4940" y="2581"/>
              <a:ext cx="409" cy="538"/>
              <a:chOff x="4972" y="2711"/>
              <a:chExt cx="409" cy="538"/>
            </a:xfrm>
          </p:grpSpPr>
          <p:cxnSp>
            <p:nvCxnSpPr>
              <p:cNvPr id="967" name="Google Shape;967;p41"/>
              <p:cNvCxnSpPr/>
              <p:nvPr/>
            </p:nvCxnSpPr>
            <p:spPr>
              <a:xfrm rot="-5400000">
                <a:off x="4746" y="3024"/>
                <a:ext cx="451" cy="0"/>
              </a:xfrm>
              <a:prstGeom prst="straightConnector1">
                <a:avLst/>
              </a:prstGeom>
              <a:noFill/>
              <a:ln cap="flat" cmpd="sng" w="57150">
                <a:solidFill>
                  <a:schemeClr val="hlink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968" name="Google Shape;968;p41"/>
              <p:cNvSpPr txBox="1"/>
              <p:nvPr/>
            </p:nvSpPr>
            <p:spPr>
              <a:xfrm>
                <a:off x="4995" y="2711"/>
                <a:ext cx="385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b="1"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r>
                  <a:rPr b="1" baseline="-25000"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r>
                  <a:rPr baseline="-25000"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69" name="Google Shape;969;p41"/>
            <p:cNvGrpSpPr/>
            <p:nvPr/>
          </p:nvGrpSpPr>
          <p:grpSpPr>
            <a:xfrm>
              <a:off x="4627" y="2500"/>
              <a:ext cx="694" cy="1397"/>
              <a:chOff x="4709" y="2630"/>
              <a:chExt cx="694" cy="1397"/>
            </a:xfrm>
          </p:grpSpPr>
          <p:sp>
            <p:nvSpPr>
              <p:cNvPr id="970" name="Google Shape;970;p41"/>
              <p:cNvSpPr/>
              <p:nvPr/>
            </p:nvSpPr>
            <p:spPr>
              <a:xfrm>
                <a:off x="4988" y="3206"/>
                <a:ext cx="86" cy="86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1" name="Google Shape;971;p41"/>
              <p:cNvSpPr txBox="1"/>
              <p:nvPr/>
            </p:nvSpPr>
            <p:spPr>
              <a:xfrm>
                <a:off x="4709" y="3775"/>
                <a:ext cx="694" cy="25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000"/>
                  <a:buFont typeface="Arial"/>
                  <a:buNone/>
                </a:pPr>
                <a:r>
                  <a:rPr b="1" lang="en-US" sz="20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FBD, </a:t>
                </a:r>
                <a:r>
                  <a:rPr b="1" i="1" lang="en-US" sz="20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 b="1"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2" name="Google Shape;972;p41"/>
              <p:cNvSpPr/>
              <p:nvPr/>
            </p:nvSpPr>
            <p:spPr>
              <a:xfrm>
                <a:off x="4714" y="2630"/>
                <a:ext cx="682" cy="1364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endParaRPr/>
              </a:p>
            </p:txBody>
          </p:sp>
        </p:grpSp>
      </p:grpSp>
      <p:grpSp>
        <p:nvGrpSpPr>
          <p:cNvPr id="973" name="Google Shape;973;p41"/>
          <p:cNvGrpSpPr/>
          <p:nvPr/>
        </p:nvGrpSpPr>
        <p:grpSpPr>
          <a:xfrm>
            <a:off x="7067551" y="4506913"/>
            <a:ext cx="2024063" cy="2297112"/>
            <a:chOff x="3524" y="2596"/>
            <a:chExt cx="1275" cy="1447"/>
          </a:xfrm>
        </p:grpSpPr>
        <p:grpSp>
          <p:nvGrpSpPr>
            <p:cNvPr id="974" name="Google Shape;974;p41"/>
            <p:cNvGrpSpPr/>
            <p:nvPr/>
          </p:nvGrpSpPr>
          <p:grpSpPr>
            <a:xfrm>
              <a:off x="3524" y="2596"/>
              <a:ext cx="1108" cy="1447"/>
              <a:chOff x="3510" y="2630"/>
              <a:chExt cx="1108" cy="1447"/>
            </a:xfrm>
          </p:grpSpPr>
          <p:sp>
            <p:nvSpPr>
              <p:cNvPr id="975" name="Google Shape;975;p41"/>
              <p:cNvSpPr/>
              <p:nvPr/>
            </p:nvSpPr>
            <p:spPr>
              <a:xfrm>
                <a:off x="4078" y="3215"/>
                <a:ext cx="86" cy="86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76" name="Google Shape;976;p41"/>
              <p:cNvGrpSpPr/>
              <p:nvPr/>
            </p:nvGrpSpPr>
            <p:grpSpPr>
              <a:xfrm>
                <a:off x="3510" y="2630"/>
                <a:ext cx="1108" cy="1447"/>
                <a:chOff x="3510" y="2630"/>
                <a:chExt cx="1108" cy="1447"/>
              </a:xfrm>
            </p:grpSpPr>
            <p:sp>
              <p:nvSpPr>
                <p:cNvPr id="977" name="Google Shape;977;p41"/>
                <p:cNvSpPr txBox="1"/>
                <p:nvPr/>
              </p:nvSpPr>
              <p:spPr>
                <a:xfrm>
                  <a:off x="3510" y="3786"/>
                  <a:ext cx="1105" cy="291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2400"/>
                    <a:buFont typeface="Arial"/>
                    <a:buNone/>
                  </a:pPr>
                  <a:r>
                    <a:rPr b="1" lang="en-US" sz="24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FBD, </a:t>
                  </a:r>
                  <a:r>
                    <a:rPr b="1" i="1" lang="en-US" sz="24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knot</a:t>
                  </a:r>
                  <a:endParaRPr b="1" sz="24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78" name="Google Shape;978;p41"/>
                <p:cNvSpPr/>
                <p:nvPr/>
              </p:nvSpPr>
              <p:spPr>
                <a:xfrm>
                  <a:off x="3523" y="2630"/>
                  <a:ext cx="1095" cy="1373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dash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979" name="Google Shape;979;p41"/>
            <p:cNvGrpSpPr/>
            <p:nvPr/>
          </p:nvGrpSpPr>
          <p:grpSpPr>
            <a:xfrm>
              <a:off x="4109" y="2744"/>
              <a:ext cx="690" cy="469"/>
              <a:chOff x="3845" y="2778"/>
              <a:chExt cx="690" cy="469"/>
            </a:xfrm>
          </p:grpSpPr>
          <p:cxnSp>
            <p:nvCxnSpPr>
              <p:cNvPr id="980" name="Google Shape;980;p41"/>
              <p:cNvCxnSpPr/>
              <p:nvPr/>
            </p:nvCxnSpPr>
            <p:spPr>
              <a:xfrm flipH="1" rot="8254402">
                <a:off x="3800" y="3060"/>
                <a:ext cx="449" cy="41"/>
              </a:xfrm>
              <a:prstGeom prst="straightConnector1">
                <a:avLst/>
              </a:prstGeom>
              <a:noFill/>
              <a:ln cap="flat" cmpd="sng" w="57150">
                <a:solidFill>
                  <a:schemeClr val="hlink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981" name="Google Shape;981;p41"/>
              <p:cNvSpPr txBox="1"/>
              <p:nvPr/>
            </p:nvSpPr>
            <p:spPr>
              <a:xfrm>
                <a:off x="4150" y="2778"/>
                <a:ext cx="385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b="1"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r>
                  <a:rPr b="1" baseline="-25000"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r>
                  <a:rPr baseline="-25000"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82" name="Google Shape;982;p41"/>
            <p:cNvGrpSpPr/>
            <p:nvPr/>
          </p:nvGrpSpPr>
          <p:grpSpPr>
            <a:xfrm>
              <a:off x="3530" y="2770"/>
              <a:ext cx="603" cy="450"/>
              <a:chOff x="3266" y="2804"/>
              <a:chExt cx="603" cy="450"/>
            </a:xfrm>
          </p:grpSpPr>
          <p:sp>
            <p:nvSpPr>
              <p:cNvPr id="983" name="Google Shape;983;p41"/>
              <p:cNvSpPr txBox="1"/>
              <p:nvPr/>
            </p:nvSpPr>
            <p:spPr>
              <a:xfrm>
                <a:off x="3266" y="2804"/>
                <a:ext cx="385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b="1"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r>
                  <a:rPr b="1" baseline="-25000"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r>
                  <a:rPr baseline="-25000"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84" name="Google Shape;984;p41"/>
              <p:cNvCxnSpPr/>
              <p:nvPr/>
            </p:nvCxnSpPr>
            <p:spPr>
              <a:xfrm rot="10800000">
                <a:off x="3428" y="3072"/>
                <a:ext cx="441" cy="182"/>
              </a:xfrm>
              <a:prstGeom prst="straightConnector1">
                <a:avLst/>
              </a:prstGeom>
              <a:noFill/>
              <a:ln cap="flat" cmpd="sng" w="57150">
                <a:solidFill>
                  <a:schemeClr val="hlink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</p:grpSp>
        <p:cxnSp>
          <p:nvCxnSpPr>
            <p:cNvPr id="985" name="Google Shape;985;p41"/>
            <p:cNvCxnSpPr/>
            <p:nvPr/>
          </p:nvCxnSpPr>
          <p:spPr>
            <a:xfrm>
              <a:off x="3701" y="3211"/>
              <a:ext cx="80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grpSp>
          <p:nvGrpSpPr>
            <p:cNvPr id="986" name="Google Shape;986;p41"/>
            <p:cNvGrpSpPr/>
            <p:nvPr/>
          </p:nvGrpSpPr>
          <p:grpSpPr>
            <a:xfrm>
              <a:off x="4130" y="3229"/>
              <a:ext cx="430" cy="526"/>
              <a:chOff x="3866" y="3263"/>
              <a:chExt cx="430" cy="526"/>
            </a:xfrm>
          </p:grpSpPr>
          <p:cxnSp>
            <p:nvCxnSpPr>
              <p:cNvPr id="987" name="Google Shape;987;p41"/>
              <p:cNvCxnSpPr/>
              <p:nvPr/>
            </p:nvCxnSpPr>
            <p:spPr>
              <a:xfrm>
                <a:off x="3866" y="3263"/>
                <a:ext cx="0" cy="394"/>
              </a:xfrm>
              <a:prstGeom prst="straightConnector1">
                <a:avLst/>
              </a:prstGeom>
              <a:noFill/>
              <a:ln cap="flat" cmpd="sng" w="57150">
                <a:solidFill>
                  <a:schemeClr val="hlink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988" name="Google Shape;988;p41"/>
              <p:cNvSpPr txBox="1"/>
              <p:nvPr/>
            </p:nvSpPr>
            <p:spPr>
              <a:xfrm>
                <a:off x="3911" y="3498"/>
                <a:ext cx="385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b="1"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r>
                  <a:rPr b="1" baseline="-25000"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r>
                  <a:rPr baseline="-25000"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89" name="Google Shape;989;p41"/>
            <p:cNvSpPr txBox="1"/>
            <p:nvPr/>
          </p:nvSpPr>
          <p:spPr>
            <a:xfrm>
              <a:off x="3650" y="3087"/>
              <a:ext cx="410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30°</a:t>
              </a:r>
              <a:endParaRPr/>
            </a:p>
          </p:txBody>
        </p:sp>
        <p:sp>
          <p:nvSpPr>
            <p:cNvPr id="990" name="Google Shape;990;p41"/>
            <p:cNvSpPr txBox="1"/>
            <p:nvPr/>
          </p:nvSpPr>
          <p:spPr>
            <a:xfrm>
              <a:off x="4219" y="3059"/>
              <a:ext cx="410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45°</a:t>
              </a:r>
              <a:endParaRPr/>
            </a:p>
          </p:txBody>
        </p:sp>
      </p:grpSp>
      <p:grpSp>
        <p:nvGrpSpPr>
          <p:cNvPr id="991" name="Google Shape;991;p41"/>
          <p:cNvGrpSpPr/>
          <p:nvPr/>
        </p:nvGrpSpPr>
        <p:grpSpPr>
          <a:xfrm>
            <a:off x="6100763" y="-3175"/>
            <a:ext cx="2485902" cy="1401763"/>
            <a:chOff x="6101174" y="-2391"/>
            <a:chExt cx="2485903" cy="1401763"/>
          </a:xfrm>
        </p:grpSpPr>
        <p:grpSp>
          <p:nvGrpSpPr>
            <p:cNvPr id="992" name="Google Shape;992;p41"/>
            <p:cNvGrpSpPr/>
            <p:nvPr/>
          </p:nvGrpSpPr>
          <p:grpSpPr>
            <a:xfrm>
              <a:off x="6101174" y="-2391"/>
              <a:ext cx="2347913" cy="198438"/>
              <a:chOff x="4099" y="1133"/>
              <a:chExt cx="1479" cy="125"/>
            </a:xfrm>
          </p:grpSpPr>
          <p:sp>
            <p:nvSpPr>
              <p:cNvPr descr="Light downward diagonal" id="993" name="Google Shape;993;p41"/>
              <p:cNvSpPr/>
              <p:nvPr/>
            </p:nvSpPr>
            <p:spPr>
              <a:xfrm>
                <a:off x="4100" y="1133"/>
                <a:ext cx="1478" cy="124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94" name="Google Shape;994;p41"/>
              <p:cNvCxnSpPr/>
              <p:nvPr/>
            </p:nvCxnSpPr>
            <p:spPr>
              <a:xfrm>
                <a:off x="4099" y="1258"/>
                <a:ext cx="1479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995" name="Google Shape;995;p41"/>
            <p:cNvSpPr/>
            <p:nvPr/>
          </p:nvSpPr>
          <p:spPr>
            <a:xfrm>
              <a:off x="7502937" y="958047"/>
              <a:ext cx="441325" cy="441325"/>
            </a:xfrm>
            <a:prstGeom prst="rect">
              <a:avLst/>
            </a:prstGeom>
            <a:solidFill>
              <a:srgbClr val="FFCC66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96" name="Google Shape;996;p41"/>
            <p:cNvGrpSpPr/>
            <p:nvPr/>
          </p:nvGrpSpPr>
          <p:grpSpPr>
            <a:xfrm>
              <a:off x="6329774" y="210334"/>
              <a:ext cx="1768475" cy="747713"/>
              <a:chOff x="4243" y="1267"/>
              <a:chExt cx="1114" cy="471"/>
            </a:xfrm>
          </p:grpSpPr>
          <p:grpSp>
            <p:nvGrpSpPr>
              <p:cNvPr id="997" name="Google Shape;997;p41"/>
              <p:cNvGrpSpPr/>
              <p:nvPr/>
            </p:nvGrpSpPr>
            <p:grpSpPr>
              <a:xfrm>
                <a:off x="4243" y="1267"/>
                <a:ext cx="1114" cy="471"/>
                <a:chOff x="4243" y="1267"/>
                <a:chExt cx="1114" cy="471"/>
              </a:xfrm>
            </p:grpSpPr>
            <p:cxnSp>
              <p:nvCxnSpPr>
                <p:cNvPr id="998" name="Google Shape;998;p41"/>
                <p:cNvCxnSpPr/>
                <p:nvPr/>
              </p:nvCxnSpPr>
              <p:spPr>
                <a:xfrm>
                  <a:off x="4243" y="1267"/>
                  <a:ext cx="883" cy="24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99" name="Google Shape;999;p41"/>
                <p:cNvCxnSpPr/>
                <p:nvPr/>
              </p:nvCxnSpPr>
              <p:spPr>
                <a:xfrm flipH="1" rot="10800000">
                  <a:off x="5126" y="1267"/>
                  <a:ext cx="231" cy="24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00" name="Google Shape;1000;p41"/>
                <p:cNvCxnSpPr/>
                <p:nvPr/>
              </p:nvCxnSpPr>
              <p:spPr>
                <a:xfrm>
                  <a:off x="5126" y="1507"/>
                  <a:ext cx="0" cy="23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001" name="Google Shape;1001;p41"/>
              <p:cNvSpPr/>
              <p:nvPr/>
            </p:nvSpPr>
            <p:spPr>
              <a:xfrm>
                <a:off x="5088" y="1469"/>
                <a:ext cx="67" cy="67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02" name="Google Shape;1002;p41"/>
            <p:cNvSpPr txBox="1"/>
            <p:nvPr/>
          </p:nvSpPr>
          <p:spPr>
            <a:xfrm rot="-1642662">
              <a:off x="6990174" y="559584"/>
              <a:ext cx="765175" cy="460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knot</a:t>
              </a:r>
              <a:endParaRPr/>
            </a:p>
          </p:txBody>
        </p:sp>
        <p:sp>
          <p:nvSpPr>
            <p:cNvPr id="1003" name="Google Shape;1003;p41"/>
            <p:cNvSpPr txBox="1"/>
            <p:nvPr/>
          </p:nvSpPr>
          <p:spPr>
            <a:xfrm>
              <a:off x="6952074" y="91272"/>
              <a:ext cx="652462" cy="4619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30°</a:t>
              </a:r>
              <a:endParaRPr/>
            </a:p>
          </p:txBody>
        </p:sp>
        <p:sp>
          <p:nvSpPr>
            <p:cNvPr id="1004" name="Google Shape;1004;p41"/>
            <p:cNvSpPr txBox="1"/>
            <p:nvPr/>
          </p:nvSpPr>
          <p:spPr>
            <a:xfrm>
              <a:off x="7490237" y="86509"/>
              <a:ext cx="652463" cy="461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45°</a:t>
              </a:r>
              <a:endParaRPr/>
            </a:p>
          </p:txBody>
        </p:sp>
        <p:sp>
          <p:nvSpPr>
            <p:cNvPr id="1005" name="Google Shape;1005;p41"/>
            <p:cNvSpPr txBox="1"/>
            <p:nvPr/>
          </p:nvSpPr>
          <p:spPr>
            <a:xfrm>
              <a:off x="6753636" y="365909"/>
              <a:ext cx="61106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41"/>
            <p:cNvSpPr txBox="1"/>
            <p:nvPr/>
          </p:nvSpPr>
          <p:spPr>
            <a:xfrm>
              <a:off x="7976012" y="169059"/>
              <a:ext cx="61106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41"/>
            <p:cNvSpPr txBox="1"/>
            <p:nvPr/>
          </p:nvSpPr>
          <p:spPr>
            <a:xfrm>
              <a:off x="7669625" y="550059"/>
              <a:ext cx="61106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41"/>
            <p:cNvSpPr txBox="1"/>
            <p:nvPr/>
          </p:nvSpPr>
          <p:spPr>
            <a:xfrm>
              <a:off x="7528337" y="934234"/>
              <a:ext cx="458788" cy="461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</p:grpSp>
      <p:sp>
        <p:nvSpPr>
          <p:cNvPr id="1009" name="Google Shape;1009;p41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lang="en-US" sz="2800"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latin typeface="Arial"/>
                <a:ea typeface="Arial"/>
                <a:cs typeface="Arial"/>
                <a:sym typeface="Arial"/>
              </a:rPr>
              <a:t>A.2 – Forces…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010" name="Google Shape;1010;p41"/>
          <p:cNvSpPr/>
          <p:nvPr/>
        </p:nvSpPr>
        <p:spPr>
          <a:xfrm rot="5400000">
            <a:off x="6022395" y="4909741"/>
            <a:ext cx="1253772" cy="175778"/>
          </a:xfrm>
          <a:custGeom>
            <a:rect b="b" l="l" r="r" t="t"/>
            <a:pathLst>
              <a:path extrusionOk="0" h="372" w="996">
                <a:moveTo>
                  <a:pt x="996" y="2"/>
                </a:moveTo>
                <a:lnTo>
                  <a:pt x="0" y="0"/>
                </a:lnTo>
                <a:lnTo>
                  <a:pt x="0" y="372"/>
                </a:ln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p41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42"/>
          <p:cNvSpPr/>
          <p:nvPr/>
        </p:nvSpPr>
        <p:spPr>
          <a:xfrm>
            <a:off x="685800" y="1549400"/>
            <a:ext cx="7772400" cy="4238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Solving problems involving forces and resultant force </a:t>
            </a:r>
            <a:endParaRPr/>
          </a:p>
        </p:txBody>
      </p:sp>
      <p:sp>
        <p:nvSpPr>
          <p:cNvPr id="1018" name="Google Shape;1018;p42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lang="en-US" sz="2800"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latin typeface="Arial"/>
                <a:ea typeface="Arial"/>
                <a:cs typeface="Arial"/>
                <a:sym typeface="Arial"/>
              </a:rPr>
              <a:t>A.2 – Forces…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019" name="Google Shape;1019;p42"/>
          <p:cNvSpPr/>
          <p:nvPr/>
        </p:nvSpPr>
        <p:spPr>
          <a:xfrm>
            <a:off x="698500" y="1966913"/>
            <a:ext cx="7761288" cy="3787775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PRACTICE: A 25-kg mass is hanging via three cords as shown. Find the tension in each of the three cords, in Newtons.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				</a:t>
            </a:r>
            <a:endParaRPr/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Since all of the angles are the same use the formulas we just derived:</a:t>
            </a:r>
            <a:endParaRPr/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mg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25(10) = 250 N</a:t>
            </a:r>
            <a:endParaRPr/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mg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 1.366 = 25(10) / 1.366 = 180 N</a:t>
            </a:r>
            <a:endParaRPr/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0.897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mg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0.897(25)(10) = 220 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42"/>
          <p:cNvSpPr/>
          <p:nvPr/>
        </p:nvSpPr>
        <p:spPr>
          <a:xfrm>
            <a:off x="693738" y="5708650"/>
            <a:ext cx="7758112" cy="114935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FYI</a:t>
            </a:r>
            <a:r>
              <a:rPr b="1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was an example of using Newton’s first law with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0. The next example shows how to use Newton’s first law when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constant, but not zero. </a:t>
            </a:r>
            <a:endParaRPr/>
          </a:p>
        </p:txBody>
      </p:sp>
      <p:grpSp>
        <p:nvGrpSpPr>
          <p:cNvPr id="1021" name="Google Shape;1021;p42"/>
          <p:cNvGrpSpPr/>
          <p:nvPr/>
        </p:nvGrpSpPr>
        <p:grpSpPr>
          <a:xfrm>
            <a:off x="6100763" y="-3175"/>
            <a:ext cx="2485902" cy="1401763"/>
            <a:chOff x="6101174" y="-2391"/>
            <a:chExt cx="2485903" cy="1401763"/>
          </a:xfrm>
        </p:grpSpPr>
        <p:grpSp>
          <p:nvGrpSpPr>
            <p:cNvPr id="1022" name="Google Shape;1022;p42"/>
            <p:cNvGrpSpPr/>
            <p:nvPr/>
          </p:nvGrpSpPr>
          <p:grpSpPr>
            <a:xfrm>
              <a:off x="6101174" y="-2391"/>
              <a:ext cx="2347913" cy="198438"/>
              <a:chOff x="4099" y="1133"/>
              <a:chExt cx="1479" cy="125"/>
            </a:xfrm>
          </p:grpSpPr>
          <p:sp>
            <p:nvSpPr>
              <p:cNvPr descr="Light downward diagonal" id="1023" name="Google Shape;1023;p42"/>
              <p:cNvSpPr/>
              <p:nvPr/>
            </p:nvSpPr>
            <p:spPr>
              <a:xfrm>
                <a:off x="4100" y="1133"/>
                <a:ext cx="1478" cy="124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024" name="Google Shape;1024;p42"/>
              <p:cNvCxnSpPr/>
              <p:nvPr/>
            </p:nvCxnSpPr>
            <p:spPr>
              <a:xfrm>
                <a:off x="4099" y="1258"/>
                <a:ext cx="1479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025" name="Google Shape;1025;p42"/>
            <p:cNvSpPr/>
            <p:nvPr/>
          </p:nvSpPr>
          <p:spPr>
            <a:xfrm>
              <a:off x="7502937" y="958047"/>
              <a:ext cx="441325" cy="441325"/>
            </a:xfrm>
            <a:prstGeom prst="rect">
              <a:avLst/>
            </a:prstGeom>
            <a:solidFill>
              <a:srgbClr val="FFCC66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26" name="Google Shape;1026;p42"/>
            <p:cNvGrpSpPr/>
            <p:nvPr/>
          </p:nvGrpSpPr>
          <p:grpSpPr>
            <a:xfrm>
              <a:off x="6329774" y="210334"/>
              <a:ext cx="1768475" cy="747713"/>
              <a:chOff x="4243" y="1267"/>
              <a:chExt cx="1114" cy="471"/>
            </a:xfrm>
          </p:grpSpPr>
          <p:grpSp>
            <p:nvGrpSpPr>
              <p:cNvPr id="1027" name="Google Shape;1027;p42"/>
              <p:cNvGrpSpPr/>
              <p:nvPr/>
            </p:nvGrpSpPr>
            <p:grpSpPr>
              <a:xfrm>
                <a:off x="4243" y="1267"/>
                <a:ext cx="1114" cy="471"/>
                <a:chOff x="4243" y="1267"/>
                <a:chExt cx="1114" cy="471"/>
              </a:xfrm>
            </p:grpSpPr>
            <p:cxnSp>
              <p:nvCxnSpPr>
                <p:cNvPr id="1028" name="Google Shape;1028;p42"/>
                <p:cNvCxnSpPr/>
                <p:nvPr/>
              </p:nvCxnSpPr>
              <p:spPr>
                <a:xfrm>
                  <a:off x="4243" y="1267"/>
                  <a:ext cx="883" cy="24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29" name="Google Shape;1029;p42"/>
                <p:cNvCxnSpPr/>
                <p:nvPr/>
              </p:nvCxnSpPr>
              <p:spPr>
                <a:xfrm flipH="1" rot="10800000">
                  <a:off x="5126" y="1267"/>
                  <a:ext cx="231" cy="24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30" name="Google Shape;1030;p42"/>
                <p:cNvCxnSpPr/>
                <p:nvPr/>
              </p:nvCxnSpPr>
              <p:spPr>
                <a:xfrm>
                  <a:off x="5126" y="1507"/>
                  <a:ext cx="0" cy="23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031" name="Google Shape;1031;p42"/>
              <p:cNvSpPr/>
              <p:nvPr/>
            </p:nvSpPr>
            <p:spPr>
              <a:xfrm>
                <a:off x="5088" y="1469"/>
                <a:ext cx="67" cy="67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32" name="Google Shape;1032;p42"/>
            <p:cNvSpPr txBox="1"/>
            <p:nvPr/>
          </p:nvSpPr>
          <p:spPr>
            <a:xfrm rot="-1642662">
              <a:off x="6990174" y="559584"/>
              <a:ext cx="765175" cy="460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knot</a:t>
              </a:r>
              <a:endParaRPr/>
            </a:p>
          </p:txBody>
        </p:sp>
        <p:sp>
          <p:nvSpPr>
            <p:cNvPr id="1033" name="Google Shape;1033;p42"/>
            <p:cNvSpPr txBox="1"/>
            <p:nvPr/>
          </p:nvSpPr>
          <p:spPr>
            <a:xfrm>
              <a:off x="6952074" y="91272"/>
              <a:ext cx="652462" cy="4619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30°</a:t>
              </a:r>
              <a:endParaRPr/>
            </a:p>
          </p:txBody>
        </p:sp>
        <p:sp>
          <p:nvSpPr>
            <p:cNvPr id="1034" name="Google Shape;1034;p42"/>
            <p:cNvSpPr txBox="1"/>
            <p:nvPr/>
          </p:nvSpPr>
          <p:spPr>
            <a:xfrm>
              <a:off x="7490237" y="86509"/>
              <a:ext cx="652463" cy="461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45°</a:t>
              </a:r>
              <a:endParaRPr/>
            </a:p>
          </p:txBody>
        </p:sp>
        <p:sp>
          <p:nvSpPr>
            <p:cNvPr id="1035" name="Google Shape;1035;p42"/>
            <p:cNvSpPr txBox="1"/>
            <p:nvPr/>
          </p:nvSpPr>
          <p:spPr>
            <a:xfrm>
              <a:off x="6753636" y="365909"/>
              <a:ext cx="61106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42"/>
            <p:cNvSpPr txBox="1"/>
            <p:nvPr/>
          </p:nvSpPr>
          <p:spPr>
            <a:xfrm>
              <a:off x="7976012" y="169059"/>
              <a:ext cx="61106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42"/>
            <p:cNvSpPr txBox="1"/>
            <p:nvPr/>
          </p:nvSpPr>
          <p:spPr>
            <a:xfrm>
              <a:off x="7669625" y="550059"/>
              <a:ext cx="61106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42"/>
            <p:cNvSpPr txBox="1"/>
            <p:nvPr/>
          </p:nvSpPr>
          <p:spPr>
            <a:xfrm>
              <a:off x="7528337" y="934234"/>
              <a:ext cx="458788" cy="461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</p:grpSp>
      <p:sp>
        <p:nvSpPr>
          <p:cNvPr id="1039" name="Google Shape;1039;p42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43"/>
          <p:cNvSpPr/>
          <p:nvPr/>
        </p:nvSpPr>
        <p:spPr>
          <a:xfrm>
            <a:off x="685800" y="1549400"/>
            <a:ext cx="7772400" cy="4238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Solving problems involving forces and resultant force </a:t>
            </a:r>
            <a:endParaRPr/>
          </a:p>
        </p:txBody>
      </p:sp>
      <p:sp>
        <p:nvSpPr>
          <p:cNvPr id="1046" name="Google Shape;1046;p43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lang="en-US" sz="2800"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latin typeface="Arial"/>
                <a:ea typeface="Arial"/>
                <a:cs typeface="Arial"/>
                <a:sym typeface="Arial"/>
              </a:rPr>
              <a:t>A.2 – Forces…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047" name="Google Shape;1047;p43"/>
          <p:cNvSpPr/>
          <p:nvPr/>
        </p:nvSpPr>
        <p:spPr>
          <a:xfrm>
            <a:off x="698500" y="1966913"/>
            <a:ext cx="7761288" cy="489108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A 1000-kg airplane is flying at a constant velocity of 125 m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Label and determine the value of the weight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1"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the lift </a:t>
            </a:r>
            <a:r>
              <a:rPr b="1"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1" baseline="-25000"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the drag </a:t>
            </a:r>
            <a:r>
              <a:rPr b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1" baseline="-25000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the thrust (applied force) </a:t>
            </a:r>
            <a:r>
              <a:rPr b="1"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1" baseline="-25000"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if the drag is 25000 N.</a:t>
            </a:r>
            <a:endParaRPr/>
          </a:p>
          <a:p>
            <a:pPr indent="0" lvl="0" marL="0" marR="0" rtl="0" algn="l"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				</a:t>
            </a:r>
            <a:endParaRPr/>
          </a:p>
          <a:p>
            <a:pPr indent="-152400" lvl="0" marL="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Since the velocity is constant,                                        Newton’s first law applies. Thus Σ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0 and Σ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0.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mg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1000(10) = 10000 N (</a:t>
            </a:r>
            <a:r>
              <a:rPr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down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∙Since Σ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0, </a:t>
            </a:r>
            <a:r>
              <a:rPr i="1"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0, so </a:t>
            </a:r>
            <a:r>
              <a:rPr i="1"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10000 N (</a:t>
            </a:r>
            <a:r>
              <a:rPr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up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F</a:t>
            </a:r>
            <a:r>
              <a:rPr baseline="-25000"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25000 N tries to impede the aircraft (</a:t>
            </a:r>
            <a:r>
              <a:rPr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left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∙Since Σ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0,  </a:t>
            </a:r>
            <a:r>
              <a:rPr i="1"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0, so </a:t>
            </a:r>
            <a:r>
              <a:rPr i="1"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25000 N (</a:t>
            </a:r>
            <a:r>
              <a:rPr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right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/>
          </a:p>
        </p:txBody>
      </p:sp>
      <p:pic>
        <p:nvPicPr>
          <p:cNvPr descr="MC900311972[1]" id="1048" name="Google Shape;104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3885113" y="3544088"/>
            <a:ext cx="3190875" cy="7318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9" name="Google Shape;1049;p43"/>
          <p:cNvGrpSpPr/>
          <p:nvPr/>
        </p:nvGrpSpPr>
        <p:grpSpPr>
          <a:xfrm>
            <a:off x="5532945" y="4150513"/>
            <a:ext cx="547688" cy="830263"/>
            <a:chOff x="2281" y="2509"/>
            <a:chExt cx="345" cy="523"/>
          </a:xfrm>
        </p:grpSpPr>
        <p:cxnSp>
          <p:nvCxnSpPr>
            <p:cNvPr id="1050" name="Google Shape;1050;p43"/>
            <p:cNvCxnSpPr/>
            <p:nvPr/>
          </p:nvCxnSpPr>
          <p:spPr>
            <a:xfrm>
              <a:off x="2281" y="2509"/>
              <a:ext cx="0" cy="424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1051" name="Google Shape;1051;p43"/>
            <p:cNvSpPr txBox="1"/>
            <p:nvPr/>
          </p:nvSpPr>
          <p:spPr>
            <a:xfrm>
              <a:off x="2313" y="2741"/>
              <a:ext cx="313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endParaRPr b="1" baseline="-25000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2" name="Google Shape;1052;p43"/>
          <p:cNvGrpSpPr/>
          <p:nvPr/>
        </p:nvGrpSpPr>
        <p:grpSpPr>
          <a:xfrm>
            <a:off x="5529766" y="3301201"/>
            <a:ext cx="547688" cy="771525"/>
            <a:chOff x="2279" y="1974"/>
            <a:chExt cx="345" cy="486"/>
          </a:xfrm>
        </p:grpSpPr>
        <p:cxnSp>
          <p:nvCxnSpPr>
            <p:cNvPr id="1053" name="Google Shape;1053;p43"/>
            <p:cNvCxnSpPr/>
            <p:nvPr/>
          </p:nvCxnSpPr>
          <p:spPr>
            <a:xfrm>
              <a:off x="2279" y="2036"/>
              <a:ext cx="0" cy="424"/>
            </a:xfrm>
            <a:prstGeom prst="straightConnector1">
              <a:avLst/>
            </a:prstGeom>
            <a:noFill/>
            <a:ln cap="flat" cmpd="sng" w="38100">
              <a:solidFill>
                <a:schemeClr val="hlink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sp>
          <p:nvSpPr>
            <p:cNvPr id="1054" name="Google Shape;1054;p43"/>
            <p:cNvSpPr txBox="1"/>
            <p:nvPr/>
          </p:nvSpPr>
          <p:spPr>
            <a:xfrm>
              <a:off x="2311" y="1974"/>
              <a:ext cx="313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9999"/>
                </a:buClr>
                <a:buSzPts val="2400"/>
                <a:buFont typeface="Arial"/>
                <a:buNone/>
              </a:pPr>
              <a:r>
                <a:rPr b="1" lang="en-US" sz="2400">
                  <a:solidFill>
                    <a:srgbClr val="009999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lang="en-US" sz="2400">
                  <a:solidFill>
                    <a:srgbClr val="009999"/>
                  </a:solidFill>
                  <a:latin typeface="Arial"/>
                  <a:ea typeface="Arial"/>
                  <a:cs typeface="Arial"/>
                  <a:sym typeface="Arial"/>
                </a:rPr>
                <a:t>L</a:t>
              </a:r>
              <a:endParaRPr/>
            </a:p>
          </p:txBody>
        </p:sp>
      </p:grpSp>
      <p:grpSp>
        <p:nvGrpSpPr>
          <p:cNvPr id="1055" name="Google Shape;1055;p43"/>
          <p:cNvGrpSpPr/>
          <p:nvPr/>
        </p:nvGrpSpPr>
        <p:grpSpPr>
          <a:xfrm>
            <a:off x="2656388" y="4125113"/>
            <a:ext cx="1698625" cy="490538"/>
            <a:chOff x="469" y="2493"/>
            <a:chExt cx="1070" cy="309"/>
          </a:xfrm>
        </p:grpSpPr>
        <p:cxnSp>
          <p:nvCxnSpPr>
            <p:cNvPr id="1056" name="Google Shape;1056;p43"/>
            <p:cNvCxnSpPr/>
            <p:nvPr/>
          </p:nvCxnSpPr>
          <p:spPr>
            <a:xfrm rot="10800000">
              <a:off x="500" y="2493"/>
              <a:ext cx="1039" cy="0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1057" name="Google Shape;1057;p43"/>
            <p:cNvSpPr txBox="1"/>
            <p:nvPr/>
          </p:nvSpPr>
          <p:spPr>
            <a:xfrm>
              <a:off x="469" y="2511"/>
              <a:ext cx="327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2400"/>
                <a:buFont typeface="Arial"/>
                <a:buNone/>
              </a:pPr>
              <a:r>
                <a:rPr b="1" lang="en-US" sz="2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lang="en-US" sz="2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</p:txBody>
        </p:sp>
      </p:grpSp>
      <p:grpSp>
        <p:nvGrpSpPr>
          <p:cNvPr id="1058" name="Google Shape;1058;p43"/>
          <p:cNvGrpSpPr/>
          <p:nvPr/>
        </p:nvGrpSpPr>
        <p:grpSpPr>
          <a:xfrm>
            <a:off x="7093451" y="4120351"/>
            <a:ext cx="1874838" cy="488950"/>
            <a:chOff x="3264" y="2490"/>
            <a:chExt cx="1181" cy="308"/>
          </a:xfrm>
        </p:grpSpPr>
        <p:cxnSp>
          <p:nvCxnSpPr>
            <p:cNvPr id="1059" name="Google Shape;1059;p43"/>
            <p:cNvCxnSpPr/>
            <p:nvPr/>
          </p:nvCxnSpPr>
          <p:spPr>
            <a:xfrm rot="10800000">
              <a:off x="3264" y="2490"/>
              <a:ext cx="1039" cy="0"/>
            </a:xfrm>
            <a:prstGeom prst="straightConnector1">
              <a:avLst/>
            </a:prstGeom>
            <a:noFill/>
            <a:ln cap="flat" cmpd="sng" w="38100">
              <a:solidFill>
                <a:srgbClr val="008000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sp>
          <p:nvSpPr>
            <p:cNvPr id="1060" name="Google Shape;1060;p43"/>
            <p:cNvSpPr txBox="1"/>
            <p:nvPr/>
          </p:nvSpPr>
          <p:spPr>
            <a:xfrm>
              <a:off x="4128" y="2507"/>
              <a:ext cx="317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8000"/>
                </a:buClr>
                <a:buSzPts val="2400"/>
                <a:buFont typeface="Arial"/>
                <a:buNone/>
              </a:pPr>
              <a:r>
                <a:rPr b="1" lang="en-US" sz="2400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lang="en-US" sz="2400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</p:grpSp>
      <p:sp>
        <p:nvSpPr>
          <p:cNvPr id="1061" name="Google Shape;1061;p43"/>
          <p:cNvSpPr/>
          <p:nvPr/>
        </p:nvSpPr>
        <p:spPr>
          <a:xfrm>
            <a:off x="5461500" y="4066376"/>
            <a:ext cx="119063" cy="119062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p43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4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4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4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0"/>
                                        <p:tgtEl>
                                          <p:spTgt spid="10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3000"/>
                                        <p:tgtEl>
                                          <p:spTgt spid="10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44"/>
          <p:cNvSpPr/>
          <p:nvPr/>
        </p:nvSpPr>
        <p:spPr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Newton’s laws of motion –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The second law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∙Newton reasoned:  </a:t>
            </a: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“If the sum of the forces is not zero, the velocity will change.”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∙Newton knew (as we also know) that a change in velocity is an acceleration.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∙So Newton then asked himself: </a:t>
            </a: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“How is the sum of the forces related to the acceleration?”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∙Here is what Newton said: </a:t>
            </a: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“The acceleration of an object is proportional to the net force acting on it, and inversely proportional to its mass.”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 bigger the force the bigger the acceleration, and the bigger the mass the smaller the acceleration.</a:t>
            </a:r>
            <a:endParaRPr/>
          </a:p>
        </p:txBody>
      </p:sp>
      <p:sp>
        <p:nvSpPr>
          <p:cNvPr id="1069" name="Google Shape;1069;p44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lang="en-US" sz="2800"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latin typeface="Arial"/>
                <a:ea typeface="Arial"/>
                <a:cs typeface="Arial"/>
                <a:sym typeface="Arial"/>
              </a:rPr>
              <a:t>A.2 – Forces…</a:t>
            </a:r>
            <a:endParaRPr sz="2800">
              <a:solidFill>
                <a:schemeClr val="dk1"/>
              </a:solidFill>
            </a:endParaRPr>
          </a:p>
        </p:txBody>
      </p:sp>
      <p:grpSp>
        <p:nvGrpSpPr>
          <p:cNvPr id="1070" name="Google Shape;1070;p44"/>
          <p:cNvGrpSpPr/>
          <p:nvPr/>
        </p:nvGrpSpPr>
        <p:grpSpPr>
          <a:xfrm>
            <a:off x="828675" y="6305550"/>
            <a:ext cx="7464425" cy="461963"/>
            <a:chOff x="828675" y="6381751"/>
            <a:chExt cx="7464427" cy="461665"/>
          </a:xfrm>
        </p:grpSpPr>
        <p:sp>
          <p:nvSpPr>
            <p:cNvPr id="1071" name="Google Shape;1071;p44"/>
            <p:cNvSpPr/>
            <p:nvPr/>
          </p:nvSpPr>
          <p:spPr>
            <a:xfrm>
              <a:off x="965200" y="6391270"/>
              <a:ext cx="2478089" cy="3204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</a:t>
              </a:r>
              <a:endPara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p44"/>
            <p:cNvSpPr txBox="1"/>
            <p:nvPr/>
          </p:nvSpPr>
          <p:spPr>
            <a:xfrm>
              <a:off x="4950692" y="6381751"/>
              <a:ext cx="3342410" cy="4616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Newton’s second law</a:t>
              </a:r>
              <a:endParaRPr/>
            </a:p>
          </p:txBody>
        </p:sp>
        <p:sp>
          <p:nvSpPr>
            <p:cNvPr id="1073" name="Google Shape;1073;p44"/>
            <p:cNvSpPr/>
            <p:nvPr/>
          </p:nvSpPr>
          <p:spPr>
            <a:xfrm>
              <a:off x="828675" y="6384926"/>
              <a:ext cx="7462838" cy="45849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074" name="Google Shape;1074;p44"/>
            <p:cNvSpPr/>
            <p:nvPr/>
          </p:nvSpPr>
          <p:spPr>
            <a:xfrm>
              <a:off x="2619375" y="6394443"/>
              <a:ext cx="2249489" cy="3220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(or</a:t>
              </a: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Σ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newton" id="1075" name="Google Shape;107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3650" y="0"/>
            <a:ext cx="1530350" cy="199390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1076" name="Google Shape;1076;p44"/>
          <p:cNvSpPr/>
          <p:nvPr/>
        </p:nvSpPr>
        <p:spPr>
          <a:xfrm>
            <a:off x="4454014" y="0"/>
            <a:ext cx="3278700" cy="1446213"/>
          </a:xfrm>
          <a:prstGeom prst="cloudCallout">
            <a:avLst>
              <a:gd fmla="val 69023" name="adj1"/>
              <a:gd fmla="val -12347" name="adj2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i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1077" name="Google Shape;1077;p44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45"/>
          <p:cNvSpPr/>
          <p:nvPr/>
        </p:nvSpPr>
        <p:spPr>
          <a:xfrm>
            <a:off x="685800" y="1549400"/>
            <a:ext cx="7772400" cy="3044825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Newton’s laws of motion –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The second law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∙Looking at the form Σ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 that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if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0, then Σ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0.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∙But if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0, then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CONST.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∙Thus Newton’s first law is just a special case of his second – namely, when the acceleration is zero.</a:t>
            </a:r>
            <a:endParaRPr b="1" sz="24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p45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lang="en-US" sz="2800"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latin typeface="Arial"/>
                <a:ea typeface="Arial"/>
                <a:cs typeface="Arial"/>
                <a:sym typeface="Arial"/>
              </a:rPr>
              <a:t>A.2 – Forces…</a:t>
            </a:r>
            <a:endParaRPr sz="2800">
              <a:solidFill>
                <a:schemeClr val="dk1"/>
              </a:solidFill>
            </a:endParaRPr>
          </a:p>
        </p:txBody>
      </p:sp>
      <p:grpSp>
        <p:nvGrpSpPr>
          <p:cNvPr id="1085" name="Google Shape;1085;p45"/>
          <p:cNvGrpSpPr/>
          <p:nvPr/>
        </p:nvGrpSpPr>
        <p:grpSpPr>
          <a:xfrm>
            <a:off x="828675" y="2016125"/>
            <a:ext cx="7464425" cy="461963"/>
            <a:chOff x="828675" y="6381751"/>
            <a:chExt cx="7464427" cy="461665"/>
          </a:xfrm>
        </p:grpSpPr>
        <p:sp>
          <p:nvSpPr>
            <p:cNvPr id="1086" name="Google Shape;1086;p45"/>
            <p:cNvSpPr/>
            <p:nvPr/>
          </p:nvSpPr>
          <p:spPr>
            <a:xfrm>
              <a:off x="965200" y="6391270"/>
              <a:ext cx="2478089" cy="3204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</a:t>
              </a:r>
              <a:endPara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45"/>
            <p:cNvSpPr txBox="1"/>
            <p:nvPr/>
          </p:nvSpPr>
          <p:spPr>
            <a:xfrm>
              <a:off x="4950692" y="6381751"/>
              <a:ext cx="3342410" cy="4616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Newton’s second law</a:t>
              </a:r>
              <a:endParaRPr/>
            </a:p>
          </p:txBody>
        </p:sp>
        <p:sp>
          <p:nvSpPr>
            <p:cNvPr id="1088" name="Google Shape;1088;p45"/>
            <p:cNvSpPr/>
            <p:nvPr/>
          </p:nvSpPr>
          <p:spPr>
            <a:xfrm>
              <a:off x="828675" y="6384926"/>
              <a:ext cx="7462838" cy="45849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089" name="Google Shape;1089;p45"/>
            <p:cNvSpPr/>
            <p:nvPr/>
          </p:nvSpPr>
          <p:spPr>
            <a:xfrm>
              <a:off x="2619375" y="6394443"/>
              <a:ext cx="2249489" cy="3220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(or</a:t>
              </a: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Σ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0" name="Google Shape;1090;p45"/>
          <p:cNvSpPr/>
          <p:nvPr/>
        </p:nvSpPr>
        <p:spPr>
          <a:xfrm>
            <a:off x="693738" y="4594225"/>
            <a:ext cx="7758112" cy="2263775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FYI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condition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0 is thus the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condition for translational equilibrium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just as Σ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0 is.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Finally, if you take a physics course and you can’t use notes, memorize the more general formulas.</a:t>
            </a:r>
            <a:endParaRPr/>
          </a:p>
        </p:txBody>
      </p:sp>
      <p:sp>
        <p:nvSpPr>
          <p:cNvPr id="1091" name="Google Shape;1091;p45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46"/>
          <p:cNvSpPr/>
          <p:nvPr/>
        </p:nvSpPr>
        <p:spPr>
          <a:xfrm>
            <a:off x="685800" y="1549400"/>
            <a:ext cx="7772400" cy="10414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Newton’s laws of motion –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The second law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98" name="Google Shape;1098;p46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lang="en-US" sz="2800"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latin typeface="Arial"/>
                <a:ea typeface="Arial"/>
                <a:cs typeface="Arial"/>
                <a:sym typeface="Arial"/>
              </a:rPr>
              <a:t>A.2 – Forces…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099" name="Google Shape;1099;p46"/>
          <p:cNvSpPr/>
          <p:nvPr/>
        </p:nvSpPr>
        <p:spPr>
          <a:xfrm>
            <a:off x="698500" y="2590800"/>
            <a:ext cx="7761288" cy="42672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An object has a mass of 25 kg. A tension of 50 N and a friction force of 30 N are acting                    on it as shown. What is its acceleration?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				</a:t>
            </a:r>
            <a:endParaRPr/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vertical forces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1"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1" baseline="-25000"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cancel out. </a:t>
            </a:r>
            <a:endParaRPr/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net force is thus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i="1" lang="en-US" sz="2400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50 – 30 = 20 N (</a:t>
            </a:r>
            <a:r>
              <a:rPr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+x-dir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/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  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we get   20 = 25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so that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           a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20 / 25 = 0.8 m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+x-dir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00" name="Google Shape;1100;p46"/>
          <p:cNvGrpSpPr/>
          <p:nvPr/>
        </p:nvGrpSpPr>
        <p:grpSpPr>
          <a:xfrm>
            <a:off x="5830888" y="2941638"/>
            <a:ext cx="3465512" cy="2397125"/>
            <a:chOff x="3484" y="2027"/>
            <a:chExt cx="2183" cy="1510"/>
          </a:xfrm>
        </p:grpSpPr>
        <p:sp>
          <p:nvSpPr>
            <p:cNvPr id="1101" name="Google Shape;1101;p46"/>
            <p:cNvSpPr/>
            <p:nvPr/>
          </p:nvSpPr>
          <p:spPr>
            <a:xfrm>
              <a:off x="3491" y="2991"/>
              <a:ext cx="1940" cy="273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02" name="Google Shape;1102;p46"/>
            <p:cNvCxnSpPr/>
            <p:nvPr/>
          </p:nvCxnSpPr>
          <p:spPr>
            <a:xfrm>
              <a:off x="3484" y="2991"/>
              <a:ext cx="193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103" name="Google Shape;1103;p46"/>
            <p:cNvGrpSpPr/>
            <p:nvPr/>
          </p:nvGrpSpPr>
          <p:grpSpPr>
            <a:xfrm>
              <a:off x="3514" y="2027"/>
              <a:ext cx="2153" cy="1510"/>
              <a:chOff x="2153" y="2689"/>
              <a:chExt cx="2153" cy="1510"/>
            </a:xfrm>
          </p:grpSpPr>
          <p:cxnSp>
            <p:nvCxnSpPr>
              <p:cNvPr id="1104" name="Google Shape;1104;p46"/>
              <p:cNvCxnSpPr/>
              <p:nvPr/>
            </p:nvCxnSpPr>
            <p:spPr>
              <a:xfrm>
                <a:off x="3217" y="3420"/>
                <a:ext cx="815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CC0099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1105" name="Google Shape;1105;p46"/>
              <p:cNvSpPr txBox="1"/>
              <p:nvPr/>
            </p:nvSpPr>
            <p:spPr>
              <a:xfrm>
                <a:off x="3956" y="3273"/>
                <a:ext cx="350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CC0066"/>
                  </a:buClr>
                  <a:buSzPts val="2400"/>
                  <a:buFont typeface="Arial"/>
                  <a:buNone/>
                </a:pPr>
                <a:r>
                  <a:rPr b="1" lang="en-US" sz="2400">
                    <a:solidFill>
                      <a:srgbClr val="CC0066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r>
                  <a:rPr b="1" baseline="-25000" lang="en-US" sz="2400">
                    <a:solidFill>
                      <a:srgbClr val="CC0066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endParaRPr/>
              </a:p>
            </p:txBody>
          </p:sp>
          <p:grpSp>
            <p:nvGrpSpPr>
              <p:cNvPr id="1106" name="Google Shape;1106;p46"/>
              <p:cNvGrpSpPr/>
              <p:nvPr/>
            </p:nvGrpSpPr>
            <p:grpSpPr>
              <a:xfrm>
                <a:off x="2587" y="3227"/>
                <a:ext cx="655" cy="972"/>
                <a:chOff x="730" y="3226"/>
                <a:chExt cx="655" cy="971"/>
              </a:xfrm>
            </p:grpSpPr>
            <p:sp>
              <p:nvSpPr>
                <p:cNvPr id="1107" name="Google Shape;1107;p46"/>
                <p:cNvSpPr/>
                <p:nvPr/>
              </p:nvSpPr>
              <p:spPr>
                <a:xfrm>
                  <a:off x="730" y="3226"/>
                  <a:ext cx="624" cy="422"/>
                </a:xfrm>
                <a:prstGeom prst="rect">
                  <a:avLst/>
                </a:prstGeom>
                <a:solidFill>
                  <a:srgbClr val="FFBC7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08" name="Google Shape;1108;p46"/>
                <p:cNvGrpSpPr/>
                <p:nvPr/>
              </p:nvGrpSpPr>
              <p:grpSpPr>
                <a:xfrm>
                  <a:off x="1037" y="3429"/>
                  <a:ext cx="348" cy="768"/>
                  <a:chOff x="1085" y="3446"/>
                  <a:chExt cx="348" cy="768"/>
                </a:xfrm>
              </p:grpSpPr>
              <p:cxnSp>
                <p:nvCxnSpPr>
                  <p:cNvPr id="1109" name="Google Shape;1109;p46"/>
                  <p:cNvCxnSpPr/>
                  <p:nvPr/>
                </p:nvCxnSpPr>
                <p:spPr>
                  <a:xfrm>
                    <a:off x="1085" y="3446"/>
                    <a:ext cx="0" cy="711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stealth"/>
                  </a:ln>
                </p:spPr>
              </p:cxnSp>
              <p:sp>
                <p:nvSpPr>
                  <p:cNvPr id="1110" name="Google Shape;1110;p46"/>
                  <p:cNvSpPr txBox="1"/>
                  <p:nvPr/>
                </p:nvSpPr>
                <p:spPr>
                  <a:xfrm>
                    <a:off x="1120" y="3923"/>
                    <a:ext cx="313" cy="29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rPr b="1" lang="en-US" sz="24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F</a:t>
                    </a:r>
                    <a:r>
                      <a:rPr b="1" baseline="-25000" lang="en-US" sz="24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g</a:t>
                    </a:r>
                    <a:endParaRPr b="1" baseline="-25000"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1111" name="Google Shape;1111;p46"/>
              <p:cNvGrpSpPr/>
              <p:nvPr/>
            </p:nvGrpSpPr>
            <p:grpSpPr>
              <a:xfrm>
                <a:off x="2766" y="2689"/>
                <a:ext cx="327" cy="953"/>
                <a:chOff x="909" y="2696"/>
                <a:chExt cx="327" cy="953"/>
              </a:xfrm>
            </p:grpSpPr>
            <p:cxnSp>
              <p:nvCxnSpPr>
                <p:cNvPr id="1112" name="Google Shape;1112;p46"/>
                <p:cNvCxnSpPr/>
                <p:nvPr/>
              </p:nvCxnSpPr>
              <p:spPr>
                <a:xfrm rot="10800000">
                  <a:off x="1009" y="2944"/>
                  <a:ext cx="0" cy="705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hlink"/>
                  </a:solidFill>
                  <a:prstDash val="solid"/>
                  <a:round/>
                  <a:headEnd len="med" w="med" type="none"/>
                  <a:tailEnd len="med" w="med" type="stealth"/>
                </a:ln>
              </p:spPr>
            </p:cxnSp>
            <p:sp>
              <p:nvSpPr>
                <p:cNvPr id="1113" name="Google Shape;1113;p46"/>
                <p:cNvSpPr txBox="1"/>
                <p:nvPr/>
              </p:nvSpPr>
              <p:spPr>
                <a:xfrm>
                  <a:off x="909" y="2696"/>
                  <a:ext cx="327" cy="29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hlink"/>
                    </a:buClr>
                    <a:buSzPts val="2400"/>
                    <a:buFont typeface="Arial"/>
                    <a:buNone/>
                  </a:pPr>
                  <a:r>
                    <a:rPr b="1" lang="en-US" sz="2400">
                      <a:solidFill>
                        <a:schemeClr val="hlink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r>
                    <a:rPr b="1" baseline="-25000" lang="en-US" sz="2400">
                      <a:solidFill>
                        <a:schemeClr val="hlink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N</a:t>
                  </a:r>
                  <a:endParaRPr b="1" sz="2400">
                    <a:solidFill>
                      <a:schemeClr val="hlink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114" name="Google Shape;1114;p46"/>
              <p:cNvGrpSpPr/>
              <p:nvPr/>
            </p:nvGrpSpPr>
            <p:grpSpPr>
              <a:xfrm>
                <a:off x="2153" y="3367"/>
                <a:ext cx="709" cy="291"/>
                <a:chOff x="194" y="2279"/>
                <a:chExt cx="709" cy="291"/>
              </a:xfrm>
            </p:grpSpPr>
            <p:cxnSp>
              <p:nvCxnSpPr>
                <p:cNvPr id="1115" name="Google Shape;1115;p46"/>
                <p:cNvCxnSpPr/>
                <p:nvPr/>
              </p:nvCxnSpPr>
              <p:spPr>
                <a:xfrm rot="10800000">
                  <a:off x="414" y="2558"/>
                  <a:ext cx="489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3300"/>
                  </a:solidFill>
                  <a:prstDash val="solid"/>
                  <a:round/>
                  <a:headEnd len="med" w="med" type="none"/>
                  <a:tailEnd len="med" w="med" type="stealth"/>
                </a:ln>
              </p:spPr>
            </p:cxnSp>
            <p:sp>
              <p:nvSpPr>
                <p:cNvPr id="1116" name="Google Shape;1116;p46"/>
                <p:cNvSpPr txBox="1"/>
                <p:nvPr/>
              </p:nvSpPr>
              <p:spPr>
                <a:xfrm>
                  <a:off x="194" y="2279"/>
                  <a:ext cx="278" cy="29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0000"/>
                    </a:buClr>
                    <a:buSzPts val="2400"/>
                    <a:buFont typeface="Arial"/>
                    <a:buNone/>
                  </a:pPr>
                  <a:r>
                    <a:rPr b="1" lang="en-US" sz="2400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r>
                    <a:rPr b="1" baseline="-25000" lang="en-US" sz="2400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1" sz="240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117" name="Google Shape;1117;p46"/>
            <p:cNvSpPr txBox="1"/>
            <p:nvPr/>
          </p:nvSpPr>
          <p:spPr>
            <a:xfrm>
              <a:off x="4714" y="2500"/>
              <a:ext cx="526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50 N</a:t>
              </a:r>
              <a:endParaRPr/>
            </a:p>
          </p:txBody>
        </p:sp>
        <p:sp>
          <p:nvSpPr>
            <p:cNvPr id="1118" name="Google Shape;1118;p46"/>
            <p:cNvSpPr txBox="1"/>
            <p:nvPr/>
          </p:nvSpPr>
          <p:spPr>
            <a:xfrm>
              <a:off x="3693" y="2985"/>
              <a:ext cx="526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30 N</a:t>
              </a:r>
              <a:endParaRPr/>
            </a:p>
          </p:txBody>
        </p:sp>
      </p:grpSp>
      <p:cxnSp>
        <p:nvCxnSpPr>
          <p:cNvPr id="1119" name="Google Shape;1119;p46"/>
          <p:cNvCxnSpPr/>
          <p:nvPr/>
        </p:nvCxnSpPr>
        <p:spPr>
          <a:xfrm>
            <a:off x="6810375" y="3584575"/>
            <a:ext cx="396875" cy="301625"/>
          </a:xfrm>
          <a:prstGeom prst="straightConnector1">
            <a:avLst/>
          </a:prstGeom>
          <a:noFill/>
          <a:ln cap="flat" cmpd="sng" w="28575">
            <a:solidFill>
              <a:srgbClr val="FF33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0" name="Google Shape;1120;p46"/>
          <p:cNvCxnSpPr/>
          <p:nvPr/>
        </p:nvCxnSpPr>
        <p:spPr>
          <a:xfrm flipH="1" rot="10800000">
            <a:off x="6823075" y="4789488"/>
            <a:ext cx="493713" cy="71437"/>
          </a:xfrm>
          <a:prstGeom prst="straightConnector1">
            <a:avLst/>
          </a:prstGeom>
          <a:noFill/>
          <a:ln cap="flat" cmpd="sng" w="28575">
            <a:solidFill>
              <a:srgbClr val="FF33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21" name="Google Shape;1121;p46"/>
          <p:cNvGrpSpPr/>
          <p:nvPr/>
        </p:nvGrpSpPr>
        <p:grpSpPr>
          <a:xfrm>
            <a:off x="828675" y="2016125"/>
            <a:ext cx="7464425" cy="461963"/>
            <a:chOff x="828675" y="6381751"/>
            <a:chExt cx="7464427" cy="461665"/>
          </a:xfrm>
        </p:grpSpPr>
        <p:sp>
          <p:nvSpPr>
            <p:cNvPr id="1122" name="Google Shape;1122;p46"/>
            <p:cNvSpPr/>
            <p:nvPr/>
          </p:nvSpPr>
          <p:spPr>
            <a:xfrm>
              <a:off x="965200" y="6391270"/>
              <a:ext cx="2478089" cy="3204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</a:t>
              </a:r>
              <a:endPara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46"/>
            <p:cNvSpPr txBox="1"/>
            <p:nvPr/>
          </p:nvSpPr>
          <p:spPr>
            <a:xfrm>
              <a:off x="4950692" y="6381751"/>
              <a:ext cx="3342410" cy="4616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Newton’s second law</a:t>
              </a:r>
              <a:endParaRPr/>
            </a:p>
          </p:txBody>
        </p:sp>
        <p:sp>
          <p:nvSpPr>
            <p:cNvPr id="1124" name="Google Shape;1124;p46"/>
            <p:cNvSpPr/>
            <p:nvPr/>
          </p:nvSpPr>
          <p:spPr>
            <a:xfrm>
              <a:off x="828675" y="6384926"/>
              <a:ext cx="7462838" cy="45849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125" name="Google Shape;1125;p46"/>
            <p:cNvSpPr/>
            <p:nvPr/>
          </p:nvSpPr>
          <p:spPr>
            <a:xfrm>
              <a:off x="2619375" y="6394443"/>
              <a:ext cx="2249489" cy="3220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(or</a:t>
              </a: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Σ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6" name="Google Shape;1126;p46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9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47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lang="en-US" sz="2800"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latin typeface="Arial"/>
                <a:ea typeface="Arial"/>
                <a:cs typeface="Arial"/>
                <a:sym typeface="Arial"/>
              </a:rPr>
              <a:t>A.2 – Forces…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133" name="Google Shape;1133;p47"/>
          <p:cNvSpPr/>
          <p:nvPr/>
        </p:nvSpPr>
        <p:spPr>
          <a:xfrm>
            <a:off x="685800" y="1549400"/>
            <a:ext cx="7772400" cy="10414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Newton’s laws of motion –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The second law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134" name="Google Shape;1134;p47"/>
          <p:cNvGrpSpPr/>
          <p:nvPr/>
        </p:nvGrpSpPr>
        <p:grpSpPr>
          <a:xfrm>
            <a:off x="828675" y="2016125"/>
            <a:ext cx="7464425" cy="461963"/>
            <a:chOff x="828675" y="6381751"/>
            <a:chExt cx="7464427" cy="461665"/>
          </a:xfrm>
        </p:grpSpPr>
        <p:sp>
          <p:nvSpPr>
            <p:cNvPr id="1135" name="Google Shape;1135;p47"/>
            <p:cNvSpPr/>
            <p:nvPr/>
          </p:nvSpPr>
          <p:spPr>
            <a:xfrm>
              <a:off x="965200" y="6391270"/>
              <a:ext cx="2478089" cy="3204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</a:t>
              </a:r>
              <a:endPara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47"/>
            <p:cNvSpPr txBox="1"/>
            <p:nvPr/>
          </p:nvSpPr>
          <p:spPr>
            <a:xfrm>
              <a:off x="4950692" y="6381751"/>
              <a:ext cx="3342410" cy="4616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Newton’s second law</a:t>
              </a:r>
              <a:endParaRPr/>
            </a:p>
          </p:txBody>
        </p:sp>
        <p:sp>
          <p:nvSpPr>
            <p:cNvPr id="1137" name="Google Shape;1137;p47"/>
            <p:cNvSpPr/>
            <p:nvPr/>
          </p:nvSpPr>
          <p:spPr>
            <a:xfrm>
              <a:off x="828675" y="6384926"/>
              <a:ext cx="7462838" cy="45849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138" name="Google Shape;1138;p47"/>
            <p:cNvSpPr/>
            <p:nvPr/>
          </p:nvSpPr>
          <p:spPr>
            <a:xfrm>
              <a:off x="2619375" y="6394443"/>
              <a:ext cx="2249489" cy="3220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(or</a:t>
              </a: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Σ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9" name="Google Shape;1139;p47"/>
          <p:cNvSpPr/>
          <p:nvPr/>
        </p:nvSpPr>
        <p:spPr>
          <a:xfrm>
            <a:off x="685800" y="2565400"/>
            <a:ext cx="7772400" cy="2651125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PRACTICE: Use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show that the formula for weight is correct.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∙"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the weight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the freefall acceleration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Thus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becomes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mg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1140" name="Google Shape;114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45363" y="0"/>
            <a:ext cx="1798637" cy="1951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1" name="Google Shape;1141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05688" y="125413"/>
            <a:ext cx="1071562" cy="1338262"/>
          </a:xfrm>
          <a:prstGeom prst="rect">
            <a:avLst/>
          </a:prstGeom>
          <a:noFill/>
          <a:ln>
            <a:noFill/>
          </a:ln>
        </p:spPr>
      </p:pic>
      <p:sp>
        <p:nvSpPr>
          <p:cNvPr id="1142" name="Google Shape;1142;p47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1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1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p48"/>
          <p:cNvSpPr/>
          <p:nvPr/>
        </p:nvSpPr>
        <p:spPr>
          <a:xfrm>
            <a:off x="685800" y="1549400"/>
            <a:ext cx="7772400" cy="10414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Newton’s laws of motion –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The second law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149" name="Google Shape;1149;p48"/>
          <p:cNvGrpSpPr/>
          <p:nvPr/>
        </p:nvGrpSpPr>
        <p:grpSpPr>
          <a:xfrm>
            <a:off x="828675" y="2016125"/>
            <a:ext cx="7464425" cy="461963"/>
            <a:chOff x="828675" y="6381751"/>
            <a:chExt cx="7464427" cy="461665"/>
          </a:xfrm>
        </p:grpSpPr>
        <p:sp>
          <p:nvSpPr>
            <p:cNvPr id="1150" name="Google Shape;1150;p48"/>
            <p:cNvSpPr/>
            <p:nvPr/>
          </p:nvSpPr>
          <p:spPr>
            <a:xfrm>
              <a:off x="965200" y="6391270"/>
              <a:ext cx="2478089" cy="3204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</a:t>
              </a:r>
              <a:endPara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48"/>
            <p:cNvSpPr txBox="1"/>
            <p:nvPr/>
          </p:nvSpPr>
          <p:spPr>
            <a:xfrm>
              <a:off x="4950692" y="6381751"/>
              <a:ext cx="3342410" cy="46166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Newton’s second law</a:t>
              </a:r>
              <a:endParaRPr/>
            </a:p>
          </p:txBody>
        </p:sp>
        <p:sp>
          <p:nvSpPr>
            <p:cNvPr id="1152" name="Google Shape;1152;p48"/>
            <p:cNvSpPr/>
            <p:nvPr/>
          </p:nvSpPr>
          <p:spPr>
            <a:xfrm>
              <a:off x="828675" y="6384926"/>
              <a:ext cx="7462838" cy="45849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153" name="Google Shape;1153;p48"/>
            <p:cNvSpPr/>
            <p:nvPr/>
          </p:nvSpPr>
          <p:spPr>
            <a:xfrm>
              <a:off x="2619375" y="6394443"/>
              <a:ext cx="2249489" cy="3220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(or</a:t>
              </a: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Σ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54" name="Google Shape;1154;p48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lang="en-US" sz="2800"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latin typeface="Arial"/>
                <a:ea typeface="Arial"/>
                <a:cs typeface="Arial"/>
                <a:sym typeface="Arial"/>
              </a:rPr>
              <a:t>A.2 – Forces…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155" name="Google Shape;1155;p48"/>
          <p:cNvSpPr/>
          <p:nvPr/>
        </p:nvSpPr>
        <p:spPr>
          <a:xfrm>
            <a:off x="698500" y="2590800"/>
            <a:ext cx="7761288" cy="42672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A 1000-kg airplane is flying in perfectly level flight. The drag </a:t>
            </a:r>
            <a:r>
              <a:rPr b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1" baseline="-25000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25000 N and the thrust (applied force) </a:t>
            </a:r>
            <a:r>
              <a:rPr b="1"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1" baseline="-25000"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40000 N. Find its acceleration.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				</a:t>
            </a:r>
            <a:endParaRPr/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Since the flight is level, Σ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0.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∙Σ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40000 – 25000 = 15000 N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∙From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we get 15000 = 1000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or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a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15000 / 1000 = 15 m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6" name="Google Shape;1156;p48"/>
          <p:cNvGrpSpPr/>
          <p:nvPr/>
        </p:nvGrpSpPr>
        <p:grpSpPr>
          <a:xfrm>
            <a:off x="1408113" y="3536950"/>
            <a:ext cx="7756525" cy="1679575"/>
            <a:chOff x="469" y="1785"/>
            <a:chExt cx="4886" cy="1058"/>
          </a:xfrm>
        </p:grpSpPr>
        <p:pic>
          <p:nvPicPr>
            <p:cNvPr descr="MC900311972[1]" id="1157" name="Google Shape;1157;p4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1243" y="1938"/>
              <a:ext cx="2010" cy="46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58" name="Google Shape;1158;p48"/>
            <p:cNvGrpSpPr/>
            <p:nvPr/>
          </p:nvGrpSpPr>
          <p:grpSpPr>
            <a:xfrm>
              <a:off x="2281" y="2320"/>
              <a:ext cx="345" cy="523"/>
              <a:chOff x="2281" y="2509"/>
              <a:chExt cx="345" cy="523"/>
            </a:xfrm>
          </p:grpSpPr>
          <p:cxnSp>
            <p:nvCxnSpPr>
              <p:cNvPr id="1159" name="Google Shape;1159;p48"/>
              <p:cNvCxnSpPr/>
              <p:nvPr/>
            </p:nvCxnSpPr>
            <p:spPr>
              <a:xfrm>
                <a:off x="2281" y="2509"/>
                <a:ext cx="0" cy="424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1160" name="Google Shape;1160;p48"/>
              <p:cNvSpPr txBox="1"/>
              <p:nvPr/>
            </p:nvSpPr>
            <p:spPr>
              <a:xfrm>
                <a:off x="2313" y="2741"/>
                <a:ext cx="313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b="1"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r>
                  <a:rPr b="1" baseline="-25000"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g</a:t>
                </a:r>
                <a:endParaRPr b="1" baseline="-25000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61" name="Google Shape;1161;p48"/>
            <p:cNvGrpSpPr/>
            <p:nvPr/>
          </p:nvGrpSpPr>
          <p:grpSpPr>
            <a:xfrm>
              <a:off x="2279" y="1785"/>
              <a:ext cx="345" cy="486"/>
              <a:chOff x="2279" y="1974"/>
              <a:chExt cx="345" cy="486"/>
            </a:xfrm>
          </p:grpSpPr>
          <p:cxnSp>
            <p:nvCxnSpPr>
              <p:cNvPr id="1162" name="Google Shape;1162;p48"/>
              <p:cNvCxnSpPr/>
              <p:nvPr/>
            </p:nvCxnSpPr>
            <p:spPr>
              <a:xfrm>
                <a:off x="2279" y="2036"/>
                <a:ext cx="0" cy="424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hlink"/>
                </a:solidFill>
                <a:prstDash val="solid"/>
                <a:round/>
                <a:headEnd len="med" w="med" type="stealth"/>
                <a:tailEnd len="med" w="med" type="none"/>
              </a:ln>
            </p:spPr>
          </p:cxnSp>
          <p:sp>
            <p:nvSpPr>
              <p:cNvPr id="1163" name="Google Shape;1163;p48"/>
              <p:cNvSpPr txBox="1"/>
              <p:nvPr/>
            </p:nvSpPr>
            <p:spPr>
              <a:xfrm>
                <a:off x="2311" y="1974"/>
                <a:ext cx="313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hlink"/>
                  </a:buClr>
                  <a:buSzPts val="2400"/>
                  <a:buFont typeface="Arial"/>
                  <a:buNone/>
                </a:pPr>
                <a:r>
                  <a:rPr b="1" lang="en-US" sz="2400">
                    <a:solidFill>
                      <a:schemeClr val="hlink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r>
                  <a:rPr b="1" baseline="-25000" lang="en-US" sz="2400">
                    <a:solidFill>
                      <a:schemeClr val="hlink"/>
                    </a:solidFill>
                    <a:latin typeface="Arial"/>
                    <a:ea typeface="Arial"/>
                    <a:cs typeface="Arial"/>
                    <a:sym typeface="Arial"/>
                  </a:rPr>
                  <a:t>L</a:t>
                </a:r>
                <a:endParaRPr/>
              </a:p>
            </p:txBody>
          </p:sp>
        </p:grpSp>
        <p:grpSp>
          <p:nvGrpSpPr>
            <p:cNvPr id="1164" name="Google Shape;1164;p48"/>
            <p:cNvGrpSpPr/>
            <p:nvPr/>
          </p:nvGrpSpPr>
          <p:grpSpPr>
            <a:xfrm>
              <a:off x="469" y="2298"/>
              <a:ext cx="1070" cy="291"/>
              <a:chOff x="469" y="2487"/>
              <a:chExt cx="1070" cy="291"/>
            </a:xfrm>
          </p:grpSpPr>
          <p:cxnSp>
            <p:nvCxnSpPr>
              <p:cNvPr id="1165" name="Google Shape;1165;p48"/>
              <p:cNvCxnSpPr/>
              <p:nvPr/>
            </p:nvCxnSpPr>
            <p:spPr>
              <a:xfrm rot="10800000">
                <a:off x="500" y="2493"/>
                <a:ext cx="1039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1166" name="Google Shape;1166;p48"/>
              <p:cNvSpPr txBox="1"/>
              <p:nvPr/>
            </p:nvSpPr>
            <p:spPr>
              <a:xfrm>
                <a:off x="469" y="2487"/>
                <a:ext cx="327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ts val="2400"/>
                  <a:buFont typeface="Arial"/>
                  <a:buNone/>
                </a:pPr>
                <a:r>
                  <a:rPr b="1" lang="en-US" sz="240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r>
                  <a:rPr b="1" baseline="-25000" lang="en-US" sz="240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endParaRPr/>
              </a:p>
            </p:txBody>
          </p:sp>
        </p:grpSp>
        <p:cxnSp>
          <p:nvCxnSpPr>
            <p:cNvPr id="1167" name="Google Shape;1167;p48"/>
            <p:cNvCxnSpPr/>
            <p:nvPr/>
          </p:nvCxnSpPr>
          <p:spPr>
            <a:xfrm rot="10800000">
              <a:off x="3264" y="2301"/>
              <a:ext cx="2047" cy="0"/>
            </a:xfrm>
            <a:prstGeom prst="straightConnector1">
              <a:avLst/>
            </a:prstGeom>
            <a:noFill/>
            <a:ln cap="flat" cmpd="sng" w="38100">
              <a:solidFill>
                <a:srgbClr val="008000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sp>
          <p:nvSpPr>
            <p:cNvPr id="1168" name="Google Shape;1168;p48"/>
            <p:cNvSpPr txBox="1"/>
            <p:nvPr/>
          </p:nvSpPr>
          <p:spPr>
            <a:xfrm>
              <a:off x="5025" y="2318"/>
              <a:ext cx="330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8000"/>
                </a:buClr>
                <a:buSzPts val="2400"/>
                <a:buFont typeface="Arial"/>
                <a:buNone/>
              </a:pPr>
              <a:r>
                <a:rPr b="1" lang="en-US" sz="2400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lang="en-US" sz="2400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</p:grpSp>
      <p:cxnSp>
        <p:nvCxnSpPr>
          <p:cNvPr id="1169" name="Google Shape;1169;p48"/>
          <p:cNvCxnSpPr/>
          <p:nvPr/>
        </p:nvCxnSpPr>
        <p:spPr>
          <a:xfrm flipH="1" rot="10800000">
            <a:off x="4068763" y="3894138"/>
            <a:ext cx="504825" cy="82550"/>
          </a:xfrm>
          <a:prstGeom prst="straightConnector1">
            <a:avLst/>
          </a:prstGeom>
          <a:noFill/>
          <a:ln cap="flat" cmpd="sng" w="28575">
            <a:solidFill>
              <a:srgbClr val="FF33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0" name="Google Shape;1170;p48"/>
          <p:cNvCxnSpPr/>
          <p:nvPr/>
        </p:nvCxnSpPr>
        <p:spPr>
          <a:xfrm flipH="1" rot="10800000">
            <a:off x="4059238" y="4699000"/>
            <a:ext cx="493712" cy="71438"/>
          </a:xfrm>
          <a:prstGeom prst="straightConnector1">
            <a:avLst/>
          </a:prstGeom>
          <a:noFill/>
          <a:ln cap="flat" cmpd="sng" w="28575">
            <a:solidFill>
              <a:srgbClr val="FF33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1" name="Google Shape;1171;p48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5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5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5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0"/>
                                        <p:tgtEl>
                                          <p:spTgt spid="1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49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lang="en-US" sz="2800"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latin typeface="Arial"/>
                <a:ea typeface="Arial"/>
                <a:cs typeface="Arial"/>
                <a:sym typeface="Arial"/>
              </a:rPr>
              <a:t>A.2 – Forces…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178" name="Google Shape;1178;p49"/>
          <p:cNvSpPr/>
          <p:nvPr/>
        </p:nvSpPr>
        <p:spPr>
          <a:xfrm>
            <a:off x="685800" y="1549400"/>
            <a:ext cx="7772400" cy="5000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Solving problems involving forces and resultant force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79" name="Google Shape;1179;p49"/>
          <p:cNvSpPr/>
          <p:nvPr/>
        </p:nvSpPr>
        <p:spPr>
          <a:xfrm>
            <a:off x="698500" y="2049463"/>
            <a:ext cx="7761288" cy="480853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A 25-kg object has exactly two forces 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40. N and 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30. N applied simultaneously to it. What is the object’s acceleration?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49"/>
          <p:cNvSpPr/>
          <p:nvPr/>
        </p:nvSpPr>
        <p:spPr>
          <a:xfrm>
            <a:off x="715963" y="3227388"/>
            <a:ext cx="5964237" cy="3630612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Resolve </a:t>
            </a:r>
            <a:r>
              <a:rPr b="1" lang="en-US" sz="2400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into its components:</a:t>
            </a:r>
            <a:endParaRPr/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net,x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36 N and</a:t>
            </a:r>
            <a:endParaRPr/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net,y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17 + 30 = 47 N. Then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net,x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net,y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36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+ 47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59 N.</a:t>
            </a:r>
            <a:endParaRPr/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 from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we get 59 = 25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or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59 / 25 = 2.4 m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p49"/>
          <p:cNvSpPr/>
          <p:nvPr/>
        </p:nvSpPr>
        <p:spPr>
          <a:xfrm>
            <a:off x="5114925" y="4271963"/>
            <a:ext cx="990600" cy="669925"/>
          </a:xfrm>
          <a:prstGeom prst="rect">
            <a:avLst/>
          </a:prstGeom>
          <a:solidFill>
            <a:srgbClr val="FFBC7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2" name="Google Shape;1182;p49"/>
          <p:cNvCxnSpPr/>
          <p:nvPr/>
        </p:nvCxnSpPr>
        <p:spPr>
          <a:xfrm rot="-1732527">
            <a:off x="6022975" y="4217988"/>
            <a:ext cx="1606550" cy="0"/>
          </a:xfrm>
          <a:prstGeom prst="straightConnector1">
            <a:avLst/>
          </a:prstGeom>
          <a:noFill/>
          <a:ln cap="flat" cmpd="sng" w="38100">
            <a:solidFill>
              <a:srgbClr val="CC0099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83" name="Google Shape;1183;p49"/>
          <p:cNvSpPr txBox="1"/>
          <p:nvPr/>
        </p:nvSpPr>
        <p:spPr>
          <a:xfrm rot="-1732527">
            <a:off x="7058025" y="3382963"/>
            <a:ext cx="603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1" baseline="-25000" lang="en-US" sz="2400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sz="2400">
              <a:solidFill>
                <a:srgbClr val="CC00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p49"/>
          <p:cNvSpPr txBox="1"/>
          <p:nvPr/>
        </p:nvSpPr>
        <p:spPr>
          <a:xfrm rot="-1732527">
            <a:off x="6356120" y="3802211"/>
            <a:ext cx="8354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 N</a:t>
            </a:r>
            <a:endParaRPr/>
          </a:p>
        </p:txBody>
      </p:sp>
      <p:grpSp>
        <p:nvGrpSpPr>
          <p:cNvPr id="1185" name="Google Shape;1185;p49"/>
          <p:cNvGrpSpPr/>
          <p:nvPr/>
        </p:nvGrpSpPr>
        <p:grpSpPr>
          <a:xfrm>
            <a:off x="5518158" y="2724172"/>
            <a:ext cx="609600" cy="1544645"/>
            <a:chOff x="4106" y="2229"/>
            <a:chExt cx="384" cy="973"/>
          </a:xfrm>
        </p:grpSpPr>
        <p:cxnSp>
          <p:nvCxnSpPr>
            <p:cNvPr id="1186" name="Google Shape;1186;p49"/>
            <p:cNvCxnSpPr/>
            <p:nvPr/>
          </p:nvCxnSpPr>
          <p:spPr>
            <a:xfrm rot="10800000">
              <a:off x="4154" y="2497"/>
              <a:ext cx="0" cy="705"/>
            </a:xfrm>
            <a:prstGeom prst="straightConnector1">
              <a:avLst/>
            </a:prstGeom>
            <a:noFill/>
            <a:ln cap="flat" cmpd="sng" w="38100">
              <a:solidFill>
                <a:srgbClr val="CC0066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1187" name="Google Shape;1187;p49"/>
            <p:cNvSpPr txBox="1"/>
            <p:nvPr/>
          </p:nvSpPr>
          <p:spPr>
            <a:xfrm>
              <a:off x="4106" y="2229"/>
              <a:ext cx="38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C0066"/>
                </a:buClr>
                <a:buSzPts val="2400"/>
                <a:buFont typeface="Arial"/>
                <a:buNone/>
              </a:pPr>
              <a:r>
                <a:rPr b="1" lang="en-US" sz="2400">
                  <a:solidFill>
                    <a:srgbClr val="CC0066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lang="en-US" sz="2400">
                  <a:solidFill>
                    <a:srgbClr val="CC0066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sz="2400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49"/>
            <p:cNvSpPr txBox="1"/>
            <p:nvPr/>
          </p:nvSpPr>
          <p:spPr>
            <a:xfrm rot="-5400000">
              <a:off x="4017" y="2711"/>
              <a:ext cx="526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30 N</a:t>
              </a:r>
              <a:endParaRPr/>
            </a:p>
          </p:txBody>
        </p:sp>
      </p:grpSp>
      <p:cxnSp>
        <p:nvCxnSpPr>
          <p:cNvPr id="1189" name="Google Shape;1189;p49"/>
          <p:cNvCxnSpPr/>
          <p:nvPr/>
        </p:nvCxnSpPr>
        <p:spPr>
          <a:xfrm>
            <a:off x="6105525" y="4611688"/>
            <a:ext cx="1384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190" name="Google Shape;1190;p49"/>
          <p:cNvSpPr txBox="1"/>
          <p:nvPr/>
        </p:nvSpPr>
        <p:spPr>
          <a:xfrm>
            <a:off x="6530975" y="4246563"/>
            <a:ext cx="738188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25°</a:t>
            </a:r>
            <a:endParaRPr/>
          </a:p>
        </p:txBody>
      </p:sp>
      <p:cxnSp>
        <p:nvCxnSpPr>
          <p:cNvPr id="1191" name="Google Shape;1191;p49"/>
          <p:cNvCxnSpPr/>
          <p:nvPr/>
        </p:nvCxnSpPr>
        <p:spPr>
          <a:xfrm>
            <a:off x="7489825" y="3830638"/>
            <a:ext cx="0" cy="76993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92" name="Google Shape;1192;p49"/>
          <p:cNvCxnSpPr/>
          <p:nvPr/>
        </p:nvCxnSpPr>
        <p:spPr>
          <a:xfrm>
            <a:off x="6094413" y="4611688"/>
            <a:ext cx="140652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93" name="Google Shape;1193;p49"/>
          <p:cNvSpPr txBox="1"/>
          <p:nvPr/>
        </p:nvSpPr>
        <p:spPr>
          <a:xfrm>
            <a:off x="6062663" y="5034512"/>
            <a:ext cx="1643062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25°</a:t>
            </a:r>
            <a:endParaRPr/>
          </a:p>
        </p:txBody>
      </p:sp>
      <p:sp>
        <p:nvSpPr>
          <p:cNvPr id="1194" name="Google Shape;1194;p49"/>
          <p:cNvSpPr txBox="1"/>
          <p:nvPr/>
        </p:nvSpPr>
        <p:spPr>
          <a:xfrm>
            <a:off x="6445250" y="4615656"/>
            <a:ext cx="8354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36 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5" name="Google Shape;1195;p49"/>
          <p:cNvCxnSpPr/>
          <p:nvPr/>
        </p:nvCxnSpPr>
        <p:spPr>
          <a:xfrm rot="10800000">
            <a:off x="7485063" y="3841750"/>
            <a:ext cx="0" cy="769938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96" name="Google Shape;1196;p49"/>
          <p:cNvSpPr txBox="1"/>
          <p:nvPr/>
        </p:nvSpPr>
        <p:spPr>
          <a:xfrm rot="-5400000">
            <a:off x="7338647" y="3851275"/>
            <a:ext cx="1558925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25°</a:t>
            </a:r>
            <a:endParaRPr/>
          </a:p>
        </p:txBody>
      </p:sp>
      <p:sp>
        <p:nvSpPr>
          <p:cNvPr id="1197" name="Google Shape;1197;p49"/>
          <p:cNvSpPr txBox="1"/>
          <p:nvPr/>
        </p:nvSpPr>
        <p:spPr>
          <a:xfrm rot="-5400000">
            <a:off x="7267121" y="3953817"/>
            <a:ext cx="8354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 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8" name="Google Shape;1198;p49"/>
          <p:cNvSpPr/>
          <p:nvPr/>
        </p:nvSpPr>
        <p:spPr>
          <a:xfrm>
            <a:off x="6094413" y="4624849"/>
            <a:ext cx="1331038" cy="422275"/>
          </a:xfrm>
          <a:prstGeom prst="rect">
            <a:avLst/>
          </a:prstGeom>
          <a:solidFill>
            <a:schemeClr val="accent1">
              <a:alpha val="43529"/>
            </a:schemeClr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9" name="Google Shape;1199;p49"/>
          <p:cNvSpPr/>
          <p:nvPr/>
        </p:nvSpPr>
        <p:spPr>
          <a:xfrm rot="-5400000">
            <a:off x="7255579" y="4035585"/>
            <a:ext cx="854075" cy="376238"/>
          </a:xfrm>
          <a:prstGeom prst="rect">
            <a:avLst/>
          </a:prstGeom>
          <a:solidFill>
            <a:srgbClr val="FF9900">
              <a:alpha val="43529"/>
            </a:srgbClr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p49"/>
          <p:cNvSpPr/>
          <p:nvPr/>
        </p:nvSpPr>
        <p:spPr>
          <a:xfrm rot="-5400000">
            <a:off x="5259410" y="3486158"/>
            <a:ext cx="1087444" cy="438151"/>
          </a:xfrm>
          <a:prstGeom prst="rect">
            <a:avLst/>
          </a:prstGeom>
          <a:solidFill>
            <a:srgbClr val="FF9900">
              <a:alpha val="43529"/>
            </a:srgbClr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1" name="Google Shape;1201;p49"/>
          <p:cNvSpPr/>
          <p:nvPr/>
        </p:nvSpPr>
        <p:spPr>
          <a:xfrm>
            <a:off x="2682875" y="4200525"/>
            <a:ext cx="384175" cy="276225"/>
          </a:xfrm>
          <a:prstGeom prst="rect">
            <a:avLst/>
          </a:prstGeom>
          <a:solidFill>
            <a:schemeClr val="accent1">
              <a:alpha val="48627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02" name="Google Shape;1202;p49"/>
          <p:cNvSpPr/>
          <p:nvPr/>
        </p:nvSpPr>
        <p:spPr>
          <a:xfrm>
            <a:off x="1941513" y="4635500"/>
            <a:ext cx="384175" cy="276225"/>
          </a:xfrm>
          <a:prstGeom prst="rect">
            <a:avLst/>
          </a:prstGeom>
          <a:solidFill>
            <a:srgbClr val="FF9900">
              <a:alpha val="4862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03" name="Google Shape;1203;p49"/>
          <p:cNvSpPr/>
          <p:nvPr/>
        </p:nvSpPr>
        <p:spPr>
          <a:xfrm>
            <a:off x="2592388" y="4638675"/>
            <a:ext cx="384175" cy="276225"/>
          </a:xfrm>
          <a:prstGeom prst="rect">
            <a:avLst/>
          </a:prstGeom>
          <a:solidFill>
            <a:srgbClr val="FF9900">
              <a:alpha val="4862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04" name="Google Shape;1204;p49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50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lang="en-US" sz="2800"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latin typeface="Arial"/>
                <a:ea typeface="Arial"/>
                <a:cs typeface="Arial"/>
                <a:sym typeface="Arial"/>
              </a:rPr>
              <a:t>A.2 – Forces…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211" name="Google Shape;1211;p50"/>
          <p:cNvSpPr/>
          <p:nvPr/>
        </p:nvSpPr>
        <p:spPr>
          <a:xfrm>
            <a:off x="685800" y="1549400"/>
            <a:ext cx="7772400" cy="784225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Solving problems involving forces and resultant force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12" name="Google Shape;1212;p50"/>
          <p:cNvSpPr/>
          <p:nvPr/>
        </p:nvSpPr>
        <p:spPr>
          <a:xfrm>
            <a:off x="671513" y="2033588"/>
            <a:ext cx="7761287" cy="4824412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A 25-kg object resting                                            on a frictionless incline is released,                                          as shown. What is its acceleration?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∙Begin with a FBD.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∙Break down the weight into its components.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∙Since </a:t>
            </a:r>
            <a:r>
              <a:rPr i="1"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mg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30°are perpendicular to the path of the crate they do NOT contribute to its acceleration.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∙Thus                     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mg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30°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10 sin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30° = 5.0 m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descr="Oak" id="1213" name="Google Shape;1213;p50"/>
          <p:cNvSpPr/>
          <p:nvPr/>
        </p:nvSpPr>
        <p:spPr>
          <a:xfrm rot="1686735">
            <a:off x="6364382" y="2253252"/>
            <a:ext cx="217488" cy="217488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14" name="Google Shape;1214;p50"/>
          <p:cNvGrpSpPr/>
          <p:nvPr/>
        </p:nvGrpSpPr>
        <p:grpSpPr>
          <a:xfrm>
            <a:off x="6323107" y="2458040"/>
            <a:ext cx="2652713" cy="1397000"/>
            <a:chOff x="3589" y="1614"/>
            <a:chExt cx="1671" cy="880"/>
          </a:xfrm>
        </p:grpSpPr>
        <p:sp>
          <p:nvSpPr>
            <p:cNvPr id="1215" name="Google Shape;1215;p50"/>
            <p:cNvSpPr/>
            <p:nvPr/>
          </p:nvSpPr>
          <p:spPr>
            <a:xfrm>
              <a:off x="3637" y="1614"/>
              <a:ext cx="1623" cy="803"/>
            </a:xfrm>
            <a:prstGeom prst="rtTriangl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50"/>
            <p:cNvSpPr txBox="1"/>
            <p:nvPr/>
          </p:nvSpPr>
          <p:spPr>
            <a:xfrm>
              <a:off x="4565" y="2203"/>
              <a:ext cx="465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30°</a:t>
              </a:r>
              <a:endParaRPr/>
            </a:p>
          </p:txBody>
        </p:sp>
        <p:sp>
          <p:nvSpPr>
            <p:cNvPr id="1217" name="Google Shape;1217;p50"/>
            <p:cNvSpPr txBox="1"/>
            <p:nvPr/>
          </p:nvSpPr>
          <p:spPr>
            <a:xfrm rot="5400000">
              <a:off x="3434" y="1901"/>
              <a:ext cx="601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6.0 m</a:t>
              </a:r>
              <a:endParaRPr/>
            </a:p>
          </p:txBody>
        </p:sp>
      </p:grpSp>
      <p:sp>
        <p:nvSpPr>
          <p:cNvPr descr="Oak" id="1218" name="Google Shape;1218;p50"/>
          <p:cNvSpPr/>
          <p:nvPr/>
        </p:nvSpPr>
        <p:spPr>
          <a:xfrm rot="1686735">
            <a:off x="6354857" y="2256427"/>
            <a:ext cx="217488" cy="217488"/>
          </a:xfrm>
          <a:prstGeom prst="rect">
            <a:avLst/>
          </a:prstGeom>
          <a:blipFill rotWithShape="1">
            <a:blip r:embed="rId3">
              <a:alphaModFix amt="13000"/>
            </a:blip>
            <a:tile algn="tl" flip="none" tx="0" sx="100000" ty="0" sy="100000"/>
          </a:blip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Oak" id="1219" name="Google Shape;1219;p50"/>
          <p:cNvSpPr/>
          <p:nvPr/>
        </p:nvSpPr>
        <p:spPr>
          <a:xfrm rot="1686735">
            <a:off x="8894857" y="3521665"/>
            <a:ext cx="217488" cy="217487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Oak" id="1220" name="Google Shape;1220;p50"/>
          <p:cNvSpPr/>
          <p:nvPr/>
        </p:nvSpPr>
        <p:spPr>
          <a:xfrm rot="1686735">
            <a:off x="6729507" y="2438990"/>
            <a:ext cx="217488" cy="217487"/>
          </a:xfrm>
          <a:prstGeom prst="rect">
            <a:avLst/>
          </a:prstGeom>
          <a:blipFill rotWithShape="1">
            <a:blip r:embed="rId3">
              <a:alphaModFix amt="13000"/>
            </a:blip>
            <a:tile algn="tl" flip="none" tx="0" sx="100000" ty="0" sy="100000"/>
          </a:blip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Oak" id="1221" name="Google Shape;1221;p50"/>
          <p:cNvSpPr/>
          <p:nvPr/>
        </p:nvSpPr>
        <p:spPr>
          <a:xfrm rot="1686735">
            <a:off x="7175595" y="2656477"/>
            <a:ext cx="217487" cy="217488"/>
          </a:xfrm>
          <a:prstGeom prst="rect">
            <a:avLst/>
          </a:prstGeom>
          <a:blipFill rotWithShape="1">
            <a:blip r:embed="rId3">
              <a:alphaModFix amt="13000"/>
            </a:blip>
            <a:tile algn="tl" flip="none" tx="0" sx="100000" ty="0" sy="100000"/>
          </a:blip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Oak" id="1222" name="Google Shape;1222;p50"/>
          <p:cNvSpPr/>
          <p:nvPr/>
        </p:nvSpPr>
        <p:spPr>
          <a:xfrm rot="1686735">
            <a:off x="7705820" y="2921590"/>
            <a:ext cx="217487" cy="217487"/>
          </a:xfrm>
          <a:prstGeom prst="rect">
            <a:avLst/>
          </a:prstGeom>
          <a:blipFill rotWithShape="1">
            <a:blip r:embed="rId3">
              <a:alphaModFix amt="13000"/>
            </a:blip>
            <a:tile algn="tl" flip="none" tx="0" sx="100000" ty="0" sy="100000"/>
          </a:blip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Oak" id="1223" name="Google Shape;1223;p50"/>
          <p:cNvSpPr/>
          <p:nvPr/>
        </p:nvSpPr>
        <p:spPr>
          <a:xfrm rot="1686735">
            <a:off x="8272557" y="3213690"/>
            <a:ext cx="217488" cy="217487"/>
          </a:xfrm>
          <a:prstGeom prst="rect">
            <a:avLst/>
          </a:prstGeom>
          <a:blipFill rotWithShape="1">
            <a:blip r:embed="rId3">
              <a:alphaModFix amt="13000"/>
            </a:blip>
            <a:tile algn="tl" flip="none" tx="0" sx="100000" ty="0" sy="100000"/>
          </a:blip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24" name="Google Shape;1224;p50"/>
          <p:cNvGrpSpPr/>
          <p:nvPr/>
        </p:nvGrpSpPr>
        <p:grpSpPr>
          <a:xfrm>
            <a:off x="7031136" y="2759665"/>
            <a:ext cx="1263651" cy="1550987"/>
            <a:chOff x="4035" y="1804"/>
            <a:chExt cx="796" cy="977"/>
          </a:xfrm>
        </p:grpSpPr>
        <p:cxnSp>
          <p:nvCxnSpPr>
            <p:cNvPr id="1225" name="Google Shape;1225;p50"/>
            <p:cNvCxnSpPr/>
            <p:nvPr/>
          </p:nvCxnSpPr>
          <p:spPr>
            <a:xfrm>
              <a:off x="4184" y="1804"/>
              <a:ext cx="0" cy="735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1226" name="Google Shape;1226;p50"/>
            <p:cNvSpPr txBox="1"/>
            <p:nvPr/>
          </p:nvSpPr>
          <p:spPr>
            <a:xfrm>
              <a:off x="4035" y="2490"/>
              <a:ext cx="796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aseline="-25000"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mg</a:t>
              </a:r>
              <a:endParaRPr b="1" baseline="-25000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7" name="Google Shape;1227;p50"/>
          <p:cNvGrpSpPr/>
          <p:nvPr/>
        </p:nvGrpSpPr>
        <p:grpSpPr>
          <a:xfrm>
            <a:off x="7218461" y="1924828"/>
            <a:ext cx="842712" cy="918973"/>
            <a:chOff x="4153" y="1244"/>
            <a:chExt cx="562" cy="613"/>
          </a:xfrm>
        </p:grpSpPr>
        <p:cxnSp>
          <p:nvCxnSpPr>
            <p:cNvPr id="1228" name="Google Shape;1228;p50"/>
            <p:cNvCxnSpPr/>
            <p:nvPr/>
          </p:nvCxnSpPr>
          <p:spPr>
            <a:xfrm flipH="1" rot="10800000">
              <a:off x="4153" y="1244"/>
              <a:ext cx="313" cy="613"/>
            </a:xfrm>
            <a:prstGeom prst="straightConnector1">
              <a:avLst/>
            </a:prstGeom>
            <a:noFill/>
            <a:ln cap="flat" cmpd="sng" w="57150">
              <a:solidFill>
                <a:srgbClr val="009999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1229" name="Google Shape;1229;p50"/>
            <p:cNvSpPr txBox="1"/>
            <p:nvPr/>
          </p:nvSpPr>
          <p:spPr>
            <a:xfrm>
              <a:off x="4368" y="1422"/>
              <a:ext cx="347" cy="3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9999"/>
                </a:buClr>
                <a:buSzPts val="2400"/>
                <a:buFont typeface="Arial"/>
                <a:buNone/>
              </a:pPr>
              <a:r>
                <a:rPr b="1" lang="en-US" sz="2400">
                  <a:solidFill>
                    <a:srgbClr val="009999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lang="en-US" sz="2400">
                  <a:solidFill>
                    <a:srgbClr val="009999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</p:grpSp>
      <p:cxnSp>
        <p:nvCxnSpPr>
          <p:cNvPr id="1230" name="Google Shape;1230;p50"/>
          <p:cNvCxnSpPr/>
          <p:nvPr/>
        </p:nvCxnSpPr>
        <p:spPr>
          <a:xfrm flipH="1">
            <a:off x="6797770" y="2783477"/>
            <a:ext cx="444500" cy="901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31" name="Google Shape;1231;p50"/>
          <p:cNvCxnSpPr/>
          <p:nvPr/>
        </p:nvCxnSpPr>
        <p:spPr>
          <a:xfrm rot="10800000">
            <a:off x="6785070" y="3674065"/>
            <a:ext cx="4826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232" name="Google Shape;1232;p50"/>
          <p:cNvSpPr txBox="1"/>
          <p:nvPr/>
        </p:nvSpPr>
        <p:spPr>
          <a:xfrm>
            <a:off x="7247032" y="3056527"/>
            <a:ext cx="676275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60°</a:t>
            </a:r>
            <a:endParaRPr/>
          </a:p>
        </p:txBody>
      </p:sp>
      <p:sp>
        <p:nvSpPr>
          <p:cNvPr id="1233" name="Google Shape;1233;p50"/>
          <p:cNvSpPr txBox="1"/>
          <p:nvPr/>
        </p:nvSpPr>
        <p:spPr>
          <a:xfrm rot="-3950345">
            <a:off x="6839839" y="3109708"/>
            <a:ext cx="5715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30°</a:t>
            </a:r>
            <a:endParaRPr/>
          </a:p>
        </p:txBody>
      </p:sp>
      <p:sp>
        <p:nvSpPr>
          <p:cNvPr id="1234" name="Google Shape;1234;p50"/>
          <p:cNvSpPr txBox="1"/>
          <p:nvPr/>
        </p:nvSpPr>
        <p:spPr>
          <a:xfrm>
            <a:off x="4566916" y="3525005"/>
            <a:ext cx="1674812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400"/>
              <a:buFont typeface="Arial"/>
              <a:buNone/>
            </a:pPr>
            <a:r>
              <a:rPr i="1" lang="en-US" sz="24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mg</a:t>
            </a:r>
            <a:r>
              <a:rPr baseline="-25000" lang="en-US" sz="24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cos</a:t>
            </a:r>
            <a:r>
              <a:rPr baseline="-25000" lang="en-US" sz="24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30°</a:t>
            </a:r>
            <a:endParaRPr/>
          </a:p>
        </p:txBody>
      </p:sp>
      <p:sp>
        <p:nvSpPr>
          <p:cNvPr id="1235" name="Google Shape;1235;p50"/>
          <p:cNvSpPr txBox="1"/>
          <p:nvPr/>
        </p:nvSpPr>
        <p:spPr>
          <a:xfrm>
            <a:off x="4730515" y="3820280"/>
            <a:ext cx="1587500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400"/>
              <a:buFont typeface="Arial"/>
              <a:buNone/>
            </a:pPr>
            <a:r>
              <a:rPr i="1" lang="en-US" sz="24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mg</a:t>
            </a:r>
            <a:r>
              <a:rPr baseline="-25000" lang="en-US" sz="24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sin</a:t>
            </a:r>
            <a:r>
              <a:rPr baseline="-25000" lang="en-US" sz="24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30°</a:t>
            </a:r>
            <a:endParaRPr/>
          </a:p>
        </p:txBody>
      </p:sp>
      <p:cxnSp>
        <p:nvCxnSpPr>
          <p:cNvPr id="1236" name="Google Shape;1236;p50"/>
          <p:cNvCxnSpPr/>
          <p:nvPr/>
        </p:nvCxnSpPr>
        <p:spPr>
          <a:xfrm flipH="1">
            <a:off x="6799357" y="2758077"/>
            <a:ext cx="457200" cy="938213"/>
          </a:xfrm>
          <a:prstGeom prst="straightConnector1">
            <a:avLst/>
          </a:prstGeom>
          <a:noFill/>
          <a:ln cap="flat" cmpd="sng" w="57150">
            <a:solidFill>
              <a:srgbClr val="7030A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37" name="Google Shape;1237;p50"/>
          <p:cNvSpPr/>
          <p:nvPr/>
        </p:nvSpPr>
        <p:spPr>
          <a:xfrm>
            <a:off x="6159595" y="3218452"/>
            <a:ext cx="806450" cy="569913"/>
          </a:xfrm>
          <a:custGeom>
            <a:rect b="b" l="l" r="r" t="t"/>
            <a:pathLst>
              <a:path extrusionOk="0" h="393" w="508">
                <a:moveTo>
                  <a:pt x="0" y="393"/>
                </a:moveTo>
                <a:cubicBezTo>
                  <a:pt x="97" y="391"/>
                  <a:pt x="194" y="389"/>
                  <a:pt x="250" y="340"/>
                </a:cubicBezTo>
                <a:cubicBezTo>
                  <a:pt x="306" y="291"/>
                  <a:pt x="306" y="151"/>
                  <a:pt x="334" y="97"/>
                </a:cubicBezTo>
                <a:cubicBezTo>
                  <a:pt x="362" y="43"/>
                  <a:pt x="388" y="28"/>
                  <a:pt x="417" y="14"/>
                </a:cubicBezTo>
                <a:cubicBezTo>
                  <a:pt x="446" y="0"/>
                  <a:pt x="477" y="7"/>
                  <a:pt x="508" y="14"/>
                </a:cubicBezTo>
              </a:path>
            </a:pathLst>
          </a:cu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8" name="Google Shape;1238;p50"/>
          <p:cNvSpPr/>
          <p:nvPr/>
        </p:nvSpPr>
        <p:spPr>
          <a:xfrm>
            <a:off x="6223095" y="3799477"/>
            <a:ext cx="727868" cy="251784"/>
          </a:xfrm>
          <a:custGeom>
            <a:rect b="b" l="l" r="r" t="t"/>
            <a:pathLst>
              <a:path extrusionOk="0" h="250" w="402">
                <a:moveTo>
                  <a:pt x="0" y="250"/>
                </a:moveTo>
                <a:cubicBezTo>
                  <a:pt x="90" y="249"/>
                  <a:pt x="181" y="249"/>
                  <a:pt x="235" y="235"/>
                </a:cubicBezTo>
                <a:cubicBezTo>
                  <a:pt x="289" y="221"/>
                  <a:pt x="298" y="206"/>
                  <a:pt x="326" y="167"/>
                </a:cubicBezTo>
                <a:cubicBezTo>
                  <a:pt x="354" y="128"/>
                  <a:pt x="378" y="64"/>
                  <a:pt x="402" y="0"/>
                </a:cubicBezTo>
              </a:path>
            </a:pathLst>
          </a:cu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9" name="Google Shape;1239;p50"/>
          <p:cNvCxnSpPr/>
          <p:nvPr/>
        </p:nvCxnSpPr>
        <p:spPr>
          <a:xfrm>
            <a:off x="6810470" y="3686765"/>
            <a:ext cx="457200" cy="215900"/>
          </a:xfrm>
          <a:prstGeom prst="straightConnector1">
            <a:avLst/>
          </a:prstGeom>
          <a:noFill/>
          <a:ln cap="flat" cmpd="sng" w="57150">
            <a:solidFill>
              <a:srgbClr val="7030A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40" name="Google Shape;1240;p50"/>
          <p:cNvCxnSpPr/>
          <p:nvPr/>
        </p:nvCxnSpPr>
        <p:spPr>
          <a:xfrm>
            <a:off x="7291482" y="2386602"/>
            <a:ext cx="300038" cy="95250"/>
          </a:xfrm>
          <a:prstGeom prst="straightConnector1">
            <a:avLst/>
          </a:prstGeom>
          <a:noFill/>
          <a:ln cap="flat" cmpd="sng" w="38100">
            <a:solidFill>
              <a:srgbClr val="FF33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1" name="Google Shape;1241;p50"/>
          <p:cNvCxnSpPr/>
          <p:nvPr/>
        </p:nvCxnSpPr>
        <p:spPr>
          <a:xfrm>
            <a:off x="6800945" y="3388315"/>
            <a:ext cx="300037" cy="95250"/>
          </a:xfrm>
          <a:prstGeom prst="straightConnector1">
            <a:avLst/>
          </a:prstGeom>
          <a:noFill/>
          <a:ln cap="flat" cmpd="sng" w="38100">
            <a:solidFill>
              <a:srgbClr val="FF33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2" name="Google Shape;1242;p50"/>
          <p:cNvCxnSpPr/>
          <p:nvPr/>
        </p:nvCxnSpPr>
        <p:spPr>
          <a:xfrm>
            <a:off x="4297363" y="5825611"/>
            <a:ext cx="150020" cy="375627"/>
          </a:xfrm>
          <a:prstGeom prst="straightConnector1">
            <a:avLst/>
          </a:prstGeom>
          <a:noFill/>
          <a:ln cap="flat" cmpd="sng" w="25400">
            <a:solidFill>
              <a:srgbClr val="FF33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3" name="Google Shape;1243;p50"/>
          <p:cNvCxnSpPr/>
          <p:nvPr/>
        </p:nvCxnSpPr>
        <p:spPr>
          <a:xfrm rot="10800000">
            <a:off x="2526755" y="5825611"/>
            <a:ext cx="119397" cy="360880"/>
          </a:xfrm>
          <a:prstGeom prst="straightConnector1">
            <a:avLst/>
          </a:prstGeom>
          <a:noFill/>
          <a:ln cap="flat" cmpd="sng" w="25400">
            <a:solidFill>
              <a:srgbClr val="FF33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4" name="Google Shape;1244;p50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1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1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51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lang="en-US" sz="2800"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latin typeface="Arial"/>
                <a:ea typeface="Arial"/>
                <a:cs typeface="Arial"/>
                <a:sym typeface="Arial"/>
              </a:rPr>
              <a:t>A.2 – Forces…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251" name="Google Shape;1251;p51"/>
          <p:cNvSpPr/>
          <p:nvPr/>
        </p:nvSpPr>
        <p:spPr>
          <a:xfrm>
            <a:off x="685800" y="1549400"/>
            <a:ext cx="7772400" cy="784225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Solving problems involving forces and resultant force</a:t>
            </a:r>
            <a:endParaRPr i="1"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52" name="Google Shape;1252;p51"/>
          <p:cNvSpPr/>
          <p:nvPr/>
        </p:nvSpPr>
        <p:spPr>
          <a:xfrm>
            <a:off x="684213" y="2044700"/>
            <a:ext cx="7761287" cy="48133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A 25-kg object resting                                    on a frictionless incline is released,                                       as shown. What is its speed at the                                      bottom?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∙We found that its acceleration is 5.0 m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∙We will use  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+ 2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to find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 we need </a:t>
            </a: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∙We have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opposite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we want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hypotenuse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 from trigonometry, we use      sin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θ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opp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hyp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∙Thus    </a:t>
            </a: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hyp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opp /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θ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6 / sin 30° = 12 m   and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+ 2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0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+ 2(5)(12) = 120 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 that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11 m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Oak" id="1253" name="Google Shape;1253;p51"/>
          <p:cNvSpPr/>
          <p:nvPr/>
        </p:nvSpPr>
        <p:spPr>
          <a:xfrm rot="1686735">
            <a:off x="5738813" y="2433638"/>
            <a:ext cx="217487" cy="217487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54" name="Google Shape;1254;p51"/>
          <p:cNvGrpSpPr/>
          <p:nvPr/>
        </p:nvGrpSpPr>
        <p:grpSpPr>
          <a:xfrm>
            <a:off x="5697538" y="2638425"/>
            <a:ext cx="2652712" cy="1397000"/>
            <a:chOff x="3589" y="1614"/>
            <a:chExt cx="1671" cy="880"/>
          </a:xfrm>
        </p:grpSpPr>
        <p:sp>
          <p:nvSpPr>
            <p:cNvPr id="1255" name="Google Shape;1255;p51"/>
            <p:cNvSpPr/>
            <p:nvPr/>
          </p:nvSpPr>
          <p:spPr>
            <a:xfrm>
              <a:off x="3637" y="1614"/>
              <a:ext cx="1623" cy="803"/>
            </a:xfrm>
            <a:prstGeom prst="rtTriangl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51"/>
            <p:cNvSpPr txBox="1"/>
            <p:nvPr/>
          </p:nvSpPr>
          <p:spPr>
            <a:xfrm>
              <a:off x="4565" y="2203"/>
              <a:ext cx="465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30°</a:t>
              </a:r>
              <a:endParaRPr/>
            </a:p>
          </p:txBody>
        </p:sp>
        <p:sp>
          <p:nvSpPr>
            <p:cNvPr id="1257" name="Google Shape;1257;p51"/>
            <p:cNvSpPr txBox="1"/>
            <p:nvPr/>
          </p:nvSpPr>
          <p:spPr>
            <a:xfrm rot="5400000">
              <a:off x="3434" y="1901"/>
              <a:ext cx="601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6.0 m</a:t>
              </a:r>
              <a:endParaRPr/>
            </a:p>
          </p:txBody>
        </p:sp>
      </p:grpSp>
      <p:sp>
        <p:nvSpPr>
          <p:cNvPr descr="Oak" id="1258" name="Google Shape;1258;p51"/>
          <p:cNvSpPr/>
          <p:nvPr/>
        </p:nvSpPr>
        <p:spPr>
          <a:xfrm rot="1686735">
            <a:off x="5729288" y="2436813"/>
            <a:ext cx="217487" cy="217487"/>
          </a:xfrm>
          <a:prstGeom prst="rect">
            <a:avLst/>
          </a:prstGeom>
          <a:blipFill rotWithShape="1">
            <a:blip r:embed="rId3">
              <a:alphaModFix amt="13000"/>
            </a:blip>
            <a:tile algn="tl" flip="none" tx="0" sx="100000" ty="0" sy="100000"/>
          </a:blip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Oak" id="1259" name="Google Shape;1259;p51"/>
          <p:cNvSpPr/>
          <p:nvPr/>
        </p:nvSpPr>
        <p:spPr>
          <a:xfrm rot="1686735">
            <a:off x="8269288" y="3702050"/>
            <a:ext cx="217487" cy="217488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60" name="Google Shape;1260;p51"/>
          <p:cNvGrpSpPr/>
          <p:nvPr/>
        </p:nvGrpSpPr>
        <p:grpSpPr>
          <a:xfrm>
            <a:off x="5775325" y="2649538"/>
            <a:ext cx="2622550" cy="1287462"/>
            <a:chOff x="3638" y="1669"/>
            <a:chExt cx="1652" cy="811"/>
          </a:xfrm>
        </p:grpSpPr>
        <p:cxnSp>
          <p:nvCxnSpPr>
            <p:cNvPr id="1261" name="Google Shape;1261;p51"/>
            <p:cNvCxnSpPr/>
            <p:nvPr/>
          </p:nvCxnSpPr>
          <p:spPr>
            <a:xfrm>
              <a:off x="3638" y="1669"/>
              <a:ext cx="1652" cy="811"/>
            </a:xfrm>
            <a:prstGeom prst="straightConnector1">
              <a:avLst/>
            </a:prstGeom>
            <a:noFill/>
            <a:ln cap="flat" cmpd="sng" w="57150">
              <a:solidFill>
                <a:schemeClr val="accent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1262" name="Google Shape;1262;p51"/>
            <p:cNvSpPr txBox="1"/>
            <p:nvPr/>
          </p:nvSpPr>
          <p:spPr>
            <a:xfrm rot="1496058">
              <a:off x="4230" y="1956"/>
              <a:ext cx="212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800"/>
                <a:buFont typeface="Arial"/>
                <a:buNone/>
              </a:pPr>
              <a:r>
                <a:rPr lang="en-US" sz="28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/>
            </a:p>
          </p:txBody>
        </p:sp>
      </p:grpSp>
      <p:sp>
        <p:nvSpPr>
          <p:cNvPr id="1263" name="Google Shape;1263;p51"/>
          <p:cNvSpPr txBox="1"/>
          <p:nvPr/>
        </p:nvSpPr>
        <p:spPr>
          <a:xfrm>
            <a:off x="5811838" y="1992304"/>
            <a:ext cx="877888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0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4" name="Google Shape;1264;p51"/>
          <p:cNvSpPr txBox="1"/>
          <p:nvPr/>
        </p:nvSpPr>
        <p:spPr>
          <a:xfrm>
            <a:off x="8028781" y="3257549"/>
            <a:ext cx="858838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?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5" name="Google Shape;1265;p51"/>
          <p:cNvSpPr txBox="1"/>
          <p:nvPr/>
        </p:nvSpPr>
        <p:spPr>
          <a:xfrm rot="1594609">
            <a:off x="6559080" y="2824270"/>
            <a:ext cx="176007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5 m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-2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6" name="Google Shape;1266;p51"/>
          <p:cNvSpPr/>
          <p:nvPr/>
        </p:nvSpPr>
        <p:spPr>
          <a:xfrm>
            <a:off x="5811838" y="2874963"/>
            <a:ext cx="263525" cy="903287"/>
          </a:xfrm>
          <a:prstGeom prst="rect">
            <a:avLst/>
          </a:prstGeom>
          <a:solidFill>
            <a:srgbClr val="FF9900">
              <a:alpha val="4156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7" name="Google Shape;1267;p51"/>
          <p:cNvSpPr/>
          <p:nvPr/>
        </p:nvSpPr>
        <p:spPr>
          <a:xfrm rot="-3843755">
            <a:off x="6743697" y="3262523"/>
            <a:ext cx="289513" cy="326763"/>
          </a:xfrm>
          <a:prstGeom prst="rect">
            <a:avLst/>
          </a:prstGeom>
          <a:solidFill>
            <a:srgbClr val="FF3300">
              <a:alpha val="4156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8" name="Google Shape;1268;p51"/>
          <p:cNvSpPr/>
          <p:nvPr/>
        </p:nvSpPr>
        <p:spPr>
          <a:xfrm rot="-5400000">
            <a:off x="2630615" y="4471987"/>
            <a:ext cx="352425" cy="1193800"/>
          </a:xfrm>
          <a:prstGeom prst="rect">
            <a:avLst/>
          </a:prstGeom>
          <a:solidFill>
            <a:srgbClr val="FF9900">
              <a:alpha val="4156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69" name="Google Shape;1269;p51"/>
          <p:cNvSpPr/>
          <p:nvPr/>
        </p:nvSpPr>
        <p:spPr>
          <a:xfrm rot="-5400000">
            <a:off x="5877323" y="4230793"/>
            <a:ext cx="349252" cy="1673013"/>
          </a:xfrm>
          <a:prstGeom prst="rect">
            <a:avLst/>
          </a:prstGeom>
          <a:solidFill>
            <a:srgbClr val="FF3300">
              <a:alpha val="4156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70" name="Google Shape;1270;p51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5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5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p52"/>
          <p:cNvSpPr/>
          <p:nvPr/>
        </p:nvSpPr>
        <p:spPr>
          <a:xfrm>
            <a:off x="671513" y="2028825"/>
            <a:ext cx="7786687" cy="4624388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A 100. N crate is to be                               dragged across the floor by an applied                                   force </a:t>
            </a:r>
            <a:r>
              <a:rPr b="1"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1" baseline="-25000"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60 N, as shown.  The                                    coefficients of static and dynamic friction                          are 0.75 and 0.60, respectively. What is                                  the acceleration of the crate?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∙Static friction will oppose the applied force until it is overcome.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6" name="Google Shape;1276;p52"/>
          <p:cNvSpPr/>
          <p:nvPr/>
        </p:nvSpPr>
        <p:spPr>
          <a:xfrm>
            <a:off x="685800" y="1549400"/>
            <a:ext cx="7772400" cy="479425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Solving problems involving forces and resultant force</a:t>
            </a:r>
            <a:endParaRPr/>
          </a:p>
        </p:txBody>
      </p:sp>
      <p:sp>
        <p:nvSpPr>
          <p:cNvPr descr="Green marble" id="1277" name="Google Shape;1277;p52"/>
          <p:cNvSpPr/>
          <p:nvPr/>
        </p:nvSpPr>
        <p:spPr>
          <a:xfrm>
            <a:off x="671513" y="6546850"/>
            <a:ext cx="2590800" cy="311150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78" name="Google Shape;1278;p52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lang="en-US" sz="2800"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latin typeface="Arial"/>
                <a:ea typeface="Arial"/>
                <a:cs typeface="Arial"/>
                <a:sym typeface="Arial"/>
              </a:rPr>
              <a:t>A.2 – Forces…</a:t>
            </a:r>
            <a:endParaRPr sz="2800">
              <a:solidFill>
                <a:schemeClr val="dk1"/>
              </a:solidFill>
            </a:endParaRPr>
          </a:p>
        </p:txBody>
      </p:sp>
      <p:grpSp>
        <p:nvGrpSpPr>
          <p:cNvPr id="1279" name="Google Shape;1279;p52"/>
          <p:cNvGrpSpPr/>
          <p:nvPr/>
        </p:nvGrpSpPr>
        <p:grpSpPr>
          <a:xfrm>
            <a:off x="7421564" y="2405063"/>
            <a:ext cx="1143000" cy="865187"/>
            <a:chOff x="1325" y="3180"/>
            <a:chExt cx="720" cy="545"/>
          </a:xfrm>
        </p:grpSpPr>
        <p:cxnSp>
          <p:nvCxnSpPr>
            <p:cNvPr id="1280" name="Google Shape;1280;p52"/>
            <p:cNvCxnSpPr/>
            <p:nvPr/>
          </p:nvCxnSpPr>
          <p:spPr>
            <a:xfrm flipH="1" rot="10800000">
              <a:off x="1325" y="3398"/>
              <a:ext cx="566" cy="327"/>
            </a:xfrm>
            <a:prstGeom prst="straightConnector1">
              <a:avLst/>
            </a:prstGeom>
            <a:noFill/>
            <a:ln cap="flat" cmpd="sng" w="57150">
              <a:solidFill>
                <a:srgbClr val="008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81" name="Google Shape;1281;p52"/>
            <p:cNvSpPr txBox="1"/>
            <p:nvPr/>
          </p:nvSpPr>
          <p:spPr>
            <a:xfrm>
              <a:off x="1728" y="3180"/>
              <a:ext cx="317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8000"/>
                </a:buClr>
                <a:buSzPts val="2400"/>
                <a:buFont typeface="Arial"/>
                <a:buNone/>
              </a:pPr>
              <a:r>
                <a:rPr b="1" lang="en-US" sz="2400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lang="en-US" sz="2400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</p:grpSp>
      <p:grpSp>
        <p:nvGrpSpPr>
          <p:cNvPr id="1282" name="Google Shape;1282;p52"/>
          <p:cNvGrpSpPr/>
          <p:nvPr/>
        </p:nvGrpSpPr>
        <p:grpSpPr>
          <a:xfrm>
            <a:off x="7391402" y="3346450"/>
            <a:ext cx="496888" cy="774700"/>
            <a:chOff x="1037" y="3926"/>
            <a:chExt cx="313" cy="488"/>
          </a:xfrm>
        </p:grpSpPr>
        <p:cxnSp>
          <p:nvCxnSpPr>
            <p:cNvPr id="1283" name="Google Shape;1283;p52"/>
            <p:cNvCxnSpPr/>
            <p:nvPr/>
          </p:nvCxnSpPr>
          <p:spPr>
            <a:xfrm>
              <a:off x="1047" y="3926"/>
              <a:ext cx="0" cy="394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84" name="Google Shape;1284;p52"/>
            <p:cNvSpPr txBox="1"/>
            <p:nvPr/>
          </p:nvSpPr>
          <p:spPr>
            <a:xfrm>
              <a:off x="1037" y="4123"/>
              <a:ext cx="313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endParaRPr baseline="-25000" i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5" name="Google Shape;1285;p52"/>
          <p:cNvGrpSpPr/>
          <p:nvPr/>
        </p:nvGrpSpPr>
        <p:grpSpPr>
          <a:xfrm>
            <a:off x="7392992" y="2270125"/>
            <a:ext cx="519113" cy="1001713"/>
            <a:chOff x="999" y="3478"/>
            <a:chExt cx="327" cy="631"/>
          </a:xfrm>
        </p:grpSpPr>
        <p:cxnSp>
          <p:nvCxnSpPr>
            <p:cNvPr id="1286" name="Google Shape;1286;p52"/>
            <p:cNvCxnSpPr/>
            <p:nvPr/>
          </p:nvCxnSpPr>
          <p:spPr>
            <a:xfrm rot="10800000">
              <a:off x="1008" y="3610"/>
              <a:ext cx="0" cy="499"/>
            </a:xfrm>
            <a:prstGeom prst="straightConnector1">
              <a:avLst/>
            </a:prstGeom>
            <a:noFill/>
            <a:ln cap="flat" cmpd="sng" w="57150">
              <a:solidFill>
                <a:schemeClr val="hlink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87" name="Google Shape;1287;p52"/>
            <p:cNvSpPr txBox="1"/>
            <p:nvPr/>
          </p:nvSpPr>
          <p:spPr>
            <a:xfrm>
              <a:off x="999" y="3478"/>
              <a:ext cx="327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hlink"/>
                </a:buClr>
                <a:buSzPts val="2400"/>
                <a:buFont typeface="Arial"/>
                <a:buNone/>
              </a:pPr>
              <a:r>
                <a:rPr b="1" lang="en-US" sz="24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lang="en-US" sz="24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</p:grpSp>
      <p:grpSp>
        <p:nvGrpSpPr>
          <p:cNvPr id="1288" name="Google Shape;1288;p52"/>
          <p:cNvGrpSpPr/>
          <p:nvPr/>
        </p:nvGrpSpPr>
        <p:grpSpPr>
          <a:xfrm>
            <a:off x="6553200" y="2806700"/>
            <a:ext cx="823913" cy="479425"/>
            <a:chOff x="489" y="3816"/>
            <a:chExt cx="519" cy="302"/>
          </a:xfrm>
        </p:grpSpPr>
        <p:cxnSp>
          <p:nvCxnSpPr>
            <p:cNvPr id="1289" name="Google Shape;1289;p52"/>
            <p:cNvCxnSpPr/>
            <p:nvPr/>
          </p:nvCxnSpPr>
          <p:spPr>
            <a:xfrm rot="10800000">
              <a:off x="643" y="4118"/>
              <a:ext cx="365" cy="0"/>
            </a:xfrm>
            <a:prstGeom prst="straightConnector1">
              <a:avLst/>
            </a:prstGeom>
            <a:noFill/>
            <a:ln cap="flat" cmpd="sng" w="76200">
              <a:solidFill>
                <a:srgbClr val="FF33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90" name="Google Shape;1290;p52"/>
            <p:cNvSpPr txBox="1"/>
            <p:nvPr/>
          </p:nvSpPr>
          <p:spPr>
            <a:xfrm>
              <a:off x="489" y="3816"/>
              <a:ext cx="278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3300"/>
                </a:buClr>
                <a:buSzPts val="2400"/>
                <a:buFont typeface="Arial"/>
                <a:buNone/>
              </a:pPr>
              <a:r>
                <a:rPr b="1" lang="en-US" sz="2400">
                  <a:solidFill>
                    <a:srgbClr val="FF33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lang="en-US" sz="2400">
                  <a:solidFill>
                    <a:srgbClr val="FF33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1" sz="24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1" name="Google Shape;1291;p52"/>
          <p:cNvGrpSpPr/>
          <p:nvPr/>
        </p:nvGrpSpPr>
        <p:grpSpPr>
          <a:xfrm>
            <a:off x="7910513" y="3470275"/>
            <a:ext cx="765175" cy="461963"/>
            <a:chOff x="1565" y="3784"/>
            <a:chExt cx="482" cy="291"/>
          </a:xfrm>
        </p:grpSpPr>
        <p:sp>
          <p:nvSpPr>
            <p:cNvPr id="1292" name="Google Shape;1292;p52"/>
            <p:cNvSpPr txBox="1"/>
            <p:nvPr/>
          </p:nvSpPr>
          <p:spPr>
            <a:xfrm>
              <a:off x="1823" y="3784"/>
              <a:ext cx="22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2400"/>
                <a:buFont typeface="Arial"/>
                <a:buNone/>
              </a:pPr>
              <a:r>
                <a:rPr b="1" lang="en-US" sz="2400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cxnSp>
          <p:nvCxnSpPr>
            <p:cNvPr id="1293" name="Google Shape;1293;p52"/>
            <p:cNvCxnSpPr/>
            <p:nvPr/>
          </p:nvCxnSpPr>
          <p:spPr>
            <a:xfrm>
              <a:off x="1565" y="3907"/>
              <a:ext cx="259" cy="0"/>
            </a:xfrm>
            <a:prstGeom prst="straightConnector1">
              <a:avLst/>
            </a:prstGeom>
            <a:noFill/>
            <a:ln cap="flat" cmpd="sng" w="57150">
              <a:solidFill>
                <a:schemeClr val="l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294" name="Google Shape;1294;p52"/>
          <p:cNvGrpSpPr/>
          <p:nvPr/>
        </p:nvGrpSpPr>
        <p:grpSpPr>
          <a:xfrm>
            <a:off x="6553200" y="2035175"/>
            <a:ext cx="2081213" cy="2513013"/>
            <a:chOff x="4128" y="2131"/>
            <a:chExt cx="1311" cy="1583"/>
          </a:xfrm>
        </p:grpSpPr>
        <p:sp>
          <p:nvSpPr>
            <p:cNvPr id="1295" name="Google Shape;1295;p52"/>
            <p:cNvSpPr txBox="1"/>
            <p:nvPr/>
          </p:nvSpPr>
          <p:spPr>
            <a:xfrm>
              <a:off x="4128" y="3462"/>
              <a:ext cx="1311" cy="252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1" lang="en-US"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FBD, crate</a:t>
              </a:r>
              <a:endParaRPr/>
            </a:p>
          </p:txBody>
        </p:sp>
        <p:sp>
          <p:nvSpPr>
            <p:cNvPr id="1296" name="Google Shape;1296;p52"/>
            <p:cNvSpPr/>
            <p:nvPr/>
          </p:nvSpPr>
          <p:spPr>
            <a:xfrm>
              <a:off x="4618" y="2880"/>
              <a:ext cx="86" cy="86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7" name="Google Shape;1297;p52"/>
            <p:cNvSpPr/>
            <p:nvPr/>
          </p:nvSpPr>
          <p:spPr>
            <a:xfrm>
              <a:off x="4128" y="2131"/>
              <a:ext cx="1306" cy="1555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8" name="Google Shape;1298;p52"/>
          <p:cNvGrpSpPr/>
          <p:nvPr/>
        </p:nvGrpSpPr>
        <p:grpSpPr>
          <a:xfrm>
            <a:off x="6675438" y="2055813"/>
            <a:ext cx="1922462" cy="1960562"/>
            <a:chOff x="4214" y="2144"/>
            <a:chExt cx="1211" cy="1235"/>
          </a:xfrm>
        </p:grpSpPr>
        <p:grpSp>
          <p:nvGrpSpPr>
            <p:cNvPr id="1299" name="Google Shape;1299;p52"/>
            <p:cNvGrpSpPr/>
            <p:nvPr/>
          </p:nvGrpSpPr>
          <p:grpSpPr>
            <a:xfrm>
              <a:off x="4214" y="2144"/>
              <a:ext cx="1211" cy="1235"/>
              <a:chOff x="4214" y="2144"/>
              <a:chExt cx="1211" cy="1235"/>
            </a:xfrm>
          </p:grpSpPr>
          <p:cxnSp>
            <p:nvCxnSpPr>
              <p:cNvPr id="1300" name="Google Shape;1300;p52"/>
              <p:cNvCxnSpPr/>
              <p:nvPr/>
            </p:nvCxnSpPr>
            <p:spPr>
              <a:xfrm>
                <a:off x="4214" y="2918"/>
                <a:ext cx="100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301" name="Google Shape;1301;p52"/>
              <p:cNvCxnSpPr/>
              <p:nvPr/>
            </p:nvCxnSpPr>
            <p:spPr>
              <a:xfrm rot="10800000">
                <a:off x="4666" y="2170"/>
                <a:ext cx="0" cy="120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302" name="Google Shape;1302;p52"/>
              <p:cNvSpPr txBox="1"/>
              <p:nvPr/>
            </p:nvSpPr>
            <p:spPr>
              <a:xfrm>
                <a:off x="5212" y="2797"/>
                <a:ext cx="213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i="1"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/>
              </a:p>
            </p:txBody>
          </p:sp>
          <p:sp>
            <p:nvSpPr>
              <p:cNvPr id="1303" name="Google Shape;1303;p52"/>
              <p:cNvSpPr txBox="1"/>
              <p:nvPr/>
            </p:nvSpPr>
            <p:spPr>
              <a:xfrm>
                <a:off x="4473" y="2144"/>
                <a:ext cx="213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i="1"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/>
              </a:p>
            </p:txBody>
          </p:sp>
        </p:grpSp>
        <p:sp>
          <p:nvSpPr>
            <p:cNvPr id="1304" name="Google Shape;1304;p52"/>
            <p:cNvSpPr txBox="1"/>
            <p:nvPr/>
          </p:nvSpPr>
          <p:spPr>
            <a:xfrm>
              <a:off x="4915" y="2693"/>
              <a:ext cx="410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30°</a:t>
              </a:r>
              <a:endParaRPr/>
            </a:p>
          </p:txBody>
        </p:sp>
      </p:grpSp>
      <p:sp>
        <p:nvSpPr>
          <p:cNvPr id="1305" name="Google Shape;1305;p52"/>
          <p:cNvSpPr/>
          <p:nvPr/>
        </p:nvSpPr>
        <p:spPr>
          <a:xfrm>
            <a:off x="3241675" y="5246688"/>
            <a:ext cx="5227638" cy="1611312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FYI 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∙Since friction is proportional to the normal force, be aware of problems where an applied force changes the normal force.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06" name="Google Shape;1306;p52"/>
          <p:cNvGrpSpPr/>
          <p:nvPr/>
        </p:nvGrpSpPr>
        <p:grpSpPr>
          <a:xfrm>
            <a:off x="1189038" y="5913438"/>
            <a:ext cx="928687" cy="623887"/>
            <a:chOff x="749" y="3725"/>
            <a:chExt cx="585" cy="393"/>
          </a:xfrm>
        </p:grpSpPr>
        <p:sp>
          <p:nvSpPr>
            <p:cNvPr descr="Oak" id="1307" name="Google Shape;1307;p52"/>
            <p:cNvSpPr/>
            <p:nvPr/>
          </p:nvSpPr>
          <p:spPr>
            <a:xfrm>
              <a:off x="749" y="3725"/>
              <a:ext cx="585" cy="384"/>
            </a:xfrm>
            <a:prstGeom prst="rect">
              <a:avLst/>
            </a:prstGeom>
            <a:blipFill rotWithShape="1">
              <a:blip r:embed="rId4">
                <a:alphaModFix/>
              </a:blip>
              <a:tile algn="tl" flip="none" tx="0" sx="100000" ty="0" sy="100000"/>
            </a:blip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descr="Oak" id="1308" name="Google Shape;1308;p52"/>
            <p:cNvSpPr/>
            <p:nvPr/>
          </p:nvSpPr>
          <p:spPr>
            <a:xfrm>
              <a:off x="749" y="3725"/>
              <a:ext cx="576" cy="56"/>
            </a:xfrm>
            <a:prstGeom prst="rect">
              <a:avLst/>
            </a:prstGeom>
            <a:blipFill rotWithShape="1">
              <a:blip r:embed="rId4">
                <a:alphaModFix/>
              </a:blip>
              <a:tile algn="tl" flip="none" tx="0" sx="100000" ty="0" sy="100000"/>
            </a:blip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descr="Oak" id="1309" name="Google Shape;1309;p52"/>
            <p:cNvSpPr/>
            <p:nvPr/>
          </p:nvSpPr>
          <p:spPr>
            <a:xfrm>
              <a:off x="758" y="4062"/>
              <a:ext cx="576" cy="56"/>
            </a:xfrm>
            <a:prstGeom prst="rect">
              <a:avLst/>
            </a:prstGeom>
            <a:blipFill rotWithShape="1">
              <a:blip r:embed="rId4">
                <a:alphaModFix/>
              </a:blip>
              <a:tile algn="tl" flip="none" tx="0" sx="100000" ty="0" sy="100000"/>
            </a:blip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10" name="Google Shape;1310;p52"/>
          <p:cNvGrpSpPr/>
          <p:nvPr/>
        </p:nvGrpSpPr>
        <p:grpSpPr>
          <a:xfrm>
            <a:off x="2103438" y="5048250"/>
            <a:ext cx="1143000" cy="955675"/>
            <a:chOff x="1325" y="3180"/>
            <a:chExt cx="720" cy="602"/>
          </a:xfrm>
        </p:grpSpPr>
        <p:grpSp>
          <p:nvGrpSpPr>
            <p:cNvPr id="1311" name="Google Shape;1311;p52"/>
            <p:cNvGrpSpPr/>
            <p:nvPr/>
          </p:nvGrpSpPr>
          <p:grpSpPr>
            <a:xfrm>
              <a:off x="1325" y="3180"/>
              <a:ext cx="720" cy="545"/>
              <a:chOff x="1325" y="3180"/>
              <a:chExt cx="720" cy="545"/>
            </a:xfrm>
          </p:grpSpPr>
          <p:cxnSp>
            <p:nvCxnSpPr>
              <p:cNvPr id="1312" name="Google Shape;1312;p52"/>
              <p:cNvCxnSpPr/>
              <p:nvPr/>
            </p:nvCxnSpPr>
            <p:spPr>
              <a:xfrm flipH="1" rot="10800000">
                <a:off x="1325" y="3398"/>
                <a:ext cx="566" cy="327"/>
              </a:xfrm>
              <a:prstGeom prst="straightConnector1">
                <a:avLst/>
              </a:prstGeom>
              <a:noFill/>
              <a:ln cap="flat" cmpd="sng" w="57150">
                <a:solidFill>
                  <a:srgbClr val="008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313" name="Google Shape;1313;p52"/>
              <p:cNvSpPr txBox="1"/>
              <p:nvPr/>
            </p:nvSpPr>
            <p:spPr>
              <a:xfrm>
                <a:off x="1728" y="3180"/>
                <a:ext cx="317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8000"/>
                  </a:buClr>
                  <a:buSzPts val="2400"/>
                  <a:buFont typeface="Arial"/>
                  <a:buNone/>
                </a:pPr>
                <a:r>
                  <a:rPr b="1" lang="en-US" sz="2400">
                    <a:solidFill>
                      <a:srgbClr val="008000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r>
                  <a:rPr b="1" baseline="-25000" lang="en-US" sz="2400">
                    <a:solidFill>
                      <a:srgbClr val="008000"/>
                    </a:solidFill>
                    <a:latin typeface="Arial"/>
                    <a:ea typeface="Arial"/>
                    <a:cs typeface="Arial"/>
                    <a:sym typeface="Arial"/>
                  </a:rPr>
                  <a:t>A</a:t>
                </a:r>
                <a:endParaRPr/>
              </a:p>
            </p:txBody>
          </p:sp>
        </p:grpSp>
        <p:cxnSp>
          <p:nvCxnSpPr>
            <p:cNvPr id="1314" name="Google Shape;1314;p52"/>
            <p:cNvCxnSpPr/>
            <p:nvPr/>
          </p:nvCxnSpPr>
          <p:spPr>
            <a:xfrm>
              <a:off x="1325" y="3725"/>
              <a:ext cx="54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15" name="Google Shape;1315;p52"/>
            <p:cNvSpPr txBox="1"/>
            <p:nvPr/>
          </p:nvSpPr>
          <p:spPr>
            <a:xfrm>
              <a:off x="1565" y="3491"/>
              <a:ext cx="426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30°</a:t>
              </a:r>
              <a:endParaRPr/>
            </a:p>
          </p:txBody>
        </p:sp>
      </p:grpSp>
      <p:grpSp>
        <p:nvGrpSpPr>
          <p:cNvPr id="1316" name="Google Shape;1316;p52"/>
          <p:cNvGrpSpPr/>
          <p:nvPr/>
        </p:nvGrpSpPr>
        <p:grpSpPr>
          <a:xfrm>
            <a:off x="1662118" y="6232531"/>
            <a:ext cx="533401" cy="627063"/>
            <a:chOff x="1047" y="3926"/>
            <a:chExt cx="336" cy="395"/>
          </a:xfrm>
        </p:grpSpPr>
        <p:cxnSp>
          <p:nvCxnSpPr>
            <p:cNvPr id="1317" name="Google Shape;1317;p52"/>
            <p:cNvCxnSpPr/>
            <p:nvPr/>
          </p:nvCxnSpPr>
          <p:spPr>
            <a:xfrm>
              <a:off x="1047" y="3926"/>
              <a:ext cx="0" cy="394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318" name="Google Shape;1318;p52"/>
            <p:cNvSpPr txBox="1"/>
            <p:nvPr/>
          </p:nvSpPr>
          <p:spPr>
            <a:xfrm>
              <a:off x="1070" y="4030"/>
              <a:ext cx="313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endParaRPr b="1" baseline="-25000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19" name="Google Shape;1319;p52"/>
          <p:cNvGrpSpPr/>
          <p:nvPr/>
        </p:nvGrpSpPr>
        <p:grpSpPr>
          <a:xfrm>
            <a:off x="1557342" y="5392760"/>
            <a:ext cx="519113" cy="1130305"/>
            <a:chOff x="981" y="3397"/>
            <a:chExt cx="327" cy="712"/>
          </a:xfrm>
        </p:grpSpPr>
        <p:cxnSp>
          <p:nvCxnSpPr>
            <p:cNvPr id="1320" name="Google Shape;1320;p52"/>
            <p:cNvCxnSpPr/>
            <p:nvPr/>
          </p:nvCxnSpPr>
          <p:spPr>
            <a:xfrm rot="10800000">
              <a:off x="1008" y="3610"/>
              <a:ext cx="0" cy="499"/>
            </a:xfrm>
            <a:prstGeom prst="straightConnector1">
              <a:avLst/>
            </a:prstGeom>
            <a:noFill/>
            <a:ln cap="flat" cmpd="sng" w="57150">
              <a:solidFill>
                <a:schemeClr val="hlink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321" name="Google Shape;1321;p52"/>
            <p:cNvSpPr txBox="1"/>
            <p:nvPr/>
          </p:nvSpPr>
          <p:spPr>
            <a:xfrm>
              <a:off x="981" y="3397"/>
              <a:ext cx="327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hlink"/>
                </a:buClr>
                <a:buSzPts val="2400"/>
                <a:buFont typeface="Arial"/>
                <a:buNone/>
              </a:pPr>
              <a:r>
                <a:rPr b="1" lang="en-US" sz="24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lang="en-US" sz="24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</p:grpSp>
      <p:grpSp>
        <p:nvGrpSpPr>
          <p:cNvPr id="1322" name="Google Shape;1322;p52"/>
          <p:cNvGrpSpPr/>
          <p:nvPr/>
        </p:nvGrpSpPr>
        <p:grpSpPr>
          <a:xfrm>
            <a:off x="757238" y="6076950"/>
            <a:ext cx="842962" cy="461963"/>
            <a:chOff x="477" y="3828"/>
            <a:chExt cx="531" cy="291"/>
          </a:xfrm>
        </p:grpSpPr>
        <p:cxnSp>
          <p:nvCxnSpPr>
            <p:cNvPr id="1323" name="Google Shape;1323;p52"/>
            <p:cNvCxnSpPr/>
            <p:nvPr/>
          </p:nvCxnSpPr>
          <p:spPr>
            <a:xfrm rot="10800000">
              <a:off x="643" y="4118"/>
              <a:ext cx="365" cy="0"/>
            </a:xfrm>
            <a:prstGeom prst="straightConnector1">
              <a:avLst/>
            </a:prstGeom>
            <a:noFill/>
            <a:ln cap="flat" cmpd="sng" w="76200">
              <a:solidFill>
                <a:srgbClr val="FF33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324" name="Google Shape;1324;p52"/>
            <p:cNvSpPr txBox="1"/>
            <p:nvPr/>
          </p:nvSpPr>
          <p:spPr>
            <a:xfrm>
              <a:off x="477" y="3828"/>
              <a:ext cx="278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3300"/>
                </a:buClr>
                <a:buSzPts val="2400"/>
                <a:buFont typeface="Arial"/>
                <a:buNone/>
              </a:pPr>
              <a:r>
                <a:rPr b="1" lang="en-US" sz="2400">
                  <a:solidFill>
                    <a:srgbClr val="FF33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lang="en-US" sz="2400">
                  <a:solidFill>
                    <a:srgbClr val="FF33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1" sz="24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5" name="Google Shape;1325;p52"/>
          <p:cNvGrpSpPr/>
          <p:nvPr/>
        </p:nvGrpSpPr>
        <p:grpSpPr>
          <a:xfrm>
            <a:off x="2484438" y="6007100"/>
            <a:ext cx="777875" cy="461963"/>
            <a:chOff x="1565" y="3784"/>
            <a:chExt cx="490" cy="291"/>
          </a:xfrm>
        </p:grpSpPr>
        <p:sp>
          <p:nvSpPr>
            <p:cNvPr id="1326" name="Google Shape;1326;p52"/>
            <p:cNvSpPr txBox="1"/>
            <p:nvPr/>
          </p:nvSpPr>
          <p:spPr>
            <a:xfrm>
              <a:off x="1823" y="3784"/>
              <a:ext cx="232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2400"/>
                <a:buFont typeface="Arial"/>
                <a:buNone/>
              </a:pPr>
              <a:r>
                <a:rPr b="1" lang="en-US" sz="2400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cxnSp>
          <p:nvCxnSpPr>
            <p:cNvPr id="1327" name="Google Shape;1327;p52"/>
            <p:cNvCxnSpPr/>
            <p:nvPr/>
          </p:nvCxnSpPr>
          <p:spPr>
            <a:xfrm>
              <a:off x="1565" y="3907"/>
              <a:ext cx="259" cy="0"/>
            </a:xfrm>
            <a:prstGeom prst="straightConnector1">
              <a:avLst/>
            </a:prstGeom>
            <a:noFill/>
            <a:ln cap="flat" cmpd="sng" w="57150">
              <a:solidFill>
                <a:schemeClr val="l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328" name="Google Shape;1328;p52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p53"/>
          <p:cNvSpPr/>
          <p:nvPr/>
        </p:nvSpPr>
        <p:spPr>
          <a:xfrm>
            <a:off x="671513" y="2028825"/>
            <a:ext cx="7786687" cy="482917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∙Determine if the crate even moves.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∙Thus, find the maximum value of the                                 static friction, and compare it to the                                  horizontal applied force:  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4" name="Google Shape;1334;p53"/>
          <p:cNvSpPr/>
          <p:nvPr/>
        </p:nvSpPr>
        <p:spPr>
          <a:xfrm>
            <a:off x="685800" y="1549400"/>
            <a:ext cx="7772400" cy="479425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Solving problems involving forces and resultant force</a:t>
            </a:r>
            <a:endParaRPr/>
          </a:p>
        </p:txBody>
      </p:sp>
      <p:sp>
        <p:nvSpPr>
          <p:cNvPr id="1335" name="Google Shape;1335;p53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lang="en-US" sz="2800"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latin typeface="Arial"/>
                <a:ea typeface="Arial"/>
                <a:cs typeface="Arial"/>
                <a:sym typeface="Arial"/>
              </a:rPr>
              <a:t>A.2 – Forces…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336" name="Google Shape;1336;p53"/>
          <p:cNvSpPr/>
          <p:nvPr/>
        </p:nvSpPr>
        <p:spPr>
          <a:xfrm>
            <a:off x="962025" y="3920919"/>
            <a:ext cx="2500313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30°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7" name="Google Shape;1337;p53"/>
          <p:cNvSpPr/>
          <p:nvPr/>
        </p:nvSpPr>
        <p:spPr>
          <a:xfrm>
            <a:off x="2955925" y="3909807"/>
            <a:ext cx="1971675" cy="341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60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30°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8" name="Google Shape;1338;p53"/>
          <p:cNvSpPr/>
          <p:nvPr/>
        </p:nvSpPr>
        <p:spPr>
          <a:xfrm>
            <a:off x="4748213" y="3909807"/>
            <a:ext cx="1852612" cy="341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51.96 N.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9" name="Google Shape;1339;p53"/>
          <p:cNvSpPr/>
          <p:nvPr/>
        </p:nvSpPr>
        <p:spPr>
          <a:xfrm>
            <a:off x="671513" y="4252040"/>
            <a:ext cx="6073775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 maximum static friction force is</a:t>
            </a:r>
            <a:endParaRPr/>
          </a:p>
        </p:txBody>
      </p:sp>
      <p:sp>
        <p:nvSpPr>
          <p:cNvPr id="1340" name="Google Shape;1340;p53"/>
          <p:cNvSpPr/>
          <p:nvPr/>
        </p:nvSpPr>
        <p:spPr>
          <a:xfrm>
            <a:off x="1655763" y="4567953"/>
            <a:ext cx="1817687" cy="357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s,max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μ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i="1"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i="1" sz="2400">
              <a:solidFill>
                <a:srgbClr val="00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1" name="Google Shape;1341;p53"/>
          <p:cNvSpPr/>
          <p:nvPr/>
        </p:nvSpPr>
        <p:spPr>
          <a:xfrm>
            <a:off x="3322638" y="4567953"/>
            <a:ext cx="1425575" cy="357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0.75</a:t>
            </a:r>
            <a:r>
              <a:rPr i="1"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i="1" sz="2400">
              <a:solidFill>
                <a:srgbClr val="00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2" name="Google Shape;1342;p53"/>
          <p:cNvSpPr/>
          <p:nvPr/>
        </p:nvSpPr>
        <p:spPr>
          <a:xfrm>
            <a:off x="669925" y="4908599"/>
            <a:ext cx="6073775" cy="357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 normal force is found from...</a:t>
            </a:r>
            <a:endParaRPr/>
          </a:p>
        </p:txBody>
      </p:sp>
      <p:sp>
        <p:nvSpPr>
          <p:cNvPr id="1343" name="Google Shape;1343;p53"/>
          <p:cNvSpPr/>
          <p:nvPr/>
        </p:nvSpPr>
        <p:spPr>
          <a:xfrm>
            <a:off x="2590800" y="5265786"/>
            <a:ext cx="4283075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ts val="2400"/>
              <a:buFont typeface="Arial"/>
              <a:buNone/>
            </a:pPr>
            <a:r>
              <a:rPr i="1"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  </a:t>
            </a:r>
            <a:r>
              <a:rPr i="1"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30°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mg 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4" name="Google Shape;1344;p53"/>
          <p:cNvSpPr/>
          <p:nvPr/>
        </p:nvSpPr>
        <p:spPr>
          <a:xfrm>
            <a:off x="2597150" y="5603257"/>
            <a:ext cx="413385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ts val="2400"/>
              <a:buFont typeface="Arial"/>
              <a:buNone/>
            </a:pPr>
            <a:r>
              <a:rPr i="1"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+ 60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30°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- 100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5" name="Google Shape;1345;p53"/>
          <p:cNvSpPr/>
          <p:nvPr/>
        </p:nvSpPr>
        <p:spPr>
          <a:xfrm>
            <a:off x="6202363" y="5587382"/>
            <a:ext cx="108585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ts val="2400"/>
              <a:buFont typeface="Arial"/>
              <a:buNone/>
            </a:pPr>
            <a:r>
              <a:rPr i="1"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70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6" name="Google Shape;1346;p53"/>
          <p:cNvSpPr/>
          <p:nvPr/>
        </p:nvSpPr>
        <p:spPr>
          <a:xfrm>
            <a:off x="2681288" y="6049599"/>
            <a:ext cx="362585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s,max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0.75(70) = 52.5 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47" name="Google Shape;1347;p53"/>
          <p:cNvCxnSpPr/>
          <p:nvPr/>
        </p:nvCxnSpPr>
        <p:spPr>
          <a:xfrm>
            <a:off x="671513" y="6019437"/>
            <a:ext cx="7786687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48" name="Google Shape;1348;p53"/>
          <p:cNvGrpSpPr/>
          <p:nvPr/>
        </p:nvGrpSpPr>
        <p:grpSpPr>
          <a:xfrm>
            <a:off x="6553200" y="2035175"/>
            <a:ext cx="2122488" cy="2513013"/>
            <a:chOff x="6553200" y="2034819"/>
            <a:chExt cx="2122488" cy="2513013"/>
          </a:xfrm>
        </p:grpSpPr>
        <p:grpSp>
          <p:nvGrpSpPr>
            <p:cNvPr id="1349" name="Google Shape;1349;p53"/>
            <p:cNvGrpSpPr/>
            <p:nvPr/>
          </p:nvGrpSpPr>
          <p:grpSpPr>
            <a:xfrm>
              <a:off x="7421563" y="2404705"/>
              <a:ext cx="1142999" cy="865188"/>
              <a:chOff x="1325" y="3180"/>
              <a:chExt cx="720" cy="545"/>
            </a:xfrm>
          </p:grpSpPr>
          <p:cxnSp>
            <p:nvCxnSpPr>
              <p:cNvPr id="1350" name="Google Shape;1350;p53"/>
              <p:cNvCxnSpPr/>
              <p:nvPr/>
            </p:nvCxnSpPr>
            <p:spPr>
              <a:xfrm flipH="1" rot="10800000">
                <a:off x="1325" y="3398"/>
                <a:ext cx="566" cy="327"/>
              </a:xfrm>
              <a:prstGeom prst="straightConnector1">
                <a:avLst/>
              </a:prstGeom>
              <a:noFill/>
              <a:ln cap="flat" cmpd="sng" w="57150">
                <a:solidFill>
                  <a:srgbClr val="008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351" name="Google Shape;1351;p53"/>
              <p:cNvSpPr txBox="1"/>
              <p:nvPr/>
            </p:nvSpPr>
            <p:spPr>
              <a:xfrm>
                <a:off x="1728" y="3180"/>
                <a:ext cx="317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8000"/>
                  </a:buClr>
                  <a:buSzPts val="2400"/>
                  <a:buFont typeface="Arial"/>
                  <a:buNone/>
                </a:pPr>
                <a:r>
                  <a:rPr b="1" lang="en-US" sz="2400">
                    <a:solidFill>
                      <a:srgbClr val="008000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r>
                  <a:rPr b="1" baseline="-25000" lang="en-US" sz="2400">
                    <a:solidFill>
                      <a:srgbClr val="008000"/>
                    </a:solidFill>
                    <a:latin typeface="Arial"/>
                    <a:ea typeface="Arial"/>
                    <a:cs typeface="Arial"/>
                    <a:sym typeface="Arial"/>
                  </a:rPr>
                  <a:t>A</a:t>
                </a:r>
                <a:endParaRPr/>
              </a:p>
            </p:txBody>
          </p:sp>
        </p:grpSp>
        <p:grpSp>
          <p:nvGrpSpPr>
            <p:cNvPr id="1352" name="Google Shape;1352;p53"/>
            <p:cNvGrpSpPr/>
            <p:nvPr/>
          </p:nvGrpSpPr>
          <p:grpSpPr>
            <a:xfrm>
              <a:off x="7391402" y="3346093"/>
              <a:ext cx="496888" cy="774700"/>
              <a:chOff x="1037" y="3926"/>
              <a:chExt cx="313" cy="488"/>
            </a:xfrm>
          </p:grpSpPr>
          <p:cxnSp>
            <p:nvCxnSpPr>
              <p:cNvPr id="1353" name="Google Shape;1353;p53"/>
              <p:cNvCxnSpPr/>
              <p:nvPr/>
            </p:nvCxnSpPr>
            <p:spPr>
              <a:xfrm>
                <a:off x="1047" y="3926"/>
                <a:ext cx="0" cy="394"/>
              </a:xfrm>
              <a:prstGeom prst="straightConnector1">
                <a:avLst/>
              </a:prstGeom>
              <a:noFill/>
              <a:ln cap="flat" cmpd="sng" w="571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354" name="Google Shape;1354;p53"/>
              <p:cNvSpPr txBox="1"/>
              <p:nvPr/>
            </p:nvSpPr>
            <p:spPr>
              <a:xfrm>
                <a:off x="1037" y="4123"/>
                <a:ext cx="313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b="1"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r>
                  <a:rPr b="1" baseline="-25000"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g</a:t>
                </a:r>
                <a:endParaRPr baseline="-25000" i="1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55" name="Google Shape;1355;p53"/>
            <p:cNvGrpSpPr/>
            <p:nvPr/>
          </p:nvGrpSpPr>
          <p:grpSpPr>
            <a:xfrm>
              <a:off x="7392990" y="2269768"/>
              <a:ext cx="519113" cy="1001712"/>
              <a:chOff x="999" y="3478"/>
              <a:chExt cx="327" cy="631"/>
            </a:xfrm>
          </p:grpSpPr>
          <p:cxnSp>
            <p:nvCxnSpPr>
              <p:cNvPr id="1356" name="Google Shape;1356;p53"/>
              <p:cNvCxnSpPr/>
              <p:nvPr/>
            </p:nvCxnSpPr>
            <p:spPr>
              <a:xfrm rot="10800000">
                <a:off x="1008" y="3610"/>
                <a:ext cx="0" cy="499"/>
              </a:xfrm>
              <a:prstGeom prst="straightConnector1">
                <a:avLst/>
              </a:prstGeom>
              <a:noFill/>
              <a:ln cap="flat" cmpd="sng" w="57150">
                <a:solidFill>
                  <a:schemeClr val="hlink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357" name="Google Shape;1357;p53"/>
              <p:cNvSpPr txBox="1"/>
              <p:nvPr/>
            </p:nvSpPr>
            <p:spPr>
              <a:xfrm>
                <a:off x="999" y="3478"/>
                <a:ext cx="327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hlink"/>
                  </a:buClr>
                  <a:buSzPts val="2400"/>
                  <a:buFont typeface="Arial"/>
                  <a:buNone/>
                </a:pPr>
                <a:r>
                  <a:rPr b="1" lang="en-US" sz="2400">
                    <a:solidFill>
                      <a:schemeClr val="hlink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r>
                  <a:rPr b="1" baseline="-25000" lang="en-US" sz="2400">
                    <a:solidFill>
                      <a:schemeClr val="hlink"/>
                    </a:solidFill>
                    <a:latin typeface="Arial"/>
                    <a:ea typeface="Arial"/>
                    <a:cs typeface="Arial"/>
                    <a:sym typeface="Arial"/>
                  </a:rPr>
                  <a:t>N</a:t>
                </a:r>
                <a:endParaRPr b="1" sz="24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58" name="Google Shape;1358;p53"/>
            <p:cNvGrpSpPr/>
            <p:nvPr/>
          </p:nvGrpSpPr>
          <p:grpSpPr>
            <a:xfrm>
              <a:off x="6553200" y="2806356"/>
              <a:ext cx="823913" cy="479426"/>
              <a:chOff x="489" y="3816"/>
              <a:chExt cx="519" cy="302"/>
            </a:xfrm>
          </p:grpSpPr>
          <p:cxnSp>
            <p:nvCxnSpPr>
              <p:cNvPr id="1359" name="Google Shape;1359;p53"/>
              <p:cNvCxnSpPr/>
              <p:nvPr/>
            </p:nvCxnSpPr>
            <p:spPr>
              <a:xfrm rot="10800000">
                <a:off x="643" y="4118"/>
                <a:ext cx="365" cy="0"/>
              </a:xfrm>
              <a:prstGeom prst="straightConnector1">
                <a:avLst/>
              </a:prstGeom>
              <a:noFill/>
              <a:ln cap="flat" cmpd="sng" w="76200">
                <a:solidFill>
                  <a:srgbClr val="FF33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360" name="Google Shape;1360;p53"/>
              <p:cNvSpPr txBox="1"/>
              <p:nvPr/>
            </p:nvSpPr>
            <p:spPr>
              <a:xfrm>
                <a:off x="489" y="3816"/>
                <a:ext cx="278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FF3300"/>
                  </a:buClr>
                  <a:buSzPts val="2400"/>
                  <a:buFont typeface="Arial"/>
                  <a:buNone/>
                </a:pPr>
                <a:r>
                  <a:rPr b="1" lang="en-US" sz="2400">
                    <a:solidFill>
                      <a:srgbClr val="FF3300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r>
                  <a:rPr b="1" baseline="-25000" lang="en-US" sz="2400">
                    <a:solidFill>
                      <a:srgbClr val="FF3300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endParaRPr b="1" sz="2400">
                  <a:solidFill>
                    <a:srgbClr val="FF33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61" name="Google Shape;1361;p53"/>
            <p:cNvGrpSpPr/>
            <p:nvPr/>
          </p:nvGrpSpPr>
          <p:grpSpPr>
            <a:xfrm>
              <a:off x="7910513" y="3469925"/>
              <a:ext cx="765175" cy="461963"/>
              <a:chOff x="1565" y="3784"/>
              <a:chExt cx="482" cy="291"/>
            </a:xfrm>
          </p:grpSpPr>
          <p:sp>
            <p:nvSpPr>
              <p:cNvPr id="1362" name="Google Shape;1362;p53"/>
              <p:cNvSpPr txBox="1"/>
              <p:nvPr/>
            </p:nvSpPr>
            <p:spPr>
              <a:xfrm>
                <a:off x="1823" y="3784"/>
                <a:ext cx="224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2400"/>
                  <a:buFont typeface="Arial"/>
                  <a:buNone/>
                </a:pPr>
                <a:r>
                  <a:rPr b="1" lang="en-US" sz="2400">
                    <a:solidFill>
                      <a:schemeClr val="lt2"/>
                    </a:solidFill>
                    <a:latin typeface="Arial"/>
                    <a:ea typeface="Arial"/>
                    <a:cs typeface="Arial"/>
                    <a:sym typeface="Arial"/>
                  </a:rPr>
                  <a:t>a</a:t>
                </a:r>
                <a:endParaRPr/>
              </a:p>
            </p:txBody>
          </p:sp>
          <p:cxnSp>
            <p:nvCxnSpPr>
              <p:cNvPr id="1363" name="Google Shape;1363;p53"/>
              <p:cNvCxnSpPr/>
              <p:nvPr/>
            </p:nvCxnSpPr>
            <p:spPr>
              <a:xfrm>
                <a:off x="1565" y="3907"/>
                <a:ext cx="259" cy="0"/>
              </a:xfrm>
              <a:prstGeom prst="straightConnector1">
                <a:avLst/>
              </a:prstGeom>
              <a:noFill/>
              <a:ln cap="flat" cmpd="sng" w="571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1364" name="Google Shape;1364;p53"/>
            <p:cNvGrpSpPr/>
            <p:nvPr/>
          </p:nvGrpSpPr>
          <p:grpSpPr>
            <a:xfrm>
              <a:off x="6553200" y="2034819"/>
              <a:ext cx="2081213" cy="2513013"/>
              <a:chOff x="4128" y="2131"/>
              <a:chExt cx="1311" cy="1583"/>
            </a:xfrm>
          </p:grpSpPr>
          <p:sp>
            <p:nvSpPr>
              <p:cNvPr id="1365" name="Google Shape;1365;p53"/>
              <p:cNvSpPr txBox="1"/>
              <p:nvPr/>
            </p:nvSpPr>
            <p:spPr>
              <a:xfrm>
                <a:off x="4128" y="3462"/>
                <a:ext cx="1311" cy="25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000"/>
                  <a:buFont typeface="Arial"/>
                  <a:buNone/>
                </a:pPr>
                <a:r>
                  <a:rPr b="1" lang="en-US" sz="20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FBD, crate</a:t>
                </a:r>
                <a:endParaRPr/>
              </a:p>
            </p:txBody>
          </p:sp>
          <p:sp>
            <p:nvSpPr>
              <p:cNvPr id="1366" name="Google Shape;1366;p53"/>
              <p:cNvSpPr/>
              <p:nvPr/>
            </p:nvSpPr>
            <p:spPr>
              <a:xfrm>
                <a:off x="4618" y="2880"/>
                <a:ext cx="86" cy="86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7" name="Google Shape;1367;p53"/>
              <p:cNvSpPr/>
              <p:nvPr/>
            </p:nvSpPr>
            <p:spPr>
              <a:xfrm>
                <a:off x="4128" y="2131"/>
                <a:ext cx="1306" cy="1555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68" name="Google Shape;1368;p53"/>
            <p:cNvGrpSpPr/>
            <p:nvPr/>
          </p:nvGrpSpPr>
          <p:grpSpPr>
            <a:xfrm>
              <a:off x="6675440" y="2055455"/>
              <a:ext cx="1922463" cy="1960563"/>
              <a:chOff x="4214" y="2144"/>
              <a:chExt cx="1211" cy="1235"/>
            </a:xfrm>
          </p:grpSpPr>
          <p:grpSp>
            <p:nvGrpSpPr>
              <p:cNvPr id="1369" name="Google Shape;1369;p53"/>
              <p:cNvGrpSpPr/>
              <p:nvPr/>
            </p:nvGrpSpPr>
            <p:grpSpPr>
              <a:xfrm>
                <a:off x="4214" y="2144"/>
                <a:ext cx="1211" cy="1235"/>
                <a:chOff x="4214" y="2144"/>
                <a:chExt cx="1211" cy="1235"/>
              </a:xfrm>
            </p:grpSpPr>
            <p:cxnSp>
              <p:nvCxnSpPr>
                <p:cNvPr id="1370" name="Google Shape;1370;p53"/>
                <p:cNvCxnSpPr/>
                <p:nvPr/>
              </p:nvCxnSpPr>
              <p:spPr>
                <a:xfrm>
                  <a:off x="4214" y="2918"/>
                  <a:ext cx="100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cxnSp>
              <p:nvCxnSpPr>
                <p:cNvPr id="1371" name="Google Shape;1371;p53"/>
                <p:cNvCxnSpPr/>
                <p:nvPr/>
              </p:nvCxnSpPr>
              <p:spPr>
                <a:xfrm rot="10800000">
                  <a:off x="4666" y="2170"/>
                  <a:ext cx="0" cy="120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sp>
              <p:nvSpPr>
                <p:cNvPr id="1372" name="Google Shape;1372;p53"/>
                <p:cNvSpPr txBox="1"/>
                <p:nvPr/>
              </p:nvSpPr>
              <p:spPr>
                <a:xfrm>
                  <a:off x="5212" y="2797"/>
                  <a:ext cx="213" cy="29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rPr i="1" lang="en-US"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x</a:t>
                  </a:r>
                  <a:endParaRPr/>
                </a:p>
              </p:txBody>
            </p:sp>
            <p:sp>
              <p:nvSpPr>
                <p:cNvPr id="1373" name="Google Shape;1373;p53"/>
                <p:cNvSpPr txBox="1"/>
                <p:nvPr/>
              </p:nvSpPr>
              <p:spPr>
                <a:xfrm>
                  <a:off x="4473" y="2144"/>
                  <a:ext cx="213" cy="29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rPr i="1" lang="en-US"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y</a:t>
                  </a:r>
                  <a:endParaRPr/>
                </a:p>
              </p:txBody>
            </p:sp>
          </p:grpSp>
          <p:sp>
            <p:nvSpPr>
              <p:cNvPr id="1374" name="Google Shape;1374;p53"/>
              <p:cNvSpPr txBox="1"/>
              <p:nvPr/>
            </p:nvSpPr>
            <p:spPr>
              <a:xfrm>
                <a:off x="4915" y="2693"/>
                <a:ext cx="410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30°</a:t>
                </a:r>
                <a:endParaRPr/>
              </a:p>
            </p:txBody>
          </p:sp>
        </p:grpSp>
      </p:grpSp>
      <p:sp>
        <p:nvSpPr>
          <p:cNvPr id="1375" name="Google Shape;1375;p53"/>
          <p:cNvSpPr/>
          <p:nvPr/>
        </p:nvSpPr>
        <p:spPr>
          <a:xfrm>
            <a:off x="671513" y="6458253"/>
            <a:ext cx="7758112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∙Thus the crate will not even begin to move!</a:t>
            </a:r>
            <a:endParaRPr/>
          </a:p>
        </p:txBody>
      </p:sp>
      <p:sp>
        <p:nvSpPr>
          <p:cNvPr id="1376" name="Google Shape;1376;p53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p54"/>
          <p:cNvSpPr/>
          <p:nvPr/>
        </p:nvSpPr>
        <p:spPr>
          <a:xfrm>
            <a:off x="671513" y="2028825"/>
            <a:ext cx="7786687" cy="482917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If someone gives the crate a                             small push (of how much?) it will “break”                               loose. What will its acceleration be then?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2" name="Google Shape;1382;p54"/>
          <p:cNvSpPr/>
          <p:nvPr/>
        </p:nvSpPr>
        <p:spPr>
          <a:xfrm>
            <a:off x="685800" y="1549400"/>
            <a:ext cx="7772400" cy="479425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Solving problems involving forces and resultant force</a:t>
            </a:r>
            <a:endParaRPr/>
          </a:p>
        </p:txBody>
      </p:sp>
      <p:sp>
        <p:nvSpPr>
          <p:cNvPr id="1383" name="Google Shape;1383;p54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lang="en-US" sz="2800"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latin typeface="Arial"/>
                <a:ea typeface="Arial"/>
                <a:cs typeface="Arial"/>
                <a:sym typeface="Arial"/>
              </a:rPr>
              <a:t>A.2 – Forces…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384" name="Google Shape;1384;p54"/>
          <p:cNvSpPr/>
          <p:nvPr/>
        </p:nvSpPr>
        <p:spPr>
          <a:xfrm>
            <a:off x="1635125" y="3851275"/>
            <a:ext cx="1624013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400"/>
              <a:buFont typeface="Arial"/>
              <a:buNone/>
            </a:pPr>
            <a:r>
              <a:rPr i="1"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30°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5" name="Google Shape;1385;p54"/>
          <p:cNvSpPr/>
          <p:nvPr/>
        </p:nvSpPr>
        <p:spPr>
          <a:xfrm>
            <a:off x="2981325" y="3849688"/>
            <a:ext cx="2146300" cy="341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60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30°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6" name="Google Shape;1386;p54"/>
          <p:cNvSpPr/>
          <p:nvPr/>
        </p:nvSpPr>
        <p:spPr>
          <a:xfrm>
            <a:off x="4773613" y="3843338"/>
            <a:ext cx="1658937" cy="341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51.96 N.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7" name="Google Shape;1387;p54"/>
          <p:cNvSpPr/>
          <p:nvPr/>
        </p:nvSpPr>
        <p:spPr>
          <a:xfrm>
            <a:off x="673100" y="4138613"/>
            <a:ext cx="5438775" cy="357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dynamic friction force is</a:t>
            </a:r>
            <a:endParaRPr/>
          </a:p>
        </p:txBody>
      </p:sp>
      <p:sp>
        <p:nvSpPr>
          <p:cNvPr id="1388" name="Google Shape;1388;p54"/>
          <p:cNvSpPr/>
          <p:nvPr/>
        </p:nvSpPr>
        <p:spPr>
          <a:xfrm>
            <a:off x="2382838" y="4467225"/>
            <a:ext cx="1520825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μ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 </a:t>
            </a:r>
            <a:r>
              <a:rPr i="1"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aseline="-25000" i="1" sz="2400">
              <a:solidFill>
                <a:srgbClr val="00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9" name="Google Shape;1389;p54"/>
          <p:cNvSpPr/>
          <p:nvPr/>
        </p:nvSpPr>
        <p:spPr>
          <a:xfrm>
            <a:off x="3830638" y="4467225"/>
            <a:ext cx="2078037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0.60</a:t>
            </a:r>
            <a:r>
              <a:rPr i="1"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0" name="Google Shape;1390;p54"/>
          <p:cNvSpPr/>
          <p:nvPr/>
        </p:nvSpPr>
        <p:spPr>
          <a:xfrm>
            <a:off x="674688" y="4783138"/>
            <a:ext cx="5438775" cy="357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reaction force is still </a:t>
            </a:r>
            <a:r>
              <a:rPr i="1"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70. N.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1" name="Google Shape;1391;p54"/>
          <p:cNvSpPr/>
          <p:nvPr/>
        </p:nvSpPr>
        <p:spPr>
          <a:xfrm>
            <a:off x="658813" y="3516313"/>
            <a:ext cx="5438775" cy="357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horizontal applied force is still</a:t>
            </a:r>
            <a:endParaRPr/>
          </a:p>
        </p:txBody>
      </p:sp>
      <p:sp>
        <p:nvSpPr>
          <p:cNvPr id="1392" name="Google Shape;1392;p54"/>
          <p:cNvSpPr/>
          <p:nvPr/>
        </p:nvSpPr>
        <p:spPr>
          <a:xfrm>
            <a:off x="673100" y="5137150"/>
            <a:ext cx="4732338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Thus </a:t>
            </a: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0.60(70) = 42 N.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3" name="Google Shape;1393;p54"/>
          <p:cNvSpPr/>
          <p:nvPr/>
        </p:nvSpPr>
        <p:spPr>
          <a:xfrm>
            <a:off x="666750" y="5481638"/>
            <a:ext cx="4738688" cy="357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crate will accelerate.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4" name="Google Shape;1394;p54"/>
          <p:cNvSpPr/>
          <p:nvPr/>
        </p:nvSpPr>
        <p:spPr>
          <a:xfrm>
            <a:off x="1347788" y="5811838"/>
            <a:ext cx="3702050" cy="357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400"/>
              <a:buFont typeface="Arial"/>
              <a:buNone/>
            </a:pPr>
            <a:r>
              <a:rPr i="1"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i="1"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30°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 </a:t>
            </a: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5" name="Google Shape;1395;p54"/>
          <p:cNvSpPr/>
          <p:nvPr/>
        </p:nvSpPr>
        <p:spPr>
          <a:xfrm>
            <a:off x="1555750" y="6147467"/>
            <a:ext cx="3849688" cy="357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51.96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 42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(100 / 10)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6" name="Google Shape;1396;p54"/>
          <p:cNvSpPr/>
          <p:nvPr/>
        </p:nvSpPr>
        <p:spPr>
          <a:xfrm>
            <a:off x="3108325" y="6505115"/>
            <a:ext cx="2270125" cy="357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0.996 m/s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97" name="Google Shape;1397;p54"/>
          <p:cNvGrpSpPr/>
          <p:nvPr/>
        </p:nvGrpSpPr>
        <p:grpSpPr>
          <a:xfrm>
            <a:off x="6553200" y="2035175"/>
            <a:ext cx="2122488" cy="2513013"/>
            <a:chOff x="6553200" y="2034819"/>
            <a:chExt cx="2122488" cy="2513013"/>
          </a:xfrm>
        </p:grpSpPr>
        <p:grpSp>
          <p:nvGrpSpPr>
            <p:cNvPr id="1398" name="Google Shape;1398;p54"/>
            <p:cNvGrpSpPr/>
            <p:nvPr/>
          </p:nvGrpSpPr>
          <p:grpSpPr>
            <a:xfrm>
              <a:off x="7421563" y="2404705"/>
              <a:ext cx="1142999" cy="865188"/>
              <a:chOff x="1325" y="3180"/>
              <a:chExt cx="720" cy="545"/>
            </a:xfrm>
          </p:grpSpPr>
          <p:cxnSp>
            <p:nvCxnSpPr>
              <p:cNvPr id="1399" name="Google Shape;1399;p54"/>
              <p:cNvCxnSpPr/>
              <p:nvPr/>
            </p:nvCxnSpPr>
            <p:spPr>
              <a:xfrm flipH="1" rot="10800000">
                <a:off x="1325" y="3398"/>
                <a:ext cx="566" cy="327"/>
              </a:xfrm>
              <a:prstGeom prst="straightConnector1">
                <a:avLst/>
              </a:prstGeom>
              <a:noFill/>
              <a:ln cap="flat" cmpd="sng" w="57150">
                <a:solidFill>
                  <a:srgbClr val="008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400" name="Google Shape;1400;p54"/>
              <p:cNvSpPr txBox="1"/>
              <p:nvPr/>
            </p:nvSpPr>
            <p:spPr>
              <a:xfrm>
                <a:off x="1728" y="3180"/>
                <a:ext cx="317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8000"/>
                  </a:buClr>
                  <a:buSzPts val="2400"/>
                  <a:buFont typeface="Arial"/>
                  <a:buNone/>
                </a:pPr>
                <a:r>
                  <a:rPr b="1" lang="en-US" sz="2400">
                    <a:solidFill>
                      <a:srgbClr val="008000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r>
                  <a:rPr b="1" baseline="-25000" lang="en-US" sz="2400">
                    <a:solidFill>
                      <a:srgbClr val="008000"/>
                    </a:solidFill>
                    <a:latin typeface="Arial"/>
                    <a:ea typeface="Arial"/>
                    <a:cs typeface="Arial"/>
                    <a:sym typeface="Arial"/>
                  </a:rPr>
                  <a:t>A</a:t>
                </a:r>
                <a:endParaRPr/>
              </a:p>
            </p:txBody>
          </p:sp>
        </p:grpSp>
        <p:grpSp>
          <p:nvGrpSpPr>
            <p:cNvPr id="1401" name="Google Shape;1401;p54"/>
            <p:cNvGrpSpPr/>
            <p:nvPr/>
          </p:nvGrpSpPr>
          <p:grpSpPr>
            <a:xfrm>
              <a:off x="7391401" y="3346093"/>
              <a:ext cx="496888" cy="774700"/>
              <a:chOff x="1037" y="3926"/>
              <a:chExt cx="313" cy="488"/>
            </a:xfrm>
          </p:grpSpPr>
          <p:cxnSp>
            <p:nvCxnSpPr>
              <p:cNvPr id="1402" name="Google Shape;1402;p54"/>
              <p:cNvCxnSpPr/>
              <p:nvPr/>
            </p:nvCxnSpPr>
            <p:spPr>
              <a:xfrm>
                <a:off x="1047" y="3926"/>
                <a:ext cx="0" cy="394"/>
              </a:xfrm>
              <a:prstGeom prst="straightConnector1">
                <a:avLst/>
              </a:prstGeom>
              <a:noFill/>
              <a:ln cap="flat" cmpd="sng" w="571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403" name="Google Shape;1403;p54"/>
              <p:cNvSpPr txBox="1"/>
              <p:nvPr/>
            </p:nvSpPr>
            <p:spPr>
              <a:xfrm>
                <a:off x="1037" y="4123"/>
                <a:ext cx="313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b="1"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r>
                  <a:rPr b="1" baseline="-25000"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g</a:t>
                </a:r>
                <a:endParaRPr baseline="-25000" i="1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04" name="Google Shape;1404;p54"/>
            <p:cNvGrpSpPr/>
            <p:nvPr/>
          </p:nvGrpSpPr>
          <p:grpSpPr>
            <a:xfrm>
              <a:off x="7392990" y="2269768"/>
              <a:ext cx="519113" cy="1001712"/>
              <a:chOff x="999" y="3478"/>
              <a:chExt cx="327" cy="631"/>
            </a:xfrm>
          </p:grpSpPr>
          <p:cxnSp>
            <p:nvCxnSpPr>
              <p:cNvPr id="1405" name="Google Shape;1405;p54"/>
              <p:cNvCxnSpPr/>
              <p:nvPr/>
            </p:nvCxnSpPr>
            <p:spPr>
              <a:xfrm rot="10800000">
                <a:off x="1008" y="3610"/>
                <a:ext cx="0" cy="499"/>
              </a:xfrm>
              <a:prstGeom prst="straightConnector1">
                <a:avLst/>
              </a:prstGeom>
              <a:noFill/>
              <a:ln cap="flat" cmpd="sng" w="57150">
                <a:solidFill>
                  <a:schemeClr val="hlink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406" name="Google Shape;1406;p54"/>
              <p:cNvSpPr txBox="1"/>
              <p:nvPr/>
            </p:nvSpPr>
            <p:spPr>
              <a:xfrm>
                <a:off x="999" y="3478"/>
                <a:ext cx="327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hlink"/>
                  </a:buClr>
                  <a:buSzPts val="2400"/>
                  <a:buFont typeface="Arial"/>
                  <a:buNone/>
                </a:pPr>
                <a:r>
                  <a:rPr b="1" lang="en-US" sz="2400">
                    <a:solidFill>
                      <a:schemeClr val="hlink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r>
                  <a:rPr b="1" baseline="-25000" lang="en-US" sz="2400">
                    <a:solidFill>
                      <a:schemeClr val="hlink"/>
                    </a:solidFill>
                    <a:latin typeface="Arial"/>
                    <a:ea typeface="Arial"/>
                    <a:cs typeface="Arial"/>
                    <a:sym typeface="Arial"/>
                  </a:rPr>
                  <a:t>N</a:t>
                </a:r>
                <a:endParaRPr/>
              </a:p>
            </p:txBody>
          </p:sp>
        </p:grpSp>
        <p:grpSp>
          <p:nvGrpSpPr>
            <p:cNvPr id="1407" name="Google Shape;1407;p54"/>
            <p:cNvGrpSpPr/>
            <p:nvPr/>
          </p:nvGrpSpPr>
          <p:grpSpPr>
            <a:xfrm>
              <a:off x="6553200" y="2806356"/>
              <a:ext cx="823913" cy="479426"/>
              <a:chOff x="489" y="3816"/>
              <a:chExt cx="519" cy="302"/>
            </a:xfrm>
          </p:grpSpPr>
          <p:cxnSp>
            <p:nvCxnSpPr>
              <p:cNvPr id="1408" name="Google Shape;1408;p54"/>
              <p:cNvCxnSpPr/>
              <p:nvPr/>
            </p:nvCxnSpPr>
            <p:spPr>
              <a:xfrm rot="10800000">
                <a:off x="643" y="4118"/>
                <a:ext cx="365" cy="0"/>
              </a:xfrm>
              <a:prstGeom prst="straightConnector1">
                <a:avLst/>
              </a:prstGeom>
              <a:noFill/>
              <a:ln cap="flat" cmpd="sng" w="76200">
                <a:solidFill>
                  <a:srgbClr val="FF33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409" name="Google Shape;1409;p54"/>
              <p:cNvSpPr txBox="1"/>
              <p:nvPr/>
            </p:nvSpPr>
            <p:spPr>
              <a:xfrm>
                <a:off x="489" y="3816"/>
                <a:ext cx="278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FF3300"/>
                  </a:buClr>
                  <a:buSzPts val="2400"/>
                  <a:buFont typeface="Arial"/>
                  <a:buNone/>
                </a:pPr>
                <a:r>
                  <a:rPr b="1" lang="en-US" sz="2400">
                    <a:solidFill>
                      <a:srgbClr val="FF3300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r>
                  <a:rPr b="1" baseline="-25000" lang="en-US" sz="2400">
                    <a:solidFill>
                      <a:srgbClr val="FF3300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endParaRPr b="1" sz="2400">
                  <a:solidFill>
                    <a:srgbClr val="FF33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10" name="Google Shape;1410;p54"/>
            <p:cNvGrpSpPr/>
            <p:nvPr/>
          </p:nvGrpSpPr>
          <p:grpSpPr>
            <a:xfrm>
              <a:off x="7910513" y="3469925"/>
              <a:ext cx="765175" cy="461963"/>
              <a:chOff x="1565" y="3784"/>
              <a:chExt cx="482" cy="291"/>
            </a:xfrm>
          </p:grpSpPr>
          <p:sp>
            <p:nvSpPr>
              <p:cNvPr id="1411" name="Google Shape;1411;p54"/>
              <p:cNvSpPr txBox="1"/>
              <p:nvPr/>
            </p:nvSpPr>
            <p:spPr>
              <a:xfrm>
                <a:off x="1823" y="3784"/>
                <a:ext cx="224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2400"/>
                  <a:buFont typeface="Arial"/>
                  <a:buNone/>
                </a:pPr>
                <a:r>
                  <a:rPr b="1" lang="en-US" sz="2400">
                    <a:solidFill>
                      <a:schemeClr val="lt2"/>
                    </a:solidFill>
                    <a:latin typeface="Arial"/>
                    <a:ea typeface="Arial"/>
                    <a:cs typeface="Arial"/>
                    <a:sym typeface="Arial"/>
                  </a:rPr>
                  <a:t>a</a:t>
                </a:r>
                <a:endParaRPr/>
              </a:p>
            </p:txBody>
          </p:sp>
          <p:cxnSp>
            <p:nvCxnSpPr>
              <p:cNvPr id="1412" name="Google Shape;1412;p54"/>
              <p:cNvCxnSpPr/>
              <p:nvPr/>
            </p:nvCxnSpPr>
            <p:spPr>
              <a:xfrm>
                <a:off x="1565" y="3907"/>
                <a:ext cx="259" cy="0"/>
              </a:xfrm>
              <a:prstGeom prst="straightConnector1">
                <a:avLst/>
              </a:prstGeom>
              <a:noFill/>
              <a:ln cap="flat" cmpd="sng" w="571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1413" name="Google Shape;1413;p54"/>
            <p:cNvGrpSpPr/>
            <p:nvPr/>
          </p:nvGrpSpPr>
          <p:grpSpPr>
            <a:xfrm>
              <a:off x="6553200" y="2034819"/>
              <a:ext cx="2081213" cy="2513013"/>
              <a:chOff x="4128" y="2131"/>
              <a:chExt cx="1311" cy="1583"/>
            </a:xfrm>
          </p:grpSpPr>
          <p:sp>
            <p:nvSpPr>
              <p:cNvPr id="1414" name="Google Shape;1414;p54"/>
              <p:cNvSpPr txBox="1"/>
              <p:nvPr/>
            </p:nvSpPr>
            <p:spPr>
              <a:xfrm>
                <a:off x="4128" y="3462"/>
                <a:ext cx="1311" cy="25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000"/>
                  <a:buFont typeface="Arial"/>
                  <a:buNone/>
                </a:pPr>
                <a:r>
                  <a:rPr b="1" lang="en-US" sz="20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FBD, crate</a:t>
                </a:r>
                <a:endParaRPr/>
              </a:p>
            </p:txBody>
          </p:sp>
          <p:sp>
            <p:nvSpPr>
              <p:cNvPr id="1415" name="Google Shape;1415;p54"/>
              <p:cNvSpPr/>
              <p:nvPr/>
            </p:nvSpPr>
            <p:spPr>
              <a:xfrm>
                <a:off x="4618" y="2880"/>
                <a:ext cx="86" cy="86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6" name="Google Shape;1416;p54"/>
              <p:cNvSpPr/>
              <p:nvPr/>
            </p:nvSpPr>
            <p:spPr>
              <a:xfrm>
                <a:off x="4128" y="2131"/>
                <a:ext cx="1306" cy="1555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17" name="Google Shape;1417;p54"/>
            <p:cNvGrpSpPr/>
            <p:nvPr/>
          </p:nvGrpSpPr>
          <p:grpSpPr>
            <a:xfrm>
              <a:off x="6675440" y="2055455"/>
              <a:ext cx="1922463" cy="1960563"/>
              <a:chOff x="4214" y="2144"/>
              <a:chExt cx="1211" cy="1235"/>
            </a:xfrm>
          </p:grpSpPr>
          <p:grpSp>
            <p:nvGrpSpPr>
              <p:cNvPr id="1418" name="Google Shape;1418;p54"/>
              <p:cNvGrpSpPr/>
              <p:nvPr/>
            </p:nvGrpSpPr>
            <p:grpSpPr>
              <a:xfrm>
                <a:off x="4214" y="2144"/>
                <a:ext cx="1211" cy="1235"/>
                <a:chOff x="4214" y="2144"/>
                <a:chExt cx="1211" cy="1235"/>
              </a:xfrm>
            </p:grpSpPr>
            <p:cxnSp>
              <p:nvCxnSpPr>
                <p:cNvPr id="1419" name="Google Shape;1419;p54"/>
                <p:cNvCxnSpPr/>
                <p:nvPr/>
              </p:nvCxnSpPr>
              <p:spPr>
                <a:xfrm>
                  <a:off x="4214" y="2918"/>
                  <a:ext cx="100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cxnSp>
              <p:nvCxnSpPr>
                <p:cNvPr id="1420" name="Google Shape;1420;p54"/>
                <p:cNvCxnSpPr/>
                <p:nvPr/>
              </p:nvCxnSpPr>
              <p:spPr>
                <a:xfrm rot="10800000">
                  <a:off x="4666" y="2170"/>
                  <a:ext cx="0" cy="120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sp>
              <p:nvSpPr>
                <p:cNvPr id="1421" name="Google Shape;1421;p54"/>
                <p:cNvSpPr txBox="1"/>
                <p:nvPr/>
              </p:nvSpPr>
              <p:spPr>
                <a:xfrm>
                  <a:off x="5212" y="2797"/>
                  <a:ext cx="213" cy="29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rPr i="1" lang="en-US"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x</a:t>
                  </a:r>
                  <a:endParaRPr/>
                </a:p>
              </p:txBody>
            </p:sp>
            <p:sp>
              <p:nvSpPr>
                <p:cNvPr id="1422" name="Google Shape;1422;p54"/>
                <p:cNvSpPr txBox="1"/>
                <p:nvPr/>
              </p:nvSpPr>
              <p:spPr>
                <a:xfrm>
                  <a:off x="4473" y="2144"/>
                  <a:ext cx="213" cy="29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rPr i="1" lang="en-US"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y</a:t>
                  </a:r>
                  <a:endParaRPr/>
                </a:p>
              </p:txBody>
            </p:sp>
          </p:grpSp>
          <p:sp>
            <p:nvSpPr>
              <p:cNvPr id="1423" name="Google Shape;1423;p54"/>
              <p:cNvSpPr txBox="1"/>
              <p:nvPr/>
            </p:nvSpPr>
            <p:spPr>
              <a:xfrm>
                <a:off x="4915" y="2693"/>
                <a:ext cx="410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30°</a:t>
                </a:r>
                <a:endParaRPr/>
              </a:p>
            </p:txBody>
          </p:sp>
        </p:grpSp>
      </p:grpSp>
      <p:sp>
        <p:nvSpPr>
          <p:cNvPr id="1424" name="Google Shape;1424;p54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55"/>
          <p:cNvSpPr/>
          <p:nvPr/>
        </p:nvSpPr>
        <p:spPr>
          <a:xfrm>
            <a:off x="685800" y="1549400"/>
            <a:ext cx="7772400" cy="447675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Newton’s laws of motion –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The third law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∙In words </a:t>
            </a: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“For every action force there is an equal and opposite reaction force.”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∙In symbols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∙In the big picture, if every force in the universe has a reaction force that is equal and opposite,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sum of all the forces in the whole universe is zero!</a:t>
            </a:r>
            <a:endParaRPr/>
          </a:p>
        </p:txBody>
      </p:sp>
      <p:sp>
        <p:nvSpPr>
          <p:cNvPr id="1431" name="Google Shape;1431;p55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lang="en-US" sz="2800"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latin typeface="Arial"/>
                <a:ea typeface="Arial"/>
                <a:cs typeface="Arial"/>
                <a:sym typeface="Arial"/>
              </a:rPr>
              <a:t>A.2 – Forces…</a:t>
            </a:r>
            <a:endParaRPr sz="2800">
              <a:solidFill>
                <a:schemeClr val="dk1"/>
              </a:solidFill>
            </a:endParaRPr>
          </a:p>
        </p:txBody>
      </p:sp>
      <p:grpSp>
        <p:nvGrpSpPr>
          <p:cNvPr id="1432" name="Google Shape;1432;p55"/>
          <p:cNvGrpSpPr/>
          <p:nvPr/>
        </p:nvGrpSpPr>
        <p:grpSpPr>
          <a:xfrm>
            <a:off x="788988" y="3243263"/>
            <a:ext cx="7467600" cy="1165225"/>
            <a:chOff x="788988" y="3243506"/>
            <a:chExt cx="7468211" cy="1164371"/>
          </a:xfrm>
        </p:grpSpPr>
        <p:sp>
          <p:nvSpPr>
            <p:cNvPr id="1433" name="Google Shape;1433;p55"/>
            <p:cNvSpPr/>
            <p:nvPr/>
          </p:nvSpPr>
          <p:spPr>
            <a:xfrm>
              <a:off x="933462" y="3313305"/>
              <a:ext cx="1684476" cy="3347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AB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</a:t>
              </a:r>
              <a:r>
                <a:rPr baseline="30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BA</a:t>
              </a:r>
              <a:endParaRPr b="1" baseline="-25000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p55"/>
            <p:cNvSpPr/>
            <p:nvPr/>
          </p:nvSpPr>
          <p:spPr>
            <a:xfrm>
              <a:off x="2133710" y="3687680"/>
              <a:ext cx="6120314" cy="3347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AB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is the force </a:t>
              </a: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on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body A </a:t>
              </a: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by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body B.</a:t>
              </a:r>
              <a:endParaRPr/>
            </a:p>
          </p:txBody>
        </p:sp>
        <p:sp>
          <p:nvSpPr>
            <p:cNvPr id="1435" name="Google Shape;1435;p55"/>
            <p:cNvSpPr/>
            <p:nvPr/>
          </p:nvSpPr>
          <p:spPr>
            <a:xfrm>
              <a:off x="2362329" y="3993843"/>
              <a:ext cx="5894870" cy="3347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BA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is the force </a:t>
              </a: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on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body B </a:t>
              </a: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by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body A.</a:t>
              </a:r>
              <a:endParaRPr/>
            </a:p>
          </p:txBody>
        </p:sp>
        <p:sp>
          <p:nvSpPr>
            <p:cNvPr id="1436" name="Google Shape;1436;p55"/>
            <p:cNvSpPr txBox="1"/>
            <p:nvPr/>
          </p:nvSpPr>
          <p:spPr>
            <a:xfrm>
              <a:off x="5297857" y="3243506"/>
              <a:ext cx="2956167" cy="46162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Newton’s third law</a:t>
              </a:r>
              <a:endParaRPr/>
            </a:p>
          </p:txBody>
        </p:sp>
        <p:sp>
          <p:nvSpPr>
            <p:cNvPr id="1437" name="Google Shape;1437;p55"/>
            <p:cNvSpPr/>
            <p:nvPr/>
          </p:nvSpPr>
          <p:spPr>
            <a:xfrm>
              <a:off x="788988" y="3246679"/>
              <a:ext cx="7463448" cy="116119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38" name="Google Shape;1438;p55"/>
          <p:cNvSpPr/>
          <p:nvPr/>
        </p:nvSpPr>
        <p:spPr>
          <a:xfrm>
            <a:off x="685800" y="5634038"/>
            <a:ext cx="7783513" cy="1223962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FYI 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∙So why are there accelerations all around us?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∙Because each force of the action-reaction pair acts on a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mass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9" name="Google Shape;1439;p55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3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3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p56"/>
          <p:cNvSpPr/>
          <p:nvPr/>
        </p:nvSpPr>
        <p:spPr>
          <a:xfrm>
            <a:off x="685800" y="5078207"/>
            <a:ext cx="7739063" cy="1319212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body acts in response only to the force                  acting on </a:t>
            </a:r>
            <a:r>
              <a:rPr lang="en-US" sz="2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door CAN’T resist </a:t>
            </a:r>
            <a:r>
              <a:rPr b="1" lang="en-US" sz="2400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aseline="-25000" lang="en-US" sz="2400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but you CAN resist </a:t>
            </a:r>
            <a:r>
              <a:rPr b="1"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aseline="-25000"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6" name="Google Shape;1446;p56"/>
          <p:cNvSpPr/>
          <p:nvPr/>
        </p:nvSpPr>
        <p:spPr>
          <a:xfrm>
            <a:off x="6118225" y="1965120"/>
            <a:ext cx="2325688" cy="314325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7" name="Google Shape;1447;p56"/>
          <p:cNvSpPr/>
          <p:nvPr/>
        </p:nvSpPr>
        <p:spPr>
          <a:xfrm>
            <a:off x="685800" y="1549400"/>
            <a:ext cx="7772400" cy="434769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Identifying force pairs in context of Newton’s third law</a:t>
            </a:r>
            <a:endParaRPr i="1"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48" name="Google Shape;1448;p56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lang="en-US" sz="2800"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latin typeface="Arial"/>
                <a:ea typeface="Arial"/>
                <a:cs typeface="Arial"/>
                <a:sym typeface="Arial"/>
              </a:rPr>
              <a:t>A.2 – Forces…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449" name="Google Shape;1449;p56"/>
          <p:cNvSpPr/>
          <p:nvPr/>
        </p:nvSpPr>
        <p:spPr>
          <a:xfrm>
            <a:off x="698500" y="1984169"/>
            <a:ext cx="5429250" cy="31242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When you push on a door with 10 N, the door pushes you back with exactly the same 10 N, but in the opposite direction. Why does the door move, and not you?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∙Even though the forces are equal and opposite, they are acting on different bodies.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</p:txBody>
      </p:sp>
      <p:grpSp>
        <p:nvGrpSpPr>
          <p:cNvPr id="1450" name="Google Shape;1450;p56"/>
          <p:cNvGrpSpPr/>
          <p:nvPr/>
        </p:nvGrpSpPr>
        <p:grpSpPr>
          <a:xfrm>
            <a:off x="7170738" y="2233613"/>
            <a:ext cx="1011237" cy="3163887"/>
            <a:chOff x="2026" y="2375"/>
            <a:chExt cx="368" cy="1026"/>
          </a:xfrm>
        </p:grpSpPr>
        <p:sp>
          <p:nvSpPr>
            <p:cNvPr id="1451" name="Google Shape;1451;p56"/>
            <p:cNvSpPr/>
            <p:nvPr/>
          </p:nvSpPr>
          <p:spPr>
            <a:xfrm>
              <a:off x="2042" y="2375"/>
              <a:ext cx="336" cy="1020"/>
            </a:xfrm>
            <a:custGeom>
              <a:rect b="b" l="l" r="r" t="t"/>
              <a:pathLst>
                <a:path extrusionOk="0" h="1020" w="336">
                  <a:moveTo>
                    <a:pt x="0" y="1020"/>
                  </a:moveTo>
                  <a:lnTo>
                    <a:pt x="0" y="194"/>
                  </a:lnTo>
                  <a:lnTo>
                    <a:pt x="336" y="0"/>
                  </a:lnTo>
                  <a:lnTo>
                    <a:pt x="336" y="828"/>
                  </a:lnTo>
                  <a:lnTo>
                    <a:pt x="0" y="102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2" name="Google Shape;1452;p56"/>
            <p:cNvSpPr/>
            <p:nvPr/>
          </p:nvSpPr>
          <p:spPr>
            <a:xfrm>
              <a:off x="2058" y="2381"/>
              <a:ext cx="336" cy="1020"/>
            </a:xfrm>
            <a:custGeom>
              <a:rect b="b" l="l" r="r" t="t"/>
              <a:pathLst>
                <a:path extrusionOk="0" h="1020" w="336">
                  <a:moveTo>
                    <a:pt x="0" y="1020"/>
                  </a:moveTo>
                  <a:lnTo>
                    <a:pt x="0" y="194"/>
                  </a:lnTo>
                  <a:lnTo>
                    <a:pt x="336" y="0"/>
                  </a:lnTo>
                  <a:lnTo>
                    <a:pt x="336" y="828"/>
                  </a:lnTo>
                  <a:lnTo>
                    <a:pt x="0" y="102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3" name="Google Shape;1453;p56"/>
            <p:cNvSpPr/>
            <p:nvPr/>
          </p:nvSpPr>
          <p:spPr>
            <a:xfrm>
              <a:off x="2026" y="2658"/>
              <a:ext cx="56" cy="163"/>
            </a:xfrm>
            <a:prstGeom prst="rect">
              <a:avLst/>
            </a:prstGeom>
            <a:gradFill>
              <a:gsLst>
                <a:gs pos="0">
                  <a:srgbClr val="839D9F"/>
                </a:gs>
                <a:gs pos="50000">
                  <a:schemeClr val="accent1"/>
                </a:gs>
                <a:gs pos="100000">
                  <a:srgbClr val="839D9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p56"/>
            <p:cNvSpPr/>
            <p:nvPr/>
          </p:nvSpPr>
          <p:spPr>
            <a:xfrm>
              <a:off x="2026" y="3138"/>
              <a:ext cx="56" cy="163"/>
            </a:xfrm>
            <a:prstGeom prst="rect">
              <a:avLst/>
            </a:prstGeom>
            <a:gradFill>
              <a:gsLst>
                <a:gs pos="0">
                  <a:srgbClr val="839D9F"/>
                </a:gs>
                <a:gs pos="50000">
                  <a:schemeClr val="accent1"/>
                </a:gs>
                <a:gs pos="100000">
                  <a:srgbClr val="839D9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56"/>
            <p:cNvSpPr txBox="1"/>
            <p:nvPr/>
          </p:nvSpPr>
          <p:spPr>
            <a:xfrm>
              <a:off x="2092" y="3200"/>
              <a:ext cx="142" cy="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8000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</p:grpSp>
      <p:grpSp>
        <p:nvGrpSpPr>
          <p:cNvPr id="1456" name="Google Shape;1456;p56"/>
          <p:cNvGrpSpPr/>
          <p:nvPr/>
        </p:nvGrpSpPr>
        <p:grpSpPr>
          <a:xfrm>
            <a:off x="7894638" y="4291704"/>
            <a:ext cx="1230312" cy="711200"/>
            <a:chOff x="3576" y="3000"/>
            <a:chExt cx="775" cy="448"/>
          </a:xfrm>
        </p:grpSpPr>
        <p:pic>
          <p:nvPicPr>
            <p:cNvPr descr="j0251066[1]" id="1457" name="Google Shape;1457;p5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3576" y="3000"/>
              <a:ext cx="775" cy="3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8" name="Google Shape;1458;p56"/>
            <p:cNvSpPr txBox="1"/>
            <p:nvPr/>
          </p:nvSpPr>
          <p:spPr>
            <a:xfrm>
              <a:off x="3945" y="3157"/>
              <a:ext cx="246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C0066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rgbClr val="CC0066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</p:grpSp>
      <p:grpSp>
        <p:nvGrpSpPr>
          <p:cNvPr id="1459" name="Google Shape;1459;p56"/>
          <p:cNvGrpSpPr/>
          <p:nvPr/>
        </p:nvGrpSpPr>
        <p:grpSpPr>
          <a:xfrm>
            <a:off x="7916863" y="3712266"/>
            <a:ext cx="974725" cy="744538"/>
            <a:chOff x="3274" y="2506"/>
            <a:chExt cx="614" cy="365"/>
          </a:xfrm>
        </p:grpSpPr>
        <p:sp>
          <p:nvSpPr>
            <p:cNvPr id="1460" name="Google Shape;1460;p56"/>
            <p:cNvSpPr/>
            <p:nvPr/>
          </p:nvSpPr>
          <p:spPr>
            <a:xfrm flipH="1">
              <a:off x="3274" y="2506"/>
              <a:ext cx="614" cy="365"/>
            </a:xfrm>
            <a:custGeom>
              <a:rect b="b" l="l" r="r" t="t"/>
              <a:pathLst>
                <a:path extrusionOk="0" h="21600" w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extrusionOk="0" h="21600" w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extrusionOk="0" h="21600" w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1" name="Google Shape;1461;p56"/>
            <p:cNvSpPr txBox="1"/>
            <p:nvPr/>
          </p:nvSpPr>
          <p:spPr>
            <a:xfrm>
              <a:off x="3409" y="2566"/>
              <a:ext cx="406" cy="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C0066"/>
                </a:buClr>
                <a:buSzPts val="2400"/>
                <a:buFont typeface="Arial"/>
                <a:buNone/>
              </a:pPr>
              <a:r>
                <a:rPr b="1" lang="en-US" sz="2400">
                  <a:solidFill>
                    <a:srgbClr val="CC0066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aseline="-25000" lang="en-US" sz="2400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baseline="-25000" lang="en-US" sz="2400">
                  <a:solidFill>
                    <a:srgbClr val="CC0066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1" sz="2400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62" name="Google Shape;1462;p56"/>
          <p:cNvGrpSpPr/>
          <p:nvPr/>
        </p:nvGrpSpPr>
        <p:grpSpPr>
          <a:xfrm flipH="1">
            <a:off x="6316663" y="2219325"/>
            <a:ext cx="1011237" cy="3163888"/>
            <a:chOff x="2026" y="2375"/>
            <a:chExt cx="368" cy="1026"/>
          </a:xfrm>
        </p:grpSpPr>
        <p:sp>
          <p:nvSpPr>
            <p:cNvPr id="1463" name="Google Shape;1463;p56"/>
            <p:cNvSpPr/>
            <p:nvPr/>
          </p:nvSpPr>
          <p:spPr>
            <a:xfrm>
              <a:off x="2042" y="2375"/>
              <a:ext cx="336" cy="1020"/>
            </a:xfrm>
            <a:custGeom>
              <a:rect b="b" l="l" r="r" t="t"/>
              <a:pathLst>
                <a:path extrusionOk="0" h="1020" w="336">
                  <a:moveTo>
                    <a:pt x="0" y="1020"/>
                  </a:moveTo>
                  <a:lnTo>
                    <a:pt x="0" y="194"/>
                  </a:lnTo>
                  <a:lnTo>
                    <a:pt x="336" y="0"/>
                  </a:lnTo>
                  <a:lnTo>
                    <a:pt x="336" y="828"/>
                  </a:lnTo>
                  <a:lnTo>
                    <a:pt x="0" y="102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4" name="Google Shape;1464;p56"/>
            <p:cNvSpPr/>
            <p:nvPr/>
          </p:nvSpPr>
          <p:spPr>
            <a:xfrm>
              <a:off x="2058" y="2381"/>
              <a:ext cx="336" cy="1020"/>
            </a:xfrm>
            <a:custGeom>
              <a:rect b="b" l="l" r="r" t="t"/>
              <a:pathLst>
                <a:path extrusionOk="0" h="1020" w="336">
                  <a:moveTo>
                    <a:pt x="0" y="1020"/>
                  </a:moveTo>
                  <a:lnTo>
                    <a:pt x="0" y="194"/>
                  </a:lnTo>
                  <a:lnTo>
                    <a:pt x="336" y="0"/>
                  </a:lnTo>
                  <a:lnTo>
                    <a:pt x="336" y="828"/>
                  </a:lnTo>
                  <a:lnTo>
                    <a:pt x="0" y="102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5" name="Google Shape;1465;p56"/>
            <p:cNvSpPr/>
            <p:nvPr/>
          </p:nvSpPr>
          <p:spPr>
            <a:xfrm>
              <a:off x="2026" y="2658"/>
              <a:ext cx="56" cy="163"/>
            </a:xfrm>
            <a:prstGeom prst="rect">
              <a:avLst/>
            </a:prstGeom>
            <a:gradFill>
              <a:gsLst>
                <a:gs pos="0">
                  <a:srgbClr val="839D9F"/>
                </a:gs>
                <a:gs pos="50000">
                  <a:schemeClr val="accent1"/>
                </a:gs>
                <a:gs pos="100000">
                  <a:srgbClr val="839D9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6" name="Google Shape;1466;p56"/>
            <p:cNvSpPr/>
            <p:nvPr/>
          </p:nvSpPr>
          <p:spPr>
            <a:xfrm>
              <a:off x="2026" y="3138"/>
              <a:ext cx="56" cy="163"/>
            </a:xfrm>
            <a:prstGeom prst="rect">
              <a:avLst/>
            </a:prstGeom>
            <a:gradFill>
              <a:gsLst>
                <a:gs pos="0">
                  <a:srgbClr val="839D9F"/>
                </a:gs>
                <a:gs pos="50000">
                  <a:schemeClr val="accent1"/>
                </a:gs>
                <a:gs pos="100000">
                  <a:srgbClr val="839D9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7" name="Google Shape;1467;p56"/>
            <p:cNvSpPr txBox="1"/>
            <p:nvPr/>
          </p:nvSpPr>
          <p:spPr>
            <a:xfrm>
              <a:off x="2072" y="3205"/>
              <a:ext cx="142" cy="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8000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</p:grpSp>
      <p:grpSp>
        <p:nvGrpSpPr>
          <p:cNvPr id="1468" name="Google Shape;1468;p56"/>
          <p:cNvGrpSpPr/>
          <p:nvPr/>
        </p:nvGrpSpPr>
        <p:grpSpPr>
          <a:xfrm>
            <a:off x="6942138" y="3712266"/>
            <a:ext cx="974725" cy="725488"/>
            <a:chOff x="614" y="3082"/>
            <a:chExt cx="614" cy="346"/>
          </a:xfrm>
        </p:grpSpPr>
        <p:sp>
          <p:nvSpPr>
            <p:cNvPr id="1469" name="Google Shape;1469;p56"/>
            <p:cNvSpPr/>
            <p:nvPr/>
          </p:nvSpPr>
          <p:spPr>
            <a:xfrm>
              <a:off x="614" y="3082"/>
              <a:ext cx="614" cy="346"/>
            </a:xfrm>
            <a:custGeom>
              <a:rect b="b" l="l" r="r" t="t"/>
              <a:pathLst>
                <a:path extrusionOk="0" h="21600" w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extrusionOk="0" h="21600" w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extrusionOk="0" h="21600" w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99FF9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0" name="Google Shape;1470;p56"/>
            <p:cNvSpPr txBox="1"/>
            <p:nvPr/>
          </p:nvSpPr>
          <p:spPr>
            <a:xfrm>
              <a:off x="758" y="3138"/>
              <a:ext cx="406" cy="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8000"/>
                </a:buClr>
                <a:buSzPts val="2400"/>
                <a:buFont typeface="Arial"/>
                <a:buNone/>
              </a:pPr>
              <a:r>
                <a:rPr b="1" lang="en-US" sz="2400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aseline="-25000" lang="en-US" sz="2400">
                  <a:solidFill>
                    <a:srgbClr val="CC0066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r>
                <a:rPr baseline="-25000" lang="en-US" sz="2400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1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71" name="Google Shape;1471;p56"/>
          <p:cNvSpPr txBox="1"/>
          <p:nvPr/>
        </p:nvSpPr>
        <p:spPr>
          <a:xfrm rot="2089459">
            <a:off x="6378998" y="2809681"/>
            <a:ext cx="1189038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000"/>
              <a:buFont typeface="Arial"/>
              <a:buNone/>
            </a:pPr>
            <a:r>
              <a:rPr i="1" lang="en-US" sz="20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the   door’s reaction</a:t>
            </a:r>
            <a:endParaRPr/>
          </a:p>
        </p:txBody>
      </p:sp>
      <p:sp>
        <p:nvSpPr>
          <p:cNvPr id="1472" name="Google Shape;1472;p56"/>
          <p:cNvSpPr/>
          <p:nvPr/>
        </p:nvSpPr>
        <p:spPr>
          <a:xfrm>
            <a:off x="6613525" y="2181225"/>
            <a:ext cx="1230313" cy="1052513"/>
          </a:xfrm>
          <a:custGeom>
            <a:rect b="b" l="l" r="r" t="t"/>
            <a:pathLst>
              <a:path extrusionOk="0" fill="none" h="21600" w="25257">
                <a:moveTo>
                  <a:pt x="0" y="3614"/>
                </a:moveTo>
                <a:cubicBezTo>
                  <a:pt x="3544" y="1257"/>
                  <a:pt x="7705" y="-1"/>
                  <a:pt x="11962" y="0"/>
                </a:cubicBezTo>
                <a:cubicBezTo>
                  <a:pt x="16779" y="0"/>
                  <a:pt x="21459" y="1610"/>
                  <a:pt x="25256" y="4576"/>
                </a:cubicBezTo>
              </a:path>
              <a:path extrusionOk="0" h="21600" w="25257">
                <a:moveTo>
                  <a:pt x="0" y="3614"/>
                </a:moveTo>
                <a:cubicBezTo>
                  <a:pt x="3544" y="1257"/>
                  <a:pt x="7705" y="-1"/>
                  <a:pt x="11962" y="0"/>
                </a:cubicBezTo>
                <a:cubicBezTo>
                  <a:pt x="16779" y="0"/>
                  <a:pt x="21459" y="1610"/>
                  <a:pt x="25256" y="4576"/>
                </a:cubicBezTo>
                <a:lnTo>
                  <a:pt x="11962" y="21600"/>
                </a:lnTo>
                <a:lnTo>
                  <a:pt x="0" y="3614"/>
                </a:lnTo>
                <a:close/>
              </a:path>
            </a:pathLst>
          </a:custGeom>
          <a:noFill/>
          <a:ln cap="flat" cmpd="sng" w="76200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3" name="Google Shape;1473;p56"/>
          <p:cNvSpPr txBox="1"/>
          <p:nvPr/>
        </p:nvSpPr>
        <p:spPr>
          <a:xfrm rot="-1937379">
            <a:off x="7181850" y="2688008"/>
            <a:ext cx="1008063" cy="830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2400"/>
              <a:buFont typeface="Arial"/>
              <a:buNone/>
            </a:pPr>
            <a:r>
              <a:rPr i="1" lang="en-US" sz="2400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your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2400"/>
              <a:buFont typeface="Arial"/>
              <a:buNone/>
            </a:pPr>
            <a:r>
              <a:rPr i="1" lang="en-US" sz="2400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action</a:t>
            </a:r>
            <a:endParaRPr/>
          </a:p>
        </p:txBody>
      </p:sp>
      <p:sp>
        <p:nvSpPr>
          <p:cNvPr id="1474" name="Google Shape;1474;p56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4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4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4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9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p57"/>
          <p:cNvSpPr/>
          <p:nvPr/>
        </p:nvSpPr>
        <p:spPr>
          <a:xfrm>
            <a:off x="701675" y="5165725"/>
            <a:ext cx="7739063" cy="164465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∙Note that </a:t>
            </a:r>
            <a:r>
              <a:rPr b="1"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aseline="-25000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(the weight force) and </a:t>
            </a:r>
            <a:r>
              <a:rPr b="1"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aseline="-25000"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aseline="-25000"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(the normal force) are </a:t>
            </a:r>
            <a:r>
              <a:rPr lang="en-US" sz="2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acting on the ball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rgbClr val="CC0066"/>
              </a:buClr>
              <a:buSzPts val="2400"/>
              <a:buFont typeface="Noto Sans Symbols"/>
              <a:buChar char="∙"/>
            </a:pPr>
            <a:r>
              <a:rPr b="1" lang="en-US" sz="2400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aseline="-25000" lang="en-US" sz="2400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aseline="-25000"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(the normal force) </a:t>
            </a:r>
            <a:r>
              <a:rPr lang="en-US" sz="2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acts on the table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∙"/>
            </a:pPr>
            <a:r>
              <a:rPr b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aseline="-25000"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(the weight force) </a:t>
            </a:r>
            <a:r>
              <a:rPr lang="en-US" sz="2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acts on the earth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481" name="Google Shape;1481;p57"/>
          <p:cNvSpPr/>
          <p:nvPr/>
        </p:nvSpPr>
        <p:spPr>
          <a:xfrm>
            <a:off x="685800" y="1549400"/>
            <a:ext cx="7772400" cy="6731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Identifying force pairs in context of Newton’s third law</a:t>
            </a:r>
            <a:endParaRPr i="1"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82" name="Google Shape;1482;p57"/>
          <p:cNvSpPr/>
          <p:nvPr/>
        </p:nvSpPr>
        <p:spPr>
          <a:xfrm>
            <a:off x="6107113" y="2012950"/>
            <a:ext cx="2325687" cy="32004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83" name="Google Shape;1483;p57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lang="en-US" sz="2800"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latin typeface="Arial"/>
                <a:ea typeface="Arial"/>
                <a:cs typeface="Arial"/>
                <a:sym typeface="Arial"/>
              </a:rPr>
              <a:t>A.2 – Forces…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484" name="Google Shape;1484;p57"/>
          <p:cNvSpPr/>
          <p:nvPr/>
        </p:nvSpPr>
        <p:spPr>
          <a:xfrm>
            <a:off x="698500" y="2014538"/>
            <a:ext cx="5429250" cy="325437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 a baseball resting on a tabletop. Discuss each of the forces acting on the baseball, and the associated reaction force.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				</a:t>
            </a:r>
            <a:endParaRPr/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Acting on the ball is its weight </a:t>
            </a:r>
            <a:r>
              <a:rPr b="1"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aseline="-25000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prior to contact with the table.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arth view-white background" id="1485" name="Google Shape;148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0463" y="3201988"/>
            <a:ext cx="2078037" cy="2011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6" name="Google Shape;1486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91350" y="-15875"/>
            <a:ext cx="482600" cy="476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87" name="Google Shape;1487;p57"/>
          <p:cNvCxnSpPr/>
          <p:nvPr/>
        </p:nvCxnSpPr>
        <p:spPr>
          <a:xfrm>
            <a:off x="7243763" y="3587750"/>
            <a:ext cx="0" cy="625475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488" name="Google Shape;1488;p57"/>
          <p:cNvSpPr txBox="1"/>
          <p:nvPr/>
        </p:nvSpPr>
        <p:spPr>
          <a:xfrm>
            <a:off x="7332663" y="3990975"/>
            <a:ext cx="644525" cy="461963"/>
          </a:xfrm>
          <a:prstGeom prst="rect">
            <a:avLst/>
          </a:prstGeom>
          <a:solidFill>
            <a:schemeClr val="lt1">
              <a:alpha val="4549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aseline="-25000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aseline="-25000"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1" sz="24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89" name="Google Shape;1489;p57"/>
          <p:cNvGrpSpPr/>
          <p:nvPr/>
        </p:nvGrpSpPr>
        <p:grpSpPr>
          <a:xfrm>
            <a:off x="6369050" y="2720975"/>
            <a:ext cx="1782763" cy="762000"/>
            <a:chOff x="3269" y="3440"/>
            <a:chExt cx="1123" cy="480"/>
          </a:xfrm>
        </p:grpSpPr>
        <p:sp>
          <p:nvSpPr>
            <p:cNvPr id="1490" name="Google Shape;1490;p57"/>
            <p:cNvSpPr/>
            <p:nvPr/>
          </p:nvSpPr>
          <p:spPr>
            <a:xfrm>
              <a:off x="3269" y="3440"/>
              <a:ext cx="1123" cy="96"/>
            </a:xfrm>
            <a:prstGeom prst="rect">
              <a:avLst/>
            </a:prstGeom>
            <a:gradFill>
              <a:gsLst>
                <a:gs pos="0">
                  <a:srgbClr val="765738"/>
                </a:gs>
                <a:gs pos="50000">
                  <a:srgbClr val="FFBC79"/>
                </a:gs>
                <a:gs pos="100000">
                  <a:srgbClr val="765738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91" name="Google Shape;1491;p57"/>
            <p:cNvGrpSpPr/>
            <p:nvPr/>
          </p:nvGrpSpPr>
          <p:grpSpPr>
            <a:xfrm>
              <a:off x="3355" y="3536"/>
              <a:ext cx="977" cy="384"/>
              <a:chOff x="3355" y="3536"/>
              <a:chExt cx="977" cy="624"/>
            </a:xfrm>
          </p:grpSpPr>
          <p:sp>
            <p:nvSpPr>
              <p:cNvPr id="1492" name="Google Shape;1492;p57"/>
              <p:cNvSpPr/>
              <p:nvPr/>
            </p:nvSpPr>
            <p:spPr>
              <a:xfrm>
                <a:off x="3355" y="3536"/>
                <a:ext cx="56" cy="624"/>
              </a:xfrm>
              <a:prstGeom prst="rect">
                <a:avLst/>
              </a:prstGeom>
              <a:gradFill>
                <a:gsLst>
                  <a:gs pos="0">
                    <a:srgbClr val="765738"/>
                  </a:gs>
                  <a:gs pos="50000">
                    <a:srgbClr val="FFBC79"/>
                  </a:gs>
                  <a:gs pos="100000">
                    <a:srgbClr val="765738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3" name="Google Shape;1493;p57"/>
              <p:cNvSpPr/>
              <p:nvPr/>
            </p:nvSpPr>
            <p:spPr>
              <a:xfrm>
                <a:off x="4276" y="3536"/>
                <a:ext cx="56" cy="624"/>
              </a:xfrm>
              <a:prstGeom prst="rect">
                <a:avLst/>
              </a:prstGeom>
              <a:gradFill>
                <a:gsLst>
                  <a:gs pos="0">
                    <a:srgbClr val="765738"/>
                  </a:gs>
                  <a:gs pos="50000">
                    <a:srgbClr val="FFBC79"/>
                  </a:gs>
                  <a:gs pos="100000">
                    <a:srgbClr val="765738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494" name="Google Shape;1494;p57"/>
          <p:cNvGrpSpPr/>
          <p:nvPr/>
        </p:nvGrpSpPr>
        <p:grpSpPr>
          <a:xfrm>
            <a:off x="7240588" y="225425"/>
            <a:ext cx="788987" cy="757238"/>
            <a:chOff x="4749" y="1162"/>
            <a:chExt cx="497" cy="477"/>
          </a:xfrm>
        </p:grpSpPr>
        <p:sp>
          <p:nvSpPr>
            <p:cNvPr id="1495" name="Google Shape;1495;p57"/>
            <p:cNvSpPr txBox="1"/>
            <p:nvPr/>
          </p:nvSpPr>
          <p:spPr>
            <a:xfrm>
              <a:off x="4840" y="1348"/>
              <a:ext cx="406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8000"/>
                </a:buClr>
                <a:buSzPts val="2400"/>
                <a:buFont typeface="Arial"/>
                <a:buNone/>
              </a:pPr>
              <a:r>
                <a:rPr b="1" lang="en-US" sz="2400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aseline="-25000" lang="en-US" sz="2400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r>
                <a:rPr baseline="-25000" lang="en-US" sz="2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 b="1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96" name="Google Shape;1496;p57"/>
            <p:cNvCxnSpPr/>
            <p:nvPr/>
          </p:nvCxnSpPr>
          <p:spPr>
            <a:xfrm>
              <a:off x="4749" y="1162"/>
              <a:ext cx="0" cy="394"/>
            </a:xfrm>
            <a:prstGeom prst="straightConnector1">
              <a:avLst/>
            </a:prstGeom>
            <a:noFill/>
            <a:ln cap="flat" cmpd="sng" w="57150">
              <a:solidFill>
                <a:srgbClr val="008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cxnSp>
        <p:nvCxnSpPr>
          <p:cNvPr id="1497" name="Google Shape;1497;p57"/>
          <p:cNvCxnSpPr/>
          <p:nvPr/>
        </p:nvCxnSpPr>
        <p:spPr>
          <a:xfrm rot="10800000">
            <a:off x="7185025" y="2014538"/>
            <a:ext cx="0" cy="682625"/>
          </a:xfrm>
          <a:prstGeom prst="straightConnector1">
            <a:avLst/>
          </a:prstGeom>
          <a:noFill/>
          <a:ln cap="flat" cmpd="sng" w="57150">
            <a:solidFill>
              <a:schemeClr val="hlink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98" name="Google Shape;1498;p57"/>
          <p:cNvSpPr txBox="1"/>
          <p:nvPr/>
        </p:nvSpPr>
        <p:spPr>
          <a:xfrm>
            <a:off x="7204075" y="1768475"/>
            <a:ext cx="66877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aseline="-25000"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aseline="-25000" lang="en-US" sz="2400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1" sz="2400">
              <a:solidFill>
                <a:srgbClr val="00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9" name="Google Shape;1499;p57"/>
          <p:cNvCxnSpPr/>
          <p:nvPr/>
        </p:nvCxnSpPr>
        <p:spPr>
          <a:xfrm>
            <a:off x="7183438" y="2706688"/>
            <a:ext cx="0" cy="682625"/>
          </a:xfrm>
          <a:prstGeom prst="straightConnector1">
            <a:avLst/>
          </a:prstGeom>
          <a:noFill/>
          <a:ln cap="flat" cmpd="sng" w="57150">
            <a:solidFill>
              <a:srgbClr val="CC0066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00" name="Google Shape;1500;p57"/>
          <p:cNvSpPr txBox="1"/>
          <p:nvPr/>
        </p:nvSpPr>
        <p:spPr>
          <a:xfrm>
            <a:off x="6519863" y="2786063"/>
            <a:ext cx="668337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aseline="-25000" lang="en-US" sz="2400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aseline="-25000"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1" sz="24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1" name="Google Shape;1501;p57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6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p58"/>
          <p:cNvSpPr/>
          <p:nvPr/>
        </p:nvSpPr>
        <p:spPr>
          <a:xfrm>
            <a:off x="685800" y="1549400"/>
            <a:ext cx="7772400" cy="1362075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Identifying force pairs in context of Newton’s third law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∙We define a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 a collection of more than one body, mutually interacting with each other.</a:t>
            </a:r>
            <a:endParaRPr/>
          </a:p>
        </p:txBody>
      </p:sp>
      <p:sp>
        <p:nvSpPr>
          <p:cNvPr id="1508" name="Google Shape;1508;p58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lang="en-US" sz="2800"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latin typeface="Arial"/>
                <a:ea typeface="Arial"/>
                <a:cs typeface="Arial"/>
                <a:sym typeface="Arial"/>
              </a:rPr>
              <a:t>A.2 – Forces…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509" name="Google Shape;1509;p58"/>
          <p:cNvSpPr/>
          <p:nvPr/>
        </p:nvSpPr>
        <p:spPr>
          <a:xfrm>
            <a:off x="698500" y="2809875"/>
            <a:ext cx="7761288" cy="404812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Three billiard balls interacting on a pool table constitute a system.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 action-reaction force pairs between the balls are called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internal forces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∙For any system,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internal forces always cancel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0" name="Google Shape;1510;p58"/>
          <p:cNvSpPr/>
          <p:nvPr/>
        </p:nvSpPr>
        <p:spPr>
          <a:xfrm>
            <a:off x="709613" y="3611563"/>
            <a:ext cx="7748587" cy="2071687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11" name="Google Shape;1511;p58"/>
          <p:cNvSpPr/>
          <p:nvPr/>
        </p:nvSpPr>
        <p:spPr>
          <a:xfrm>
            <a:off x="2911475" y="4164013"/>
            <a:ext cx="552450" cy="552450"/>
          </a:xfrm>
          <a:prstGeom prst="ellipse">
            <a:avLst/>
          </a:prstGeom>
          <a:gradFill>
            <a:gsLst>
              <a:gs pos="0">
                <a:srgbClr val="FF3300"/>
              </a:gs>
              <a:gs pos="100000">
                <a:srgbClr val="761800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12" name="Google Shape;1512;p58"/>
          <p:cNvSpPr/>
          <p:nvPr/>
        </p:nvSpPr>
        <p:spPr>
          <a:xfrm>
            <a:off x="2914650" y="4718050"/>
            <a:ext cx="552450" cy="552450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rgbClr val="23236B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13" name="Google Shape;1513;p58"/>
          <p:cNvSpPr/>
          <p:nvPr/>
        </p:nvSpPr>
        <p:spPr>
          <a:xfrm>
            <a:off x="7623175" y="4467225"/>
            <a:ext cx="552450" cy="55245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rgbClr val="B3B3B3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descr="http://content.artofmanliness.com/uploads/2010/10/newman2.jpg" id="1514" name="Google Shape;1514;p58"/>
          <p:cNvPicPr preferRelativeResize="0"/>
          <p:nvPr/>
        </p:nvPicPr>
        <p:blipFill rotWithShape="1">
          <a:blip r:embed="rId3">
            <a:alphaModFix/>
          </a:blip>
          <a:srcRect b="0" l="0" r="0" t="49794"/>
          <a:stretch/>
        </p:blipFill>
        <p:spPr>
          <a:xfrm>
            <a:off x="5029200" y="0"/>
            <a:ext cx="4114800" cy="154940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1515" name="Google Shape;1515;p58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0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0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p59"/>
          <p:cNvSpPr/>
          <p:nvPr/>
        </p:nvSpPr>
        <p:spPr>
          <a:xfrm>
            <a:off x="685800" y="1549400"/>
            <a:ext cx="7772400" cy="1362075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Identifying force pairs in context of Newton’s third law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∙We define a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 a collection of more than one body, mutually interacting with each other.</a:t>
            </a:r>
            <a:endParaRPr/>
          </a:p>
        </p:txBody>
      </p:sp>
      <p:sp>
        <p:nvSpPr>
          <p:cNvPr id="1522" name="Google Shape;1522;p59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lang="en-US" sz="2800"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latin typeface="Arial"/>
                <a:ea typeface="Arial"/>
                <a:cs typeface="Arial"/>
                <a:sym typeface="Arial"/>
              </a:rPr>
              <a:t>A.2 – Forces…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523" name="Google Shape;1523;p59"/>
          <p:cNvSpPr/>
          <p:nvPr/>
        </p:nvSpPr>
        <p:spPr>
          <a:xfrm>
            <a:off x="698500" y="2782888"/>
            <a:ext cx="7761288" cy="4075112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Three colliding billiard balls constitute         a system. Discuss all of the internal forces.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 internal force pairs only exist while the balls                are in contact with one another.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∙Note that a </a:t>
            </a:r>
            <a:r>
              <a:rPr lang="en-US" sz="2400" u="sng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blue force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a </a:t>
            </a:r>
            <a:r>
              <a:rPr lang="en-US" sz="2400" u="sng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red force</a:t>
            </a: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 on the </a:t>
            </a:r>
            <a:r>
              <a:rPr lang="en-US" sz="2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white ball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The white ball responds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only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those two forces.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∙Note that a </a:t>
            </a:r>
            <a:r>
              <a:rPr lang="en-US" sz="2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 white force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acts on the </a:t>
            </a:r>
            <a:r>
              <a:rPr lang="en-US" sz="2400" u="sng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red ball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The red ball responds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only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that single force.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∙Note that a </a:t>
            </a:r>
            <a:r>
              <a:rPr lang="en-US" sz="2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 white force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acts on the </a:t>
            </a:r>
            <a:r>
              <a:rPr lang="en-US" sz="2400" u="sng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blue ball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The blue ball responds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only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that single force.</a:t>
            </a:r>
            <a:endParaRPr/>
          </a:p>
        </p:txBody>
      </p:sp>
      <p:sp>
        <p:nvSpPr>
          <p:cNvPr id="1524" name="Google Shape;1524;p59"/>
          <p:cNvSpPr/>
          <p:nvPr/>
        </p:nvSpPr>
        <p:spPr>
          <a:xfrm>
            <a:off x="7735888" y="2786063"/>
            <a:ext cx="1408112" cy="1538287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25" name="Google Shape;1525;p59"/>
          <p:cNvSpPr/>
          <p:nvPr/>
        </p:nvSpPr>
        <p:spPr>
          <a:xfrm>
            <a:off x="7916863" y="3008313"/>
            <a:ext cx="552450" cy="552450"/>
          </a:xfrm>
          <a:prstGeom prst="ellipse">
            <a:avLst/>
          </a:prstGeom>
          <a:gradFill>
            <a:gsLst>
              <a:gs pos="0">
                <a:srgbClr val="FF3300"/>
              </a:gs>
              <a:gs pos="100000">
                <a:srgbClr val="761800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26" name="Google Shape;1526;p59"/>
          <p:cNvSpPr/>
          <p:nvPr/>
        </p:nvSpPr>
        <p:spPr>
          <a:xfrm>
            <a:off x="7920038" y="3632200"/>
            <a:ext cx="552450" cy="552450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rgbClr val="23236B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27" name="Google Shape;1527;p59"/>
          <p:cNvSpPr/>
          <p:nvPr/>
        </p:nvSpPr>
        <p:spPr>
          <a:xfrm>
            <a:off x="8380413" y="3311525"/>
            <a:ext cx="552450" cy="55245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rgbClr val="B3B3B3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528" name="Google Shape;1528;p59"/>
          <p:cNvGrpSpPr/>
          <p:nvPr/>
        </p:nvGrpSpPr>
        <p:grpSpPr>
          <a:xfrm>
            <a:off x="8147050" y="3260725"/>
            <a:ext cx="504825" cy="338138"/>
            <a:chOff x="1971" y="2934"/>
            <a:chExt cx="364" cy="244"/>
          </a:xfrm>
        </p:grpSpPr>
        <p:cxnSp>
          <p:nvCxnSpPr>
            <p:cNvPr id="1529" name="Google Shape;1529;p59"/>
            <p:cNvCxnSpPr/>
            <p:nvPr/>
          </p:nvCxnSpPr>
          <p:spPr>
            <a:xfrm rot="10800000">
              <a:off x="1971" y="2934"/>
              <a:ext cx="181" cy="121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530" name="Google Shape;1530;p59"/>
            <p:cNvCxnSpPr/>
            <p:nvPr/>
          </p:nvCxnSpPr>
          <p:spPr>
            <a:xfrm>
              <a:off x="2154" y="3057"/>
              <a:ext cx="181" cy="121"/>
            </a:xfrm>
            <a:prstGeom prst="straightConnector1">
              <a:avLst/>
            </a:prstGeom>
            <a:noFill/>
            <a:ln cap="flat" cmpd="sng" w="38100">
              <a:solidFill>
                <a:srgbClr val="FF33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grpSp>
        <p:nvGrpSpPr>
          <p:cNvPr id="1531" name="Google Shape;1531;p59"/>
          <p:cNvGrpSpPr/>
          <p:nvPr/>
        </p:nvGrpSpPr>
        <p:grpSpPr>
          <a:xfrm rot="-622673">
            <a:off x="8164513" y="3649663"/>
            <a:ext cx="515937" cy="227012"/>
            <a:chOff x="1934" y="3133"/>
            <a:chExt cx="416" cy="204"/>
          </a:xfrm>
        </p:grpSpPr>
        <p:cxnSp>
          <p:nvCxnSpPr>
            <p:cNvPr id="1532" name="Google Shape;1532;p59"/>
            <p:cNvCxnSpPr/>
            <p:nvPr/>
          </p:nvCxnSpPr>
          <p:spPr>
            <a:xfrm flipH="1">
              <a:off x="1934" y="3238"/>
              <a:ext cx="204" cy="99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533" name="Google Shape;1533;p59"/>
            <p:cNvCxnSpPr/>
            <p:nvPr/>
          </p:nvCxnSpPr>
          <p:spPr>
            <a:xfrm flipH="1" rot="10800000">
              <a:off x="2146" y="3133"/>
              <a:ext cx="204" cy="99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pic>
        <p:nvPicPr>
          <p:cNvPr descr="http://content.artofmanliness.com/uploads/2010/10/newman2.jpg" id="1534" name="Google Shape;1534;p59"/>
          <p:cNvPicPr preferRelativeResize="0"/>
          <p:nvPr/>
        </p:nvPicPr>
        <p:blipFill rotWithShape="1">
          <a:blip r:embed="rId3">
            <a:alphaModFix/>
          </a:blip>
          <a:srcRect b="0" l="0" r="0" t="49794"/>
          <a:stretch/>
        </p:blipFill>
        <p:spPr>
          <a:xfrm>
            <a:off x="5029200" y="0"/>
            <a:ext cx="4114800" cy="154940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1535" name="Google Shape;1535;p59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0" name="Shape 1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Google Shape;1541;p60"/>
          <p:cNvSpPr/>
          <p:nvPr/>
        </p:nvSpPr>
        <p:spPr>
          <a:xfrm>
            <a:off x="685800" y="1549400"/>
            <a:ext cx="7772400" cy="1362075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Identifying force pairs in context of Newton’s third law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∙We define a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 a collection of more than one body, mutually interacting with each other.</a:t>
            </a:r>
            <a:endParaRPr/>
          </a:p>
        </p:txBody>
      </p:sp>
      <p:sp>
        <p:nvSpPr>
          <p:cNvPr id="1542" name="Google Shape;1542;p60"/>
          <p:cNvSpPr txBox="1"/>
          <p:nvPr>
            <p:ph type="ctrTitle"/>
          </p:nvPr>
        </p:nvSpPr>
        <p:spPr>
          <a:xfrm>
            <a:off x="685800" y="533400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Topic A: Space, time and motion</a:t>
            </a:r>
            <a:br>
              <a:rPr lang="en-US" sz="2800"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latin typeface="Arial"/>
                <a:ea typeface="Arial"/>
                <a:cs typeface="Arial"/>
                <a:sym typeface="Arial"/>
              </a:rPr>
              <a:t>A.2 – Forces…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543" name="Google Shape;1543;p60"/>
          <p:cNvSpPr/>
          <p:nvPr/>
        </p:nvSpPr>
        <p:spPr>
          <a:xfrm>
            <a:off x="698500" y="2797175"/>
            <a:ext cx="7761288" cy="406082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Three billiard balls interacting on a pool table constitute a system. Describe the external forces.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External forces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are the forces that the balls feel from external origins (not each other).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∙For billiard balls, these forces are the balls’ weights, their reaction forces, the cushion forces, and the cue stick forces.</a:t>
            </a:r>
            <a:endParaRPr/>
          </a:p>
        </p:txBody>
      </p:sp>
      <p:sp>
        <p:nvSpPr>
          <p:cNvPr id="1544" name="Google Shape;1544;p60"/>
          <p:cNvSpPr/>
          <p:nvPr/>
        </p:nvSpPr>
        <p:spPr>
          <a:xfrm>
            <a:off x="709613" y="3602038"/>
            <a:ext cx="7748587" cy="1363662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45" name="Google Shape;1545;p60"/>
          <p:cNvSpPr/>
          <p:nvPr/>
        </p:nvSpPr>
        <p:spPr>
          <a:xfrm>
            <a:off x="2911475" y="3833813"/>
            <a:ext cx="552450" cy="552450"/>
          </a:xfrm>
          <a:prstGeom prst="ellipse">
            <a:avLst/>
          </a:prstGeom>
          <a:gradFill>
            <a:gsLst>
              <a:gs pos="0">
                <a:srgbClr val="FF3300"/>
              </a:gs>
              <a:gs pos="100000">
                <a:srgbClr val="761800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46" name="Google Shape;1546;p60"/>
          <p:cNvSpPr/>
          <p:nvPr/>
        </p:nvSpPr>
        <p:spPr>
          <a:xfrm>
            <a:off x="2914650" y="4387850"/>
            <a:ext cx="552450" cy="552450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rgbClr val="23236B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47" name="Google Shape;1547;p60"/>
          <p:cNvSpPr/>
          <p:nvPr/>
        </p:nvSpPr>
        <p:spPr>
          <a:xfrm>
            <a:off x="7623175" y="4137025"/>
            <a:ext cx="552450" cy="55245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rgbClr val="B3B3B3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descr="http://content.artofmanliness.com/uploads/2010/10/newman2.jpg" id="1548" name="Google Shape;1548;p60"/>
          <p:cNvPicPr preferRelativeResize="0"/>
          <p:nvPr/>
        </p:nvPicPr>
        <p:blipFill rotWithShape="1">
          <a:blip r:embed="rId3">
            <a:alphaModFix/>
          </a:blip>
          <a:srcRect b="0" l="0" r="0" t="49794"/>
          <a:stretch/>
        </p:blipFill>
        <p:spPr>
          <a:xfrm>
            <a:off x="5029200" y="0"/>
            <a:ext cx="4114800" cy="154940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1549" name="Google Shape;1549;p60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2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3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3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Google Shape;1554;p61"/>
          <p:cNvSpPr txBox="1"/>
          <p:nvPr>
            <p:ph idx="1" type="body"/>
          </p:nvPr>
        </p:nvSpPr>
        <p:spPr>
          <a:xfrm>
            <a:off x="1344594" y="3007118"/>
            <a:ext cx="6746287" cy="18892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3000"/>
              <a:t>Why does an object sink in water etc.?</a:t>
            </a:r>
            <a:endParaRPr sz="3600"/>
          </a:p>
        </p:txBody>
      </p:sp>
      <p:sp>
        <p:nvSpPr>
          <p:cNvPr id="1555" name="Google Shape;1555;p61"/>
          <p:cNvSpPr txBox="1"/>
          <p:nvPr>
            <p:ph type="title"/>
          </p:nvPr>
        </p:nvSpPr>
        <p:spPr>
          <a:xfrm>
            <a:off x="0" y="1"/>
            <a:ext cx="7886700" cy="826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35731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Floating and Sinking</a:t>
            </a:r>
            <a:endParaRPr/>
          </a:p>
        </p:txBody>
      </p:sp>
      <p:sp>
        <p:nvSpPr>
          <p:cNvPr id="1556" name="Google Shape;1556;p61"/>
          <p:cNvSpPr/>
          <p:nvPr/>
        </p:nvSpPr>
        <p:spPr>
          <a:xfrm>
            <a:off x="8565115" y="941107"/>
            <a:ext cx="437615" cy="452276"/>
          </a:xfrm>
          <a:custGeom>
            <a:rect b="b" l="l" r="r" t="t"/>
            <a:pathLst>
              <a:path extrusionOk="0" h="13573" w="13133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4C2F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57" name="Google Shape;1557;p61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p62"/>
          <p:cNvSpPr txBox="1"/>
          <p:nvPr>
            <p:ph idx="1" type="body"/>
          </p:nvPr>
        </p:nvSpPr>
        <p:spPr>
          <a:xfrm>
            <a:off x="204180" y="1797249"/>
            <a:ext cx="5503823" cy="506075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843" l="-1440" r="-1771" t="-204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1563" name="Google Shape;1563;p62"/>
          <p:cNvSpPr txBox="1"/>
          <p:nvPr>
            <p:ph type="title"/>
          </p:nvPr>
        </p:nvSpPr>
        <p:spPr>
          <a:xfrm>
            <a:off x="0" y="1"/>
            <a:ext cx="7886700" cy="826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35731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Buoyancy Force</a:t>
            </a:r>
            <a:endParaRPr/>
          </a:p>
        </p:txBody>
      </p:sp>
      <p:sp>
        <p:nvSpPr>
          <p:cNvPr id="1564" name="Google Shape;1564;p62"/>
          <p:cNvSpPr/>
          <p:nvPr/>
        </p:nvSpPr>
        <p:spPr>
          <a:xfrm>
            <a:off x="8565115" y="941107"/>
            <a:ext cx="437615" cy="452276"/>
          </a:xfrm>
          <a:custGeom>
            <a:rect b="b" l="l" r="r" t="t"/>
            <a:pathLst>
              <a:path extrusionOk="0" h="13573" w="13133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4C2F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65" name="Google Shape;1565;p62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566" name="Google Shape;1566;p62"/>
          <p:cNvGrpSpPr/>
          <p:nvPr/>
        </p:nvGrpSpPr>
        <p:grpSpPr>
          <a:xfrm>
            <a:off x="5733935" y="4427144"/>
            <a:ext cx="2990272" cy="1701317"/>
            <a:chOff x="7908170" y="1660253"/>
            <a:chExt cx="2592003" cy="1474722"/>
          </a:xfrm>
        </p:grpSpPr>
        <p:sp>
          <p:nvSpPr>
            <p:cNvPr id="1567" name="Google Shape;1567;p62"/>
            <p:cNvSpPr/>
            <p:nvPr/>
          </p:nvSpPr>
          <p:spPr>
            <a:xfrm>
              <a:off x="7908170" y="2558149"/>
              <a:ext cx="1545530" cy="502689"/>
            </a:xfrm>
            <a:prstGeom prst="parallelogram">
              <a:avLst>
                <a:gd fmla="val 63149" name="adj"/>
              </a:avLst>
            </a:prstGeom>
            <a:solidFill>
              <a:srgbClr val="EFF7F8"/>
            </a:solidFill>
            <a:ln cap="flat" cmpd="sng" w="254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568" name="Google Shape;1568;p62"/>
            <p:cNvSpPr/>
            <p:nvPr/>
          </p:nvSpPr>
          <p:spPr>
            <a:xfrm>
              <a:off x="8433425" y="2053384"/>
              <a:ext cx="495020" cy="779465"/>
            </a:xfrm>
            <a:prstGeom prst="downArrow">
              <a:avLst>
                <a:gd fmla="val 46152" name="adj1"/>
                <a:gd fmla="val 50000" name="adj2"/>
              </a:avLst>
            </a:prstGeom>
            <a:solidFill>
              <a:schemeClr val="dk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569" name="Google Shape;1569;p62"/>
            <p:cNvSpPr txBox="1"/>
            <p:nvPr/>
          </p:nvSpPr>
          <p:spPr>
            <a:xfrm>
              <a:off x="8066289" y="2734798"/>
              <a:ext cx="1441901" cy="4001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-31999" l="-5882" r="0" t="-933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latin typeface="Courier New"/>
                  <a:ea typeface="Courier New"/>
                  <a:cs typeface="Courier New"/>
                  <a:sym typeface="Courier New"/>
                </a:rPr>
                <a:t> </a:t>
              </a:r>
              <a:endParaRPr/>
            </a:p>
          </p:txBody>
        </p:sp>
        <p:sp>
          <p:nvSpPr>
            <p:cNvPr id="1570" name="Google Shape;1570;p62"/>
            <p:cNvSpPr txBox="1"/>
            <p:nvPr/>
          </p:nvSpPr>
          <p:spPr>
            <a:xfrm>
              <a:off x="8066289" y="1660253"/>
              <a:ext cx="1565527" cy="4001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-30261" l="-5404" r="0" t="-9211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latin typeface="Courier New"/>
                  <a:ea typeface="Courier New"/>
                  <a:cs typeface="Courier New"/>
                  <a:sym typeface="Courier New"/>
                </a:rPr>
                <a:t> </a:t>
              </a:r>
              <a:endParaRPr/>
            </a:p>
          </p:txBody>
        </p:sp>
        <p:sp>
          <p:nvSpPr>
            <p:cNvPr id="1571" name="Google Shape;1571;p62"/>
            <p:cNvSpPr txBox="1"/>
            <p:nvPr/>
          </p:nvSpPr>
          <p:spPr>
            <a:xfrm>
              <a:off x="9648631" y="2267973"/>
              <a:ext cx="851542" cy="597264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latin typeface="Courier New"/>
                  <a:ea typeface="Courier New"/>
                  <a:cs typeface="Courier New"/>
                  <a:sym typeface="Courier New"/>
                </a:rPr>
                <a:t> </a:t>
              </a:r>
              <a:endParaRPr/>
            </a:p>
          </p:txBody>
        </p:sp>
      </p:grpSp>
      <p:pic>
        <p:nvPicPr>
          <p:cNvPr descr="Buoyancy and Buoyant Force: Definition, Examples, and Formula" id="1572" name="Google Shape;1572;p6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31455" y="1080872"/>
            <a:ext cx="2857500" cy="31861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6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p63"/>
          <p:cNvSpPr txBox="1"/>
          <p:nvPr/>
        </p:nvSpPr>
        <p:spPr>
          <a:xfrm>
            <a:off x="5250657" y="1797249"/>
            <a:ext cx="3752073" cy="469562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3083" r="0" t="-64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/>
          </a:p>
        </p:txBody>
      </p:sp>
      <p:sp>
        <p:nvSpPr>
          <p:cNvPr id="1578" name="Google Shape;1578;p63"/>
          <p:cNvSpPr txBox="1"/>
          <p:nvPr>
            <p:ph idx="1" type="body"/>
          </p:nvPr>
        </p:nvSpPr>
        <p:spPr>
          <a:xfrm>
            <a:off x="204181" y="1797249"/>
            <a:ext cx="4812008" cy="4838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Three potential situations: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539354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neutral buoyancy: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equal densities</a:t>
            </a:r>
            <a:endParaRPr/>
          </a:p>
          <a:p>
            <a:pPr indent="-342900" lvl="0" marL="539354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sinking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: when </a:t>
            </a: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(overall average)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density is greater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than fluid (net force down)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539354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float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(overall average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density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less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than fluid, volume displaced is volume below the fluid’s surface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 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3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</p:txBody>
      </p:sp>
      <p:sp>
        <p:nvSpPr>
          <p:cNvPr id="1579" name="Google Shape;1579;p63"/>
          <p:cNvSpPr txBox="1"/>
          <p:nvPr>
            <p:ph type="title"/>
          </p:nvPr>
        </p:nvSpPr>
        <p:spPr>
          <a:xfrm>
            <a:off x="0" y="1"/>
            <a:ext cx="7886700" cy="826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35731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Buoyancy Force</a:t>
            </a:r>
            <a:endParaRPr/>
          </a:p>
        </p:txBody>
      </p:sp>
      <p:sp>
        <p:nvSpPr>
          <p:cNvPr id="1580" name="Google Shape;1580;p63"/>
          <p:cNvSpPr/>
          <p:nvPr/>
        </p:nvSpPr>
        <p:spPr>
          <a:xfrm>
            <a:off x="8565115" y="941107"/>
            <a:ext cx="437615" cy="452276"/>
          </a:xfrm>
          <a:custGeom>
            <a:rect b="b" l="l" r="r" t="t"/>
            <a:pathLst>
              <a:path extrusionOk="0" h="13573" w="13133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4C2F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81" name="Google Shape;1581;p63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82" name="Google Shape;1582;p63"/>
          <p:cNvSpPr/>
          <p:nvPr/>
        </p:nvSpPr>
        <p:spPr>
          <a:xfrm>
            <a:off x="5981818" y="2719014"/>
            <a:ext cx="1904882" cy="78111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/>
          </a:p>
        </p:txBody>
      </p:sp>
      <p:pic>
        <p:nvPicPr>
          <p:cNvPr descr="A yellow key with a hole in the center&#10;&#10;Description automatically generated" id="1583" name="Google Shape;1583;p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39428" y="3132383"/>
            <a:ext cx="294544" cy="39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7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p64"/>
          <p:cNvSpPr txBox="1"/>
          <p:nvPr>
            <p:ph idx="1" type="body"/>
          </p:nvPr>
        </p:nvSpPr>
        <p:spPr>
          <a:xfrm>
            <a:off x="204181" y="1797249"/>
            <a:ext cx="5659795" cy="35922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860" r="-214" t="-33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1589" name="Google Shape;1589;p64"/>
          <p:cNvSpPr txBox="1"/>
          <p:nvPr>
            <p:ph type="title"/>
          </p:nvPr>
        </p:nvSpPr>
        <p:spPr>
          <a:xfrm>
            <a:off x="0" y="1"/>
            <a:ext cx="7886700" cy="826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35731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Buoyancy Force</a:t>
            </a:r>
            <a:endParaRPr/>
          </a:p>
        </p:txBody>
      </p:sp>
      <p:sp>
        <p:nvSpPr>
          <p:cNvPr id="1590" name="Google Shape;1590;p64"/>
          <p:cNvSpPr/>
          <p:nvPr/>
        </p:nvSpPr>
        <p:spPr>
          <a:xfrm>
            <a:off x="8565115" y="941107"/>
            <a:ext cx="437615" cy="452276"/>
          </a:xfrm>
          <a:custGeom>
            <a:rect b="b" l="l" r="r" t="t"/>
            <a:pathLst>
              <a:path extrusionOk="0" h="13573" w="13133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4C2F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91" name="Google Shape;1591;p64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92" name="Google Shape;1592;p64"/>
          <p:cNvSpPr txBox="1"/>
          <p:nvPr/>
        </p:nvSpPr>
        <p:spPr>
          <a:xfrm>
            <a:off x="4443323" y="3253697"/>
            <a:ext cx="4559408" cy="21025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b. The buoy is now placed in seawater of a greater density than fresh water. Explain the change, if any, in the submerged heigh of the buoy.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3" name="Google Shape;1593;p64"/>
          <p:cNvSpPr/>
          <p:nvPr/>
        </p:nvSpPr>
        <p:spPr>
          <a:xfrm>
            <a:off x="6917403" y="2027734"/>
            <a:ext cx="1387011" cy="855324"/>
          </a:xfrm>
          <a:prstGeom prst="rect">
            <a:avLst/>
          </a:prstGeom>
          <a:solidFill>
            <a:srgbClr val="F6FB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94" name="Google Shape;1594;p64"/>
          <p:cNvSpPr/>
          <p:nvPr/>
        </p:nvSpPr>
        <p:spPr>
          <a:xfrm>
            <a:off x="7349987" y="1771159"/>
            <a:ext cx="458443" cy="822954"/>
          </a:xfrm>
          <a:prstGeom prst="rect">
            <a:avLst/>
          </a:prstGeom>
          <a:solidFill>
            <a:srgbClr val="FFA3A3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595" name="Google Shape;1595;p64"/>
          <p:cNvCxnSpPr/>
          <p:nvPr/>
        </p:nvCxnSpPr>
        <p:spPr>
          <a:xfrm>
            <a:off x="6917403" y="2027734"/>
            <a:ext cx="1387800" cy="0"/>
          </a:xfrm>
          <a:prstGeom prst="straightConnector1">
            <a:avLst/>
          </a:prstGeom>
          <a:noFill/>
          <a:ln cap="flat" cmpd="sng" w="12700">
            <a:solidFill>
              <a:srgbClr val="D3E7E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96" name="Google Shape;1596;p64"/>
          <p:cNvCxnSpPr/>
          <p:nvPr/>
        </p:nvCxnSpPr>
        <p:spPr>
          <a:xfrm>
            <a:off x="7856884" y="2586659"/>
            <a:ext cx="313082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97" name="Google Shape;1597;p64"/>
          <p:cNvCxnSpPr/>
          <p:nvPr/>
        </p:nvCxnSpPr>
        <p:spPr>
          <a:xfrm>
            <a:off x="8013424" y="2027734"/>
            <a:ext cx="0" cy="532986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598" name="Google Shape;1598;p64"/>
          <p:cNvSpPr txBox="1"/>
          <p:nvPr/>
        </p:nvSpPr>
        <p:spPr>
          <a:xfrm>
            <a:off x="8013424" y="2158191"/>
            <a:ext cx="992579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0.75 cm</a:t>
            </a:r>
            <a:endParaRPr/>
          </a:p>
        </p:txBody>
      </p:sp>
      <p:sp>
        <p:nvSpPr>
          <p:cNvPr id="1599" name="Google Shape;1599;p64"/>
          <p:cNvSpPr txBox="1"/>
          <p:nvPr/>
        </p:nvSpPr>
        <p:spPr>
          <a:xfrm>
            <a:off x="435769" y="4114033"/>
            <a:ext cx="4007555" cy="175432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389" l="-1216" r="0" t="-208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/>
          </a:p>
        </p:txBody>
      </p:sp>
      <p:sp>
        <p:nvSpPr>
          <p:cNvPr id="1600" name="Google Shape;1600;p64"/>
          <p:cNvSpPr txBox="1"/>
          <p:nvPr/>
        </p:nvSpPr>
        <p:spPr>
          <a:xfrm>
            <a:off x="435769" y="5927468"/>
            <a:ext cx="6772275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9671" l="0" r="0" t="-1311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/>
          </a:p>
        </p:txBody>
      </p:sp>
      <p:sp>
        <p:nvSpPr>
          <p:cNvPr id="1601" name="Google Shape;1601;p64"/>
          <p:cNvSpPr txBox="1"/>
          <p:nvPr/>
        </p:nvSpPr>
        <p:spPr>
          <a:xfrm>
            <a:off x="6093079" y="4337179"/>
            <a:ext cx="2971226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rPr>
              <a:t>The buoy will float higher because the higher density of water means less needs to be displaced to equal the mass of the buoy.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5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p6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/>
              <a:t>AIR RESISTANCE </a:t>
            </a:r>
            <a:br>
              <a:rPr lang="en-US" sz="6000"/>
            </a:br>
            <a:r>
              <a:rPr lang="en-US" sz="6000"/>
              <a:t>AND DRAG</a:t>
            </a:r>
            <a:endParaRPr/>
          </a:p>
        </p:txBody>
      </p:sp>
      <p:sp>
        <p:nvSpPr>
          <p:cNvPr id="1607" name="Google Shape;1607;p6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08" name="Google Shape;1608;p65"/>
          <p:cNvSpPr/>
          <p:nvPr/>
        </p:nvSpPr>
        <p:spPr>
          <a:xfrm flipH="1">
            <a:off x="7904092" y="1536410"/>
            <a:ext cx="498532" cy="567599"/>
          </a:xfrm>
          <a:custGeom>
            <a:rect b="b" l="l" r="r" t="t"/>
            <a:pathLst>
              <a:path extrusionOk="0" h="17792" w="15627">
                <a:moveTo>
                  <a:pt x="10528" y="1"/>
                </a:moveTo>
                <a:lnTo>
                  <a:pt x="10455" y="37"/>
                </a:lnTo>
                <a:lnTo>
                  <a:pt x="10308" y="221"/>
                </a:lnTo>
                <a:lnTo>
                  <a:pt x="10198" y="441"/>
                </a:lnTo>
                <a:lnTo>
                  <a:pt x="10015" y="881"/>
                </a:lnTo>
                <a:lnTo>
                  <a:pt x="9831" y="1468"/>
                </a:lnTo>
                <a:lnTo>
                  <a:pt x="9685" y="2091"/>
                </a:lnTo>
                <a:lnTo>
                  <a:pt x="9685" y="2201"/>
                </a:lnTo>
                <a:lnTo>
                  <a:pt x="9721" y="2311"/>
                </a:lnTo>
                <a:lnTo>
                  <a:pt x="9795" y="2348"/>
                </a:lnTo>
                <a:lnTo>
                  <a:pt x="9868" y="2385"/>
                </a:lnTo>
                <a:lnTo>
                  <a:pt x="9941" y="2421"/>
                </a:lnTo>
                <a:lnTo>
                  <a:pt x="10051" y="2385"/>
                </a:lnTo>
                <a:lnTo>
                  <a:pt x="10125" y="2311"/>
                </a:lnTo>
                <a:lnTo>
                  <a:pt x="10198" y="2238"/>
                </a:lnTo>
                <a:lnTo>
                  <a:pt x="10235" y="2055"/>
                </a:lnTo>
                <a:lnTo>
                  <a:pt x="10235" y="2018"/>
                </a:lnTo>
                <a:lnTo>
                  <a:pt x="10235" y="1981"/>
                </a:lnTo>
                <a:lnTo>
                  <a:pt x="10455" y="1138"/>
                </a:lnTo>
                <a:lnTo>
                  <a:pt x="10638" y="624"/>
                </a:lnTo>
                <a:lnTo>
                  <a:pt x="10675" y="367"/>
                </a:lnTo>
                <a:lnTo>
                  <a:pt x="10712" y="111"/>
                </a:lnTo>
                <a:lnTo>
                  <a:pt x="10675" y="37"/>
                </a:lnTo>
                <a:lnTo>
                  <a:pt x="10602" y="1"/>
                </a:lnTo>
                <a:close/>
                <a:moveTo>
                  <a:pt x="3559" y="1028"/>
                </a:moveTo>
                <a:lnTo>
                  <a:pt x="3522" y="1064"/>
                </a:lnTo>
                <a:lnTo>
                  <a:pt x="3485" y="1101"/>
                </a:lnTo>
                <a:lnTo>
                  <a:pt x="3485" y="1138"/>
                </a:lnTo>
                <a:lnTo>
                  <a:pt x="3559" y="1321"/>
                </a:lnTo>
                <a:lnTo>
                  <a:pt x="3669" y="1468"/>
                </a:lnTo>
                <a:lnTo>
                  <a:pt x="3889" y="1761"/>
                </a:lnTo>
                <a:lnTo>
                  <a:pt x="4109" y="2055"/>
                </a:lnTo>
                <a:lnTo>
                  <a:pt x="4366" y="2348"/>
                </a:lnTo>
                <a:lnTo>
                  <a:pt x="4476" y="2605"/>
                </a:lnTo>
                <a:lnTo>
                  <a:pt x="4586" y="2862"/>
                </a:lnTo>
                <a:lnTo>
                  <a:pt x="4696" y="2972"/>
                </a:lnTo>
                <a:lnTo>
                  <a:pt x="4769" y="3045"/>
                </a:lnTo>
                <a:lnTo>
                  <a:pt x="4916" y="3082"/>
                </a:lnTo>
                <a:lnTo>
                  <a:pt x="5063" y="3082"/>
                </a:lnTo>
                <a:lnTo>
                  <a:pt x="5136" y="3045"/>
                </a:lnTo>
                <a:lnTo>
                  <a:pt x="5209" y="3008"/>
                </a:lnTo>
                <a:lnTo>
                  <a:pt x="5246" y="2935"/>
                </a:lnTo>
                <a:lnTo>
                  <a:pt x="5246" y="2862"/>
                </a:lnTo>
                <a:lnTo>
                  <a:pt x="5209" y="2715"/>
                </a:lnTo>
                <a:lnTo>
                  <a:pt x="5173" y="2642"/>
                </a:lnTo>
                <a:lnTo>
                  <a:pt x="5099" y="2605"/>
                </a:lnTo>
                <a:lnTo>
                  <a:pt x="4989" y="2605"/>
                </a:lnTo>
                <a:lnTo>
                  <a:pt x="4989" y="2568"/>
                </a:lnTo>
                <a:lnTo>
                  <a:pt x="4989" y="2495"/>
                </a:lnTo>
                <a:lnTo>
                  <a:pt x="4953" y="2385"/>
                </a:lnTo>
                <a:lnTo>
                  <a:pt x="4806" y="2128"/>
                </a:lnTo>
                <a:lnTo>
                  <a:pt x="4623" y="1871"/>
                </a:lnTo>
                <a:lnTo>
                  <a:pt x="4402" y="1615"/>
                </a:lnTo>
                <a:lnTo>
                  <a:pt x="4146" y="1394"/>
                </a:lnTo>
                <a:lnTo>
                  <a:pt x="3889" y="1174"/>
                </a:lnTo>
                <a:lnTo>
                  <a:pt x="3595" y="1028"/>
                </a:lnTo>
                <a:close/>
                <a:moveTo>
                  <a:pt x="15334" y="3999"/>
                </a:moveTo>
                <a:lnTo>
                  <a:pt x="15260" y="4035"/>
                </a:lnTo>
                <a:lnTo>
                  <a:pt x="15187" y="4109"/>
                </a:lnTo>
                <a:lnTo>
                  <a:pt x="15077" y="4182"/>
                </a:lnTo>
                <a:lnTo>
                  <a:pt x="14967" y="4256"/>
                </a:lnTo>
                <a:lnTo>
                  <a:pt x="14820" y="4329"/>
                </a:lnTo>
                <a:lnTo>
                  <a:pt x="14673" y="4329"/>
                </a:lnTo>
                <a:lnTo>
                  <a:pt x="14527" y="4402"/>
                </a:lnTo>
                <a:lnTo>
                  <a:pt x="14490" y="4439"/>
                </a:lnTo>
                <a:lnTo>
                  <a:pt x="14453" y="4549"/>
                </a:lnTo>
                <a:lnTo>
                  <a:pt x="14417" y="4586"/>
                </a:lnTo>
                <a:lnTo>
                  <a:pt x="14380" y="4622"/>
                </a:lnTo>
                <a:lnTo>
                  <a:pt x="14233" y="4732"/>
                </a:lnTo>
                <a:lnTo>
                  <a:pt x="13940" y="4842"/>
                </a:lnTo>
                <a:lnTo>
                  <a:pt x="13720" y="4989"/>
                </a:lnTo>
                <a:lnTo>
                  <a:pt x="13536" y="5173"/>
                </a:lnTo>
                <a:lnTo>
                  <a:pt x="13499" y="5246"/>
                </a:lnTo>
                <a:lnTo>
                  <a:pt x="13499" y="5319"/>
                </a:lnTo>
                <a:lnTo>
                  <a:pt x="13573" y="5356"/>
                </a:lnTo>
                <a:lnTo>
                  <a:pt x="13830" y="5356"/>
                </a:lnTo>
                <a:lnTo>
                  <a:pt x="14013" y="5319"/>
                </a:lnTo>
                <a:lnTo>
                  <a:pt x="14380" y="5173"/>
                </a:lnTo>
                <a:lnTo>
                  <a:pt x="14673" y="5026"/>
                </a:lnTo>
                <a:lnTo>
                  <a:pt x="14783" y="4953"/>
                </a:lnTo>
                <a:lnTo>
                  <a:pt x="14857" y="4806"/>
                </a:lnTo>
                <a:lnTo>
                  <a:pt x="15077" y="4769"/>
                </a:lnTo>
                <a:lnTo>
                  <a:pt x="15260" y="4659"/>
                </a:lnTo>
                <a:lnTo>
                  <a:pt x="15370" y="4696"/>
                </a:lnTo>
                <a:lnTo>
                  <a:pt x="15444" y="4696"/>
                </a:lnTo>
                <a:lnTo>
                  <a:pt x="15554" y="4622"/>
                </a:lnTo>
                <a:lnTo>
                  <a:pt x="15627" y="4549"/>
                </a:lnTo>
                <a:lnTo>
                  <a:pt x="15627" y="4476"/>
                </a:lnTo>
                <a:lnTo>
                  <a:pt x="15590" y="4366"/>
                </a:lnTo>
                <a:lnTo>
                  <a:pt x="15627" y="4329"/>
                </a:lnTo>
                <a:lnTo>
                  <a:pt x="15627" y="4256"/>
                </a:lnTo>
                <a:lnTo>
                  <a:pt x="15590" y="4182"/>
                </a:lnTo>
                <a:lnTo>
                  <a:pt x="15554" y="4109"/>
                </a:lnTo>
                <a:lnTo>
                  <a:pt x="15480" y="4035"/>
                </a:lnTo>
                <a:lnTo>
                  <a:pt x="15407" y="4035"/>
                </a:lnTo>
                <a:lnTo>
                  <a:pt x="15334" y="3999"/>
                </a:lnTo>
                <a:close/>
                <a:moveTo>
                  <a:pt x="2238" y="7447"/>
                </a:moveTo>
                <a:lnTo>
                  <a:pt x="2128" y="7484"/>
                </a:lnTo>
                <a:lnTo>
                  <a:pt x="1064" y="7960"/>
                </a:lnTo>
                <a:lnTo>
                  <a:pt x="477" y="8217"/>
                </a:lnTo>
                <a:lnTo>
                  <a:pt x="257" y="8364"/>
                </a:lnTo>
                <a:lnTo>
                  <a:pt x="147" y="8474"/>
                </a:lnTo>
                <a:lnTo>
                  <a:pt x="111" y="8437"/>
                </a:lnTo>
                <a:lnTo>
                  <a:pt x="74" y="8437"/>
                </a:lnTo>
                <a:lnTo>
                  <a:pt x="1" y="8511"/>
                </a:lnTo>
                <a:lnTo>
                  <a:pt x="1" y="8584"/>
                </a:lnTo>
                <a:lnTo>
                  <a:pt x="37" y="8621"/>
                </a:lnTo>
                <a:lnTo>
                  <a:pt x="111" y="8694"/>
                </a:lnTo>
                <a:lnTo>
                  <a:pt x="221" y="8731"/>
                </a:lnTo>
                <a:lnTo>
                  <a:pt x="367" y="8694"/>
                </a:lnTo>
                <a:lnTo>
                  <a:pt x="514" y="8657"/>
                </a:lnTo>
                <a:lnTo>
                  <a:pt x="808" y="8547"/>
                </a:lnTo>
                <a:lnTo>
                  <a:pt x="1028" y="8474"/>
                </a:lnTo>
                <a:lnTo>
                  <a:pt x="2385" y="7887"/>
                </a:lnTo>
                <a:lnTo>
                  <a:pt x="2458" y="7850"/>
                </a:lnTo>
                <a:lnTo>
                  <a:pt x="2532" y="7777"/>
                </a:lnTo>
                <a:lnTo>
                  <a:pt x="2532" y="7667"/>
                </a:lnTo>
                <a:lnTo>
                  <a:pt x="2495" y="7594"/>
                </a:lnTo>
                <a:lnTo>
                  <a:pt x="2422" y="7520"/>
                </a:lnTo>
                <a:lnTo>
                  <a:pt x="2348" y="7484"/>
                </a:lnTo>
                <a:lnTo>
                  <a:pt x="2238" y="7447"/>
                </a:lnTo>
                <a:close/>
                <a:moveTo>
                  <a:pt x="6677" y="7814"/>
                </a:moveTo>
                <a:lnTo>
                  <a:pt x="6603" y="7887"/>
                </a:lnTo>
                <a:lnTo>
                  <a:pt x="6603" y="7960"/>
                </a:lnTo>
                <a:lnTo>
                  <a:pt x="6603" y="8070"/>
                </a:lnTo>
                <a:lnTo>
                  <a:pt x="6933" y="8474"/>
                </a:lnTo>
                <a:lnTo>
                  <a:pt x="7044" y="8694"/>
                </a:lnTo>
                <a:lnTo>
                  <a:pt x="7154" y="8914"/>
                </a:lnTo>
                <a:lnTo>
                  <a:pt x="7227" y="8951"/>
                </a:lnTo>
                <a:lnTo>
                  <a:pt x="7264" y="8987"/>
                </a:lnTo>
                <a:lnTo>
                  <a:pt x="7410" y="8987"/>
                </a:lnTo>
                <a:lnTo>
                  <a:pt x="7594" y="8877"/>
                </a:lnTo>
                <a:lnTo>
                  <a:pt x="7777" y="8767"/>
                </a:lnTo>
                <a:lnTo>
                  <a:pt x="7924" y="8621"/>
                </a:lnTo>
                <a:lnTo>
                  <a:pt x="7924" y="8657"/>
                </a:lnTo>
                <a:lnTo>
                  <a:pt x="7997" y="8767"/>
                </a:lnTo>
                <a:lnTo>
                  <a:pt x="8071" y="8877"/>
                </a:lnTo>
                <a:lnTo>
                  <a:pt x="8181" y="8951"/>
                </a:lnTo>
                <a:lnTo>
                  <a:pt x="8327" y="9024"/>
                </a:lnTo>
                <a:lnTo>
                  <a:pt x="8584" y="9061"/>
                </a:lnTo>
                <a:lnTo>
                  <a:pt x="8768" y="9061"/>
                </a:lnTo>
                <a:lnTo>
                  <a:pt x="8951" y="8987"/>
                </a:lnTo>
                <a:lnTo>
                  <a:pt x="9281" y="8841"/>
                </a:lnTo>
                <a:lnTo>
                  <a:pt x="9611" y="8657"/>
                </a:lnTo>
                <a:lnTo>
                  <a:pt x="9721" y="8547"/>
                </a:lnTo>
                <a:lnTo>
                  <a:pt x="9758" y="8474"/>
                </a:lnTo>
                <a:lnTo>
                  <a:pt x="9758" y="8364"/>
                </a:lnTo>
                <a:lnTo>
                  <a:pt x="9685" y="8254"/>
                </a:lnTo>
                <a:lnTo>
                  <a:pt x="9648" y="8217"/>
                </a:lnTo>
                <a:lnTo>
                  <a:pt x="9464" y="8217"/>
                </a:lnTo>
                <a:lnTo>
                  <a:pt x="9428" y="8291"/>
                </a:lnTo>
                <a:lnTo>
                  <a:pt x="9244" y="8437"/>
                </a:lnTo>
                <a:lnTo>
                  <a:pt x="8988" y="8547"/>
                </a:lnTo>
                <a:lnTo>
                  <a:pt x="8768" y="8621"/>
                </a:lnTo>
                <a:lnTo>
                  <a:pt x="8584" y="8657"/>
                </a:lnTo>
                <a:lnTo>
                  <a:pt x="8474" y="8657"/>
                </a:lnTo>
                <a:lnTo>
                  <a:pt x="8401" y="8621"/>
                </a:lnTo>
                <a:lnTo>
                  <a:pt x="8364" y="8584"/>
                </a:lnTo>
                <a:lnTo>
                  <a:pt x="8327" y="8547"/>
                </a:lnTo>
                <a:lnTo>
                  <a:pt x="8254" y="8254"/>
                </a:lnTo>
                <a:lnTo>
                  <a:pt x="8181" y="8144"/>
                </a:lnTo>
                <a:lnTo>
                  <a:pt x="8071" y="8107"/>
                </a:lnTo>
                <a:lnTo>
                  <a:pt x="7961" y="8107"/>
                </a:lnTo>
                <a:lnTo>
                  <a:pt x="7887" y="8144"/>
                </a:lnTo>
                <a:lnTo>
                  <a:pt x="7740" y="8254"/>
                </a:lnTo>
                <a:lnTo>
                  <a:pt x="7630" y="8401"/>
                </a:lnTo>
                <a:lnTo>
                  <a:pt x="7410" y="8547"/>
                </a:lnTo>
                <a:lnTo>
                  <a:pt x="7264" y="8364"/>
                </a:lnTo>
                <a:lnTo>
                  <a:pt x="7117" y="8180"/>
                </a:lnTo>
                <a:lnTo>
                  <a:pt x="6970" y="7997"/>
                </a:lnTo>
                <a:lnTo>
                  <a:pt x="6787" y="7850"/>
                </a:lnTo>
                <a:lnTo>
                  <a:pt x="6713" y="7814"/>
                </a:lnTo>
                <a:close/>
                <a:moveTo>
                  <a:pt x="12876" y="11005"/>
                </a:moveTo>
                <a:lnTo>
                  <a:pt x="12803" y="11042"/>
                </a:lnTo>
                <a:lnTo>
                  <a:pt x="12766" y="11078"/>
                </a:lnTo>
                <a:lnTo>
                  <a:pt x="12766" y="11152"/>
                </a:lnTo>
                <a:lnTo>
                  <a:pt x="12729" y="11225"/>
                </a:lnTo>
                <a:lnTo>
                  <a:pt x="12766" y="11298"/>
                </a:lnTo>
                <a:lnTo>
                  <a:pt x="12986" y="11702"/>
                </a:lnTo>
                <a:lnTo>
                  <a:pt x="13279" y="12069"/>
                </a:lnTo>
                <a:lnTo>
                  <a:pt x="13499" y="12399"/>
                </a:lnTo>
                <a:lnTo>
                  <a:pt x="13646" y="12509"/>
                </a:lnTo>
                <a:lnTo>
                  <a:pt x="13830" y="12619"/>
                </a:lnTo>
                <a:lnTo>
                  <a:pt x="13976" y="12619"/>
                </a:lnTo>
                <a:lnTo>
                  <a:pt x="14013" y="12582"/>
                </a:lnTo>
                <a:lnTo>
                  <a:pt x="14086" y="12546"/>
                </a:lnTo>
                <a:lnTo>
                  <a:pt x="14160" y="12436"/>
                </a:lnTo>
                <a:lnTo>
                  <a:pt x="14160" y="12325"/>
                </a:lnTo>
                <a:lnTo>
                  <a:pt x="14160" y="12252"/>
                </a:lnTo>
                <a:lnTo>
                  <a:pt x="14123" y="12142"/>
                </a:lnTo>
                <a:lnTo>
                  <a:pt x="14086" y="12069"/>
                </a:lnTo>
                <a:lnTo>
                  <a:pt x="14050" y="12032"/>
                </a:lnTo>
                <a:lnTo>
                  <a:pt x="13903" y="12032"/>
                </a:lnTo>
                <a:lnTo>
                  <a:pt x="13830" y="11885"/>
                </a:lnTo>
                <a:lnTo>
                  <a:pt x="13573" y="11592"/>
                </a:lnTo>
                <a:lnTo>
                  <a:pt x="13316" y="11298"/>
                </a:lnTo>
                <a:lnTo>
                  <a:pt x="13059" y="11042"/>
                </a:lnTo>
                <a:lnTo>
                  <a:pt x="13023" y="11005"/>
                </a:lnTo>
                <a:close/>
                <a:moveTo>
                  <a:pt x="8181" y="3192"/>
                </a:moveTo>
                <a:lnTo>
                  <a:pt x="8511" y="3228"/>
                </a:lnTo>
                <a:lnTo>
                  <a:pt x="8878" y="3265"/>
                </a:lnTo>
                <a:lnTo>
                  <a:pt x="9208" y="3339"/>
                </a:lnTo>
                <a:lnTo>
                  <a:pt x="9538" y="3412"/>
                </a:lnTo>
                <a:lnTo>
                  <a:pt x="9868" y="3522"/>
                </a:lnTo>
                <a:lnTo>
                  <a:pt x="10198" y="3669"/>
                </a:lnTo>
                <a:lnTo>
                  <a:pt x="10528" y="3852"/>
                </a:lnTo>
                <a:lnTo>
                  <a:pt x="10822" y="4035"/>
                </a:lnTo>
                <a:lnTo>
                  <a:pt x="11078" y="4256"/>
                </a:lnTo>
                <a:lnTo>
                  <a:pt x="11335" y="4476"/>
                </a:lnTo>
                <a:lnTo>
                  <a:pt x="11592" y="4732"/>
                </a:lnTo>
                <a:lnTo>
                  <a:pt x="11812" y="4989"/>
                </a:lnTo>
                <a:lnTo>
                  <a:pt x="11996" y="5319"/>
                </a:lnTo>
                <a:lnTo>
                  <a:pt x="12142" y="5576"/>
                </a:lnTo>
                <a:lnTo>
                  <a:pt x="12252" y="5870"/>
                </a:lnTo>
                <a:lnTo>
                  <a:pt x="12362" y="6200"/>
                </a:lnTo>
                <a:lnTo>
                  <a:pt x="12436" y="6530"/>
                </a:lnTo>
                <a:lnTo>
                  <a:pt x="12509" y="6823"/>
                </a:lnTo>
                <a:lnTo>
                  <a:pt x="12509" y="7153"/>
                </a:lnTo>
                <a:lnTo>
                  <a:pt x="12509" y="7484"/>
                </a:lnTo>
                <a:lnTo>
                  <a:pt x="12472" y="7814"/>
                </a:lnTo>
                <a:lnTo>
                  <a:pt x="12399" y="8144"/>
                </a:lnTo>
                <a:lnTo>
                  <a:pt x="12289" y="8511"/>
                </a:lnTo>
                <a:lnTo>
                  <a:pt x="12142" y="8804"/>
                </a:lnTo>
                <a:lnTo>
                  <a:pt x="11996" y="9134"/>
                </a:lnTo>
                <a:lnTo>
                  <a:pt x="11812" y="9428"/>
                </a:lnTo>
                <a:lnTo>
                  <a:pt x="11592" y="9721"/>
                </a:lnTo>
                <a:lnTo>
                  <a:pt x="11115" y="10271"/>
                </a:lnTo>
                <a:lnTo>
                  <a:pt x="10345" y="11115"/>
                </a:lnTo>
                <a:lnTo>
                  <a:pt x="9941" y="11555"/>
                </a:lnTo>
                <a:lnTo>
                  <a:pt x="9575" y="12032"/>
                </a:lnTo>
                <a:lnTo>
                  <a:pt x="9281" y="12509"/>
                </a:lnTo>
                <a:lnTo>
                  <a:pt x="8988" y="13022"/>
                </a:lnTo>
                <a:lnTo>
                  <a:pt x="8914" y="13279"/>
                </a:lnTo>
                <a:lnTo>
                  <a:pt x="8804" y="13573"/>
                </a:lnTo>
                <a:lnTo>
                  <a:pt x="8768" y="13829"/>
                </a:lnTo>
                <a:lnTo>
                  <a:pt x="8731" y="14123"/>
                </a:lnTo>
                <a:lnTo>
                  <a:pt x="8217" y="14013"/>
                </a:lnTo>
                <a:lnTo>
                  <a:pt x="7704" y="13939"/>
                </a:lnTo>
                <a:lnTo>
                  <a:pt x="8584" y="11665"/>
                </a:lnTo>
                <a:lnTo>
                  <a:pt x="9061" y="10418"/>
                </a:lnTo>
                <a:lnTo>
                  <a:pt x="9318" y="9831"/>
                </a:lnTo>
                <a:lnTo>
                  <a:pt x="9391" y="9538"/>
                </a:lnTo>
                <a:lnTo>
                  <a:pt x="9391" y="9391"/>
                </a:lnTo>
                <a:lnTo>
                  <a:pt x="9354" y="9244"/>
                </a:lnTo>
                <a:lnTo>
                  <a:pt x="9318" y="9208"/>
                </a:lnTo>
                <a:lnTo>
                  <a:pt x="9281" y="9208"/>
                </a:lnTo>
                <a:lnTo>
                  <a:pt x="9171" y="9281"/>
                </a:lnTo>
                <a:lnTo>
                  <a:pt x="9098" y="9391"/>
                </a:lnTo>
                <a:lnTo>
                  <a:pt x="8988" y="9611"/>
                </a:lnTo>
                <a:lnTo>
                  <a:pt x="8768" y="10088"/>
                </a:lnTo>
                <a:lnTo>
                  <a:pt x="8217" y="11445"/>
                </a:lnTo>
                <a:lnTo>
                  <a:pt x="7337" y="13719"/>
                </a:lnTo>
                <a:lnTo>
                  <a:pt x="7227" y="13903"/>
                </a:lnTo>
                <a:lnTo>
                  <a:pt x="6970" y="13829"/>
                </a:lnTo>
                <a:lnTo>
                  <a:pt x="6420" y="13683"/>
                </a:lnTo>
                <a:lnTo>
                  <a:pt x="6420" y="13646"/>
                </a:lnTo>
                <a:lnTo>
                  <a:pt x="6493" y="13389"/>
                </a:lnTo>
                <a:lnTo>
                  <a:pt x="6530" y="13096"/>
                </a:lnTo>
                <a:lnTo>
                  <a:pt x="6530" y="12546"/>
                </a:lnTo>
                <a:lnTo>
                  <a:pt x="6603" y="11372"/>
                </a:lnTo>
                <a:lnTo>
                  <a:pt x="6677" y="10125"/>
                </a:lnTo>
                <a:lnTo>
                  <a:pt x="6713" y="9501"/>
                </a:lnTo>
                <a:lnTo>
                  <a:pt x="6677" y="8877"/>
                </a:lnTo>
                <a:lnTo>
                  <a:pt x="6677" y="8804"/>
                </a:lnTo>
                <a:lnTo>
                  <a:pt x="6640" y="8767"/>
                </a:lnTo>
                <a:lnTo>
                  <a:pt x="6530" y="8694"/>
                </a:lnTo>
                <a:lnTo>
                  <a:pt x="6420" y="8731"/>
                </a:lnTo>
                <a:lnTo>
                  <a:pt x="6383" y="8767"/>
                </a:lnTo>
                <a:lnTo>
                  <a:pt x="6347" y="8841"/>
                </a:lnTo>
                <a:lnTo>
                  <a:pt x="6273" y="9391"/>
                </a:lnTo>
                <a:lnTo>
                  <a:pt x="6237" y="9978"/>
                </a:lnTo>
                <a:lnTo>
                  <a:pt x="6200" y="11115"/>
                </a:lnTo>
                <a:lnTo>
                  <a:pt x="6090" y="12289"/>
                </a:lnTo>
                <a:lnTo>
                  <a:pt x="6016" y="12912"/>
                </a:lnTo>
                <a:lnTo>
                  <a:pt x="6016" y="13206"/>
                </a:lnTo>
                <a:lnTo>
                  <a:pt x="6016" y="13536"/>
                </a:lnTo>
                <a:lnTo>
                  <a:pt x="5540" y="13353"/>
                </a:lnTo>
                <a:lnTo>
                  <a:pt x="5099" y="13206"/>
                </a:lnTo>
                <a:lnTo>
                  <a:pt x="4623" y="13132"/>
                </a:lnTo>
                <a:lnTo>
                  <a:pt x="4182" y="13132"/>
                </a:lnTo>
                <a:lnTo>
                  <a:pt x="4329" y="12876"/>
                </a:lnTo>
                <a:lnTo>
                  <a:pt x="4439" y="12619"/>
                </a:lnTo>
                <a:lnTo>
                  <a:pt x="4549" y="12362"/>
                </a:lnTo>
                <a:lnTo>
                  <a:pt x="4623" y="12069"/>
                </a:lnTo>
                <a:lnTo>
                  <a:pt x="4696" y="11482"/>
                </a:lnTo>
                <a:lnTo>
                  <a:pt x="4696" y="10895"/>
                </a:lnTo>
                <a:lnTo>
                  <a:pt x="4623" y="10161"/>
                </a:lnTo>
                <a:lnTo>
                  <a:pt x="4512" y="9428"/>
                </a:lnTo>
                <a:lnTo>
                  <a:pt x="4366" y="8694"/>
                </a:lnTo>
                <a:lnTo>
                  <a:pt x="4219" y="7960"/>
                </a:lnTo>
                <a:lnTo>
                  <a:pt x="4182" y="7594"/>
                </a:lnTo>
                <a:lnTo>
                  <a:pt x="4182" y="7190"/>
                </a:lnTo>
                <a:lnTo>
                  <a:pt x="4182" y="6823"/>
                </a:lnTo>
                <a:lnTo>
                  <a:pt x="4219" y="6456"/>
                </a:lnTo>
                <a:lnTo>
                  <a:pt x="4292" y="6090"/>
                </a:lnTo>
                <a:lnTo>
                  <a:pt x="4439" y="5760"/>
                </a:lnTo>
                <a:lnTo>
                  <a:pt x="4586" y="5429"/>
                </a:lnTo>
                <a:lnTo>
                  <a:pt x="4769" y="5063"/>
                </a:lnTo>
                <a:lnTo>
                  <a:pt x="5026" y="4769"/>
                </a:lnTo>
                <a:lnTo>
                  <a:pt x="5246" y="4476"/>
                </a:lnTo>
                <a:lnTo>
                  <a:pt x="5503" y="4219"/>
                </a:lnTo>
                <a:lnTo>
                  <a:pt x="5796" y="3999"/>
                </a:lnTo>
                <a:lnTo>
                  <a:pt x="6090" y="3779"/>
                </a:lnTo>
                <a:lnTo>
                  <a:pt x="6420" y="3595"/>
                </a:lnTo>
                <a:lnTo>
                  <a:pt x="6787" y="3449"/>
                </a:lnTo>
                <a:lnTo>
                  <a:pt x="7117" y="3339"/>
                </a:lnTo>
                <a:lnTo>
                  <a:pt x="7484" y="3265"/>
                </a:lnTo>
                <a:lnTo>
                  <a:pt x="7814" y="3228"/>
                </a:lnTo>
                <a:lnTo>
                  <a:pt x="8181" y="3192"/>
                </a:lnTo>
                <a:close/>
                <a:moveTo>
                  <a:pt x="3962" y="13426"/>
                </a:moveTo>
                <a:lnTo>
                  <a:pt x="4623" y="13536"/>
                </a:lnTo>
                <a:lnTo>
                  <a:pt x="5246" y="13719"/>
                </a:lnTo>
                <a:lnTo>
                  <a:pt x="5943" y="13939"/>
                </a:lnTo>
                <a:lnTo>
                  <a:pt x="6603" y="14196"/>
                </a:lnTo>
                <a:lnTo>
                  <a:pt x="6860" y="14270"/>
                </a:lnTo>
                <a:lnTo>
                  <a:pt x="7154" y="14306"/>
                </a:lnTo>
                <a:lnTo>
                  <a:pt x="7704" y="14380"/>
                </a:lnTo>
                <a:lnTo>
                  <a:pt x="8217" y="14490"/>
                </a:lnTo>
                <a:lnTo>
                  <a:pt x="8474" y="14563"/>
                </a:lnTo>
                <a:lnTo>
                  <a:pt x="8731" y="14636"/>
                </a:lnTo>
                <a:lnTo>
                  <a:pt x="8768" y="14783"/>
                </a:lnTo>
                <a:lnTo>
                  <a:pt x="8841" y="14857"/>
                </a:lnTo>
                <a:lnTo>
                  <a:pt x="8951" y="14893"/>
                </a:lnTo>
                <a:lnTo>
                  <a:pt x="9061" y="14893"/>
                </a:lnTo>
                <a:lnTo>
                  <a:pt x="9061" y="15003"/>
                </a:lnTo>
                <a:lnTo>
                  <a:pt x="9024" y="15150"/>
                </a:lnTo>
                <a:lnTo>
                  <a:pt x="8914" y="15223"/>
                </a:lnTo>
                <a:lnTo>
                  <a:pt x="8768" y="15333"/>
                </a:lnTo>
                <a:lnTo>
                  <a:pt x="8034" y="15040"/>
                </a:lnTo>
                <a:lnTo>
                  <a:pt x="6383" y="14490"/>
                </a:lnTo>
                <a:lnTo>
                  <a:pt x="5576" y="14270"/>
                </a:lnTo>
                <a:lnTo>
                  <a:pt x="4769" y="14086"/>
                </a:lnTo>
                <a:lnTo>
                  <a:pt x="4292" y="14013"/>
                </a:lnTo>
                <a:lnTo>
                  <a:pt x="4072" y="14013"/>
                </a:lnTo>
                <a:lnTo>
                  <a:pt x="3852" y="14050"/>
                </a:lnTo>
                <a:lnTo>
                  <a:pt x="3742" y="14013"/>
                </a:lnTo>
                <a:lnTo>
                  <a:pt x="3669" y="13939"/>
                </a:lnTo>
                <a:lnTo>
                  <a:pt x="3632" y="13829"/>
                </a:lnTo>
                <a:lnTo>
                  <a:pt x="3632" y="13719"/>
                </a:lnTo>
                <a:lnTo>
                  <a:pt x="3632" y="13609"/>
                </a:lnTo>
                <a:lnTo>
                  <a:pt x="3705" y="13536"/>
                </a:lnTo>
                <a:lnTo>
                  <a:pt x="3816" y="13463"/>
                </a:lnTo>
                <a:lnTo>
                  <a:pt x="3926" y="13426"/>
                </a:lnTo>
                <a:close/>
                <a:moveTo>
                  <a:pt x="4256" y="15737"/>
                </a:moveTo>
                <a:lnTo>
                  <a:pt x="4696" y="15847"/>
                </a:lnTo>
                <a:lnTo>
                  <a:pt x="4476" y="16067"/>
                </a:lnTo>
                <a:lnTo>
                  <a:pt x="4292" y="16287"/>
                </a:lnTo>
                <a:lnTo>
                  <a:pt x="4292" y="16250"/>
                </a:lnTo>
                <a:lnTo>
                  <a:pt x="4256" y="16140"/>
                </a:lnTo>
                <a:lnTo>
                  <a:pt x="4256" y="15994"/>
                </a:lnTo>
                <a:lnTo>
                  <a:pt x="4256" y="15737"/>
                </a:lnTo>
                <a:close/>
                <a:moveTo>
                  <a:pt x="4843" y="15920"/>
                </a:moveTo>
                <a:lnTo>
                  <a:pt x="4989" y="15957"/>
                </a:lnTo>
                <a:lnTo>
                  <a:pt x="5136" y="15994"/>
                </a:lnTo>
                <a:lnTo>
                  <a:pt x="4879" y="16140"/>
                </a:lnTo>
                <a:lnTo>
                  <a:pt x="4623" y="16360"/>
                </a:lnTo>
                <a:lnTo>
                  <a:pt x="4623" y="16360"/>
                </a:lnTo>
                <a:lnTo>
                  <a:pt x="4733" y="16140"/>
                </a:lnTo>
                <a:lnTo>
                  <a:pt x="4843" y="15920"/>
                </a:lnTo>
                <a:close/>
                <a:moveTo>
                  <a:pt x="4146" y="14453"/>
                </a:moveTo>
                <a:lnTo>
                  <a:pt x="4659" y="14490"/>
                </a:lnTo>
                <a:lnTo>
                  <a:pt x="5356" y="14673"/>
                </a:lnTo>
                <a:lnTo>
                  <a:pt x="6053" y="14857"/>
                </a:lnTo>
                <a:lnTo>
                  <a:pt x="7410" y="15333"/>
                </a:lnTo>
                <a:lnTo>
                  <a:pt x="8034" y="15553"/>
                </a:lnTo>
                <a:lnTo>
                  <a:pt x="8401" y="15663"/>
                </a:lnTo>
                <a:lnTo>
                  <a:pt x="8694" y="15774"/>
                </a:lnTo>
                <a:lnTo>
                  <a:pt x="8731" y="15847"/>
                </a:lnTo>
                <a:lnTo>
                  <a:pt x="8768" y="15884"/>
                </a:lnTo>
                <a:lnTo>
                  <a:pt x="8841" y="15957"/>
                </a:lnTo>
                <a:lnTo>
                  <a:pt x="8951" y="15957"/>
                </a:lnTo>
                <a:lnTo>
                  <a:pt x="8914" y="16067"/>
                </a:lnTo>
                <a:lnTo>
                  <a:pt x="8841" y="16214"/>
                </a:lnTo>
                <a:lnTo>
                  <a:pt x="8694" y="16397"/>
                </a:lnTo>
                <a:lnTo>
                  <a:pt x="8547" y="16507"/>
                </a:lnTo>
                <a:lnTo>
                  <a:pt x="8401" y="16581"/>
                </a:lnTo>
                <a:lnTo>
                  <a:pt x="7227" y="16140"/>
                </a:lnTo>
                <a:lnTo>
                  <a:pt x="6016" y="15774"/>
                </a:lnTo>
                <a:lnTo>
                  <a:pt x="4733" y="15370"/>
                </a:lnTo>
                <a:lnTo>
                  <a:pt x="4072" y="15223"/>
                </a:lnTo>
                <a:lnTo>
                  <a:pt x="3449" y="15113"/>
                </a:lnTo>
                <a:lnTo>
                  <a:pt x="3449" y="15040"/>
                </a:lnTo>
                <a:lnTo>
                  <a:pt x="3449" y="14857"/>
                </a:lnTo>
                <a:lnTo>
                  <a:pt x="3522" y="14673"/>
                </a:lnTo>
                <a:lnTo>
                  <a:pt x="3632" y="14563"/>
                </a:lnTo>
                <a:lnTo>
                  <a:pt x="3705" y="14490"/>
                </a:lnTo>
                <a:lnTo>
                  <a:pt x="3926" y="14490"/>
                </a:lnTo>
                <a:lnTo>
                  <a:pt x="3962" y="14526"/>
                </a:lnTo>
                <a:lnTo>
                  <a:pt x="3999" y="14526"/>
                </a:lnTo>
                <a:lnTo>
                  <a:pt x="4036" y="14490"/>
                </a:lnTo>
                <a:lnTo>
                  <a:pt x="4146" y="14453"/>
                </a:lnTo>
                <a:close/>
                <a:moveTo>
                  <a:pt x="5503" y="16067"/>
                </a:moveTo>
                <a:lnTo>
                  <a:pt x="5723" y="16140"/>
                </a:lnTo>
                <a:lnTo>
                  <a:pt x="5503" y="16287"/>
                </a:lnTo>
                <a:lnTo>
                  <a:pt x="5246" y="16434"/>
                </a:lnTo>
                <a:lnTo>
                  <a:pt x="5026" y="16617"/>
                </a:lnTo>
                <a:lnTo>
                  <a:pt x="4843" y="16837"/>
                </a:lnTo>
                <a:lnTo>
                  <a:pt x="4659" y="16764"/>
                </a:lnTo>
                <a:lnTo>
                  <a:pt x="4733" y="16691"/>
                </a:lnTo>
                <a:lnTo>
                  <a:pt x="5503" y="16067"/>
                </a:lnTo>
                <a:close/>
                <a:moveTo>
                  <a:pt x="5980" y="16214"/>
                </a:moveTo>
                <a:lnTo>
                  <a:pt x="6200" y="16287"/>
                </a:lnTo>
                <a:lnTo>
                  <a:pt x="6200" y="16324"/>
                </a:lnTo>
                <a:lnTo>
                  <a:pt x="5943" y="16434"/>
                </a:lnTo>
                <a:lnTo>
                  <a:pt x="5723" y="16581"/>
                </a:lnTo>
                <a:lnTo>
                  <a:pt x="5540" y="16727"/>
                </a:lnTo>
                <a:lnTo>
                  <a:pt x="5393" y="16947"/>
                </a:lnTo>
                <a:lnTo>
                  <a:pt x="5246" y="16911"/>
                </a:lnTo>
                <a:lnTo>
                  <a:pt x="5613" y="16544"/>
                </a:lnTo>
                <a:lnTo>
                  <a:pt x="5980" y="16214"/>
                </a:lnTo>
                <a:close/>
                <a:moveTo>
                  <a:pt x="6383" y="16360"/>
                </a:moveTo>
                <a:lnTo>
                  <a:pt x="6897" y="16544"/>
                </a:lnTo>
                <a:lnTo>
                  <a:pt x="6420" y="16801"/>
                </a:lnTo>
                <a:lnTo>
                  <a:pt x="6200" y="16947"/>
                </a:lnTo>
                <a:lnTo>
                  <a:pt x="5980" y="17131"/>
                </a:lnTo>
                <a:lnTo>
                  <a:pt x="5796" y="17057"/>
                </a:lnTo>
                <a:lnTo>
                  <a:pt x="5833" y="16984"/>
                </a:lnTo>
                <a:lnTo>
                  <a:pt x="5833" y="16911"/>
                </a:lnTo>
                <a:lnTo>
                  <a:pt x="5833" y="16874"/>
                </a:lnTo>
                <a:lnTo>
                  <a:pt x="6090" y="16617"/>
                </a:lnTo>
                <a:lnTo>
                  <a:pt x="6383" y="16397"/>
                </a:lnTo>
                <a:lnTo>
                  <a:pt x="6383" y="16360"/>
                </a:lnTo>
                <a:close/>
                <a:moveTo>
                  <a:pt x="7080" y="16581"/>
                </a:moveTo>
                <a:lnTo>
                  <a:pt x="7410" y="16691"/>
                </a:lnTo>
                <a:lnTo>
                  <a:pt x="7154" y="16911"/>
                </a:lnTo>
                <a:lnTo>
                  <a:pt x="6787" y="17314"/>
                </a:lnTo>
                <a:lnTo>
                  <a:pt x="6457" y="17241"/>
                </a:lnTo>
                <a:lnTo>
                  <a:pt x="6493" y="17167"/>
                </a:lnTo>
                <a:lnTo>
                  <a:pt x="6457" y="17131"/>
                </a:lnTo>
                <a:lnTo>
                  <a:pt x="6750" y="16837"/>
                </a:lnTo>
                <a:lnTo>
                  <a:pt x="7080" y="16581"/>
                </a:lnTo>
                <a:close/>
                <a:moveTo>
                  <a:pt x="8034" y="2678"/>
                </a:moveTo>
                <a:lnTo>
                  <a:pt x="7704" y="2715"/>
                </a:lnTo>
                <a:lnTo>
                  <a:pt x="7374" y="2752"/>
                </a:lnTo>
                <a:lnTo>
                  <a:pt x="7044" y="2825"/>
                </a:lnTo>
                <a:lnTo>
                  <a:pt x="6750" y="2898"/>
                </a:lnTo>
                <a:lnTo>
                  <a:pt x="6420" y="3008"/>
                </a:lnTo>
                <a:lnTo>
                  <a:pt x="6126" y="3155"/>
                </a:lnTo>
                <a:lnTo>
                  <a:pt x="5833" y="3302"/>
                </a:lnTo>
                <a:lnTo>
                  <a:pt x="5576" y="3522"/>
                </a:lnTo>
                <a:lnTo>
                  <a:pt x="5026" y="3962"/>
                </a:lnTo>
                <a:lnTo>
                  <a:pt x="4806" y="4219"/>
                </a:lnTo>
                <a:lnTo>
                  <a:pt x="4586" y="4512"/>
                </a:lnTo>
                <a:lnTo>
                  <a:pt x="4366" y="4769"/>
                </a:lnTo>
                <a:lnTo>
                  <a:pt x="4182" y="5099"/>
                </a:lnTo>
                <a:lnTo>
                  <a:pt x="3999" y="5393"/>
                </a:lnTo>
                <a:lnTo>
                  <a:pt x="3852" y="5723"/>
                </a:lnTo>
                <a:lnTo>
                  <a:pt x="3742" y="6163"/>
                </a:lnTo>
                <a:lnTo>
                  <a:pt x="3669" y="6603"/>
                </a:lnTo>
                <a:lnTo>
                  <a:pt x="3632" y="7043"/>
                </a:lnTo>
                <a:lnTo>
                  <a:pt x="3632" y="7520"/>
                </a:lnTo>
                <a:lnTo>
                  <a:pt x="3705" y="7960"/>
                </a:lnTo>
                <a:lnTo>
                  <a:pt x="3779" y="8437"/>
                </a:lnTo>
                <a:lnTo>
                  <a:pt x="3962" y="9318"/>
                </a:lnTo>
                <a:lnTo>
                  <a:pt x="4109" y="10308"/>
                </a:lnTo>
                <a:lnTo>
                  <a:pt x="4182" y="10785"/>
                </a:lnTo>
                <a:lnTo>
                  <a:pt x="4219" y="11262"/>
                </a:lnTo>
                <a:lnTo>
                  <a:pt x="4182" y="11739"/>
                </a:lnTo>
                <a:lnTo>
                  <a:pt x="4109" y="12215"/>
                </a:lnTo>
                <a:lnTo>
                  <a:pt x="3999" y="12619"/>
                </a:lnTo>
                <a:lnTo>
                  <a:pt x="3816" y="13059"/>
                </a:lnTo>
                <a:lnTo>
                  <a:pt x="3595" y="13132"/>
                </a:lnTo>
                <a:lnTo>
                  <a:pt x="3449" y="13279"/>
                </a:lnTo>
                <a:lnTo>
                  <a:pt x="3302" y="13426"/>
                </a:lnTo>
                <a:lnTo>
                  <a:pt x="3229" y="13646"/>
                </a:lnTo>
                <a:lnTo>
                  <a:pt x="3229" y="13829"/>
                </a:lnTo>
                <a:lnTo>
                  <a:pt x="3265" y="13976"/>
                </a:lnTo>
                <a:lnTo>
                  <a:pt x="3339" y="14160"/>
                </a:lnTo>
                <a:lnTo>
                  <a:pt x="3412" y="14270"/>
                </a:lnTo>
                <a:lnTo>
                  <a:pt x="3339" y="14343"/>
                </a:lnTo>
                <a:lnTo>
                  <a:pt x="3265" y="14416"/>
                </a:lnTo>
                <a:lnTo>
                  <a:pt x="3192" y="14526"/>
                </a:lnTo>
                <a:lnTo>
                  <a:pt x="3119" y="14673"/>
                </a:lnTo>
                <a:lnTo>
                  <a:pt x="3082" y="14857"/>
                </a:lnTo>
                <a:lnTo>
                  <a:pt x="3045" y="15040"/>
                </a:lnTo>
                <a:lnTo>
                  <a:pt x="3045" y="15187"/>
                </a:lnTo>
                <a:lnTo>
                  <a:pt x="3082" y="15370"/>
                </a:lnTo>
                <a:lnTo>
                  <a:pt x="3192" y="15480"/>
                </a:lnTo>
                <a:lnTo>
                  <a:pt x="3302" y="15590"/>
                </a:lnTo>
                <a:lnTo>
                  <a:pt x="3412" y="15627"/>
                </a:lnTo>
                <a:lnTo>
                  <a:pt x="3485" y="15590"/>
                </a:lnTo>
                <a:lnTo>
                  <a:pt x="3522" y="15553"/>
                </a:lnTo>
                <a:lnTo>
                  <a:pt x="3559" y="15553"/>
                </a:lnTo>
                <a:lnTo>
                  <a:pt x="4072" y="15700"/>
                </a:lnTo>
                <a:lnTo>
                  <a:pt x="3999" y="15810"/>
                </a:lnTo>
                <a:lnTo>
                  <a:pt x="3926" y="15957"/>
                </a:lnTo>
                <a:lnTo>
                  <a:pt x="3926" y="16140"/>
                </a:lnTo>
                <a:lnTo>
                  <a:pt x="3926" y="16324"/>
                </a:lnTo>
                <a:lnTo>
                  <a:pt x="3999" y="16507"/>
                </a:lnTo>
                <a:lnTo>
                  <a:pt x="4072" y="16654"/>
                </a:lnTo>
                <a:lnTo>
                  <a:pt x="4146" y="16801"/>
                </a:lnTo>
                <a:lnTo>
                  <a:pt x="4292" y="16874"/>
                </a:lnTo>
                <a:lnTo>
                  <a:pt x="4256" y="16947"/>
                </a:lnTo>
                <a:lnTo>
                  <a:pt x="4292" y="17021"/>
                </a:lnTo>
                <a:lnTo>
                  <a:pt x="4329" y="17057"/>
                </a:lnTo>
                <a:lnTo>
                  <a:pt x="4402" y="17094"/>
                </a:lnTo>
                <a:lnTo>
                  <a:pt x="4586" y="17167"/>
                </a:lnTo>
                <a:lnTo>
                  <a:pt x="4806" y="17277"/>
                </a:lnTo>
                <a:lnTo>
                  <a:pt x="5283" y="17388"/>
                </a:lnTo>
                <a:lnTo>
                  <a:pt x="5393" y="17424"/>
                </a:lnTo>
                <a:lnTo>
                  <a:pt x="5576" y="17461"/>
                </a:lnTo>
                <a:lnTo>
                  <a:pt x="6310" y="17681"/>
                </a:lnTo>
                <a:lnTo>
                  <a:pt x="6677" y="17754"/>
                </a:lnTo>
                <a:lnTo>
                  <a:pt x="6860" y="17791"/>
                </a:lnTo>
                <a:lnTo>
                  <a:pt x="7044" y="17754"/>
                </a:lnTo>
                <a:lnTo>
                  <a:pt x="7117" y="17718"/>
                </a:lnTo>
                <a:lnTo>
                  <a:pt x="7154" y="17681"/>
                </a:lnTo>
                <a:lnTo>
                  <a:pt x="7154" y="17608"/>
                </a:lnTo>
                <a:lnTo>
                  <a:pt x="7117" y="17534"/>
                </a:lnTo>
                <a:lnTo>
                  <a:pt x="7447" y="17204"/>
                </a:lnTo>
                <a:lnTo>
                  <a:pt x="7594" y="17021"/>
                </a:lnTo>
                <a:lnTo>
                  <a:pt x="7740" y="16837"/>
                </a:lnTo>
                <a:lnTo>
                  <a:pt x="8327" y="17021"/>
                </a:lnTo>
                <a:lnTo>
                  <a:pt x="8437" y="17021"/>
                </a:lnTo>
                <a:lnTo>
                  <a:pt x="8547" y="16984"/>
                </a:lnTo>
                <a:lnTo>
                  <a:pt x="8731" y="16911"/>
                </a:lnTo>
                <a:lnTo>
                  <a:pt x="8914" y="16764"/>
                </a:lnTo>
                <a:lnTo>
                  <a:pt x="9098" y="16581"/>
                </a:lnTo>
                <a:lnTo>
                  <a:pt x="9208" y="16360"/>
                </a:lnTo>
                <a:lnTo>
                  <a:pt x="9281" y="16140"/>
                </a:lnTo>
                <a:lnTo>
                  <a:pt x="9318" y="15884"/>
                </a:lnTo>
                <a:lnTo>
                  <a:pt x="9281" y="15700"/>
                </a:lnTo>
                <a:lnTo>
                  <a:pt x="9208" y="15590"/>
                </a:lnTo>
                <a:lnTo>
                  <a:pt x="9171" y="15517"/>
                </a:lnTo>
                <a:lnTo>
                  <a:pt x="9244" y="15407"/>
                </a:lnTo>
                <a:lnTo>
                  <a:pt x="9354" y="15260"/>
                </a:lnTo>
                <a:lnTo>
                  <a:pt x="9391" y="15113"/>
                </a:lnTo>
                <a:lnTo>
                  <a:pt x="9428" y="15003"/>
                </a:lnTo>
                <a:lnTo>
                  <a:pt x="9501" y="14930"/>
                </a:lnTo>
                <a:lnTo>
                  <a:pt x="9575" y="14857"/>
                </a:lnTo>
                <a:lnTo>
                  <a:pt x="9575" y="14783"/>
                </a:lnTo>
                <a:lnTo>
                  <a:pt x="9538" y="14673"/>
                </a:lnTo>
                <a:lnTo>
                  <a:pt x="9391" y="14526"/>
                </a:lnTo>
                <a:lnTo>
                  <a:pt x="9244" y="14380"/>
                </a:lnTo>
                <a:lnTo>
                  <a:pt x="9244" y="14050"/>
                </a:lnTo>
                <a:lnTo>
                  <a:pt x="9318" y="13683"/>
                </a:lnTo>
                <a:lnTo>
                  <a:pt x="9428" y="13353"/>
                </a:lnTo>
                <a:lnTo>
                  <a:pt x="9538" y="13059"/>
                </a:lnTo>
                <a:lnTo>
                  <a:pt x="9721" y="12766"/>
                </a:lnTo>
                <a:lnTo>
                  <a:pt x="9905" y="12472"/>
                </a:lnTo>
                <a:lnTo>
                  <a:pt x="10308" y="11885"/>
                </a:lnTo>
                <a:lnTo>
                  <a:pt x="10785" y="11335"/>
                </a:lnTo>
                <a:lnTo>
                  <a:pt x="11299" y="10822"/>
                </a:lnTo>
                <a:lnTo>
                  <a:pt x="11775" y="10308"/>
                </a:lnTo>
                <a:lnTo>
                  <a:pt x="12179" y="9758"/>
                </a:lnTo>
                <a:lnTo>
                  <a:pt x="12362" y="9501"/>
                </a:lnTo>
                <a:lnTo>
                  <a:pt x="12546" y="9208"/>
                </a:lnTo>
                <a:lnTo>
                  <a:pt x="12656" y="8951"/>
                </a:lnTo>
                <a:lnTo>
                  <a:pt x="12803" y="8657"/>
                </a:lnTo>
                <a:lnTo>
                  <a:pt x="12876" y="8364"/>
                </a:lnTo>
                <a:lnTo>
                  <a:pt x="12949" y="8034"/>
                </a:lnTo>
                <a:lnTo>
                  <a:pt x="12986" y="7740"/>
                </a:lnTo>
                <a:lnTo>
                  <a:pt x="13023" y="7447"/>
                </a:lnTo>
                <a:lnTo>
                  <a:pt x="13023" y="6823"/>
                </a:lnTo>
                <a:lnTo>
                  <a:pt x="12913" y="6236"/>
                </a:lnTo>
                <a:lnTo>
                  <a:pt x="12729" y="5613"/>
                </a:lnTo>
                <a:lnTo>
                  <a:pt x="12436" y="5026"/>
                </a:lnTo>
                <a:lnTo>
                  <a:pt x="12252" y="4769"/>
                </a:lnTo>
                <a:lnTo>
                  <a:pt x="12069" y="4476"/>
                </a:lnTo>
                <a:lnTo>
                  <a:pt x="11849" y="4256"/>
                </a:lnTo>
                <a:lnTo>
                  <a:pt x="11629" y="3999"/>
                </a:lnTo>
                <a:lnTo>
                  <a:pt x="11372" y="3815"/>
                </a:lnTo>
                <a:lnTo>
                  <a:pt x="11115" y="3595"/>
                </a:lnTo>
                <a:lnTo>
                  <a:pt x="10565" y="3265"/>
                </a:lnTo>
                <a:lnTo>
                  <a:pt x="9978" y="3008"/>
                </a:lnTo>
                <a:lnTo>
                  <a:pt x="9354" y="2825"/>
                </a:lnTo>
                <a:lnTo>
                  <a:pt x="8694" y="2715"/>
                </a:lnTo>
                <a:lnTo>
                  <a:pt x="8034" y="267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4C2F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09" name="Google Shape;1609;p65"/>
          <p:cNvSpPr/>
          <p:nvPr/>
        </p:nvSpPr>
        <p:spPr>
          <a:xfrm>
            <a:off x="8776937" y="921577"/>
            <a:ext cx="236870" cy="517082"/>
          </a:xfrm>
          <a:custGeom>
            <a:rect b="b" l="l" r="r" t="t"/>
            <a:pathLst>
              <a:path extrusionOk="0" h="16178" w="7411">
                <a:moveTo>
                  <a:pt x="3339" y="147"/>
                </a:moveTo>
                <a:lnTo>
                  <a:pt x="3229" y="441"/>
                </a:lnTo>
                <a:lnTo>
                  <a:pt x="3155" y="734"/>
                </a:lnTo>
                <a:lnTo>
                  <a:pt x="3119" y="1358"/>
                </a:lnTo>
                <a:lnTo>
                  <a:pt x="3082" y="2972"/>
                </a:lnTo>
                <a:lnTo>
                  <a:pt x="3119" y="4476"/>
                </a:lnTo>
                <a:lnTo>
                  <a:pt x="3119" y="5283"/>
                </a:lnTo>
                <a:lnTo>
                  <a:pt x="3119" y="5576"/>
                </a:lnTo>
                <a:lnTo>
                  <a:pt x="3155" y="5723"/>
                </a:lnTo>
                <a:lnTo>
                  <a:pt x="3229" y="5870"/>
                </a:lnTo>
                <a:lnTo>
                  <a:pt x="3265" y="5906"/>
                </a:lnTo>
                <a:lnTo>
                  <a:pt x="3339" y="5943"/>
                </a:lnTo>
                <a:lnTo>
                  <a:pt x="3375" y="5943"/>
                </a:lnTo>
                <a:lnTo>
                  <a:pt x="3449" y="5870"/>
                </a:lnTo>
                <a:lnTo>
                  <a:pt x="3486" y="5760"/>
                </a:lnTo>
                <a:lnTo>
                  <a:pt x="3522" y="5649"/>
                </a:lnTo>
                <a:lnTo>
                  <a:pt x="3522" y="5393"/>
                </a:lnTo>
                <a:lnTo>
                  <a:pt x="3522" y="4586"/>
                </a:lnTo>
                <a:lnTo>
                  <a:pt x="3486" y="2972"/>
                </a:lnTo>
                <a:lnTo>
                  <a:pt x="3522" y="1504"/>
                </a:lnTo>
                <a:lnTo>
                  <a:pt x="3522" y="808"/>
                </a:lnTo>
                <a:lnTo>
                  <a:pt x="3486" y="477"/>
                </a:lnTo>
                <a:lnTo>
                  <a:pt x="3412" y="294"/>
                </a:lnTo>
                <a:lnTo>
                  <a:pt x="3375" y="147"/>
                </a:lnTo>
                <a:close/>
                <a:moveTo>
                  <a:pt x="1725" y="1"/>
                </a:moveTo>
                <a:lnTo>
                  <a:pt x="1688" y="37"/>
                </a:lnTo>
                <a:lnTo>
                  <a:pt x="1615" y="147"/>
                </a:lnTo>
                <a:lnTo>
                  <a:pt x="1578" y="294"/>
                </a:lnTo>
                <a:lnTo>
                  <a:pt x="1541" y="624"/>
                </a:lnTo>
                <a:lnTo>
                  <a:pt x="1578" y="1284"/>
                </a:lnTo>
                <a:lnTo>
                  <a:pt x="1615" y="2898"/>
                </a:lnTo>
                <a:lnTo>
                  <a:pt x="1725" y="6236"/>
                </a:lnTo>
                <a:lnTo>
                  <a:pt x="1761" y="6346"/>
                </a:lnTo>
                <a:lnTo>
                  <a:pt x="1798" y="6383"/>
                </a:lnTo>
                <a:lnTo>
                  <a:pt x="1872" y="6420"/>
                </a:lnTo>
                <a:lnTo>
                  <a:pt x="1945" y="6456"/>
                </a:lnTo>
                <a:lnTo>
                  <a:pt x="2018" y="6420"/>
                </a:lnTo>
                <a:lnTo>
                  <a:pt x="2092" y="6383"/>
                </a:lnTo>
                <a:lnTo>
                  <a:pt x="2165" y="6346"/>
                </a:lnTo>
                <a:lnTo>
                  <a:pt x="2165" y="6236"/>
                </a:lnTo>
                <a:lnTo>
                  <a:pt x="2165" y="5980"/>
                </a:lnTo>
                <a:lnTo>
                  <a:pt x="2165" y="5943"/>
                </a:lnTo>
                <a:lnTo>
                  <a:pt x="2055" y="3008"/>
                </a:lnTo>
                <a:lnTo>
                  <a:pt x="1982" y="1394"/>
                </a:lnTo>
                <a:lnTo>
                  <a:pt x="1945" y="587"/>
                </a:lnTo>
                <a:lnTo>
                  <a:pt x="1908" y="294"/>
                </a:lnTo>
                <a:lnTo>
                  <a:pt x="1872" y="147"/>
                </a:lnTo>
                <a:lnTo>
                  <a:pt x="1761" y="37"/>
                </a:lnTo>
                <a:lnTo>
                  <a:pt x="1725" y="1"/>
                </a:lnTo>
                <a:close/>
                <a:moveTo>
                  <a:pt x="4953" y="184"/>
                </a:moveTo>
                <a:lnTo>
                  <a:pt x="4879" y="221"/>
                </a:lnTo>
                <a:lnTo>
                  <a:pt x="4843" y="257"/>
                </a:lnTo>
                <a:lnTo>
                  <a:pt x="4843" y="331"/>
                </a:lnTo>
                <a:lnTo>
                  <a:pt x="4769" y="1101"/>
                </a:lnTo>
                <a:lnTo>
                  <a:pt x="4733" y="1908"/>
                </a:lnTo>
                <a:lnTo>
                  <a:pt x="4733" y="3522"/>
                </a:lnTo>
                <a:lnTo>
                  <a:pt x="4733" y="5136"/>
                </a:lnTo>
                <a:lnTo>
                  <a:pt x="4696" y="5870"/>
                </a:lnTo>
                <a:lnTo>
                  <a:pt x="4696" y="6273"/>
                </a:lnTo>
                <a:lnTo>
                  <a:pt x="4769" y="6640"/>
                </a:lnTo>
                <a:lnTo>
                  <a:pt x="4806" y="6713"/>
                </a:lnTo>
                <a:lnTo>
                  <a:pt x="4916" y="6750"/>
                </a:lnTo>
                <a:lnTo>
                  <a:pt x="5026" y="6713"/>
                </a:lnTo>
                <a:lnTo>
                  <a:pt x="5100" y="6640"/>
                </a:lnTo>
                <a:lnTo>
                  <a:pt x="5173" y="6273"/>
                </a:lnTo>
                <a:lnTo>
                  <a:pt x="5173" y="5870"/>
                </a:lnTo>
                <a:lnTo>
                  <a:pt x="5136" y="5136"/>
                </a:lnTo>
                <a:lnTo>
                  <a:pt x="5136" y="3522"/>
                </a:lnTo>
                <a:lnTo>
                  <a:pt x="5173" y="1908"/>
                </a:lnTo>
                <a:lnTo>
                  <a:pt x="5136" y="1138"/>
                </a:lnTo>
                <a:lnTo>
                  <a:pt x="5100" y="331"/>
                </a:lnTo>
                <a:lnTo>
                  <a:pt x="5100" y="257"/>
                </a:lnTo>
                <a:lnTo>
                  <a:pt x="5063" y="221"/>
                </a:lnTo>
                <a:lnTo>
                  <a:pt x="4953" y="184"/>
                </a:lnTo>
                <a:close/>
                <a:moveTo>
                  <a:pt x="6273" y="2678"/>
                </a:moveTo>
                <a:lnTo>
                  <a:pt x="6273" y="2715"/>
                </a:lnTo>
                <a:lnTo>
                  <a:pt x="6200" y="3008"/>
                </a:lnTo>
                <a:lnTo>
                  <a:pt x="6163" y="3302"/>
                </a:lnTo>
                <a:lnTo>
                  <a:pt x="6127" y="3925"/>
                </a:lnTo>
                <a:lnTo>
                  <a:pt x="6127" y="5173"/>
                </a:lnTo>
                <a:lnTo>
                  <a:pt x="6090" y="7667"/>
                </a:lnTo>
                <a:lnTo>
                  <a:pt x="6090" y="7887"/>
                </a:lnTo>
                <a:lnTo>
                  <a:pt x="6127" y="7960"/>
                </a:lnTo>
                <a:lnTo>
                  <a:pt x="6163" y="8034"/>
                </a:lnTo>
                <a:lnTo>
                  <a:pt x="6237" y="8070"/>
                </a:lnTo>
                <a:lnTo>
                  <a:pt x="6383" y="8070"/>
                </a:lnTo>
                <a:lnTo>
                  <a:pt x="6457" y="8034"/>
                </a:lnTo>
                <a:lnTo>
                  <a:pt x="6493" y="7960"/>
                </a:lnTo>
                <a:lnTo>
                  <a:pt x="6530" y="7887"/>
                </a:lnTo>
                <a:lnTo>
                  <a:pt x="6530" y="5283"/>
                </a:lnTo>
                <a:lnTo>
                  <a:pt x="6530" y="3962"/>
                </a:lnTo>
                <a:lnTo>
                  <a:pt x="6493" y="3339"/>
                </a:lnTo>
                <a:lnTo>
                  <a:pt x="6457" y="3008"/>
                </a:lnTo>
                <a:lnTo>
                  <a:pt x="6383" y="2715"/>
                </a:lnTo>
                <a:lnTo>
                  <a:pt x="6347" y="2678"/>
                </a:lnTo>
                <a:close/>
                <a:moveTo>
                  <a:pt x="3265" y="7887"/>
                </a:moveTo>
                <a:lnTo>
                  <a:pt x="3082" y="8107"/>
                </a:lnTo>
                <a:lnTo>
                  <a:pt x="2862" y="8291"/>
                </a:lnTo>
                <a:lnTo>
                  <a:pt x="2679" y="8401"/>
                </a:lnTo>
                <a:lnTo>
                  <a:pt x="2458" y="8474"/>
                </a:lnTo>
                <a:lnTo>
                  <a:pt x="2458" y="8474"/>
                </a:lnTo>
                <a:lnTo>
                  <a:pt x="2605" y="8291"/>
                </a:lnTo>
                <a:lnTo>
                  <a:pt x="2752" y="8144"/>
                </a:lnTo>
                <a:lnTo>
                  <a:pt x="2972" y="7997"/>
                </a:lnTo>
                <a:lnTo>
                  <a:pt x="3192" y="7924"/>
                </a:lnTo>
                <a:lnTo>
                  <a:pt x="3265" y="7887"/>
                </a:lnTo>
                <a:close/>
                <a:moveTo>
                  <a:pt x="4806" y="9501"/>
                </a:moveTo>
                <a:lnTo>
                  <a:pt x="4513" y="9538"/>
                </a:lnTo>
                <a:lnTo>
                  <a:pt x="4329" y="9574"/>
                </a:lnTo>
                <a:lnTo>
                  <a:pt x="4072" y="9574"/>
                </a:lnTo>
                <a:lnTo>
                  <a:pt x="4072" y="9611"/>
                </a:lnTo>
                <a:lnTo>
                  <a:pt x="4072" y="9684"/>
                </a:lnTo>
                <a:lnTo>
                  <a:pt x="4109" y="9758"/>
                </a:lnTo>
                <a:lnTo>
                  <a:pt x="4146" y="9831"/>
                </a:lnTo>
                <a:lnTo>
                  <a:pt x="4219" y="9868"/>
                </a:lnTo>
                <a:lnTo>
                  <a:pt x="4293" y="9905"/>
                </a:lnTo>
                <a:lnTo>
                  <a:pt x="4476" y="9941"/>
                </a:lnTo>
                <a:lnTo>
                  <a:pt x="4659" y="9905"/>
                </a:lnTo>
                <a:lnTo>
                  <a:pt x="4806" y="9941"/>
                </a:lnTo>
                <a:lnTo>
                  <a:pt x="4953" y="9978"/>
                </a:lnTo>
                <a:lnTo>
                  <a:pt x="5100" y="10015"/>
                </a:lnTo>
                <a:lnTo>
                  <a:pt x="5246" y="10125"/>
                </a:lnTo>
                <a:lnTo>
                  <a:pt x="5320" y="10235"/>
                </a:lnTo>
                <a:lnTo>
                  <a:pt x="5430" y="10381"/>
                </a:lnTo>
                <a:lnTo>
                  <a:pt x="5466" y="10528"/>
                </a:lnTo>
                <a:lnTo>
                  <a:pt x="5503" y="10675"/>
                </a:lnTo>
                <a:lnTo>
                  <a:pt x="5540" y="10748"/>
                </a:lnTo>
                <a:lnTo>
                  <a:pt x="5613" y="10822"/>
                </a:lnTo>
                <a:lnTo>
                  <a:pt x="5833" y="10822"/>
                </a:lnTo>
                <a:lnTo>
                  <a:pt x="5907" y="10748"/>
                </a:lnTo>
                <a:lnTo>
                  <a:pt x="5943" y="10711"/>
                </a:lnTo>
                <a:lnTo>
                  <a:pt x="5980" y="10601"/>
                </a:lnTo>
                <a:lnTo>
                  <a:pt x="5907" y="10308"/>
                </a:lnTo>
                <a:lnTo>
                  <a:pt x="5760" y="10051"/>
                </a:lnTo>
                <a:lnTo>
                  <a:pt x="5576" y="9831"/>
                </a:lnTo>
                <a:lnTo>
                  <a:pt x="5356" y="9648"/>
                </a:lnTo>
                <a:lnTo>
                  <a:pt x="5100" y="9538"/>
                </a:lnTo>
                <a:lnTo>
                  <a:pt x="4806" y="9501"/>
                </a:lnTo>
                <a:close/>
                <a:moveTo>
                  <a:pt x="4879" y="8547"/>
                </a:moveTo>
                <a:lnTo>
                  <a:pt x="5136" y="8621"/>
                </a:lnTo>
                <a:lnTo>
                  <a:pt x="5393" y="8731"/>
                </a:lnTo>
                <a:lnTo>
                  <a:pt x="5650" y="8877"/>
                </a:lnTo>
                <a:lnTo>
                  <a:pt x="5907" y="9061"/>
                </a:lnTo>
                <a:lnTo>
                  <a:pt x="6090" y="9244"/>
                </a:lnTo>
                <a:lnTo>
                  <a:pt x="6310" y="9464"/>
                </a:lnTo>
                <a:lnTo>
                  <a:pt x="6457" y="9684"/>
                </a:lnTo>
                <a:lnTo>
                  <a:pt x="6603" y="9941"/>
                </a:lnTo>
                <a:lnTo>
                  <a:pt x="6714" y="10198"/>
                </a:lnTo>
                <a:lnTo>
                  <a:pt x="6787" y="10491"/>
                </a:lnTo>
                <a:lnTo>
                  <a:pt x="6860" y="10748"/>
                </a:lnTo>
                <a:lnTo>
                  <a:pt x="6934" y="11078"/>
                </a:lnTo>
                <a:lnTo>
                  <a:pt x="6934" y="11372"/>
                </a:lnTo>
                <a:lnTo>
                  <a:pt x="6934" y="11665"/>
                </a:lnTo>
                <a:lnTo>
                  <a:pt x="6934" y="11995"/>
                </a:lnTo>
                <a:lnTo>
                  <a:pt x="6824" y="12619"/>
                </a:lnTo>
                <a:lnTo>
                  <a:pt x="6677" y="13206"/>
                </a:lnTo>
                <a:lnTo>
                  <a:pt x="6530" y="13499"/>
                </a:lnTo>
                <a:lnTo>
                  <a:pt x="6383" y="13793"/>
                </a:lnTo>
                <a:lnTo>
                  <a:pt x="6310" y="13939"/>
                </a:lnTo>
                <a:lnTo>
                  <a:pt x="6163" y="14050"/>
                </a:lnTo>
                <a:lnTo>
                  <a:pt x="5907" y="14270"/>
                </a:lnTo>
                <a:lnTo>
                  <a:pt x="5540" y="14526"/>
                </a:lnTo>
                <a:lnTo>
                  <a:pt x="5173" y="14857"/>
                </a:lnTo>
                <a:lnTo>
                  <a:pt x="5026" y="14967"/>
                </a:lnTo>
                <a:lnTo>
                  <a:pt x="4659" y="15187"/>
                </a:lnTo>
                <a:lnTo>
                  <a:pt x="4659" y="15187"/>
                </a:lnTo>
                <a:lnTo>
                  <a:pt x="4806" y="14857"/>
                </a:lnTo>
                <a:lnTo>
                  <a:pt x="4916" y="14636"/>
                </a:lnTo>
                <a:lnTo>
                  <a:pt x="4953" y="14490"/>
                </a:lnTo>
                <a:lnTo>
                  <a:pt x="4989" y="14380"/>
                </a:lnTo>
                <a:lnTo>
                  <a:pt x="4953" y="14270"/>
                </a:lnTo>
                <a:lnTo>
                  <a:pt x="4916" y="14160"/>
                </a:lnTo>
                <a:lnTo>
                  <a:pt x="4843" y="14123"/>
                </a:lnTo>
                <a:lnTo>
                  <a:pt x="4659" y="14123"/>
                </a:lnTo>
                <a:lnTo>
                  <a:pt x="4586" y="14160"/>
                </a:lnTo>
                <a:lnTo>
                  <a:pt x="4549" y="14233"/>
                </a:lnTo>
                <a:lnTo>
                  <a:pt x="4513" y="14343"/>
                </a:lnTo>
                <a:lnTo>
                  <a:pt x="4549" y="14453"/>
                </a:lnTo>
                <a:lnTo>
                  <a:pt x="4513" y="14526"/>
                </a:lnTo>
                <a:lnTo>
                  <a:pt x="4439" y="14783"/>
                </a:lnTo>
                <a:lnTo>
                  <a:pt x="4366" y="15003"/>
                </a:lnTo>
                <a:lnTo>
                  <a:pt x="4329" y="15260"/>
                </a:lnTo>
                <a:lnTo>
                  <a:pt x="4366" y="15333"/>
                </a:lnTo>
                <a:lnTo>
                  <a:pt x="4293" y="15370"/>
                </a:lnTo>
                <a:lnTo>
                  <a:pt x="3999" y="15480"/>
                </a:lnTo>
                <a:lnTo>
                  <a:pt x="3632" y="15590"/>
                </a:lnTo>
                <a:lnTo>
                  <a:pt x="3816" y="15333"/>
                </a:lnTo>
                <a:lnTo>
                  <a:pt x="4109" y="14746"/>
                </a:lnTo>
                <a:lnTo>
                  <a:pt x="4109" y="14673"/>
                </a:lnTo>
                <a:lnTo>
                  <a:pt x="4109" y="14600"/>
                </a:lnTo>
                <a:lnTo>
                  <a:pt x="4072" y="14526"/>
                </a:lnTo>
                <a:lnTo>
                  <a:pt x="4036" y="14490"/>
                </a:lnTo>
                <a:lnTo>
                  <a:pt x="3962" y="14453"/>
                </a:lnTo>
                <a:lnTo>
                  <a:pt x="3889" y="14453"/>
                </a:lnTo>
                <a:lnTo>
                  <a:pt x="3816" y="14490"/>
                </a:lnTo>
                <a:lnTo>
                  <a:pt x="3779" y="14563"/>
                </a:lnTo>
                <a:lnTo>
                  <a:pt x="3486" y="15150"/>
                </a:lnTo>
                <a:lnTo>
                  <a:pt x="3339" y="15407"/>
                </a:lnTo>
                <a:lnTo>
                  <a:pt x="3229" y="15663"/>
                </a:lnTo>
                <a:lnTo>
                  <a:pt x="2899" y="15700"/>
                </a:lnTo>
                <a:lnTo>
                  <a:pt x="2532" y="15627"/>
                </a:lnTo>
                <a:lnTo>
                  <a:pt x="2752" y="15407"/>
                </a:lnTo>
                <a:lnTo>
                  <a:pt x="2935" y="15187"/>
                </a:lnTo>
                <a:lnTo>
                  <a:pt x="3119" y="14893"/>
                </a:lnTo>
                <a:lnTo>
                  <a:pt x="3265" y="14600"/>
                </a:lnTo>
                <a:lnTo>
                  <a:pt x="3339" y="14600"/>
                </a:lnTo>
                <a:lnTo>
                  <a:pt x="3375" y="14526"/>
                </a:lnTo>
                <a:lnTo>
                  <a:pt x="3412" y="14490"/>
                </a:lnTo>
                <a:lnTo>
                  <a:pt x="3449" y="14380"/>
                </a:lnTo>
                <a:lnTo>
                  <a:pt x="3412" y="14343"/>
                </a:lnTo>
                <a:lnTo>
                  <a:pt x="3412" y="14270"/>
                </a:lnTo>
                <a:lnTo>
                  <a:pt x="3339" y="14233"/>
                </a:lnTo>
                <a:lnTo>
                  <a:pt x="3229" y="14196"/>
                </a:lnTo>
                <a:lnTo>
                  <a:pt x="3155" y="14196"/>
                </a:lnTo>
                <a:lnTo>
                  <a:pt x="3045" y="14233"/>
                </a:lnTo>
                <a:lnTo>
                  <a:pt x="2935" y="14380"/>
                </a:lnTo>
                <a:lnTo>
                  <a:pt x="2752" y="14673"/>
                </a:lnTo>
                <a:lnTo>
                  <a:pt x="2495" y="15077"/>
                </a:lnTo>
                <a:lnTo>
                  <a:pt x="2238" y="15443"/>
                </a:lnTo>
                <a:lnTo>
                  <a:pt x="2202" y="15553"/>
                </a:lnTo>
                <a:lnTo>
                  <a:pt x="1908" y="15370"/>
                </a:lnTo>
                <a:lnTo>
                  <a:pt x="1615" y="15187"/>
                </a:lnTo>
                <a:lnTo>
                  <a:pt x="1761" y="15077"/>
                </a:lnTo>
                <a:lnTo>
                  <a:pt x="1872" y="14967"/>
                </a:lnTo>
                <a:lnTo>
                  <a:pt x="2238" y="14563"/>
                </a:lnTo>
                <a:lnTo>
                  <a:pt x="2568" y="14196"/>
                </a:lnTo>
                <a:lnTo>
                  <a:pt x="2715" y="13976"/>
                </a:lnTo>
                <a:lnTo>
                  <a:pt x="2789" y="13756"/>
                </a:lnTo>
                <a:lnTo>
                  <a:pt x="2789" y="13683"/>
                </a:lnTo>
                <a:lnTo>
                  <a:pt x="2752" y="13609"/>
                </a:lnTo>
                <a:lnTo>
                  <a:pt x="2642" y="13609"/>
                </a:lnTo>
                <a:lnTo>
                  <a:pt x="2422" y="13719"/>
                </a:lnTo>
                <a:lnTo>
                  <a:pt x="2238" y="13866"/>
                </a:lnTo>
                <a:lnTo>
                  <a:pt x="1945" y="14233"/>
                </a:lnTo>
                <a:lnTo>
                  <a:pt x="1578" y="14673"/>
                </a:lnTo>
                <a:lnTo>
                  <a:pt x="1505" y="14820"/>
                </a:lnTo>
                <a:lnTo>
                  <a:pt x="1431" y="15003"/>
                </a:lnTo>
                <a:lnTo>
                  <a:pt x="1138" y="14636"/>
                </a:lnTo>
                <a:lnTo>
                  <a:pt x="1468" y="14306"/>
                </a:lnTo>
                <a:lnTo>
                  <a:pt x="1761" y="13939"/>
                </a:lnTo>
                <a:lnTo>
                  <a:pt x="2312" y="13206"/>
                </a:lnTo>
                <a:lnTo>
                  <a:pt x="2312" y="13132"/>
                </a:lnTo>
                <a:lnTo>
                  <a:pt x="2312" y="13059"/>
                </a:lnTo>
                <a:lnTo>
                  <a:pt x="2238" y="12949"/>
                </a:lnTo>
                <a:lnTo>
                  <a:pt x="2202" y="12912"/>
                </a:lnTo>
                <a:lnTo>
                  <a:pt x="2055" y="12912"/>
                </a:lnTo>
                <a:lnTo>
                  <a:pt x="1982" y="12949"/>
                </a:lnTo>
                <a:lnTo>
                  <a:pt x="1431" y="13646"/>
                </a:lnTo>
                <a:lnTo>
                  <a:pt x="1211" y="14013"/>
                </a:lnTo>
                <a:lnTo>
                  <a:pt x="991" y="14380"/>
                </a:lnTo>
                <a:lnTo>
                  <a:pt x="844" y="14050"/>
                </a:lnTo>
                <a:lnTo>
                  <a:pt x="698" y="13719"/>
                </a:lnTo>
                <a:lnTo>
                  <a:pt x="1028" y="13426"/>
                </a:lnTo>
                <a:lnTo>
                  <a:pt x="1358" y="13096"/>
                </a:lnTo>
                <a:lnTo>
                  <a:pt x="1872" y="12436"/>
                </a:lnTo>
                <a:lnTo>
                  <a:pt x="1908" y="12362"/>
                </a:lnTo>
                <a:lnTo>
                  <a:pt x="1908" y="12289"/>
                </a:lnTo>
                <a:lnTo>
                  <a:pt x="1872" y="12215"/>
                </a:lnTo>
                <a:lnTo>
                  <a:pt x="1835" y="12179"/>
                </a:lnTo>
                <a:lnTo>
                  <a:pt x="1761" y="12142"/>
                </a:lnTo>
                <a:lnTo>
                  <a:pt x="1688" y="12105"/>
                </a:lnTo>
                <a:lnTo>
                  <a:pt x="1615" y="12105"/>
                </a:lnTo>
                <a:lnTo>
                  <a:pt x="1541" y="12179"/>
                </a:lnTo>
                <a:lnTo>
                  <a:pt x="1065" y="12729"/>
                </a:lnTo>
                <a:lnTo>
                  <a:pt x="808" y="13022"/>
                </a:lnTo>
                <a:lnTo>
                  <a:pt x="624" y="13353"/>
                </a:lnTo>
                <a:lnTo>
                  <a:pt x="588" y="13206"/>
                </a:lnTo>
                <a:lnTo>
                  <a:pt x="551" y="12876"/>
                </a:lnTo>
                <a:lnTo>
                  <a:pt x="771" y="12656"/>
                </a:lnTo>
                <a:lnTo>
                  <a:pt x="1028" y="12399"/>
                </a:lnTo>
                <a:lnTo>
                  <a:pt x="1321" y="12069"/>
                </a:lnTo>
                <a:lnTo>
                  <a:pt x="1468" y="11885"/>
                </a:lnTo>
                <a:lnTo>
                  <a:pt x="1505" y="11775"/>
                </a:lnTo>
                <a:lnTo>
                  <a:pt x="1505" y="11665"/>
                </a:lnTo>
                <a:lnTo>
                  <a:pt x="1505" y="11592"/>
                </a:lnTo>
                <a:lnTo>
                  <a:pt x="1468" y="11555"/>
                </a:lnTo>
                <a:lnTo>
                  <a:pt x="1395" y="11518"/>
                </a:lnTo>
                <a:lnTo>
                  <a:pt x="1358" y="11555"/>
                </a:lnTo>
                <a:lnTo>
                  <a:pt x="1175" y="11629"/>
                </a:lnTo>
                <a:lnTo>
                  <a:pt x="1028" y="11775"/>
                </a:lnTo>
                <a:lnTo>
                  <a:pt x="771" y="12105"/>
                </a:lnTo>
                <a:lnTo>
                  <a:pt x="514" y="12436"/>
                </a:lnTo>
                <a:lnTo>
                  <a:pt x="514" y="11922"/>
                </a:lnTo>
                <a:lnTo>
                  <a:pt x="624" y="11812"/>
                </a:lnTo>
                <a:lnTo>
                  <a:pt x="734" y="11702"/>
                </a:lnTo>
                <a:lnTo>
                  <a:pt x="808" y="11482"/>
                </a:lnTo>
                <a:lnTo>
                  <a:pt x="991" y="11445"/>
                </a:lnTo>
                <a:lnTo>
                  <a:pt x="1138" y="11408"/>
                </a:lnTo>
                <a:lnTo>
                  <a:pt x="1248" y="11298"/>
                </a:lnTo>
                <a:lnTo>
                  <a:pt x="1358" y="11188"/>
                </a:lnTo>
                <a:lnTo>
                  <a:pt x="1468" y="11078"/>
                </a:lnTo>
                <a:lnTo>
                  <a:pt x="1505" y="10932"/>
                </a:lnTo>
                <a:lnTo>
                  <a:pt x="1505" y="10858"/>
                </a:lnTo>
                <a:lnTo>
                  <a:pt x="1505" y="10785"/>
                </a:lnTo>
                <a:lnTo>
                  <a:pt x="1468" y="10711"/>
                </a:lnTo>
                <a:lnTo>
                  <a:pt x="1395" y="10675"/>
                </a:lnTo>
                <a:lnTo>
                  <a:pt x="1175" y="10675"/>
                </a:lnTo>
                <a:lnTo>
                  <a:pt x="1101" y="10748"/>
                </a:lnTo>
                <a:lnTo>
                  <a:pt x="1065" y="10822"/>
                </a:lnTo>
                <a:lnTo>
                  <a:pt x="1028" y="10932"/>
                </a:lnTo>
                <a:lnTo>
                  <a:pt x="954" y="11005"/>
                </a:lnTo>
                <a:lnTo>
                  <a:pt x="844" y="11042"/>
                </a:lnTo>
                <a:lnTo>
                  <a:pt x="698" y="11078"/>
                </a:lnTo>
                <a:lnTo>
                  <a:pt x="881" y="10785"/>
                </a:lnTo>
                <a:lnTo>
                  <a:pt x="954" y="10675"/>
                </a:lnTo>
                <a:lnTo>
                  <a:pt x="1101" y="10565"/>
                </a:lnTo>
                <a:lnTo>
                  <a:pt x="1211" y="10455"/>
                </a:lnTo>
                <a:lnTo>
                  <a:pt x="1395" y="10418"/>
                </a:lnTo>
                <a:lnTo>
                  <a:pt x="1541" y="10345"/>
                </a:lnTo>
                <a:lnTo>
                  <a:pt x="1725" y="10345"/>
                </a:lnTo>
                <a:lnTo>
                  <a:pt x="2092" y="10308"/>
                </a:lnTo>
                <a:lnTo>
                  <a:pt x="2422" y="10271"/>
                </a:lnTo>
                <a:lnTo>
                  <a:pt x="2715" y="10161"/>
                </a:lnTo>
                <a:lnTo>
                  <a:pt x="3009" y="9978"/>
                </a:lnTo>
                <a:lnTo>
                  <a:pt x="3229" y="9721"/>
                </a:lnTo>
                <a:lnTo>
                  <a:pt x="3412" y="9464"/>
                </a:lnTo>
                <a:lnTo>
                  <a:pt x="3559" y="9171"/>
                </a:lnTo>
                <a:lnTo>
                  <a:pt x="3706" y="8841"/>
                </a:lnTo>
                <a:lnTo>
                  <a:pt x="3706" y="8804"/>
                </a:lnTo>
                <a:lnTo>
                  <a:pt x="3706" y="8767"/>
                </a:lnTo>
                <a:lnTo>
                  <a:pt x="3926" y="8731"/>
                </a:lnTo>
                <a:lnTo>
                  <a:pt x="4146" y="8657"/>
                </a:lnTo>
                <a:lnTo>
                  <a:pt x="4366" y="8584"/>
                </a:lnTo>
                <a:lnTo>
                  <a:pt x="4586" y="8547"/>
                </a:lnTo>
                <a:close/>
                <a:moveTo>
                  <a:pt x="3265" y="7484"/>
                </a:moveTo>
                <a:lnTo>
                  <a:pt x="3009" y="7557"/>
                </a:lnTo>
                <a:lnTo>
                  <a:pt x="2789" y="7704"/>
                </a:lnTo>
                <a:lnTo>
                  <a:pt x="2568" y="7850"/>
                </a:lnTo>
                <a:lnTo>
                  <a:pt x="2422" y="7997"/>
                </a:lnTo>
                <a:lnTo>
                  <a:pt x="2275" y="8180"/>
                </a:lnTo>
                <a:lnTo>
                  <a:pt x="2165" y="8364"/>
                </a:lnTo>
                <a:lnTo>
                  <a:pt x="2092" y="8584"/>
                </a:lnTo>
                <a:lnTo>
                  <a:pt x="2018" y="8254"/>
                </a:lnTo>
                <a:lnTo>
                  <a:pt x="1945" y="7924"/>
                </a:lnTo>
                <a:lnTo>
                  <a:pt x="1872" y="7850"/>
                </a:lnTo>
                <a:lnTo>
                  <a:pt x="1835" y="7850"/>
                </a:lnTo>
                <a:lnTo>
                  <a:pt x="1761" y="7887"/>
                </a:lnTo>
                <a:lnTo>
                  <a:pt x="1688" y="7997"/>
                </a:lnTo>
                <a:lnTo>
                  <a:pt x="1651" y="8107"/>
                </a:lnTo>
                <a:lnTo>
                  <a:pt x="1615" y="8364"/>
                </a:lnTo>
                <a:lnTo>
                  <a:pt x="1651" y="8657"/>
                </a:lnTo>
                <a:lnTo>
                  <a:pt x="1725" y="8914"/>
                </a:lnTo>
                <a:lnTo>
                  <a:pt x="1872" y="9208"/>
                </a:lnTo>
                <a:lnTo>
                  <a:pt x="2055" y="9428"/>
                </a:lnTo>
                <a:lnTo>
                  <a:pt x="2275" y="9611"/>
                </a:lnTo>
                <a:lnTo>
                  <a:pt x="2495" y="9758"/>
                </a:lnTo>
                <a:lnTo>
                  <a:pt x="2312" y="9831"/>
                </a:lnTo>
                <a:lnTo>
                  <a:pt x="2128" y="9868"/>
                </a:lnTo>
                <a:lnTo>
                  <a:pt x="1688" y="9868"/>
                </a:lnTo>
                <a:lnTo>
                  <a:pt x="1468" y="9905"/>
                </a:lnTo>
                <a:lnTo>
                  <a:pt x="1248" y="9941"/>
                </a:lnTo>
                <a:lnTo>
                  <a:pt x="1065" y="10015"/>
                </a:lnTo>
                <a:lnTo>
                  <a:pt x="881" y="10125"/>
                </a:lnTo>
                <a:lnTo>
                  <a:pt x="588" y="10381"/>
                </a:lnTo>
                <a:lnTo>
                  <a:pt x="441" y="10528"/>
                </a:lnTo>
                <a:lnTo>
                  <a:pt x="331" y="10711"/>
                </a:lnTo>
                <a:lnTo>
                  <a:pt x="221" y="10932"/>
                </a:lnTo>
                <a:lnTo>
                  <a:pt x="147" y="11115"/>
                </a:lnTo>
                <a:lnTo>
                  <a:pt x="37" y="11592"/>
                </a:lnTo>
                <a:lnTo>
                  <a:pt x="1" y="12069"/>
                </a:lnTo>
                <a:lnTo>
                  <a:pt x="1" y="12546"/>
                </a:lnTo>
                <a:lnTo>
                  <a:pt x="74" y="13022"/>
                </a:lnTo>
                <a:lnTo>
                  <a:pt x="147" y="13463"/>
                </a:lnTo>
                <a:lnTo>
                  <a:pt x="258" y="13903"/>
                </a:lnTo>
                <a:lnTo>
                  <a:pt x="404" y="14270"/>
                </a:lnTo>
                <a:lnTo>
                  <a:pt x="588" y="14673"/>
                </a:lnTo>
                <a:lnTo>
                  <a:pt x="844" y="15040"/>
                </a:lnTo>
                <a:lnTo>
                  <a:pt x="1101" y="15333"/>
                </a:lnTo>
                <a:lnTo>
                  <a:pt x="1431" y="15627"/>
                </a:lnTo>
                <a:lnTo>
                  <a:pt x="1761" y="15847"/>
                </a:lnTo>
                <a:lnTo>
                  <a:pt x="2165" y="16030"/>
                </a:lnTo>
                <a:lnTo>
                  <a:pt x="2568" y="16140"/>
                </a:lnTo>
                <a:lnTo>
                  <a:pt x="2789" y="16177"/>
                </a:lnTo>
                <a:lnTo>
                  <a:pt x="3009" y="16177"/>
                </a:lnTo>
                <a:lnTo>
                  <a:pt x="3486" y="16140"/>
                </a:lnTo>
                <a:lnTo>
                  <a:pt x="3926" y="16030"/>
                </a:lnTo>
                <a:lnTo>
                  <a:pt x="4329" y="15884"/>
                </a:lnTo>
                <a:lnTo>
                  <a:pt x="4696" y="15700"/>
                </a:lnTo>
                <a:lnTo>
                  <a:pt x="5100" y="15517"/>
                </a:lnTo>
                <a:lnTo>
                  <a:pt x="5430" y="15297"/>
                </a:lnTo>
                <a:lnTo>
                  <a:pt x="5613" y="15150"/>
                </a:lnTo>
                <a:lnTo>
                  <a:pt x="5723" y="15003"/>
                </a:lnTo>
                <a:lnTo>
                  <a:pt x="6310" y="14490"/>
                </a:lnTo>
                <a:lnTo>
                  <a:pt x="6567" y="14270"/>
                </a:lnTo>
                <a:lnTo>
                  <a:pt x="6714" y="14160"/>
                </a:lnTo>
                <a:lnTo>
                  <a:pt x="6787" y="14013"/>
                </a:lnTo>
                <a:lnTo>
                  <a:pt x="6970" y="13683"/>
                </a:lnTo>
                <a:lnTo>
                  <a:pt x="7117" y="13316"/>
                </a:lnTo>
                <a:lnTo>
                  <a:pt x="7227" y="12949"/>
                </a:lnTo>
                <a:lnTo>
                  <a:pt x="7300" y="12619"/>
                </a:lnTo>
                <a:lnTo>
                  <a:pt x="7374" y="12252"/>
                </a:lnTo>
                <a:lnTo>
                  <a:pt x="7410" y="11885"/>
                </a:lnTo>
                <a:lnTo>
                  <a:pt x="7410" y="11518"/>
                </a:lnTo>
                <a:lnTo>
                  <a:pt x="7374" y="11152"/>
                </a:lnTo>
                <a:lnTo>
                  <a:pt x="7337" y="10785"/>
                </a:lnTo>
                <a:lnTo>
                  <a:pt x="7264" y="10418"/>
                </a:lnTo>
                <a:lnTo>
                  <a:pt x="7154" y="10125"/>
                </a:lnTo>
                <a:lnTo>
                  <a:pt x="7007" y="9794"/>
                </a:lnTo>
                <a:lnTo>
                  <a:pt x="6860" y="9538"/>
                </a:lnTo>
                <a:lnTo>
                  <a:pt x="6677" y="9244"/>
                </a:lnTo>
                <a:lnTo>
                  <a:pt x="6457" y="8987"/>
                </a:lnTo>
                <a:lnTo>
                  <a:pt x="6237" y="8767"/>
                </a:lnTo>
                <a:lnTo>
                  <a:pt x="5980" y="8584"/>
                </a:lnTo>
                <a:lnTo>
                  <a:pt x="5686" y="8401"/>
                </a:lnTo>
                <a:lnTo>
                  <a:pt x="5393" y="8291"/>
                </a:lnTo>
                <a:lnTo>
                  <a:pt x="5100" y="8180"/>
                </a:lnTo>
                <a:lnTo>
                  <a:pt x="4769" y="8144"/>
                </a:lnTo>
                <a:lnTo>
                  <a:pt x="4476" y="8144"/>
                </a:lnTo>
                <a:lnTo>
                  <a:pt x="4219" y="8180"/>
                </a:lnTo>
                <a:lnTo>
                  <a:pt x="3926" y="8291"/>
                </a:lnTo>
                <a:lnTo>
                  <a:pt x="3816" y="8364"/>
                </a:lnTo>
                <a:lnTo>
                  <a:pt x="3706" y="8437"/>
                </a:lnTo>
                <a:lnTo>
                  <a:pt x="3632" y="8547"/>
                </a:lnTo>
                <a:lnTo>
                  <a:pt x="3559" y="8657"/>
                </a:lnTo>
                <a:lnTo>
                  <a:pt x="3559" y="8694"/>
                </a:lnTo>
                <a:lnTo>
                  <a:pt x="3522" y="8731"/>
                </a:lnTo>
                <a:lnTo>
                  <a:pt x="3486" y="8767"/>
                </a:lnTo>
                <a:lnTo>
                  <a:pt x="3192" y="9171"/>
                </a:lnTo>
                <a:lnTo>
                  <a:pt x="3009" y="9354"/>
                </a:lnTo>
                <a:lnTo>
                  <a:pt x="2825" y="9538"/>
                </a:lnTo>
                <a:lnTo>
                  <a:pt x="2789" y="9464"/>
                </a:lnTo>
                <a:lnTo>
                  <a:pt x="2458" y="9171"/>
                </a:lnTo>
                <a:lnTo>
                  <a:pt x="2348" y="9024"/>
                </a:lnTo>
                <a:lnTo>
                  <a:pt x="2202" y="8877"/>
                </a:lnTo>
                <a:lnTo>
                  <a:pt x="2275" y="8877"/>
                </a:lnTo>
                <a:lnTo>
                  <a:pt x="2312" y="8841"/>
                </a:lnTo>
                <a:lnTo>
                  <a:pt x="2532" y="8841"/>
                </a:lnTo>
                <a:lnTo>
                  <a:pt x="2715" y="8804"/>
                </a:lnTo>
                <a:lnTo>
                  <a:pt x="2899" y="8731"/>
                </a:lnTo>
                <a:lnTo>
                  <a:pt x="3045" y="8621"/>
                </a:lnTo>
                <a:lnTo>
                  <a:pt x="3265" y="8474"/>
                </a:lnTo>
                <a:lnTo>
                  <a:pt x="3486" y="8254"/>
                </a:lnTo>
                <a:lnTo>
                  <a:pt x="3669" y="8034"/>
                </a:lnTo>
                <a:lnTo>
                  <a:pt x="3816" y="7814"/>
                </a:lnTo>
                <a:lnTo>
                  <a:pt x="3852" y="7740"/>
                </a:lnTo>
                <a:lnTo>
                  <a:pt x="3852" y="7667"/>
                </a:lnTo>
                <a:lnTo>
                  <a:pt x="3779" y="7557"/>
                </a:lnTo>
                <a:lnTo>
                  <a:pt x="3669" y="7484"/>
                </a:lnTo>
                <a:lnTo>
                  <a:pt x="3596" y="7484"/>
                </a:lnTo>
                <a:lnTo>
                  <a:pt x="3522" y="7520"/>
                </a:lnTo>
                <a:lnTo>
                  <a:pt x="3412" y="748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4C2F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10" name="Google Shape;1610;p65"/>
          <p:cNvSpPr/>
          <p:nvPr/>
        </p:nvSpPr>
        <p:spPr>
          <a:xfrm>
            <a:off x="7172188" y="2574712"/>
            <a:ext cx="569285" cy="530366"/>
          </a:xfrm>
          <a:custGeom>
            <a:rect b="b" l="l" r="r" t="t"/>
            <a:pathLst>
              <a:path extrusionOk="0" h="15004" w="16105">
                <a:moveTo>
                  <a:pt x="13170" y="587"/>
                </a:moveTo>
                <a:lnTo>
                  <a:pt x="13206" y="624"/>
                </a:lnTo>
                <a:lnTo>
                  <a:pt x="13280" y="661"/>
                </a:lnTo>
                <a:lnTo>
                  <a:pt x="13353" y="697"/>
                </a:lnTo>
                <a:lnTo>
                  <a:pt x="13610" y="771"/>
                </a:lnTo>
                <a:lnTo>
                  <a:pt x="13830" y="844"/>
                </a:lnTo>
                <a:lnTo>
                  <a:pt x="14013" y="954"/>
                </a:lnTo>
                <a:lnTo>
                  <a:pt x="14160" y="1174"/>
                </a:lnTo>
                <a:lnTo>
                  <a:pt x="14307" y="1394"/>
                </a:lnTo>
                <a:lnTo>
                  <a:pt x="14343" y="1651"/>
                </a:lnTo>
                <a:lnTo>
                  <a:pt x="14307" y="1908"/>
                </a:lnTo>
                <a:lnTo>
                  <a:pt x="14233" y="2128"/>
                </a:lnTo>
                <a:lnTo>
                  <a:pt x="14087" y="2348"/>
                </a:lnTo>
                <a:lnTo>
                  <a:pt x="13903" y="2531"/>
                </a:lnTo>
                <a:lnTo>
                  <a:pt x="13683" y="2678"/>
                </a:lnTo>
                <a:lnTo>
                  <a:pt x="13463" y="2788"/>
                </a:lnTo>
                <a:lnTo>
                  <a:pt x="13170" y="2825"/>
                </a:lnTo>
                <a:lnTo>
                  <a:pt x="12840" y="2788"/>
                </a:lnTo>
                <a:lnTo>
                  <a:pt x="12656" y="2751"/>
                </a:lnTo>
                <a:lnTo>
                  <a:pt x="12546" y="2715"/>
                </a:lnTo>
                <a:lnTo>
                  <a:pt x="12436" y="2641"/>
                </a:lnTo>
                <a:lnTo>
                  <a:pt x="12363" y="2495"/>
                </a:lnTo>
                <a:lnTo>
                  <a:pt x="12289" y="2495"/>
                </a:lnTo>
                <a:lnTo>
                  <a:pt x="12253" y="2275"/>
                </a:lnTo>
                <a:lnTo>
                  <a:pt x="12253" y="2054"/>
                </a:lnTo>
                <a:lnTo>
                  <a:pt x="12253" y="1871"/>
                </a:lnTo>
                <a:lnTo>
                  <a:pt x="12289" y="1724"/>
                </a:lnTo>
                <a:lnTo>
                  <a:pt x="12399" y="1394"/>
                </a:lnTo>
                <a:lnTo>
                  <a:pt x="12583" y="1064"/>
                </a:lnTo>
                <a:lnTo>
                  <a:pt x="12840" y="807"/>
                </a:lnTo>
                <a:lnTo>
                  <a:pt x="12986" y="697"/>
                </a:lnTo>
                <a:lnTo>
                  <a:pt x="13170" y="587"/>
                </a:lnTo>
                <a:close/>
                <a:moveTo>
                  <a:pt x="9061" y="3338"/>
                </a:moveTo>
                <a:lnTo>
                  <a:pt x="9245" y="3412"/>
                </a:lnTo>
                <a:lnTo>
                  <a:pt x="9245" y="3448"/>
                </a:lnTo>
                <a:lnTo>
                  <a:pt x="9171" y="3632"/>
                </a:lnTo>
                <a:lnTo>
                  <a:pt x="9171" y="3668"/>
                </a:lnTo>
                <a:lnTo>
                  <a:pt x="9135" y="3632"/>
                </a:lnTo>
                <a:lnTo>
                  <a:pt x="9061" y="3522"/>
                </a:lnTo>
                <a:lnTo>
                  <a:pt x="8988" y="3448"/>
                </a:lnTo>
                <a:lnTo>
                  <a:pt x="8988" y="3412"/>
                </a:lnTo>
                <a:lnTo>
                  <a:pt x="8988" y="3375"/>
                </a:lnTo>
                <a:lnTo>
                  <a:pt x="9061" y="3338"/>
                </a:lnTo>
                <a:close/>
                <a:moveTo>
                  <a:pt x="14123" y="440"/>
                </a:moveTo>
                <a:lnTo>
                  <a:pt x="14233" y="477"/>
                </a:lnTo>
                <a:lnTo>
                  <a:pt x="14307" y="587"/>
                </a:lnTo>
                <a:lnTo>
                  <a:pt x="14417" y="661"/>
                </a:lnTo>
                <a:lnTo>
                  <a:pt x="14454" y="807"/>
                </a:lnTo>
                <a:lnTo>
                  <a:pt x="14527" y="807"/>
                </a:lnTo>
                <a:lnTo>
                  <a:pt x="14490" y="624"/>
                </a:lnTo>
                <a:lnTo>
                  <a:pt x="14454" y="477"/>
                </a:lnTo>
                <a:lnTo>
                  <a:pt x="14600" y="551"/>
                </a:lnTo>
                <a:lnTo>
                  <a:pt x="14784" y="624"/>
                </a:lnTo>
                <a:lnTo>
                  <a:pt x="14967" y="771"/>
                </a:lnTo>
                <a:lnTo>
                  <a:pt x="15114" y="881"/>
                </a:lnTo>
                <a:lnTo>
                  <a:pt x="15224" y="1064"/>
                </a:lnTo>
                <a:lnTo>
                  <a:pt x="15334" y="1211"/>
                </a:lnTo>
                <a:lnTo>
                  <a:pt x="15444" y="1578"/>
                </a:lnTo>
                <a:lnTo>
                  <a:pt x="15554" y="1944"/>
                </a:lnTo>
                <a:lnTo>
                  <a:pt x="15627" y="2385"/>
                </a:lnTo>
                <a:lnTo>
                  <a:pt x="15664" y="2568"/>
                </a:lnTo>
                <a:lnTo>
                  <a:pt x="15627" y="2788"/>
                </a:lnTo>
                <a:lnTo>
                  <a:pt x="15591" y="2972"/>
                </a:lnTo>
                <a:lnTo>
                  <a:pt x="15481" y="3118"/>
                </a:lnTo>
                <a:lnTo>
                  <a:pt x="15187" y="3412"/>
                </a:lnTo>
                <a:lnTo>
                  <a:pt x="14930" y="3595"/>
                </a:lnTo>
                <a:lnTo>
                  <a:pt x="14600" y="3705"/>
                </a:lnTo>
                <a:lnTo>
                  <a:pt x="14270" y="3779"/>
                </a:lnTo>
                <a:lnTo>
                  <a:pt x="13940" y="3815"/>
                </a:lnTo>
                <a:lnTo>
                  <a:pt x="13720" y="3779"/>
                </a:lnTo>
                <a:lnTo>
                  <a:pt x="13500" y="3742"/>
                </a:lnTo>
                <a:lnTo>
                  <a:pt x="13316" y="3668"/>
                </a:lnTo>
                <a:lnTo>
                  <a:pt x="13133" y="3595"/>
                </a:lnTo>
                <a:lnTo>
                  <a:pt x="12950" y="3485"/>
                </a:lnTo>
                <a:lnTo>
                  <a:pt x="12803" y="3338"/>
                </a:lnTo>
                <a:lnTo>
                  <a:pt x="12656" y="3192"/>
                </a:lnTo>
                <a:lnTo>
                  <a:pt x="12546" y="3045"/>
                </a:lnTo>
                <a:lnTo>
                  <a:pt x="12840" y="3118"/>
                </a:lnTo>
                <a:lnTo>
                  <a:pt x="13133" y="3155"/>
                </a:lnTo>
                <a:lnTo>
                  <a:pt x="13426" y="3118"/>
                </a:lnTo>
                <a:lnTo>
                  <a:pt x="13720" y="3045"/>
                </a:lnTo>
                <a:lnTo>
                  <a:pt x="13977" y="2935"/>
                </a:lnTo>
                <a:lnTo>
                  <a:pt x="14233" y="2751"/>
                </a:lnTo>
                <a:lnTo>
                  <a:pt x="14417" y="2495"/>
                </a:lnTo>
                <a:lnTo>
                  <a:pt x="14600" y="2238"/>
                </a:lnTo>
                <a:lnTo>
                  <a:pt x="14674" y="1981"/>
                </a:lnTo>
                <a:lnTo>
                  <a:pt x="14710" y="1724"/>
                </a:lnTo>
                <a:lnTo>
                  <a:pt x="14674" y="1468"/>
                </a:lnTo>
                <a:lnTo>
                  <a:pt x="14600" y="1211"/>
                </a:lnTo>
                <a:lnTo>
                  <a:pt x="14490" y="991"/>
                </a:lnTo>
                <a:lnTo>
                  <a:pt x="14343" y="771"/>
                </a:lnTo>
                <a:lnTo>
                  <a:pt x="14160" y="587"/>
                </a:lnTo>
                <a:lnTo>
                  <a:pt x="13940" y="440"/>
                </a:lnTo>
                <a:close/>
                <a:moveTo>
                  <a:pt x="13757" y="0"/>
                </a:moveTo>
                <a:lnTo>
                  <a:pt x="13610" y="74"/>
                </a:lnTo>
                <a:lnTo>
                  <a:pt x="13353" y="110"/>
                </a:lnTo>
                <a:lnTo>
                  <a:pt x="13133" y="147"/>
                </a:lnTo>
                <a:lnTo>
                  <a:pt x="12913" y="257"/>
                </a:lnTo>
                <a:lnTo>
                  <a:pt x="12729" y="404"/>
                </a:lnTo>
                <a:lnTo>
                  <a:pt x="12509" y="551"/>
                </a:lnTo>
                <a:lnTo>
                  <a:pt x="12363" y="734"/>
                </a:lnTo>
                <a:lnTo>
                  <a:pt x="12216" y="917"/>
                </a:lnTo>
                <a:lnTo>
                  <a:pt x="12069" y="1137"/>
                </a:lnTo>
                <a:lnTo>
                  <a:pt x="11996" y="1321"/>
                </a:lnTo>
                <a:lnTo>
                  <a:pt x="11922" y="1578"/>
                </a:lnTo>
                <a:lnTo>
                  <a:pt x="11849" y="1798"/>
                </a:lnTo>
                <a:lnTo>
                  <a:pt x="11849" y="2054"/>
                </a:lnTo>
                <a:lnTo>
                  <a:pt x="11849" y="2275"/>
                </a:lnTo>
                <a:lnTo>
                  <a:pt x="11886" y="2531"/>
                </a:lnTo>
                <a:lnTo>
                  <a:pt x="11959" y="2751"/>
                </a:lnTo>
                <a:lnTo>
                  <a:pt x="12033" y="2972"/>
                </a:lnTo>
                <a:lnTo>
                  <a:pt x="12143" y="3192"/>
                </a:lnTo>
                <a:lnTo>
                  <a:pt x="12253" y="3375"/>
                </a:lnTo>
                <a:lnTo>
                  <a:pt x="12399" y="3558"/>
                </a:lnTo>
                <a:lnTo>
                  <a:pt x="12583" y="3705"/>
                </a:lnTo>
                <a:lnTo>
                  <a:pt x="12766" y="3852"/>
                </a:lnTo>
                <a:lnTo>
                  <a:pt x="12986" y="3999"/>
                </a:lnTo>
                <a:lnTo>
                  <a:pt x="13206" y="4072"/>
                </a:lnTo>
                <a:lnTo>
                  <a:pt x="13426" y="4145"/>
                </a:lnTo>
                <a:lnTo>
                  <a:pt x="13683" y="4219"/>
                </a:lnTo>
                <a:lnTo>
                  <a:pt x="14123" y="4219"/>
                </a:lnTo>
                <a:lnTo>
                  <a:pt x="14564" y="4145"/>
                </a:lnTo>
                <a:lnTo>
                  <a:pt x="15004" y="3999"/>
                </a:lnTo>
                <a:lnTo>
                  <a:pt x="15371" y="3779"/>
                </a:lnTo>
                <a:lnTo>
                  <a:pt x="15591" y="3632"/>
                </a:lnTo>
                <a:lnTo>
                  <a:pt x="15737" y="3448"/>
                </a:lnTo>
                <a:lnTo>
                  <a:pt x="15884" y="3265"/>
                </a:lnTo>
                <a:lnTo>
                  <a:pt x="15994" y="3045"/>
                </a:lnTo>
                <a:lnTo>
                  <a:pt x="16067" y="2788"/>
                </a:lnTo>
                <a:lnTo>
                  <a:pt x="16104" y="2495"/>
                </a:lnTo>
                <a:lnTo>
                  <a:pt x="16067" y="2238"/>
                </a:lnTo>
                <a:lnTo>
                  <a:pt x="15994" y="1981"/>
                </a:lnTo>
                <a:lnTo>
                  <a:pt x="15884" y="1431"/>
                </a:lnTo>
                <a:lnTo>
                  <a:pt x="15774" y="1174"/>
                </a:lnTo>
                <a:lnTo>
                  <a:pt x="15664" y="954"/>
                </a:lnTo>
                <a:lnTo>
                  <a:pt x="15517" y="734"/>
                </a:lnTo>
                <a:lnTo>
                  <a:pt x="15371" y="551"/>
                </a:lnTo>
                <a:lnTo>
                  <a:pt x="15150" y="367"/>
                </a:lnTo>
                <a:lnTo>
                  <a:pt x="14930" y="220"/>
                </a:lnTo>
                <a:lnTo>
                  <a:pt x="14637" y="74"/>
                </a:lnTo>
                <a:lnTo>
                  <a:pt x="14270" y="0"/>
                </a:lnTo>
                <a:close/>
                <a:moveTo>
                  <a:pt x="11115" y="4549"/>
                </a:moveTo>
                <a:lnTo>
                  <a:pt x="11446" y="4842"/>
                </a:lnTo>
                <a:lnTo>
                  <a:pt x="11299" y="4952"/>
                </a:lnTo>
                <a:lnTo>
                  <a:pt x="11115" y="4916"/>
                </a:lnTo>
                <a:lnTo>
                  <a:pt x="10932" y="4916"/>
                </a:lnTo>
                <a:lnTo>
                  <a:pt x="10639" y="4952"/>
                </a:lnTo>
                <a:lnTo>
                  <a:pt x="10859" y="4732"/>
                </a:lnTo>
                <a:lnTo>
                  <a:pt x="11115" y="4549"/>
                </a:lnTo>
                <a:close/>
                <a:moveTo>
                  <a:pt x="6860" y="3632"/>
                </a:moveTo>
                <a:lnTo>
                  <a:pt x="7007" y="3668"/>
                </a:lnTo>
                <a:lnTo>
                  <a:pt x="7044" y="3705"/>
                </a:lnTo>
                <a:lnTo>
                  <a:pt x="7044" y="3742"/>
                </a:lnTo>
                <a:lnTo>
                  <a:pt x="7044" y="3779"/>
                </a:lnTo>
                <a:lnTo>
                  <a:pt x="7080" y="3852"/>
                </a:lnTo>
                <a:lnTo>
                  <a:pt x="7191" y="3889"/>
                </a:lnTo>
                <a:lnTo>
                  <a:pt x="7374" y="3889"/>
                </a:lnTo>
                <a:lnTo>
                  <a:pt x="7411" y="3925"/>
                </a:lnTo>
                <a:lnTo>
                  <a:pt x="7447" y="4035"/>
                </a:lnTo>
                <a:lnTo>
                  <a:pt x="7484" y="4145"/>
                </a:lnTo>
                <a:lnTo>
                  <a:pt x="7484" y="4255"/>
                </a:lnTo>
                <a:lnTo>
                  <a:pt x="7447" y="4512"/>
                </a:lnTo>
                <a:lnTo>
                  <a:pt x="7374" y="4769"/>
                </a:lnTo>
                <a:lnTo>
                  <a:pt x="7227" y="5026"/>
                </a:lnTo>
                <a:lnTo>
                  <a:pt x="7154" y="5136"/>
                </a:lnTo>
                <a:lnTo>
                  <a:pt x="7044" y="5209"/>
                </a:lnTo>
                <a:lnTo>
                  <a:pt x="6934" y="5246"/>
                </a:lnTo>
                <a:lnTo>
                  <a:pt x="6787" y="5246"/>
                </a:lnTo>
                <a:lnTo>
                  <a:pt x="6787" y="4989"/>
                </a:lnTo>
                <a:lnTo>
                  <a:pt x="6750" y="4769"/>
                </a:lnTo>
                <a:lnTo>
                  <a:pt x="6640" y="4549"/>
                </a:lnTo>
                <a:lnTo>
                  <a:pt x="6494" y="4329"/>
                </a:lnTo>
                <a:lnTo>
                  <a:pt x="6310" y="4145"/>
                </a:lnTo>
                <a:lnTo>
                  <a:pt x="6090" y="4035"/>
                </a:lnTo>
                <a:lnTo>
                  <a:pt x="6090" y="3925"/>
                </a:lnTo>
                <a:lnTo>
                  <a:pt x="6163" y="3852"/>
                </a:lnTo>
                <a:lnTo>
                  <a:pt x="6237" y="3779"/>
                </a:lnTo>
                <a:lnTo>
                  <a:pt x="6347" y="3742"/>
                </a:lnTo>
                <a:lnTo>
                  <a:pt x="6567" y="3705"/>
                </a:lnTo>
                <a:lnTo>
                  <a:pt x="6860" y="3632"/>
                </a:lnTo>
                <a:close/>
                <a:moveTo>
                  <a:pt x="6530" y="3192"/>
                </a:moveTo>
                <a:lnTo>
                  <a:pt x="6494" y="3228"/>
                </a:lnTo>
                <a:lnTo>
                  <a:pt x="6457" y="3302"/>
                </a:lnTo>
                <a:lnTo>
                  <a:pt x="6457" y="3338"/>
                </a:lnTo>
                <a:lnTo>
                  <a:pt x="6457" y="3412"/>
                </a:lnTo>
                <a:lnTo>
                  <a:pt x="6200" y="3485"/>
                </a:lnTo>
                <a:lnTo>
                  <a:pt x="5980" y="3558"/>
                </a:lnTo>
                <a:lnTo>
                  <a:pt x="5797" y="3742"/>
                </a:lnTo>
                <a:lnTo>
                  <a:pt x="5760" y="3815"/>
                </a:lnTo>
                <a:lnTo>
                  <a:pt x="5687" y="3925"/>
                </a:lnTo>
                <a:lnTo>
                  <a:pt x="5687" y="4035"/>
                </a:lnTo>
                <a:lnTo>
                  <a:pt x="5687" y="4072"/>
                </a:lnTo>
                <a:lnTo>
                  <a:pt x="5797" y="4219"/>
                </a:lnTo>
                <a:lnTo>
                  <a:pt x="5907" y="4292"/>
                </a:lnTo>
                <a:lnTo>
                  <a:pt x="6053" y="4365"/>
                </a:lnTo>
                <a:lnTo>
                  <a:pt x="6163" y="4439"/>
                </a:lnTo>
                <a:lnTo>
                  <a:pt x="6274" y="4512"/>
                </a:lnTo>
                <a:lnTo>
                  <a:pt x="6347" y="4622"/>
                </a:lnTo>
                <a:lnTo>
                  <a:pt x="6420" y="4769"/>
                </a:lnTo>
                <a:lnTo>
                  <a:pt x="6494" y="5026"/>
                </a:lnTo>
                <a:lnTo>
                  <a:pt x="6457" y="5282"/>
                </a:lnTo>
                <a:lnTo>
                  <a:pt x="6494" y="5392"/>
                </a:lnTo>
                <a:lnTo>
                  <a:pt x="6530" y="5466"/>
                </a:lnTo>
                <a:lnTo>
                  <a:pt x="6750" y="5539"/>
                </a:lnTo>
                <a:lnTo>
                  <a:pt x="6934" y="5539"/>
                </a:lnTo>
                <a:lnTo>
                  <a:pt x="7117" y="5503"/>
                </a:lnTo>
                <a:lnTo>
                  <a:pt x="7264" y="5429"/>
                </a:lnTo>
                <a:lnTo>
                  <a:pt x="7411" y="5282"/>
                </a:lnTo>
                <a:lnTo>
                  <a:pt x="7521" y="5136"/>
                </a:lnTo>
                <a:lnTo>
                  <a:pt x="7631" y="4952"/>
                </a:lnTo>
                <a:lnTo>
                  <a:pt x="7704" y="4769"/>
                </a:lnTo>
                <a:lnTo>
                  <a:pt x="7741" y="4585"/>
                </a:lnTo>
                <a:lnTo>
                  <a:pt x="7777" y="4365"/>
                </a:lnTo>
                <a:lnTo>
                  <a:pt x="7777" y="4145"/>
                </a:lnTo>
                <a:lnTo>
                  <a:pt x="7777" y="3925"/>
                </a:lnTo>
                <a:lnTo>
                  <a:pt x="7704" y="3779"/>
                </a:lnTo>
                <a:lnTo>
                  <a:pt x="7631" y="3668"/>
                </a:lnTo>
                <a:lnTo>
                  <a:pt x="7484" y="3595"/>
                </a:lnTo>
                <a:lnTo>
                  <a:pt x="7337" y="3595"/>
                </a:lnTo>
                <a:lnTo>
                  <a:pt x="7301" y="3485"/>
                </a:lnTo>
                <a:lnTo>
                  <a:pt x="7227" y="3448"/>
                </a:lnTo>
                <a:lnTo>
                  <a:pt x="7044" y="3375"/>
                </a:lnTo>
                <a:lnTo>
                  <a:pt x="6824" y="3302"/>
                </a:lnTo>
                <a:lnTo>
                  <a:pt x="6677" y="3228"/>
                </a:lnTo>
                <a:lnTo>
                  <a:pt x="6567" y="3192"/>
                </a:lnTo>
                <a:close/>
                <a:moveTo>
                  <a:pt x="11739" y="5136"/>
                </a:moveTo>
                <a:lnTo>
                  <a:pt x="12179" y="5686"/>
                </a:lnTo>
                <a:lnTo>
                  <a:pt x="11776" y="5796"/>
                </a:lnTo>
                <a:lnTo>
                  <a:pt x="11409" y="6016"/>
                </a:lnTo>
                <a:lnTo>
                  <a:pt x="11042" y="6236"/>
                </a:lnTo>
                <a:lnTo>
                  <a:pt x="10895" y="6383"/>
                </a:lnTo>
                <a:lnTo>
                  <a:pt x="10785" y="6566"/>
                </a:lnTo>
                <a:lnTo>
                  <a:pt x="10749" y="6640"/>
                </a:lnTo>
                <a:lnTo>
                  <a:pt x="10785" y="6676"/>
                </a:lnTo>
                <a:lnTo>
                  <a:pt x="10859" y="6713"/>
                </a:lnTo>
                <a:lnTo>
                  <a:pt x="10932" y="6713"/>
                </a:lnTo>
                <a:lnTo>
                  <a:pt x="11262" y="6493"/>
                </a:lnTo>
                <a:lnTo>
                  <a:pt x="11556" y="6310"/>
                </a:lnTo>
                <a:lnTo>
                  <a:pt x="11849" y="6199"/>
                </a:lnTo>
                <a:lnTo>
                  <a:pt x="12143" y="6089"/>
                </a:lnTo>
                <a:lnTo>
                  <a:pt x="12253" y="6053"/>
                </a:lnTo>
                <a:lnTo>
                  <a:pt x="12363" y="6016"/>
                </a:lnTo>
                <a:lnTo>
                  <a:pt x="12399" y="5979"/>
                </a:lnTo>
                <a:lnTo>
                  <a:pt x="12619" y="6456"/>
                </a:lnTo>
                <a:lnTo>
                  <a:pt x="12840" y="6896"/>
                </a:lnTo>
                <a:lnTo>
                  <a:pt x="12803" y="6933"/>
                </a:lnTo>
                <a:lnTo>
                  <a:pt x="12326" y="7043"/>
                </a:lnTo>
                <a:lnTo>
                  <a:pt x="11812" y="7117"/>
                </a:lnTo>
                <a:lnTo>
                  <a:pt x="11299" y="7117"/>
                </a:lnTo>
                <a:lnTo>
                  <a:pt x="10749" y="7080"/>
                </a:lnTo>
                <a:lnTo>
                  <a:pt x="10675" y="7117"/>
                </a:lnTo>
                <a:lnTo>
                  <a:pt x="10639" y="7153"/>
                </a:lnTo>
                <a:lnTo>
                  <a:pt x="10639" y="7227"/>
                </a:lnTo>
                <a:lnTo>
                  <a:pt x="10712" y="7300"/>
                </a:lnTo>
                <a:lnTo>
                  <a:pt x="10932" y="7373"/>
                </a:lnTo>
                <a:lnTo>
                  <a:pt x="11189" y="7447"/>
                </a:lnTo>
                <a:lnTo>
                  <a:pt x="11702" y="7483"/>
                </a:lnTo>
                <a:lnTo>
                  <a:pt x="11959" y="7483"/>
                </a:lnTo>
                <a:lnTo>
                  <a:pt x="12216" y="7447"/>
                </a:lnTo>
                <a:lnTo>
                  <a:pt x="12583" y="7373"/>
                </a:lnTo>
                <a:lnTo>
                  <a:pt x="12693" y="7373"/>
                </a:lnTo>
                <a:lnTo>
                  <a:pt x="12766" y="7337"/>
                </a:lnTo>
                <a:lnTo>
                  <a:pt x="12803" y="7410"/>
                </a:lnTo>
                <a:lnTo>
                  <a:pt x="12840" y="7447"/>
                </a:lnTo>
                <a:lnTo>
                  <a:pt x="12876" y="7483"/>
                </a:lnTo>
                <a:lnTo>
                  <a:pt x="12986" y="7520"/>
                </a:lnTo>
                <a:lnTo>
                  <a:pt x="13023" y="7777"/>
                </a:lnTo>
                <a:lnTo>
                  <a:pt x="13060" y="8070"/>
                </a:lnTo>
                <a:lnTo>
                  <a:pt x="12986" y="8107"/>
                </a:lnTo>
                <a:lnTo>
                  <a:pt x="12693" y="7997"/>
                </a:lnTo>
                <a:lnTo>
                  <a:pt x="12473" y="7887"/>
                </a:lnTo>
                <a:lnTo>
                  <a:pt x="12253" y="7777"/>
                </a:lnTo>
                <a:lnTo>
                  <a:pt x="11886" y="7777"/>
                </a:lnTo>
                <a:lnTo>
                  <a:pt x="11776" y="7813"/>
                </a:lnTo>
                <a:lnTo>
                  <a:pt x="11226" y="7777"/>
                </a:lnTo>
                <a:lnTo>
                  <a:pt x="10895" y="7740"/>
                </a:lnTo>
                <a:lnTo>
                  <a:pt x="10749" y="7740"/>
                </a:lnTo>
                <a:lnTo>
                  <a:pt x="10675" y="7703"/>
                </a:lnTo>
                <a:lnTo>
                  <a:pt x="10565" y="7483"/>
                </a:lnTo>
                <a:lnTo>
                  <a:pt x="10529" y="7483"/>
                </a:lnTo>
                <a:lnTo>
                  <a:pt x="10529" y="7520"/>
                </a:lnTo>
                <a:lnTo>
                  <a:pt x="10529" y="7887"/>
                </a:lnTo>
                <a:lnTo>
                  <a:pt x="10529" y="7960"/>
                </a:lnTo>
                <a:lnTo>
                  <a:pt x="10602" y="7997"/>
                </a:lnTo>
                <a:lnTo>
                  <a:pt x="11042" y="8107"/>
                </a:lnTo>
                <a:lnTo>
                  <a:pt x="11482" y="8144"/>
                </a:lnTo>
                <a:lnTo>
                  <a:pt x="11482" y="8327"/>
                </a:lnTo>
                <a:lnTo>
                  <a:pt x="11519" y="8474"/>
                </a:lnTo>
                <a:lnTo>
                  <a:pt x="11592" y="8547"/>
                </a:lnTo>
                <a:lnTo>
                  <a:pt x="11629" y="8584"/>
                </a:lnTo>
                <a:lnTo>
                  <a:pt x="11776" y="8657"/>
                </a:lnTo>
                <a:lnTo>
                  <a:pt x="11959" y="8767"/>
                </a:lnTo>
                <a:lnTo>
                  <a:pt x="11409" y="8657"/>
                </a:lnTo>
                <a:lnTo>
                  <a:pt x="10969" y="8474"/>
                </a:lnTo>
                <a:lnTo>
                  <a:pt x="10712" y="8437"/>
                </a:lnTo>
                <a:lnTo>
                  <a:pt x="10455" y="8400"/>
                </a:lnTo>
                <a:lnTo>
                  <a:pt x="10198" y="8217"/>
                </a:lnTo>
                <a:lnTo>
                  <a:pt x="10052" y="8180"/>
                </a:lnTo>
                <a:lnTo>
                  <a:pt x="9942" y="8144"/>
                </a:lnTo>
                <a:lnTo>
                  <a:pt x="9722" y="8180"/>
                </a:lnTo>
                <a:lnTo>
                  <a:pt x="9575" y="8254"/>
                </a:lnTo>
                <a:lnTo>
                  <a:pt x="9465" y="8364"/>
                </a:lnTo>
                <a:lnTo>
                  <a:pt x="9355" y="8510"/>
                </a:lnTo>
                <a:lnTo>
                  <a:pt x="9245" y="8584"/>
                </a:lnTo>
                <a:lnTo>
                  <a:pt x="9098" y="8620"/>
                </a:lnTo>
                <a:lnTo>
                  <a:pt x="8841" y="8584"/>
                </a:lnTo>
                <a:lnTo>
                  <a:pt x="8621" y="8620"/>
                </a:lnTo>
                <a:lnTo>
                  <a:pt x="8401" y="8694"/>
                </a:lnTo>
                <a:lnTo>
                  <a:pt x="8181" y="8804"/>
                </a:lnTo>
                <a:lnTo>
                  <a:pt x="7924" y="8804"/>
                </a:lnTo>
                <a:lnTo>
                  <a:pt x="7851" y="8767"/>
                </a:lnTo>
                <a:lnTo>
                  <a:pt x="7814" y="8730"/>
                </a:lnTo>
                <a:lnTo>
                  <a:pt x="7814" y="8694"/>
                </a:lnTo>
                <a:lnTo>
                  <a:pt x="7887" y="8620"/>
                </a:lnTo>
                <a:lnTo>
                  <a:pt x="7998" y="8510"/>
                </a:lnTo>
                <a:lnTo>
                  <a:pt x="8144" y="8437"/>
                </a:lnTo>
                <a:lnTo>
                  <a:pt x="8401" y="8327"/>
                </a:lnTo>
                <a:lnTo>
                  <a:pt x="8731" y="8180"/>
                </a:lnTo>
                <a:lnTo>
                  <a:pt x="8915" y="8070"/>
                </a:lnTo>
                <a:lnTo>
                  <a:pt x="9025" y="7924"/>
                </a:lnTo>
                <a:lnTo>
                  <a:pt x="9135" y="7777"/>
                </a:lnTo>
                <a:lnTo>
                  <a:pt x="9208" y="7630"/>
                </a:lnTo>
                <a:lnTo>
                  <a:pt x="9208" y="7447"/>
                </a:lnTo>
                <a:lnTo>
                  <a:pt x="9171" y="7227"/>
                </a:lnTo>
                <a:lnTo>
                  <a:pt x="9098" y="7117"/>
                </a:lnTo>
                <a:lnTo>
                  <a:pt x="8988" y="7006"/>
                </a:lnTo>
                <a:lnTo>
                  <a:pt x="8841" y="6896"/>
                </a:lnTo>
                <a:lnTo>
                  <a:pt x="8694" y="6860"/>
                </a:lnTo>
                <a:lnTo>
                  <a:pt x="8548" y="6823"/>
                </a:lnTo>
                <a:lnTo>
                  <a:pt x="8401" y="6823"/>
                </a:lnTo>
                <a:lnTo>
                  <a:pt x="8254" y="6860"/>
                </a:lnTo>
                <a:lnTo>
                  <a:pt x="8108" y="6933"/>
                </a:lnTo>
                <a:lnTo>
                  <a:pt x="7924" y="7117"/>
                </a:lnTo>
                <a:lnTo>
                  <a:pt x="7924" y="7117"/>
                </a:lnTo>
                <a:lnTo>
                  <a:pt x="7998" y="6970"/>
                </a:lnTo>
                <a:lnTo>
                  <a:pt x="8108" y="6860"/>
                </a:lnTo>
                <a:lnTo>
                  <a:pt x="8291" y="6603"/>
                </a:lnTo>
                <a:lnTo>
                  <a:pt x="8511" y="6383"/>
                </a:lnTo>
                <a:lnTo>
                  <a:pt x="8768" y="6126"/>
                </a:lnTo>
                <a:lnTo>
                  <a:pt x="8951" y="5943"/>
                </a:lnTo>
                <a:lnTo>
                  <a:pt x="9135" y="5796"/>
                </a:lnTo>
                <a:lnTo>
                  <a:pt x="9171" y="5796"/>
                </a:lnTo>
                <a:lnTo>
                  <a:pt x="9391" y="5759"/>
                </a:lnTo>
                <a:lnTo>
                  <a:pt x="9612" y="5686"/>
                </a:lnTo>
                <a:lnTo>
                  <a:pt x="10052" y="5539"/>
                </a:lnTo>
                <a:lnTo>
                  <a:pt x="10455" y="5356"/>
                </a:lnTo>
                <a:lnTo>
                  <a:pt x="10639" y="5282"/>
                </a:lnTo>
                <a:lnTo>
                  <a:pt x="10895" y="5246"/>
                </a:lnTo>
                <a:lnTo>
                  <a:pt x="10895" y="5246"/>
                </a:lnTo>
                <a:lnTo>
                  <a:pt x="10602" y="5503"/>
                </a:lnTo>
                <a:lnTo>
                  <a:pt x="10492" y="5649"/>
                </a:lnTo>
                <a:lnTo>
                  <a:pt x="10419" y="5833"/>
                </a:lnTo>
                <a:lnTo>
                  <a:pt x="10455" y="5869"/>
                </a:lnTo>
                <a:lnTo>
                  <a:pt x="10639" y="5796"/>
                </a:lnTo>
                <a:lnTo>
                  <a:pt x="10822" y="5723"/>
                </a:lnTo>
                <a:lnTo>
                  <a:pt x="11152" y="5503"/>
                </a:lnTo>
                <a:lnTo>
                  <a:pt x="11739" y="5136"/>
                </a:lnTo>
                <a:close/>
                <a:moveTo>
                  <a:pt x="11996" y="8254"/>
                </a:moveTo>
                <a:lnTo>
                  <a:pt x="12546" y="8400"/>
                </a:lnTo>
                <a:lnTo>
                  <a:pt x="12729" y="8584"/>
                </a:lnTo>
                <a:lnTo>
                  <a:pt x="12803" y="8620"/>
                </a:lnTo>
                <a:lnTo>
                  <a:pt x="12876" y="8657"/>
                </a:lnTo>
                <a:lnTo>
                  <a:pt x="12950" y="8620"/>
                </a:lnTo>
                <a:lnTo>
                  <a:pt x="13023" y="8584"/>
                </a:lnTo>
                <a:lnTo>
                  <a:pt x="12950" y="9024"/>
                </a:lnTo>
                <a:lnTo>
                  <a:pt x="12509" y="8914"/>
                </a:lnTo>
                <a:lnTo>
                  <a:pt x="12399" y="8657"/>
                </a:lnTo>
                <a:lnTo>
                  <a:pt x="12216" y="8474"/>
                </a:lnTo>
                <a:lnTo>
                  <a:pt x="12033" y="8327"/>
                </a:lnTo>
                <a:lnTo>
                  <a:pt x="11959" y="8290"/>
                </a:lnTo>
                <a:lnTo>
                  <a:pt x="11996" y="8254"/>
                </a:lnTo>
                <a:close/>
                <a:moveTo>
                  <a:pt x="10932" y="8841"/>
                </a:moveTo>
                <a:lnTo>
                  <a:pt x="11519" y="9097"/>
                </a:lnTo>
                <a:lnTo>
                  <a:pt x="12106" y="9244"/>
                </a:lnTo>
                <a:lnTo>
                  <a:pt x="12033" y="9391"/>
                </a:lnTo>
                <a:lnTo>
                  <a:pt x="11922" y="9537"/>
                </a:lnTo>
                <a:lnTo>
                  <a:pt x="11776" y="9611"/>
                </a:lnTo>
                <a:lnTo>
                  <a:pt x="11702" y="9611"/>
                </a:lnTo>
                <a:lnTo>
                  <a:pt x="11629" y="9574"/>
                </a:lnTo>
                <a:lnTo>
                  <a:pt x="11519" y="9537"/>
                </a:lnTo>
                <a:lnTo>
                  <a:pt x="11409" y="9427"/>
                </a:lnTo>
                <a:lnTo>
                  <a:pt x="11226" y="9244"/>
                </a:lnTo>
                <a:lnTo>
                  <a:pt x="10932" y="8841"/>
                </a:lnTo>
                <a:close/>
                <a:moveTo>
                  <a:pt x="12509" y="9354"/>
                </a:moveTo>
                <a:lnTo>
                  <a:pt x="12876" y="9391"/>
                </a:lnTo>
                <a:lnTo>
                  <a:pt x="12656" y="10161"/>
                </a:lnTo>
                <a:lnTo>
                  <a:pt x="12583" y="10088"/>
                </a:lnTo>
                <a:lnTo>
                  <a:pt x="12363" y="10088"/>
                </a:lnTo>
                <a:lnTo>
                  <a:pt x="12216" y="10051"/>
                </a:lnTo>
                <a:lnTo>
                  <a:pt x="11886" y="9978"/>
                </a:lnTo>
                <a:lnTo>
                  <a:pt x="12106" y="9868"/>
                </a:lnTo>
                <a:lnTo>
                  <a:pt x="12289" y="9758"/>
                </a:lnTo>
                <a:lnTo>
                  <a:pt x="12399" y="9574"/>
                </a:lnTo>
                <a:lnTo>
                  <a:pt x="12509" y="9354"/>
                </a:lnTo>
                <a:close/>
                <a:moveTo>
                  <a:pt x="10382" y="9721"/>
                </a:moveTo>
                <a:lnTo>
                  <a:pt x="11409" y="10161"/>
                </a:lnTo>
                <a:lnTo>
                  <a:pt x="11922" y="10381"/>
                </a:lnTo>
                <a:lnTo>
                  <a:pt x="12253" y="10491"/>
                </a:lnTo>
                <a:lnTo>
                  <a:pt x="12399" y="10491"/>
                </a:lnTo>
                <a:lnTo>
                  <a:pt x="12509" y="10455"/>
                </a:lnTo>
                <a:lnTo>
                  <a:pt x="12326" y="10968"/>
                </a:lnTo>
                <a:lnTo>
                  <a:pt x="12033" y="10858"/>
                </a:lnTo>
                <a:lnTo>
                  <a:pt x="11886" y="10785"/>
                </a:lnTo>
                <a:lnTo>
                  <a:pt x="11776" y="10711"/>
                </a:lnTo>
                <a:lnTo>
                  <a:pt x="11519" y="10528"/>
                </a:lnTo>
                <a:lnTo>
                  <a:pt x="11409" y="10418"/>
                </a:lnTo>
                <a:lnTo>
                  <a:pt x="11262" y="10344"/>
                </a:lnTo>
                <a:lnTo>
                  <a:pt x="11079" y="10308"/>
                </a:lnTo>
                <a:lnTo>
                  <a:pt x="10895" y="10271"/>
                </a:lnTo>
                <a:lnTo>
                  <a:pt x="10492" y="10234"/>
                </a:lnTo>
                <a:lnTo>
                  <a:pt x="10455" y="9978"/>
                </a:lnTo>
                <a:lnTo>
                  <a:pt x="10382" y="9721"/>
                </a:lnTo>
                <a:close/>
                <a:moveTo>
                  <a:pt x="10455" y="10528"/>
                </a:moveTo>
                <a:lnTo>
                  <a:pt x="10785" y="10601"/>
                </a:lnTo>
                <a:lnTo>
                  <a:pt x="10969" y="10638"/>
                </a:lnTo>
                <a:lnTo>
                  <a:pt x="11115" y="10711"/>
                </a:lnTo>
                <a:lnTo>
                  <a:pt x="11336" y="10821"/>
                </a:lnTo>
                <a:lnTo>
                  <a:pt x="11519" y="10968"/>
                </a:lnTo>
                <a:lnTo>
                  <a:pt x="11702" y="11115"/>
                </a:lnTo>
                <a:lnTo>
                  <a:pt x="11886" y="11262"/>
                </a:lnTo>
                <a:lnTo>
                  <a:pt x="12106" y="11335"/>
                </a:lnTo>
                <a:lnTo>
                  <a:pt x="11739" y="11922"/>
                </a:lnTo>
                <a:lnTo>
                  <a:pt x="11629" y="11922"/>
                </a:lnTo>
                <a:lnTo>
                  <a:pt x="11482" y="11885"/>
                </a:lnTo>
                <a:lnTo>
                  <a:pt x="11226" y="11738"/>
                </a:lnTo>
                <a:lnTo>
                  <a:pt x="10565" y="11482"/>
                </a:lnTo>
                <a:lnTo>
                  <a:pt x="10272" y="11335"/>
                </a:lnTo>
                <a:lnTo>
                  <a:pt x="10382" y="10968"/>
                </a:lnTo>
                <a:lnTo>
                  <a:pt x="10455" y="10601"/>
                </a:lnTo>
                <a:lnTo>
                  <a:pt x="10455" y="10528"/>
                </a:lnTo>
                <a:close/>
                <a:moveTo>
                  <a:pt x="10125" y="11665"/>
                </a:moveTo>
                <a:lnTo>
                  <a:pt x="10785" y="11958"/>
                </a:lnTo>
                <a:lnTo>
                  <a:pt x="11115" y="12142"/>
                </a:lnTo>
                <a:lnTo>
                  <a:pt x="11299" y="12215"/>
                </a:lnTo>
                <a:lnTo>
                  <a:pt x="11482" y="12289"/>
                </a:lnTo>
                <a:lnTo>
                  <a:pt x="11226" y="12655"/>
                </a:lnTo>
                <a:lnTo>
                  <a:pt x="10895" y="12545"/>
                </a:lnTo>
                <a:lnTo>
                  <a:pt x="10455" y="12399"/>
                </a:lnTo>
                <a:lnTo>
                  <a:pt x="10052" y="12252"/>
                </a:lnTo>
                <a:lnTo>
                  <a:pt x="9868" y="12142"/>
                </a:lnTo>
                <a:lnTo>
                  <a:pt x="10125" y="11665"/>
                </a:lnTo>
                <a:close/>
                <a:moveTo>
                  <a:pt x="9355" y="9574"/>
                </a:moveTo>
                <a:lnTo>
                  <a:pt x="9575" y="9611"/>
                </a:lnTo>
                <a:lnTo>
                  <a:pt x="9795" y="9648"/>
                </a:lnTo>
                <a:lnTo>
                  <a:pt x="9978" y="9758"/>
                </a:lnTo>
                <a:lnTo>
                  <a:pt x="10052" y="9868"/>
                </a:lnTo>
                <a:lnTo>
                  <a:pt x="10088" y="9941"/>
                </a:lnTo>
                <a:lnTo>
                  <a:pt x="10125" y="10088"/>
                </a:lnTo>
                <a:lnTo>
                  <a:pt x="10125" y="10198"/>
                </a:lnTo>
                <a:lnTo>
                  <a:pt x="9832" y="10161"/>
                </a:lnTo>
                <a:lnTo>
                  <a:pt x="9795" y="10198"/>
                </a:lnTo>
                <a:lnTo>
                  <a:pt x="9795" y="10234"/>
                </a:lnTo>
                <a:lnTo>
                  <a:pt x="9942" y="10344"/>
                </a:lnTo>
                <a:lnTo>
                  <a:pt x="10088" y="10455"/>
                </a:lnTo>
                <a:lnTo>
                  <a:pt x="10015" y="10785"/>
                </a:lnTo>
                <a:lnTo>
                  <a:pt x="9942" y="11078"/>
                </a:lnTo>
                <a:lnTo>
                  <a:pt x="9905" y="11188"/>
                </a:lnTo>
                <a:lnTo>
                  <a:pt x="9648" y="11115"/>
                </a:lnTo>
                <a:lnTo>
                  <a:pt x="9391" y="11078"/>
                </a:lnTo>
                <a:lnTo>
                  <a:pt x="9355" y="11078"/>
                </a:lnTo>
                <a:lnTo>
                  <a:pt x="9318" y="11115"/>
                </a:lnTo>
                <a:lnTo>
                  <a:pt x="9318" y="11151"/>
                </a:lnTo>
                <a:lnTo>
                  <a:pt x="9355" y="11188"/>
                </a:lnTo>
                <a:lnTo>
                  <a:pt x="9538" y="11372"/>
                </a:lnTo>
                <a:lnTo>
                  <a:pt x="9795" y="11518"/>
                </a:lnTo>
                <a:lnTo>
                  <a:pt x="9501" y="11995"/>
                </a:lnTo>
                <a:lnTo>
                  <a:pt x="9061" y="11812"/>
                </a:lnTo>
                <a:lnTo>
                  <a:pt x="8584" y="11628"/>
                </a:lnTo>
                <a:lnTo>
                  <a:pt x="8548" y="11628"/>
                </a:lnTo>
                <a:lnTo>
                  <a:pt x="8548" y="11702"/>
                </a:lnTo>
                <a:lnTo>
                  <a:pt x="8731" y="11848"/>
                </a:lnTo>
                <a:lnTo>
                  <a:pt x="8915" y="12032"/>
                </a:lnTo>
                <a:lnTo>
                  <a:pt x="9318" y="12289"/>
                </a:lnTo>
                <a:lnTo>
                  <a:pt x="9061" y="12582"/>
                </a:lnTo>
                <a:lnTo>
                  <a:pt x="8805" y="12802"/>
                </a:lnTo>
                <a:lnTo>
                  <a:pt x="8548" y="12692"/>
                </a:lnTo>
                <a:lnTo>
                  <a:pt x="8401" y="12069"/>
                </a:lnTo>
                <a:lnTo>
                  <a:pt x="8291" y="11445"/>
                </a:lnTo>
                <a:lnTo>
                  <a:pt x="8218" y="11298"/>
                </a:lnTo>
                <a:lnTo>
                  <a:pt x="8144" y="11188"/>
                </a:lnTo>
                <a:lnTo>
                  <a:pt x="8034" y="11115"/>
                </a:lnTo>
                <a:lnTo>
                  <a:pt x="7374" y="11115"/>
                </a:lnTo>
                <a:lnTo>
                  <a:pt x="7264" y="11078"/>
                </a:lnTo>
                <a:lnTo>
                  <a:pt x="7154" y="11041"/>
                </a:lnTo>
                <a:lnTo>
                  <a:pt x="7007" y="10895"/>
                </a:lnTo>
                <a:lnTo>
                  <a:pt x="6897" y="10675"/>
                </a:lnTo>
                <a:lnTo>
                  <a:pt x="6860" y="10455"/>
                </a:lnTo>
                <a:lnTo>
                  <a:pt x="6860" y="10344"/>
                </a:lnTo>
                <a:lnTo>
                  <a:pt x="6897" y="10234"/>
                </a:lnTo>
                <a:lnTo>
                  <a:pt x="6934" y="10124"/>
                </a:lnTo>
                <a:lnTo>
                  <a:pt x="7007" y="10051"/>
                </a:lnTo>
                <a:lnTo>
                  <a:pt x="7227" y="9978"/>
                </a:lnTo>
                <a:lnTo>
                  <a:pt x="7447" y="9904"/>
                </a:lnTo>
                <a:lnTo>
                  <a:pt x="8328" y="9721"/>
                </a:lnTo>
                <a:lnTo>
                  <a:pt x="8401" y="9758"/>
                </a:lnTo>
                <a:lnTo>
                  <a:pt x="8548" y="9758"/>
                </a:lnTo>
                <a:lnTo>
                  <a:pt x="8841" y="9648"/>
                </a:lnTo>
                <a:lnTo>
                  <a:pt x="9135" y="9574"/>
                </a:lnTo>
                <a:close/>
                <a:moveTo>
                  <a:pt x="1028" y="7373"/>
                </a:moveTo>
                <a:lnTo>
                  <a:pt x="1028" y="7887"/>
                </a:lnTo>
                <a:lnTo>
                  <a:pt x="1101" y="8437"/>
                </a:lnTo>
                <a:lnTo>
                  <a:pt x="1138" y="8474"/>
                </a:lnTo>
                <a:lnTo>
                  <a:pt x="1211" y="8510"/>
                </a:lnTo>
                <a:lnTo>
                  <a:pt x="1285" y="8510"/>
                </a:lnTo>
                <a:lnTo>
                  <a:pt x="1358" y="8474"/>
                </a:lnTo>
                <a:lnTo>
                  <a:pt x="1872" y="8070"/>
                </a:lnTo>
                <a:lnTo>
                  <a:pt x="1945" y="8951"/>
                </a:lnTo>
                <a:lnTo>
                  <a:pt x="1982" y="9611"/>
                </a:lnTo>
                <a:lnTo>
                  <a:pt x="1982" y="9758"/>
                </a:lnTo>
                <a:lnTo>
                  <a:pt x="1982" y="9904"/>
                </a:lnTo>
                <a:lnTo>
                  <a:pt x="1872" y="10014"/>
                </a:lnTo>
                <a:lnTo>
                  <a:pt x="1762" y="10088"/>
                </a:lnTo>
                <a:lnTo>
                  <a:pt x="1615" y="10271"/>
                </a:lnTo>
                <a:lnTo>
                  <a:pt x="1505" y="10455"/>
                </a:lnTo>
                <a:lnTo>
                  <a:pt x="1468" y="10638"/>
                </a:lnTo>
                <a:lnTo>
                  <a:pt x="1468" y="10858"/>
                </a:lnTo>
                <a:lnTo>
                  <a:pt x="1505" y="11078"/>
                </a:lnTo>
                <a:lnTo>
                  <a:pt x="1578" y="11298"/>
                </a:lnTo>
                <a:lnTo>
                  <a:pt x="1688" y="11702"/>
                </a:lnTo>
                <a:lnTo>
                  <a:pt x="2165" y="12876"/>
                </a:lnTo>
                <a:lnTo>
                  <a:pt x="1835" y="12509"/>
                </a:lnTo>
                <a:lnTo>
                  <a:pt x="1505" y="12142"/>
                </a:lnTo>
                <a:lnTo>
                  <a:pt x="1211" y="11665"/>
                </a:lnTo>
                <a:lnTo>
                  <a:pt x="918" y="11188"/>
                </a:lnTo>
                <a:lnTo>
                  <a:pt x="735" y="10675"/>
                </a:lnTo>
                <a:lnTo>
                  <a:pt x="588" y="10161"/>
                </a:lnTo>
                <a:lnTo>
                  <a:pt x="551" y="9831"/>
                </a:lnTo>
                <a:lnTo>
                  <a:pt x="514" y="9501"/>
                </a:lnTo>
                <a:lnTo>
                  <a:pt x="551" y="9171"/>
                </a:lnTo>
                <a:lnTo>
                  <a:pt x="588" y="8841"/>
                </a:lnTo>
                <a:lnTo>
                  <a:pt x="771" y="8180"/>
                </a:lnTo>
                <a:lnTo>
                  <a:pt x="955" y="7557"/>
                </a:lnTo>
                <a:lnTo>
                  <a:pt x="1028" y="7373"/>
                </a:lnTo>
                <a:close/>
                <a:moveTo>
                  <a:pt x="9612" y="12472"/>
                </a:moveTo>
                <a:lnTo>
                  <a:pt x="9942" y="12619"/>
                </a:lnTo>
                <a:lnTo>
                  <a:pt x="10675" y="12912"/>
                </a:lnTo>
                <a:lnTo>
                  <a:pt x="10895" y="12986"/>
                </a:lnTo>
                <a:lnTo>
                  <a:pt x="10529" y="13316"/>
                </a:lnTo>
                <a:lnTo>
                  <a:pt x="10162" y="13609"/>
                </a:lnTo>
                <a:lnTo>
                  <a:pt x="9685" y="13279"/>
                </a:lnTo>
                <a:lnTo>
                  <a:pt x="9171" y="12986"/>
                </a:lnTo>
                <a:lnTo>
                  <a:pt x="9391" y="12729"/>
                </a:lnTo>
                <a:lnTo>
                  <a:pt x="9612" y="12472"/>
                </a:lnTo>
                <a:close/>
                <a:moveTo>
                  <a:pt x="2569" y="5209"/>
                </a:moveTo>
                <a:lnTo>
                  <a:pt x="2899" y="5319"/>
                </a:lnTo>
                <a:lnTo>
                  <a:pt x="3266" y="5356"/>
                </a:lnTo>
                <a:lnTo>
                  <a:pt x="3999" y="5356"/>
                </a:lnTo>
                <a:lnTo>
                  <a:pt x="4733" y="5429"/>
                </a:lnTo>
                <a:lnTo>
                  <a:pt x="5467" y="5539"/>
                </a:lnTo>
                <a:lnTo>
                  <a:pt x="5320" y="5649"/>
                </a:lnTo>
                <a:lnTo>
                  <a:pt x="5173" y="5723"/>
                </a:lnTo>
                <a:lnTo>
                  <a:pt x="4880" y="5833"/>
                </a:lnTo>
                <a:lnTo>
                  <a:pt x="4696" y="5943"/>
                </a:lnTo>
                <a:lnTo>
                  <a:pt x="4513" y="6053"/>
                </a:lnTo>
                <a:lnTo>
                  <a:pt x="4366" y="6236"/>
                </a:lnTo>
                <a:lnTo>
                  <a:pt x="4293" y="6420"/>
                </a:lnTo>
                <a:lnTo>
                  <a:pt x="4256" y="6493"/>
                </a:lnTo>
                <a:lnTo>
                  <a:pt x="4293" y="6603"/>
                </a:lnTo>
                <a:lnTo>
                  <a:pt x="4329" y="6676"/>
                </a:lnTo>
                <a:lnTo>
                  <a:pt x="4366" y="6750"/>
                </a:lnTo>
                <a:lnTo>
                  <a:pt x="4439" y="6823"/>
                </a:lnTo>
                <a:lnTo>
                  <a:pt x="4549" y="6823"/>
                </a:lnTo>
                <a:lnTo>
                  <a:pt x="4660" y="6860"/>
                </a:lnTo>
                <a:lnTo>
                  <a:pt x="4696" y="6933"/>
                </a:lnTo>
                <a:lnTo>
                  <a:pt x="4733" y="7117"/>
                </a:lnTo>
                <a:lnTo>
                  <a:pt x="4770" y="7300"/>
                </a:lnTo>
                <a:lnTo>
                  <a:pt x="4770" y="7667"/>
                </a:lnTo>
                <a:lnTo>
                  <a:pt x="4806" y="7813"/>
                </a:lnTo>
                <a:lnTo>
                  <a:pt x="4586" y="7520"/>
                </a:lnTo>
                <a:lnTo>
                  <a:pt x="4366" y="7263"/>
                </a:lnTo>
                <a:lnTo>
                  <a:pt x="4256" y="7190"/>
                </a:lnTo>
                <a:lnTo>
                  <a:pt x="4146" y="7153"/>
                </a:lnTo>
                <a:lnTo>
                  <a:pt x="3999" y="7117"/>
                </a:lnTo>
                <a:lnTo>
                  <a:pt x="3889" y="7153"/>
                </a:lnTo>
                <a:lnTo>
                  <a:pt x="3632" y="7227"/>
                </a:lnTo>
                <a:lnTo>
                  <a:pt x="3412" y="7373"/>
                </a:lnTo>
                <a:lnTo>
                  <a:pt x="3192" y="7593"/>
                </a:lnTo>
                <a:lnTo>
                  <a:pt x="2972" y="7813"/>
                </a:lnTo>
                <a:lnTo>
                  <a:pt x="2825" y="8070"/>
                </a:lnTo>
                <a:lnTo>
                  <a:pt x="2715" y="8364"/>
                </a:lnTo>
                <a:lnTo>
                  <a:pt x="2642" y="8657"/>
                </a:lnTo>
                <a:lnTo>
                  <a:pt x="2605" y="8951"/>
                </a:lnTo>
                <a:lnTo>
                  <a:pt x="2605" y="9244"/>
                </a:lnTo>
                <a:lnTo>
                  <a:pt x="2679" y="9537"/>
                </a:lnTo>
                <a:lnTo>
                  <a:pt x="2679" y="9611"/>
                </a:lnTo>
                <a:lnTo>
                  <a:pt x="2752" y="9648"/>
                </a:lnTo>
                <a:lnTo>
                  <a:pt x="2789" y="9684"/>
                </a:lnTo>
                <a:lnTo>
                  <a:pt x="3156" y="9684"/>
                </a:lnTo>
                <a:lnTo>
                  <a:pt x="3449" y="9758"/>
                </a:lnTo>
                <a:lnTo>
                  <a:pt x="3706" y="9868"/>
                </a:lnTo>
                <a:lnTo>
                  <a:pt x="3963" y="10014"/>
                </a:lnTo>
                <a:lnTo>
                  <a:pt x="4183" y="10198"/>
                </a:lnTo>
                <a:lnTo>
                  <a:pt x="4403" y="10418"/>
                </a:lnTo>
                <a:lnTo>
                  <a:pt x="4770" y="10858"/>
                </a:lnTo>
                <a:lnTo>
                  <a:pt x="4403" y="11151"/>
                </a:lnTo>
                <a:lnTo>
                  <a:pt x="4109" y="11445"/>
                </a:lnTo>
                <a:lnTo>
                  <a:pt x="3816" y="11775"/>
                </a:lnTo>
                <a:lnTo>
                  <a:pt x="3596" y="12142"/>
                </a:lnTo>
                <a:lnTo>
                  <a:pt x="3412" y="12545"/>
                </a:lnTo>
                <a:lnTo>
                  <a:pt x="3266" y="12986"/>
                </a:lnTo>
                <a:lnTo>
                  <a:pt x="3192" y="13426"/>
                </a:lnTo>
                <a:lnTo>
                  <a:pt x="3156" y="13866"/>
                </a:lnTo>
                <a:lnTo>
                  <a:pt x="3082" y="13829"/>
                </a:lnTo>
                <a:lnTo>
                  <a:pt x="2972" y="13719"/>
                </a:lnTo>
                <a:lnTo>
                  <a:pt x="2899" y="13572"/>
                </a:lnTo>
                <a:lnTo>
                  <a:pt x="2459" y="12582"/>
                </a:lnTo>
                <a:lnTo>
                  <a:pt x="2092" y="11702"/>
                </a:lnTo>
                <a:lnTo>
                  <a:pt x="1945" y="11262"/>
                </a:lnTo>
                <a:lnTo>
                  <a:pt x="1872" y="10821"/>
                </a:lnTo>
                <a:lnTo>
                  <a:pt x="1872" y="10638"/>
                </a:lnTo>
                <a:lnTo>
                  <a:pt x="1945" y="10491"/>
                </a:lnTo>
                <a:lnTo>
                  <a:pt x="2055" y="10381"/>
                </a:lnTo>
                <a:lnTo>
                  <a:pt x="2202" y="10271"/>
                </a:lnTo>
                <a:lnTo>
                  <a:pt x="2312" y="10161"/>
                </a:lnTo>
                <a:lnTo>
                  <a:pt x="2385" y="10051"/>
                </a:lnTo>
                <a:lnTo>
                  <a:pt x="2385" y="9904"/>
                </a:lnTo>
                <a:lnTo>
                  <a:pt x="2385" y="9721"/>
                </a:lnTo>
                <a:lnTo>
                  <a:pt x="2312" y="8730"/>
                </a:lnTo>
                <a:lnTo>
                  <a:pt x="2165" y="7740"/>
                </a:lnTo>
                <a:lnTo>
                  <a:pt x="2165" y="7667"/>
                </a:lnTo>
                <a:lnTo>
                  <a:pt x="2092" y="7593"/>
                </a:lnTo>
                <a:lnTo>
                  <a:pt x="1945" y="7593"/>
                </a:lnTo>
                <a:lnTo>
                  <a:pt x="1358" y="8070"/>
                </a:lnTo>
                <a:lnTo>
                  <a:pt x="1321" y="7667"/>
                </a:lnTo>
                <a:lnTo>
                  <a:pt x="1358" y="7263"/>
                </a:lnTo>
                <a:lnTo>
                  <a:pt x="1395" y="6860"/>
                </a:lnTo>
                <a:lnTo>
                  <a:pt x="1505" y="6456"/>
                </a:lnTo>
                <a:lnTo>
                  <a:pt x="1505" y="6383"/>
                </a:lnTo>
                <a:lnTo>
                  <a:pt x="1468" y="6310"/>
                </a:lnTo>
                <a:lnTo>
                  <a:pt x="1725" y="5796"/>
                </a:lnTo>
                <a:lnTo>
                  <a:pt x="1982" y="5319"/>
                </a:lnTo>
                <a:lnTo>
                  <a:pt x="2239" y="5356"/>
                </a:lnTo>
                <a:lnTo>
                  <a:pt x="2495" y="5392"/>
                </a:lnTo>
                <a:lnTo>
                  <a:pt x="2569" y="5356"/>
                </a:lnTo>
                <a:lnTo>
                  <a:pt x="2605" y="5319"/>
                </a:lnTo>
                <a:lnTo>
                  <a:pt x="2605" y="5282"/>
                </a:lnTo>
                <a:lnTo>
                  <a:pt x="2569" y="5209"/>
                </a:lnTo>
                <a:close/>
                <a:moveTo>
                  <a:pt x="8805" y="13939"/>
                </a:moveTo>
                <a:lnTo>
                  <a:pt x="9098" y="13976"/>
                </a:lnTo>
                <a:lnTo>
                  <a:pt x="9391" y="14049"/>
                </a:lnTo>
                <a:lnTo>
                  <a:pt x="9208" y="14086"/>
                </a:lnTo>
                <a:lnTo>
                  <a:pt x="9171" y="14049"/>
                </a:lnTo>
                <a:lnTo>
                  <a:pt x="9061" y="14049"/>
                </a:lnTo>
                <a:lnTo>
                  <a:pt x="8988" y="13976"/>
                </a:lnTo>
                <a:lnTo>
                  <a:pt x="8805" y="13939"/>
                </a:lnTo>
                <a:close/>
                <a:moveTo>
                  <a:pt x="5815" y="14178"/>
                </a:moveTo>
                <a:lnTo>
                  <a:pt x="5797" y="14196"/>
                </a:lnTo>
                <a:lnTo>
                  <a:pt x="5760" y="14196"/>
                </a:lnTo>
                <a:lnTo>
                  <a:pt x="5815" y="14178"/>
                </a:lnTo>
                <a:close/>
                <a:moveTo>
                  <a:pt x="7154" y="2935"/>
                </a:moveTo>
                <a:lnTo>
                  <a:pt x="7594" y="3008"/>
                </a:lnTo>
                <a:lnTo>
                  <a:pt x="8034" y="3082"/>
                </a:lnTo>
                <a:lnTo>
                  <a:pt x="8438" y="3155"/>
                </a:lnTo>
                <a:lnTo>
                  <a:pt x="8401" y="3192"/>
                </a:lnTo>
                <a:lnTo>
                  <a:pt x="8401" y="3228"/>
                </a:lnTo>
                <a:lnTo>
                  <a:pt x="8401" y="3265"/>
                </a:lnTo>
                <a:lnTo>
                  <a:pt x="8438" y="3265"/>
                </a:lnTo>
                <a:lnTo>
                  <a:pt x="8621" y="3228"/>
                </a:lnTo>
                <a:lnTo>
                  <a:pt x="8768" y="3265"/>
                </a:lnTo>
                <a:lnTo>
                  <a:pt x="8805" y="3265"/>
                </a:lnTo>
                <a:lnTo>
                  <a:pt x="8768" y="3338"/>
                </a:lnTo>
                <a:lnTo>
                  <a:pt x="8768" y="3412"/>
                </a:lnTo>
                <a:lnTo>
                  <a:pt x="8768" y="3448"/>
                </a:lnTo>
                <a:lnTo>
                  <a:pt x="8805" y="3485"/>
                </a:lnTo>
                <a:lnTo>
                  <a:pt x="8841" y="3485"/>
                </a:lnTo>
                <a:lnTo>
                  <a:pt x="8915" y="3522"/>
                </a:lnTo>
                <a:lnTo>
                  <a:pt x="8988" y="3558"/>
                </a:lnTo>
                <a:lnTo>
                  <a:pt x="9098" y="3668"/>
                </a:lnTo>
                <a:lnTo>
                  <a:pt x="9208" y="3815"/>
                </a:lnTo>
                <a:lnTo>
                  <a:pt x="9245" y="3852"/>
                </a:lnTo>
                <a:lnTo>
                  <a:pt x="9281" y="3889"/>
                </a:lnTo>
                <a:lnTo>
                  <a:pt x="9318" y="3852"/>
                </a:lnTo>
                <a:lnTo>
                  <a:pt x="9391" y="3742"/>
                </a:lnTo>
                <a:lnTo>
                  <a:pt x="9465" y="3632"/>
                </a:lnTo>
                <a:lnTo>
                  <a:pt x="9538" y="3558"/>
                </a:lnTo>
                <a:lnTo>
                  <a:pt x="9758" y="3632"/>
                </a:lnTo>
                <a:lnTo>
                  <a:pt x="9612" y="3815"/>
                </a:lnTo>
                <a:lnTo>
                  <a:pt x="9501" y="3999"/>
                </a:lnTo>
                <a:lnTo>
                  <a:pt x="9465" y="4072"/>
                </a:lnTo>
                <a:lnTo>
                  <a:pt x="9465" y="4182"/>
                </a:lnTo>
                <a:lnTo>
                  <a:pt x="9575" y="4182"/>
                </a:lnTo>
                <a:lnTo>
                  <a:pt x="9648" y="4145"/>
                </a:lnTo>
                <a:lnTo>
                  <a:pt x="9795" y="4035"/>
                </a:lnTo>
                <a:lnTo>
                  <a:pt x="10052" y="3815"/>
                </a:lnTo>
                <a:lnTo>
                  <a:pt x="10308" y="3962"/>
                </a:lnTo>
                <a:lnTo>
                  <a:pt x="10235" y="4035"/>
                </a:lnTo>
                <a:lnTo>
                  <a:pt x="9978" y="4365"/>
                </a:lnTo>
                <a:lnTo>
                  <a:pt x="9868" y="4512"/>
                </a:lnTo>
                <a:lnTo>
                  <a:pt x="9795" y="4696"/>
                </a:lnTo>
                <a:lnTo>
                  <a:pt x="9795" y="4732"/>
                </a:lnTo>
                <a:lnTo>
                  <a:pt x="9832" y="4732"/>
                </a:lnTo>
                <a:lnTo>
                  <a:pt x="10015" y="4659"/>
                </a:lnTo>
                <a:lnTo>
                  <a:pt x="10198" y="4549"/>
                </a:lnTo>
                <a:lnTo>
                  <a:pt x="10492" y="4329"/>
                </a:lnTo>
                <a:lnTo>
                  <a:pt x="10639" y="4182"/>
                </a:lnTo>
                <a:lnTo>
                  <a:pt x="10822" y="4292"/>
                </a:lnTo>
                <a:lnTo>
                  <a:pt x="10565" y="4549"/>
                </a:lnTo>
                <a:lnTo>
                  <a:pt x="10272" y="4879"/>
                </a:lnTo>
                <a:lnTo>
                  <a:pt x="10052" y="5209"/>
                </a:lnTo>
                <a:lnTo>
                  <a:pt x="9942" y="5246"/>
                </a:lnTo>
                <a:lnTo>
                  <a:pt x="9648" y="5392"/>
                </a:lnTo>
                <a:lnTo>
                  <a:pt x="9391" y="5539"/>
                </a:lnTo>
                <a:lnTo>
                  <a:pt x="9281" y="5539"/>
                </a:lnTo>
                <a:lnTo>
                  <a:pt x="9135" y="5576"/>
                </a:lnTo>
                <a:lnTo>
                  <a:pt x="8805" y="5759"/>
                </a:lnTo>
                <a:lnTo>
                  <a:pt x="8548" y="5979"/>
                </a:lnTo>
                <a:lnTo>
                  <a:pt x="8364" y="6089"/>
                </a:lnTo>
                <a:lnTo>
                  <a:pt x="8071" y="6346"/>
                </a:lnTo>
                <a:lnTo>
                  <a:pt x="7924" y="6566"/>
                </a:lnTo>
                <a:lnTo>
                  <a:pt x="7741" y="6750"/>
                </a:lnTo>
                <a:lnTo>
                  <a:pt x="7631" y="6970"/>
                </a:lnTo>
                <a:lnTo>
                  <a:pt x="7594" y="7153"/>
                </a:lnTo>
                <a:lnTo>
                  <a:pt x="7631" y="7227"/>
                </a:lnTo>
                <a:lnTo>
                  <a:pt x="7667" y="7300"/>
                </a:lnTo>
                <a:lnTo>
                  <a:pt x="7741" y="7373"/>
                </a:lnTo>
                <a:lnTo>
                  <a:pt x="7851" y="7410"/>
                </a:lnTo>
                <a:lnTo>
                  <a:pt x="7998" y="7410"/>
                </a:lnTo>
                <a:lnTo>
                  <a:pt x="8144" y="7337"/>
                </a:lnTo>
                <a:lnTo>
                  <a:pt x="8401" y="7190"/>
                </a:lnTo>
                <a:lnTo>
                  <a:pt x="8548" y="7153"/>
                </a:lnTo>
                <a:lnTo>
                  <a:pt x="8731" y="7227"/>
                </a:lnTo>
                <a:lnTo>
                  <a:pt x="8805" y="7263"/>
                </a:lnTo>
                <a:lnTo>
                  <a:pt x="8878" y="7337"/>
                </a:lnTo>
                <a:lnTo>
                  <a:pt x="8915" y="7410"/>
                </a:lnTo>
                <a:lnTo>
                  <a:pt x="8915" y="7483"/>
                </a:lnTo>
                <a:lnTo>
                  <a:pt x="8841" y="7593"/>
                </a:lnTo>
                <a:lnTo>
                  <a:pt x="8731" y="7740"/>
                </a:lnTo>
                <a:lnTo>
                  <a:pt x="8584" y="7850"/>
                </a:lnTo>
                <a:lnTo>
                  <a:pt x="8401" y="7960"/>
                </a:lnTo>
                <a:lnTo>
                  <a:pt x="8144" y="8070"/>
                </a:lnTo>
                <a:lnTo>
                  <a:pt x="7961" y="8144"/>
                </a:lnTo>
                <a:lnTo>
                  <a:pt x="7741" y="8254"/>
                </a:lnTo>
                <a:lnTo>
                  <a:pt x="7557" y="8400"/>
                </a:lnTo>
                <a:lnTo>
                  <a:pt x="7521" y="8474"/>
                </a:lnTo>
                <a:lnTo>
                  <a:pt x="7484" y="8584"/>
                </a:lnTo>
                <a:lnTo>
                  <a:pt x="7447" y="8767"/>
                </a:lnTo>
                <a:lnTo>
                  <a:pt x="7521" y="8914"/>
                </a:lnTo>
                <a:lnTo>
                  <a:pt x="7631" y="9061"/>
                </a:lnTo>
                <a:lnTo>
                  <a:pt x="7777" y="9134"/>
                </a:lnTo>
                <a:lnTo>
                  <a:pt x="7887" y="9171"/>
                </a:lnTo>
                <a:lnTo>
                  <a:pt x="8034" y="9207"/>
                </a:lnTo>
                <a:lnTo>
                  <a:pt x="8254" y="9134"/>
                </a:lnTo>
                <a:lnTo>
                  <a:pt x="8694" y="8951"/>
                </a:lnTo>
                <a:lnTo>
                  <a:pt x="9208" y="8951"/>
                </a:lnTo>
                <a:lnTo>
                  <a:pt x="9391" y="8877"/>
                </a:lnTo>
                <a:lnTo>
                  <a:pt x="9575" y="8767"/>
                </a:lnTo>
                <a:lnTo>
                  <a:pt x="9685" y="8657"/>
                </a:lnTo>
                <a:lnTo>
                  <a:pt x="9795" y="8547"/>
                </a:lnTo>
                <a:lnTo>
                  <a:pt x="9905" y="8547"/>
                </a:lnTo>
                <a:lnTo>
                  <a:pt x="10052" y="8584"/>
                </a:lnTo>
                <a:lnTo>
                  <a:pt x="10088" y="8620"/>
                </a:lnTo>
                <a:lnTo>
                  <a:pt x="10125" y="8620"/>
                </a:lnTo>
                <a:lnTo>
                  <a:pt x="10198" y="8657"/>
                </a:lnTo>
                <a:lnTo>
                  <a:pt x="10382" y="8804"/>
                </a:lnTo>
                <a:lnTo>
                  <a:pt x="10565" y="8987"/>
                </a:lnTo>
                <a:lnTo>
                  <a:pt x="11115" y="9648"/>
                </a:lnTo>
                <a:lnTo>
                  <a:pt x="10382" y="9391"/>
                </a:lnTo>
                <a:lnTo>
                  <a:pt x="10015" y="9281"/>
                </a:lnTo>
                <a:lnTo>
                  <a:pt x="9648" y="9171"/>
                </a:lnTo>
                <a:lnTo>
                  <a:pt x="9612" y="9207"/>
                </a:lnTo>
                <a:lnTo>
                  <a:pt x="9281" y="9171"/>
                </a:lnTo>
                <a:lnTo>
                  <a:pt x="8951" y="9207"/>
                </a:lnTo>
                <a:lnTo>
                  <a:pt x="8621" y="9281"/>
                </a:lnTo>
                <a:lnTo>
                  <a:pt x="8328" y="9391"/>
                </a:lnTo>
                <a:lnTo>
                  <a:pt x="8291" y="9427"/>
                </a:lnTo>
                <a:lnTo>
                  <a:pt x="8144" y="9427"/>
                </a:lnTo>
                <a:lnTo>
                  <a:pt x="7631" y="9537"/>
                </a:lnTo>
                <a:lnTo>
                  <a:pt x="7117" y="9648"/>
                </a:lnTo>
                <a:lnTo>
                  <a:pt x="6934" y="9684"/>
                </a:lnTo>
                <a:lnTo>
                  <a:pt x="6787" y="9794"/>
                </a:lnTo>
                <a:lnTo>
                  <a:pt x="6677" y="9904"/>
                </a:lnTo>
                <a:lnTo>
                  <a:pt x="6567" y="10088"/>
                </a:lnTo>
                <a:lnTo>
                  <a:pt x="6494" y="10271"/>
                </a:lnTo>
                <a:lnTo>
                  <a:pt x="6494" y="10455"/>
                </a:lnTo>
                <a:lnTo>
                  <a:pt x="6494" y="10601"/>
                </a:lnTo>
                <a:lnTo>
                  <a:pt x="6530" y="10785"/>
                </a:lnTo>
                <a:lnTo>
                  <a:pt x="6604" y="10968"/>
                </a:lnTo>
                <a:lnTo>
                  <a:pt x="6714" y="11115"/>
                </a:lnTo>
                <a:lnTo>
                  <a:pt x="6824" y="11225"/>
                </a:lnTo>
                <a:lnTo>
                  <a:pt x="6970" y="11335"/>
                </a:lnTo>
                <a:lnTo>
                  <a:pt x="7117" y="11408"/>
                </a:lnTo>
                <a:lnTo>
                  <a:pt x="7301" y="11445"/>
                </a:lnTo>
                <a:lnTo>
                  <a:pt x="7484" y="11482"/>
                </a:lnTo>
                <a:lnTo>
                  <a:pt x="7777" y="11482"/>
                </a:lnTo>
                <a:lnTo>
                  <a:pt x="7851" y="11555"/>
                </a:lnTo>
                <a:lnTo>
                  <a:pt x="7924" y="11665"/>
                </a:lnTo>
                <a:lnTo>
                  <a:pt x="7961" y="11812"/>
                </a:lnTo>
                <a:lnTo>
                  <a:pt x="8034" y="12105"/>
                </a:lnTo>
                <a:lnTo>
                  <a:pt x="8071" y="12362"/>
                </a:lnTo>
                <a:lnTo>
                  <a:pt x="8108" y="12509"/>
                </a:lnTo>
                <a:lnTo>
                  <a:pt x="7851" y="12435"/>
                </a:lnTo>
                <a:lnTo>
                  <a:pt x="7631" y="12399"/>
                </a:lnTo>
                <a:lnTo>
                  <a:pt x="7557" y="12362"/>
                </a:lnTo>
                <a:lnTo>
                  <a:pt x="7521" y="12215"/>
                </a:lnTo>
                <a:lnTo>
                  <a:pt x="7521" y="12179"/>
                </a:lnTo>
                <a:lnTo>
                  <a:pt x="7447" y="12179"/>
                </a:lnTo>
                <a:lnTo>
                  <a:pt x="7447" y="12215"/>
                </a:lnTo>
                <a:lnTo>
                  <a:pt x="7411" y="12472"/>
                </a:lnTo>
                <a:lnTo>
                  <a:pt x="7411" y="12509"/>
                </a:lnTo>
                <a:lnTo>
                  <a:pt x="7447" y="12545"/>
                </a:lnTo>
                <a:lnTo>
                  <a:pt x="7851" y="12729"/>
                </a:lnTo>
                <a:lnTo>
                  <a:pt x="8254" y="12949"/>
                </a:lnTo>
                <a:lnTo>
                  <a:pt x="8438" y="13316"/>
                </a:lnTo>
                <a:lnTo>
                  <a:pt x="8474" y="13389"/>
                </a:lnTo>
                <a:lnTo>
                  <a:pt x="8548" y="13426"/>
                </a:lnTo>
                <a:lnTo>
                  <a:pt x="8621" y="13426"/>
                </a:lnTo>
                <a:lnTo>
                  <a:pt x="8694" y="13389"/>
                </a:lnTo>
                <a:lnTo>
                  <a:pt x="8841" y="13279"/>
                </a:lnTo>
                <a:lnTo>
                  <a:pt x="9428" y="13609"/>
                </a:lnTo>
                <a:lnTo>
                  <a:pt x="9281" y="13609"/>
                </a:lnTo>
                <a:lnTo>
                  <a:pt x="8548" y="13536"/>
                </a:lnTo>
                <a:lnTo>
                  <a:pt x="7851" y="13536"/>
                </a:lnTo>
                <a:lnTo>
                  <a:pt x="7374" y="13206"/>
                </a:lnTo>
                <a:lnTo>
                  <a:pt x="6860" y="12912"/>
                </a:lnTo>
                <a:lnTo>
                  <a:pt x="6824" y="12876"/>
                </a:lnTo>
                <a:lnTo>
                  <a:pt x="6750" y="12912"/>
                </a:lnTo>
                <a:lnTo>
                  <a:pt x="6750" y="12949"/>
                </a:lnTo>
                <a:lnTo>
                  <a:pt x="6750" y="13022"/>
                </a:lnTo>
                <a:lnTo>
                  <a:pt x="6970" y="13316"/>
                </a:lnTo>
                <a:lnTo>
                  <a:pt x="7227" y="13572"/>
                </a:lnTo>
                <a:lnTo>
                  <a:pt x="6897" y="13609"/>
                </a:lnTo>
                <a:lnTo>
                  <a:pt x="6567" y="13646"/>
                </a:lnTo>
                <a:lnTo>
                  <a:pt x="6310" y="13426"/>
                </a:lnTo>
                <a:lnTo>
                  <a:pt x="6090" y="13169"/>
                </a:lnTo>
                <a:lnTo>
                  <a:pt x="6017" y="13169"/>
                </a:lnTo>
                <a:lnTo>
                  <a:pt x="5943" y="13242"/>
                </a:lnTo>
                <a:lnTo>
                  <a:pt x="5907" y="13389"/>
                </a:lnTo>
                <a:lnTo>
                  <a:pt x="5943" y="13499"/>
                </a:lnTo>
                <a:lnTo>
                  <a:pt x="5980" y="13646"/>
                </a:lnTo>
                <a:lnTo>
                  <a:pt x="6090" y="13756"/>
                </a:lnTo>
                <a:lnTo>
                  <a:pt x="5760" y="13829"/>
                </a:lnTo>
                <a:lnTo>
                  <a:pt x="5430" y="13939"/>
                </a:lnTo>
                <a:lnTo>
                  <a:pt x="5393" y="13903"/>
                </a:lnTo>
                <a:lnTo>
                  <a:pt x="5173" y="13682"/>
                </a:lnTo>
                <a:lnTo>
                  <a:pt x="5026" y="13609"/>
                </a:lnTo>
                <a:lnTo>
                  <a:pt x="4916" y="13572"/>
                </a:lnTo>
                <a:lnTo>
                  <a:pt x="4880" y="13572"/>
                </a:lnTo>
                <a:lnTo>
                  <a:pt x="4880" y="13609"/>
                </a:lnTo>
                <a:lnTo>
                  <a:pt x="4880" y="13682"/>
                </a:lnTo>
                <a:lnTo>
                  <a:pt x="4916" y="13793"/>
                </a:lnTo>
                <a:lnTo>
                  <a:pt x="4990" y="13939"/>
                </a:lnTo>
                <a:lnTo>
                  <a:pt x="5100" y="14086"/>
                </a:lnTo>
                <a:lnTo>
                  <a:pt x="5136" y="14086"/>
                </a:lnTo>
                <a:lnTo>
                  <a:pt x="4843" y="14306"/>
                </a:lnTo>
                <a:lnTo>
                  <a:pt x="4623" y="14269"/>
                </a:lnTo>
                <a:lnTo>
                  <a:pt x="4109" y="14196"/>
                </a:lnTo>
                <a:lnTo>
                  <a:pt x="3853" y="14159"/>
                </a:lnTo>
                <a:lnTo>
                  <a:pt x="3596" y="14086"/>
                </a:lnTo>
                <a:lnTo>
                  <a:pt x="3669" y="14013"/>
                </a:lnTo>
                <a:lnTo>
                  <a:pt x="3706" y="13903"/>
                </a:lnTo>
                <a:lnTo>
                  <a:pt x="3706" y="13829"/>
                </a:lnTo>
                <a:lnTo>
                  <a:pt x="3669" y="13719"/>
                </a:lnTo>
                <a:lnTo>
                  <a:pt x="3632" y="13646"/>
                </a:lnTo>
                <a:lnTo>
                  <a:pt x="3559" y="13609"/>
                </a:lnTo>
                <a:lnTo>
                  <a:pt x="3632" y="13242"/>
                </a:lnTo>
                <a:lnTo>
                  <a:pt x="3742" y="12876"/>
                </a:lnTo>
                <a:lnTo>
                  <a:pt x="3889" y="12509"/>
                </a:lnTo>
                <a:lnTo>
                  <a:pt x="4073" y="12179"/>
                </a:lnTo>
                <a:lnTo>
                  <a:pt x="4293" y="11848"/>
                </a:lnTo>
                <a:lnTo>
                  <a:pt x="4549" y="11555"/>
                </a:lnTo>
                <a:lnTo>
                  <a:pt x="4843" y="11298"/>
                </a:lnTo>
                <a:lnTo>
                  <a:pt x="5173" y="11115"/>
                </a:lnTo>
                <a:lnTo>
                  <a:pt x="5246" y="11041"/>
                </a:lnTo>
                <a:lnTo>
                  <a:pt x="5283" y="10931"/>
                </a:lnTo>
                <a:lnTo>
                  <a:pt x="5283" y="10858"/>
                </a:lnTo>
                <a:lnTo>
                  <a:pt x="5210" y="10785"/>
                </a:lnTo>
                <a:lnTo>
                  <a:pt x="4770" y="10234"/>
                </a:lnTo>
                <a:lnTo>
                  <a:pt x="4549" y="9978"/>
                </a:lnTo>
                <a:lnTo>
                  <a:pt x="4293" y="9758"/>
                </a:lnTo>
                <a:lnTo>
                  <a:pt x="3999" y="9574"/>
                </a:lnTo>
                <a:lnTo>
                  <a:pt x="3706" y="9427"/>
                </a:lnTo>
                <a:lnTo>
                  <a:pt x="3376" y="9317"/>
                </a:lnTo>
                <a:lnTo>
                  <a:pt x="3046" y="9281"/>
                </a:lnTo>
                <a:lnTo>
                  <a:pt x="3046" y="8877"/>
                </a:lnTo>
                <a:lnTo>
                  <a:pt x="3119" y="8510"/>
                </a:lnTo>
                <a:lnTo>
                  <a:pt x="3266" y="8180"/>
                </a:lnTo>
                <a:lnTo>
                  <a:pt x="3486" y="7887"/>
                </a:lnTo>
                <a:lnTo>
                  <a:pt x="3632" y="7740"/>
                </a:lnTo>
                <a:lnTo>
                  <a:pt x="3816" y="7593"/>
                </a:lnTo>
                <a:lnTo>
                  <a:pt x="3889" y="7557"/>
                </a:lnTo>
                <a:lnTo>
                  <a:pt x="3963" y="7557"/>
                </a:lnTo>
                <a:lnTo>
                  <a:pt x="4036" y="7593"/>
                </a:lnTo>
                <a:lnTo>
                  <a:pt x="4109" y="7630"/>
                </a:lnTo>
                <a:lnTo>
                  <a:pt x="4219" y="7740"/>
                </a:lnTo>
                <a:lnTo>
                  <a:pt x="4329" y="7887"/>
                </a:lnTo>
                <a:lnTo>
                  <a:pt x="4916" y="8657"/>
                </a:lnTo>
                <a:lnTo>
                  <a:pt x="5026" y="8730"/>
                </a:lnTo>
                <a:lnTo>
                  <a:pt x="5136" y="8767"/>
                </a:lnTo>
                <a:lnTo>
                  <a:pt x="5210" y="8730"/>
                </a:lnTo>
                <a:lnTo>
                  <a:pt x="5246" y="8694"/>
                </a:lnTo>
                <a:lnTo>
                  <a:pt x="5283" y="8620"/>
                </a:lnTo>
                <a:lnTo>
                  <a:pt x="5283" y="8547"/>
                </a:lnTo>
                <a:lnTo>
                  <a:pt x="5136" y="7006"/>
                </a:lnTo>
                <a:lnTo>
                  <a:pt x="5100" y="6823"/>
                </a:lnTo>
                <a:lnTo>
                  <a:pt x="4990" y="6640"/>
                </a:lnTo>
                <a:lnTo>
                  <a:pt x="4880" y="6493"/>
                </a:lnTo>
                <a:lnTo>
                  <a:pt x="4660" y="6456"/>
                </a:lnTo>
                <a:lnTo>
                  <a:pt x="4733" y="6420"/>
                </a:lnTo>
                <a:lnTo>
                  <a:pt x="4843" y="6346"/>
                </a:lnTo>
                <a:lnTo>
                  <a:pt x="5026" y="6199"/>
                </a:lnTo>
                <a:lnTo>
                  <a:pt x="5430" y="6016"/>
                </a:lnTo>
                <a:lnTo>
                  <a:pt x="5613" y="5943"/>
                </a:lnTo>
                <a:lnTo>
                  <a:pt x="5760" y="5796"/>
                </a:lnTo>
                <a:lnTo>
                  <a:pt x="5870" y="5649"/>
                </a:lnTo>
                <a:lnTo>
                  <a:pt x="5980" y="5466"/>
                </a:lnTo>
                <a:lnTo>
                  <a:pt x="5980" y="5392"/>
                </a:lnTo>
                <a:lnTo>
                  <a:pt x="5943" y="5319"/>
                </a:lnTo>
                <a:lnTo>
                  <a:pt x="5907" y="5246"/>
                </a:lnTo>
                <a:lnTo>
                  <a:pt x="5833" y="5209"/>
                </a:lnTo>
                <a:lnTo>
                  <a:pt x="4990" y="5099"/>
                </a:lnTo>
                <a:lnTo>
                  <a:pt x="4109" y="4989"/>
                </a:lnTo>
                <a:lnTo>
                  <a:pt x="3742" y="4989"/>
                </a:lnTo>
                <a:lnTo>
                  <a:pt x="3302" y="4952"/>
                </a:lnTo>
                <a:lnTo>
                  <a:pt x="2899" y="4989"/>
                </a:lnTo>
                <a:lnTo>
                  <a:pt x="2715" y="5026"/>
                </a:lnTo>
                <a:lnTo>
                  <a:pt x="2532" y="5099"/>
                </a:lnTo>
                <a:lnTo>
                  <a:pt x="2495" y="5136"/>
                </a:lnTo>
                <a:lnTo>
                  <a:pt x="2532" y="5209"/>
                </a:lnTo>
                <a:lnTo>
                  <a:pt x="2165" y="5062"/>
                </a:lnTo>
                <a:lnTo>
                  <a:pt x="2459" y="4732"/>
                </a:lnTo>
                <a:lnTo>
                  <a:pt x="2752" y="4402"/>
                </a:lnTo>
                <a:lnTo>
                  <a:pt x="3082" y="4145"/>
                </a:lnTo>
                <a:lnTo>
                  <a:pt x="3449" y="3889"/>
                </a:lnTo>
                <a:lnTo>
                  <a:pt x="3816" y="3668"/>
                </a:lnTo>
                <a:lnTo>
                  <a:pt x="4219" y="3448"/>
                </a:lnTo>
                <a:lnTo>
                  <a:pt x="4623" y="3302"/>
                </a:lnTo>
                <a:lnTo>
                  <a:pt x="5026" y="3155"/>
                </a:lnTo>
                <a:lnTo>
                  <a:pt x="5467" y="3045"/>
                </a:lnTo>
                <a:lnTo>
                  <a:pt x="5907" y="2972"/>
                </a:lnTo>
                <a:lnTo>
                  <a:pt x="6310" y="2935"/>
                </a:lnTo>
                <a:close/>
                <a:moveTo>
                  <a:pt x="5393" y="14343"/>
                </a:moveTo>
                <a:lnTo>
                  <a:pt x="5430" y="14379"/>
                </a:lnTo>
                <a:lnTo>
                  <a:pt x="5356" y="14379"/>
                </a:lnTo>
                <a:lnTo>
                  <a:pt x="5393" y="14343"/>
                </a:lnTo>
                <a:close/>
                <a:moveTo>
                  <a:pt x="7704" y="13903"/>
                </a:moveTo>
                <a:lnTo>
                  <a:pt x="7961" y="14049"/>
                </a:lnTo>
                <a:lnTo>
                  <a:pt x="8291" y="14196"/>
                </a:lnTo>
                <a:lnTo>
                  <a:pt x="8584" y="14306"/>
                </a:lnTo>
                <a:lnTo>
                  <a:pt x="8181" y="14379"/>
                </a:lnTo>
                <a:lnTo>
                  <a:pt x="7741" y="14416"/>
                </a:lnTo>
                <a:lnTo>
                  <a:pt x="7704" y="14306"/>
                </a:lnTo>
                <a:lnTo>
                  <a:pt x="7631" y="14233"/>
                </a:lnTo>
                <a:lnTo>
                  <a:pt x="7264" y="14123"/>
                </a:lnTo>
                <a:lnTo>
                  <a:pt x="6970" y="13939"/>
                </a:lnTo>
                <a:lnTo>
                  <a:pt x="7521" y="13903"/>
                </a:lnTo>
                <a:close/>
                <a:moveTo>
                  <a:pt x="6420" y="14013"/>
                </a:moveTo>
                <a:lnTo>
                  <a:pt x="6567" y="14123"/>
                </a:lnTo>
                <a:lnTo>
                  <a:pt x="6787" y="14306"/>
                </a:lnTo>
                <a:lnTo>
                  <a:pt x="7007" y="14453"/>
                </a:lnTo>
                <a:lnTo>
                  <a:pt x="6053" y="14416"/>
                </a:lnTo>
                <a:lnTo>
                  <a:pt x="6053" y="14343"/>
                </a:lnTo>
                <a:lnTo>
                  <a:pt x="6053" y="14269"/>
                </a:lnTo>
                <a:lnTo>
                  <a:pt x="5980" y="14196"/>
                </a:lnTo>
                <a:lnTo>
                  <a:pt x="5907" y="14159"/>
                </a:lnTo>
                <a:lnTo>
                  <a:pt x="5870" y="14159"/>
                </a:lnTo>
                <a:lnTo>
                  <a:pt x="5980" y="14123"/>
                </a:lnTo>
                <a:lnTo>
                  <a:pt x="6420" y="14013"/>
                </a:lnTo>
                <a:close/>
                <a:moveTo>
                  <a:pt x="6824" y="2385"/>
                </a:moveTo>
                <a:lnTo>
                  <a:pt x="6750" y="2421"/>
                </a:lnTo>
                <a:lnTo>
                  <a:pt x="6677" y="2495"/>
                </a:lnTo>
                <a:lnTo>
                  <a:pt x="6127" y="2531"/>
                </a:lnTo>
                <a:lnTo>
                  <a:pt x="5540" y="2605"/>
                </a:lnTo>
                <a:lnTo>
                  <a:pt x="5026" y="2715"/>
                </a:lnTo>
                <a:lnTo>
                  <a:pt x="4476" y="2861"/>
                </a:lnTo>
                <a:lnTo>
                  <a:pt x="3926" y="3082"/>
                </a:lnTo>
                <a:lnTo>
                  <a:pt x="3376" y="3375"/>
                </a:lnTo>
                <a:lnTo>
                  <a:pt x="2899" y="3705"/>
                </a:lnTo>
                <a:lnTo>
                  <a:pt x="2459" y="4109"/>
                </a:lnTo>
                <a:lnTo>
                  <a:pt x="2018" y="4512"/>
                </a:lnTo>
                <a:lnTo>
                  <a:pt x="1652" y="4989"/>
                </a:lnTo>
                <a:lnTo>
                  <a:pt x="1321" y="5466"/>
                </a:lnTo>
                <a:lnTo>
                  <a:pt x="1065" y="6016"/>
                </a:lnTo>
                <a:lnTo>
                  <a:pt x="735" y="6713"/>
                </a:lnTo>
                <a:lnTo>
                  <a:pt x="478" y="7447"/>
                </a:lnTo>
                <a:lnTo>
                  <a:pt x="221" y="8180"/>
                </a:lnTo>
                <a:lnTo>
                  <a:pt x="74" y="8914"/>
                </a:lnTo>
                <a:lnTo>
                  <a:pt x="38" y="9244"/>
                </a:lnTo>
                <a:lnTo>
                  <a:pt x="1" y="9611"/>
                </a:lnTo>
                <a:lnTo>
                  <a:pt x="38" y="9941"/>
                </a:lnTo>
                <a:lnTo>
                  <a:pt x="74" y="10271"/>
                </a:lnTo>
                <a:lnTo>
                  <a:pt x="148" y="10601"/>
                </a:lnTo>
                <a:lnTo>
                  <a:pt x="258" y="10931"/>
                </a:lnTo>
                <a:lnTo>
                  <a:pt x="368" y="11262"/>
                </a:lnTo>
                <a:lnTo>
                  <a:pt x="514" y="11555"/>
                </a:lnTo>
                <a:lnTo>
                  <a:pt x="881" y="12142"/>
                </a:lnTo>
                <a:lnTo>
                  <a:pt x="1285" y="12692"/>
                </a:lnTo>
                <a:lnTo>
                  <a:pt x="1725" y="13206"/>
                </a:lnTo>
                <a:lnTo>
                  <a:pt x="2202" y="13719"/>
                </a:lnTo>
                <a:lnTo>
                  <a:pt x="2459" y="13976"/>
                </a:lnTo>
                <a:lnTo>
                  <a:pt x="2752" y="14233"/>
                </a:lnTo>
                <a:lnTo>
                  <a:pt x="2825" y="14343"/>
                </a:lnTo>
                <a:lnTo>
                  <a:pt x="2899" y="14416"/>
                </a:lnTo>
                <a:lnTo>
                  <a:pt x="3009" y="14453"/>
                </a:lnTo>
                <a:lnTo>
                  <a:pt x="3119" y="14453"/>
                </a:lnTo>
                <a:lnTo>
                  <a:pt x="3192" y="14526"/>
                </a:lnTo>
                <a:lnTo>
                  <a:pt x="3559" y="14636"/>
                </a:lnTo>
                <a:lnTo>
                  <a:pt x="3889" y="14746"/>
                </a:lnTo>
                <a:lnTo>
                  <a:pt x="4623" y="14820"/>
                </a:lnTo>
                <a:lnTo>
                  <a:pt x="6017" y="14966"/>
                </a:lnTo>
                <a:lnTo>
                  <a:pt x="6714" y="15003"/>
                </a:lnTo>
                <a:lnTo>
                  <a:pt x="7411" y="15003"/>
                </a:lnTo>
                <a:lnTo>
                  <a:pt x="8108" y="14930"/>
                </a:lnTo>
                <a:lnTo>
                  <a:pt x="8768" y="14783"/>
                </a:lnTo>
                <a:lnTo>
                  <a:pt x="9465" y="14600"/>
                </a:lnTo>
                <a:lnTo>
                  <a:pt x="9758" y="14453"/>
                </a:lnTo>
                <a:lnTo>
                  <a:pt x="10088" y="14306"/>
                </a:lnTo>
                <a:lnTo>
                  <a:pt x="10382" y="14159"/>
                </a:lnTo>
                <a:lnTo>
                  <a:pt x="10675" y="13976"/>
                </a:lnTo>
                <a:lnTo>
                  <a:pt x="11152" y="13536"/>
                </a:lnTo>
                <a:lnTo>
                  <a:pt x="11629" y="13059"/>
                </a:lnTo>
                <a:lnTo>
                  <a:pt x="12033" y="12509"/>
                </a:lnTo>
                <a:lnTo>
                  <a:pt x="12399" y="11958"/>
                </a:lnTo>
                <a:lnTo>
                  <a:pt x="12729" y="11372"/>
                </a:lnTo>
                <a:lnTo>
                  <a:pt x="12986" y="10748"/>
                </a:lnTo>
                <a:lnTo>
                  <a:pt x="13243" y="10161"/>
                </a:lnTo>
                <a:lnTo>
                  <a:pt x="13426" y="9464"/>
                </a:lnTo>
                <a:lnTo>
                  <a:pt x="13500" y="9097"/>
                </a:lnTo>
                <a:lnTo>
                  <a:pt x="13573" y="8730"/>
                </a:lnTo>
                <a:lnTo>
                  <a:pt x="13573" y="8400"/>
                </a:lnTo>
                <a:lnTo>
                  <a:pt x="13573" y="8034"/>
                </a:lnTo>
                <a:lnTo>
                  <a:pt x="13573" y="7667"/>
                </a:lnTo>
                <a:lnTo>
                  <a:pt x="13500" y="7300"/>
                </a:lnTo>
                <a:lnTo>
                  <a:pt x="13426" y="6970"/>
                </a:lnTo>
                <a:lnTo>
                  <a:pt x="13353" y="6640"/>
                </a:lnTo>
                <a:lnTo>
                  <a:pt x="13206" y="6346"/>
                </a:lnTo>
                <a:lnTo>
                  <a:pt x="13060" y="6053"/>
                </a:lnTo>
                <a:lnTo>
                  <a:pt x="12693" y="5466"/>
                </a:lnTo>
                <a:lnTo>
                  <a:pt x="12289" y="4916"/>
                </a:lnTo>
                <a:lnTo>
                  <a:pt x="11849" y="4475"/>
                </a:lnTo>
                <a:lnTo>
                  <a:pt x="11372" y="4035"/>
                </a:lnTo>
                <a:lnTo>
                  <a:pt x="10895" y="3668"/>
                </a:lnTo>
                <a:lnTo>
                  <a:pt x="10345" y="3338"/>
                </a:lnTo>
                <a:lnTo>
                  <a:pt x="9795" y="3045"/>
                </a:lnTo>
                <a:lnTo>
                  <a:pt x="9208" y="2788"/>
                </a:lnTo>
                <a:lnTo>
                  <a:pt x="8584" y="2605"/>
                </a:lnTo>
                <a:lnTo>
                  <a:pt x="7998" y="2458"/>
                </a:lnTo>
                <a:lnTo>
                  <a:pt x="7447" y="238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4C2F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11" name="Google Shape;1611;p65"/>
          <p:cNvSpPr/>
          <p:nvPr/>
        </p:nvSpPr>
        <p:spPr>
          <a:xfrm>
            <a:off x="8119638" y="951415"/>
            <a:ext cx="437615" cy="452276"/>
          </a:xfrm>
          <a:custGeom>
            <a:rect b="b" l="l" r="r" t="t"/>
            <a:pathLst>
              <a:path extrusionOk="0" h="13573" w="13133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4C2F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12" name="Google Shape;1612;p65"/>
          <p:cNvSpPr/>
          <p:nvPr/>
        </p:nvSpPr>
        <p:spPr>
          <a:xfrm rot="-1830601">
            <a:off x="6925243" y="2013408"/>
            <a:ext cx="477242" cy="493447"/>
          </a:xfrm>
          <a:custGeom>
            <a:rect b="b" l="l" r="r" t="t"/>
            <a:pathLst>
              <a:path extrusionOk="0" h="19002" w="18378">
                <a:moveTo>
                  <a:pt x="13793" y="5429"/>
                </a:moveTo>
                <a:lnTo>
                  <a:pt x="13682" y="5466"/>
                </a:lnTo>
                <a:lnTo>
                  <a:pt x="13572" y="5502"/>
                </a:lnTo>
                <a:lnTo>
                  <a:pt x="13499" y="5576"/>
                </a:lnTo>
                <a:lnTo>
                  <a:pt x="13352" y="5759"/>
                </a:lnTo>
                <a:lnTo>
                  <a:pt x="13352" y="5869"/>
                </a:lnTo>
                <a:lnTo>
                  <a:pt x="13352" y="5979"/>
                </a:lnTo>
                <a:lnTo>
                  <a:pt x="13389" y="6016"/>
                </a:lnTo>
                <a:lnTo>
                  <a:pt x="13426" y="6053"/>
                </a:lnTo>
                <a:lnTo>
                  <a:pt x="13499" y="6053"/>
                </a:lnTo>
                <a:lnTo>
                  <a:pt x="13572" y="5979"/>
                </a:lnTo>
                <a:lnTo>
                  <a:pt x="13646" y="5943"/>
                </a:lnTo>
                <a:lnTo>
                  <a:pt x="13719" y="5796"/>
                </a:lnTo>
                <a:lnTo>
                  <a:pt x="13829" y="5649"/>
                </a:lnTo>
                <a:lnTo>
                  <a:pt x="13903" y="5502"/>
                </a:lnTo>
                <a:lnTo>
                  <a:pt x="13903" y="5466"/>
                </a:lnTo>
                <a:lnTo>
                  <a:pt x="13903" y="5429"/>
                </a:lnTo>
                <a:close/>
                <a:moveTo>
                  <a:pt x="13242" y="6089"/>
                </a:moveTo>
                <a:lnTo>
                  <a:pt x="13169" y="6126"/>
                </a:lnTo>
                <a:lnTo>
                  <a:pt x="13022" y="6309"/>
                </a:lnTo>
                <a:lnTo>
                  <a:pt x="12912" y="6493"/>
                </a:lnTo>
                <a:lnTo>
                  <a:pt x="12875" y="6529"/>
                </a:lnTo>
                <a:lnTo>
                  <a:pt x="12875" y="6603"/>
                </a:lnTo>
                <a:lnTo>
                  <a:pt x="12949" y="6676"/>
                </a:lnTo>
                <a:lnTo>
                  <a:pt x="13022" y="6713"/>
                </a:lnTo>
                <a:lnTo>
                  <a:pt x="13096" y="6676"/>
                </a:lnTo>
                <a:lnTo>
                  <a:pt x="13132" y="6639"/>
                </a:lnTo>
                <a:lnTo>
                  <a:pt x="13242" y="6456"/>
                </a:lnTo>
                <a:lnTo>
                  <a:pt x="13352" y="6273"/>
                </a:lnTo>
                <a:lnTo>
                  <a:pt x="13389" y="6199"/>
                </a:lnTo>
                <a:lnTo>
                  <a:pt x="13316" y="6126"/>
                </a:lnTo>
                <a:lnTo>
                  <a:pt x="13242" y="6089"/>
                </a:lnTo>
                <a:close/>
                <a:moveTo>
                  <a:pt x="17241" y="6419"/>
                </a:moveTo>
                <a:lnTo>
                  <a:pt x="17534" y="6713"/>
                </a:lnTo>
                <a:lnTo>
                  <a:pt x="17497" y="6713"/>
                </a:lnTo>
                <a:lnTo>
                  <a:pt x="17387" y="6823"/>
                </a:lnTo>
                <a:lnTo>
                  <a:pt x="17351" y="6676"/>
                </a:lnTo>
                <a:lnTo>
                  <a:pt x="17241" y="6419"/>
                </a:lnTo>
                <a:close/>
                <a:moveTo>
                  <a:pt x="12692" y="6786"/>
                </a:moveTo>
                <a:lnTo>
                  <a:pt x="12582" y="6860"/>
                </a:lnTo>
                <a:lnTo>
                  <a:pt x="12435" y="6970"/>
                </a:lnTo>
                <a:lnTo>
                  <a:pt x="12399" y="7116"/>
                </a:lnTo>
                <a:lnTo>
                  <a:pt x="12362" y="7190"/>
                </a:lnTo>
                <a:lnTo>
                  <a:pt x="12399" y="7226"/>
                </a:lnTo>
                <a:lnTo>
                  <a:pt x="12472" y="7300"/>
                </a:lnTo>
                <a:lnTo>
                  <a:pt x="12582" y="7300"/>
                </a:lnTo>
                <a:lnTo>
                  <a:pt x="12619" y="7263"/>
                </a:lnTo>
                <a:lnTo>
                  <a:pt x="12655" y="7190"/>
                </a:lnTo>
                <a:lnTo>
                  <a:pt x="12729" y="7043"/>
                </a:lnTo>
                <a:lnTo>
                  <a:pt x="12802" y="7006"/>
                </a:lnTo>
                <a:lnTo>
                  <a:pt x="12839" y="6933"/>
                </a:lnTo>
                <a:lnTo>
                  <a:pt x="12875" y="6860"/>
                </a:lnTo>
                <a:lnTo>
                  <a:pt x="12875" y="6823"/>
                </a:lnTo>
                <a:lnTo>
                  <a:pt x="12839" y="6823"/>
                </a:lnTo>
                <a:lnTo>
                  <a:pt x="12765" y="6786"/>
                </a:lnTo>
                <a:close/>
                <a:moveTo>
                  <a:pt x="17571" y="6750"/>
                </a:moveTo>
                <a:lnTo>
                  <a:pt x="17828" y="7043"/>
                </a:lnTo>
                <a:lnTo>
                  <a:pt x="18048" y="7373"/>
                </a:lnTo>
                <a:lnTo>
                  <a:pt x="17828" y="7593"/>
                </a:lnTo>
                <a:lnTo>
                  <a:pt x="17828" y="7520"/>
                </a:lnTo>
                <a:lnTo>
                  <a:pt x="17864" y="7336"/>
                </a:lnTo>
                <a:lnTo>
                  <a:pt x="17828" y="7116"/>
                </a:lnTo>
                <a:lnTo>
                  <a:pt x="17828" y="7080"/>
                </a:lnTo>
                <a:lnTo>
                  <a:pt x="17754" y="7006"/>
                </a:lnTo>
                <a:lnTo>
                  <a:pt x="17681" y="7006"/>
                </a:lnTo>
                <a:lnTo>
                  <a:pt x="17644" y="7043"/>
                </a:lnTo>
                <a:lnTo>
                  <a:pt x="17681" y="7080"/>
                </a:lnTo>
                <a:lnTo>
                  <a:pt x="17644" y="7226"/>
                </a:lnTo>
                <a:lnTo>
                  <a:pt x="17607" y="7446"/>
                </a:lnTo>
                <a:lnTo>
                  <a:pt x="17534" y="7667"/>
                </a:lnTo>
                <a:lnTo>
                  <a:pt x="17534" y="7887"/>
                </a:lnTo>
                <a:lnTo>
                  <a:pt x="17534" y="7960"/>
                </a:lnTo>
                <a:lnTo>
                  <a:pt x="17131" y="8584"/>
                </a:lnTo>
                <a:lnTo>
                  <a:pt x="17167" y="8217"/>
                </a:lnTo>
                <a:lnTo>
                  <a:pt x="17241" y="7850"/>
                </a:lnTo>
                <a:lnTo>
                  <a:pt x="17387" y="7630"/>
                </a:lnTo>
                <a:lnTo>
                  <a:pt x="17387" y="7593"/>
                </a:lnTo>
                <a:lnTo>
                  <a:pt x="17387" y="7520"/>
                </a:lnTo>
                <a:lnTo>
                  <a:pt x="17461" y="7483"/>
                </a:lnTo>
                <a:lnTo>
                  <a:pt x="17497" y="7446"/>
                </a:lnTo>
                <a:lnTo>
                  <a:pt x="17534" y="7373"/>
                </a:lnTo>
                <a:lnTo>
                  <a:pt x="17534" y="7263"/>
                </a:lnTo>
                <a:lnTo>
                  <a:pt x="17497" y="7080"/>
                </a:lnTo>
                <a:lnTo>
                  <a:pt x="17571" y="6750"/>
                </a:lnTo>
                <a:close/>
                <a:moveTo>
                  <a:pt x="16874" y="8840"/>
                </a:moveTo>
                <a:lnTo>
                  <a:pt x="16947" y="8877"/>
                </a:lnTo>
                <a:lnTo>
                  <a:pt x="16874" y="8950"/>
                </a:lnTo>
                <a:lnTo>
                  <a:pt x="16874" y="8877"/>
                </a:lnTo>
                <a:lnTo>
                  <a:pt x="16874" y="8840"/>
                </a:lnTo>
                <a:close/>
                <a:moveTo>
                  <a:pt x="11445" y="8584"/>
                </a:moveTo>
                <a:lnTo>
                  <a:pt x="11408" y="8620"/>
                </a:lnTo>
                <a:lnTo>
                  <a:pt x="11298" y="8657"/>
                </a:lnTo>
                <a:lnTo>
                  <a:pt x="11188" y="8804"/>
                </a:lnTo>
                <a:lnTo>
                  <a:pt x="11188" y="8840"/>
                </a:lnTo>
                <a:lnTo>
                  <a:pt x="11188" y="8914"/>
                </a:lnTo>
                <a:lnTo>
                  <a:pt x="11188" y="8987"/>
                </a:lnTo>
                <a:lnTo>
                  <a:pt x="11225" y="9024"/>
                </a:lnTo>
                <a:lnTo>
                  <a:pt x="11408" y="9024"/>
                </a:lnTo>
                <a:lnTo>
                  <a:pt x="11445" y="8987"/>
                </a:lnTo>
                <a:lnTo>
                  <a:pt x="11555" y="8804"/>
                </a:lnTo>
                <a:lnTo>
                  <a:pt x="11555" y="8730"/>
                </a:lnTo>
                <a:lnTo>
                  <a:pt x="11555" y="8657"/>
                </a:lnTo>
                <a:lnTo>
                  <a:pt x="11518" y="8620"/>
                </a:lnTo>
                <a:lnTo>
                  <a:pt x="11445" y="8584"/>
                </a:lnTo>
                <a:close/>
                <a:moveTo>
                  <a:pt x="16580" y="8804"/>
                </a:moveTo>
                <a:lnTo>
                  <a:pt x="16580" y="8877"/>
                </a:lnTo>
                <a:lnTo>
                  <a:pt x="16580" y="9060"/>
                </a:lnTo>
                <a:lnTo>
                  <a:pt x="16617" y="9170"/>
                </a:lnTo>
                <a:lnTo>
                  <a:pt x="16654" y="9244"/>
                </a:lnTo>
                <a:lnTo>
                  <a:pt x="16397" y="9611"/>
                </a:lnTo>
                <a:lnTo>
                  <a:pt x="16360" y="9391"/>
                </a:lnTo>
                <a:lnTo>
                  <a:pt x="16324" y="9170"/>
                </a:lnTo>
                <a:lnTo>
                  <a:pt x="16324" y="9097"/>
                </a:lnTo>
                <a:lnTo>
                  <a:pt x="16580" y="8804"/>
                </a:lnTo>
                <a:close/>
                <a:moveTo>
                  <a:pt x="16067" y="9391"/>
                </a:moveTo>
                <a:lnTo>
                  <a:pt x="16067" y="9684"/>
                </a:lnTo>
                <a:lnTo>
                  <a:pt x="16103" y="9794"/>
                </a:lnTo>
                <a:lnTo>
                  <a:pt x="16177" y="9941"/>
                </a:lnTo>
                <a:lnTo>
                  <a:pt x="15993" y="10161"/>
                </a:lnTo>
                <a:lnTo>
                  <a:pt x="15920" y="10308"/>
                </a:lnTo>
                <a:lnTo>
                  <a:pt x="15957" y="9867"/>
                </a:lnTo>
                <a:lnTo>
                  <a:pt x="15920" y="9794"/>
                </a:lnTo>
                <a:lnTo>
                  <a:pt x="15847" y="9757"/>
                </a:lnTo>
                <a:lnTo>
                  <a:pt x="15810" y="9721"/>
                </a:lnTo>
                <a:lnTo>
                  <a:pt x="16067" y="9391"/>
                </a:lnTo>
                <a:close/>
                <a:moveTo>
                  <a:pt x="9611" y="2348"/>
                </a:moveTo>
                <a:lnTo>
                  <a:pt x="9574" y="2421"/>
                </a:lnTo>
                <a:lnTo>
                  <a:pt x="9134" y="2861"/>
                </a:lnTo>
                <a:lnTo>
                  <a:pt x="8767" y="3375"/>
                </a:lnTo>
                <a:lnTo>
                  <a:pt x="7997" y="4365"/>
                </a:lnTo>
                <a:lnTo>
                  <a:pt x="7630" y="4879"/>
                </a:lnTo>
                <a:lnTo>
                  <a:pt x="7227" y="5356"/>
                </a:lnTo>
                <a:lnTo>
                  <a:pt x="6823" y="5832"/>
                </a:lnTo>
                <a:lnTo>
                  <a:pt x="6346" y="6273"/>
                </a:lnTo>
                <a:lnTo>
                  <a:pt x="6273" y="6346"/>
                </a:lnTo>
                <a:lnTo>
                  <a:pt x="6273" y="6456"/>
                </a:lnTo>
                <a:lnTo>
                  <a:pt x="6236" y="6456"/>
                </a:lnTo>
                <a:lnTo>
                  <a:pt x="6163" y="6493"/>
                </a:lnTo>
                <a:lnTo>
                  <a:pt x="6163" y="6566"/>
                </a:lnTo>
                <a:lnTo>
                  <a:pt x="6199" y="6603"/>
                </a:lnTo>
                <a:lnTo>
                  <a:pt x="6309" y="6786"/>
                </a:lnTo>
                <a:lnTo>
                  <a:pt x="6493" y="6970"/>
                </a:lnTo>
                <a:lnTo>
                  <a:pt x="6823" y="7263"/>
                </a:lnTo>
                <a:lnTo>
                  <a:pt x="7593" y="7813"/>
                </a:lnTo>
                <a:lnTo>
                  <a:pt x="8437" y="8363"/>
                </a:lnTo>
                <a:lnTo>
                  <a:pt x="8620" y="8510"/>
                </a:lnTo>
                <a:lnTo>
                  <a:pt x="8767" y="8694"/>
                </a:lnTo>
                <a:lnTo>
                  <a:pt x="9061" y="9060"/>
                </a:lnTo>
                <a:lnTo>
                  <a:pt x="9207" y="9207"/>
                </a:lnTo>
                <a:lnTo>
                  <a:pt x="9391" y="9354"/>
                </a:lnTo>
                <a:lnTo>
                  <a:pt x="9758" y="9574"/>
                </a:lnTo>
                <a:lnTo>
                  <a:pt x="10638" y="10161"/>
                </a:lnTo>
                <a:lnTo>
                  <a:pt x="11482" y="10784"/>
                </a:lnTo>
                <a:lnTo>
                  <a:pt x="12289" y="11408"/>
                </a:lnTo>
                <a:lnTo>
                  <a:pt x="12362" y="11445"/>
                </a:lnTo>
                <a:lnTo>
                  <a:pt x="12472" y="11445"/>
                </a:lnTo>
                <a:lnTo>
                  <a:pt x="12545" y="11408"/>
                </a:lnTo>
                <a:lnTo>
                  <a:pt x="12582" y="11371"/>
                </a:lnTo>
                <a:lnTo>
                  <a:pt x="12619" y="11298"/>
                </a:lnTo>
                <a:lnTo>
                  <a:pt x="12655" y="11188"/>
                </a:lnTo>
                <a:lnTo>
                  <a:pt x="12619" y="11115"/>
                </a:lnTo>
                <a:lnTo>
                  <a:pt x="12545" y="11041"/>
                </a:lnTo>
                <a:lnTo>
                  <a:pt x="11775" y="10418"/>
                </a:lnTo>
                <a:lnTo>
                  <a:pt x="11812" y="10381"/>
                </a:lnTo>
                <a:lnTo>
                  <a:pt x="11922" y="10198"/>
                </a:lnTo>
                <a:lnTo>
                  <a:pt x="11995" y="10014"/>
                </a:lnTo>
                <a:lnTo>
                  <a:pt x="11995" y="9941"/>
                </a:lnTo>
                <a:lnTo>
                  <a:pt x="11958" y="9904"/>
                </a:lnTo>
                <a:lnTo>
                  <a:pt x="11885" y="9904"/>
                </a:lnTo>
                <a:lnTo>
                  <a:pt x="11738" y="10051"/>
                </a:lnTo>
                <a:lnTo>
                  <a:pt x="11592" y="10234"/>
                </a:lnTo>
                <a:lnTo>
                  <a:pt x="11555" y="10271"/>
                </a:lnTo>
                <a:lnTo>
                  <a:pt x="11005" y="9867"/>
                </a:lnTo>
                <a:lnTo>
                  <a:pt x="10821" y="9757"/>
                </a:lnTo>
                <a:lnTo>
                  <a:pt x="10858" y="9684"/>
                </a:lnTo>
                <a:lnTo>
                  <a:pt x="10895" y="9611"/>
                </a:lnTo>
                <a:lnTo>
                  <a:pt x="11041" y="9464"/>
                </a:lnTo>
                <a:lnTo>
                  <a:pt x="11078" y="9427"/>
                </a:lnTo>
                <a:lnTo>
                  <a:pt x="11078" y="9354"/>
                </a:lnTo>
                <a:lnTo>
                  <a:pt x="11078" y="9317"/>
                </a:lnTo>
                <a:lnTo>
                  <a:pt x="11005" y="9281"/>
                </a:lnTo>
                <a:lnTo>
                  <a:pt x="10968" y="9317"/>
                </a:lnTo>
                <a:lnTo>
                  <a:pt x="10895" y="9281"/>
                </a:lnTo>
                <a:lnTo>
                  <a:pt x="10821" y="9317"/>
                </a:lnTo>
                <a:lnTo>
                  <a:pt x="10711" y="9427"/>
                </a:lnTo>
                <a:lnTo>
                  <a:pt x="10601" y="9574"/>
                </a:lnTo>
                <a:lnTo>
                  <a:pt x="10124" y="9281"/>
                </a:lnTo>
                <a:lnTo>
                  <a:pt x="10051" y="9207"/>
                </a:lnTo>
                <a:lnTo>
                  <a:pt x="10234" y="8914"/>
                </a:lnTo>
                <a:lnTo>
                  <a:pt x="10234" y="8840"/>
                </a:lnTo>
                <a:lnTo>
                  <a:pt x="10234" y="8804"/>
                </a:lnTo>
                <a:lnTo>
                  <a:pt x="10198" y="8730"/>
                </a:lnTo>
                <a:lnTo>
                  <a:pt x="10088" y="8694"/>
                </a:lnTo>
                <a:lnTo>
                  <a:pt x="10051" y="8730"/>
                </a:lnTo>
                <a:lnTo>
                  <a:pt x="10014" y="8767"/>
                </a:lnTo>
                <a:lnTo>
                  <a:pt x="9758" y="9060"/>
                </a:lnTo>
                <a:lnTo>
                  <a:pt x="9537" y="8877"/>
                </a:lnTo>
                <a:lnTo>
                  <a:pt x="9354" y="8694"/>
                </a:lnTo>
                <a:lnTo>
                  <a:pt x="9134" y="8437"/>
                </a:lnTo>
                <a:lnTo>
                  <a:pt x="9207" y="8327"/>
                </a:lnTo>
                <a:lnTo>
                  <a:pt x="9281" y="8217"/>
                </a:lnTo>
                <a:lnTo>
                  <a:pt x="9354" y="7960"/>
                </a:lnTo>
                <a:lnTo>
                  <a:pt x="9354" y="7887"/>
                </a:lnTo>
                <a:lnTo>
                  <a:pt x="9317" y="7850"/>
                </a:lnTo>
                <a:lnTo>
                  <a:pt x="9244" y="7850"/>
                </a:lnTo>
                <a:lnTo>
                  <a:pt x="9171" y="7887"/>
                </a:lnTo>
                <a:lnTo>
                  <a:pt x="8987" y="8107"/>
                </a:lnTo>
                <a:lnTo>
                  <a:pt x="8951" y="8180"/>
                </a:lnTo>
                <a:lnTo>
                  <a:pt x="8767" y="8033"/>
                </a:lnTo>
                <a:lnTo>
                  <a:pt x="8327" y="7740"/>
                </a:lnTo>
                <a:lnTo>
                  <a:pt x="8364" y="7446"/>
                </a:lnTo>
                <a:lnTo>
                  <a:pt x="8364" y="7410"/>
                </a:lnTo>
                <a:lnTo>
                  <a:pt x="8327" y="7336"/>
                </a:lnTo>
                <a:lnTo>
                  <a:pt x="8290" y="7300"/>
                </a:lnTo>
                <a:lnTo>
                  <a:pt x="8180" y="7300"/>
                </a:lnTo>
                <a:lnTo>
                  <a:pt x="8107" y="7336"/>
                </a:lnTo>
                <a:lnTo>
                  <a:pt x="8070" y="7446"/>
                </a:lnTo>
                <a:lnTo>
                  <a:pt x="8034" y="7556"/>
                </a:lnTo>
                <a:lnTo>
                  <a:pt x="7960" y="7520"/>
                </a:lnTo>
                <a:lnTo>
                  <a:pt x="7410" y="7116"/>
                </a:lnTo>
                <a:lnTo>
                  <a:pt x="7447" y="7080"/>
                </a:lnTo>
                <a:lnTo>
                  <a:pt x="7520" y="6970"/>
                </a:lnTo>
                <a:lnTo>
                  <a:pt x="7520" y="6896"/>
                </a:lnTo>
                <a:lnTo>
                  <a:pt x="7520" y="6860"/>
                </a:lnTo>
                <a:lnTo>
                  <a:pt x="7557" y="6750"/>
                </a:lnTo>
                <a:lnTo>
                  <a:pt x="7520" y="6713"/>
                </a:lnTo>
                <a:lnTo>
                  <a:pt x="7483" y="6713"/>
                </a:lnTo>
                <a:lnTo>
                  <a:pt x="7410" y="6750"/>
                </a:lnTo>
                <a:lnTo>
                  <a:pt x="7337" y="6750"/>
                </a:lnTo>
                <a:lnTo>
                  <a:pt x="7227" y="6823"/>
                </a:lnTo>
                <a:lnTo>
                  <a:pt x="7116" y="6896"/>
                </a:lnTo>
                <a:lnTo>
                  <a:pt x="6640" y="6639"/>
                </a:lnTo>
                <a:lnTo>
                  <a:pt x="6640" y="6603"/>
                </a:lnTo>
                <a:lnTo>
                  <a:pt x="7116" y="6163"/>
                </a:lnTo>
                <a:lnTo>
                  <a:pt x="7557" y="5649"/>
                </a:lnTo>
                <a:lnTo>
                  <a:pt x="7593" y="5722"/>
                </a:lnTo>
                <a:lnTo>
                  <a:pt x="7630" y="5759"/>
                </a:lnTo>
                <a:lnTo>
                  <a:pt x="7740" y="5759"/>
                </a:lnTo>
                <a:lnTo>
                  <a:pt x="8034" y="5576"/>
                </a:lnTo>
                <a:lnTo>
                  <a:pt x="8327" y="5392"/>
                </a:lnTo>
                <a:lnTo>
                  <a:pt x="8620" y="5209"/>
                </a:lnTo>
                <a:lnTo>
                  <a:pt x="8914" y="5025"/>
                </a:lnTo>
                <a:lnTo>
                  <a:pt x="9244" y="4879"/>
                </a:lnTo>
                <a:lnTo>
                  <a:pt x="9574" y="4732"/>
                </a:lnTo>
                <a:lnTo>
                  <a:pt x="9941" y="4659"/>
                </a:lnTo>
                <a:lnTo>
                  <a:pt x="10308" y="4622"/>
                </a:lnTo>
                <a:lnTo>
                  <a:pt x="10491" y="4622"/>
                </a:lnTo>
                <a:lnTo>
                  <a:pt x="10675" y="4659"/>
                </a:lnTo>
                <a:lnTo>
                  <a:pt x="10821" y="4732"/>
                </a:lnTo>
                <a:lnTo>
                  <a:pt x="10931" y="4842"/>
                </a:lnTo>
                <a:lnTo>
                  <a:pt x="11041" y="4989"/>
                </a:lnTo>
                <a:lnTo>
                  <a:pt x="11078" y="5136"/>
                </a:lnTo>
                <a:lnTo>
                  <a:pt x="11151" y="5502"/>
                </a:lnTo>
                <a:lnTo>
                  <a:pt x="11151" y="5906"/>
                </a:lnTo>
                <a:lnTo>
                  <a:pt x="11151" y="6309"/>
                </a:lnTo>
                <a:lnTo>
                  <a:pt x="11151" y="6676"/>
                </a:lnTo>
                <a:lnTo>
                  <a:pt x="11188" y="7006"/>
                </a:lnTo>
                <a:lnTo>
                  <a:pt x="11261" y="7373"/>
                </a:lnTo>
                <a:lnTo>
                  <a:pt x="11445" y="7703"/>
                </a:lnTo>
                <a:lnTo>
                  <a:pt x="11408" y="7813"/>
                </a:lnTo>
                <a:lnTo>
                  <a:pt x="11372" y="7923"/>
                </a:lnTo>
                <a:lnTo>
                  <a:pt x="11372" y="8033"/>
                </a:lnTo>
                <a:lnTo>
                  <a:pt x="11372" y="8143"/>
                </a:lnTo>
                <a:lnTo>
                  <a:pt x="11445" y="8253"/>
                </a:lnTo>
                <a:lnTo>
                  <a:pt x="11482" y="8327"/>
                </a:lnTo>
                <a:lnTo>
                  <a:pt x="11592" y="8400"/>
                </a:lnTo>
                <a:lnTo>
                  <a:pt x="11665" y="8474"/>
                </a:lnTo>
                <a:lnTo>
                  <a:pt x="11775" y="8510"/>
                </a:lnTo>
                <a:lnTo>
                  <a:pt x="12105" y="8510"/>
                </a:lnTo>
                <a:lnTo>
                  <a:pt x="12435" y="8694"/>
                </a:lnTo>
                <a:lnTo>
                  <a:pt x="12765" y="8840"/>
                </a:lnTo>
                <a:lnTo>
                  <a:pt x="13022" y="8877"/>
                </a:lnTo>
                <a:lnTo>
                  <a:pt x="13316" y="8877"/>
                </a:lnTo>
                <a:lnTo>
                  <a:pt x="13646" y="8804"/>
                </a:lnTo>
                <a:lnTo>
                  <a:pt x="13939" y="8694"/>
                </a:lnTo>
                <a:lnTo>
                  <a:pt x="14233" y="8584"/>
                </a:lnTo>
                <a:lnTo>
                  <a:pt x="14489" y="8400"/>
                </a:lnTo>
                <a:lnTo>
                  <a:pt x="14746" y="8217"/>
                </a:lnTo>
                <a:lnTo>
                  <a:pt x="14930" y="8033"/>
                </a:lnTo>
                <a:lnTo>
                  <a:pt x="14966" y="7997"/>
                </a:lnTo>
                <a:lnTo>
                  <a:pt x="14966" y="7923"/>
                </a:lnTo>
                <a:lnTo>
                  <a:pt x="14930" y="7813"/>
                </a:lnTo>
                <a:lnTo>
                  <a:pt x="14820" y="7777"/>
                </a:lnTo>
                <a:lnTo>
                  <a:pt x="14710" y="7777"/>
                </a:lnTo>
                <a:lnTo>
                  <a:pt x="14123" y="8143"/>
                </a:lnTo>
                <a:lnTo>
                  <a:pt x="13829" y="8290"/>
                </a:lnTo>
                <a:lnTo>
                  <a:pt x="13462" y="8400"/>
                </a:lnTo>
                <a:lnTo>
                  <a:pt x="13206" y="8474"/>
                </a:lnTo>
                <a:lnTo>
                  <a:pt x="12912" y="8437"/>
                </a:lnTo>
                <a:lnTo>
                  <a:pt x="12692" y="8363"/>
                </a:lnTo>
                <a:lnTo>
                  <a:pt x="12472" y="8217"/>
                </a:lnTo>
                <a:lnTo>
                  <a:pt x="12545" y="8107"/>
                </a:lnTo>
                <a:lnTo>
                  <a:pt x="12582" y="7960"/>
                </a:lnTo>
                <a:lnTo>
                  <a:pt x="12582" y="7850"/>
                </a:lnTo>
                <a:lnTo>
                  <a:pt x="12545" y="7777"/>
                </a:lnTo>
                <a:lnTo>
                  <a:pt x="12509" y="7740"/>
                </a:lnTo>
                <a:lnTo>
                  <a:pt x="12325" y="7630"/>
                </a:lnTo>
                <a:lnTo>
                  <a:pt x="12142" y="7520"/>
                </a:lnTo>
                <a:lnTo>
                  <a:pt x="11812" y="7520"/>
                </a:lnTo>
                <a:lnTo>
                  <a:pt x="11628" y="7116"/>
                </a:lnTo>
                <a:lnTo>
                  <a:pt x="11518" y="6713"/>
                </a:lnTo>
                <a:lnTo>
                  <a:pt x="11518" y="6346"/>
                </a:lnTo>
                <a:lnTo>
                  <a:pt x="11518" y="6016"/>
                </a:lnTo>
                <a:lnTo>
                  <a:pt x="11555" y="5649"/>
                </a:lnTo>
                <a:lnTo>
                  <a:pt x="11518" y="5282"/>
                </a:lnTo>
                <a:lnTo>
                  <a:pt x="11445" y="4989"/>
                </a:lnTo>
                <a:lnTo>
                  <a:pt x="11335" y="4732"/>
                </a:lnTo>
                <a:lnTo>
                  <a:pt x="11188" y="4549"/>
                </a:lnTo>
                <a:lnTo>
                  <a:pt x="11005" y="4402"/>
                </a:lnTo>
                <a:lnTo>
                  <a:pt x="10785" y="4329"/>
                </a:lnTo>
                <a:lnTo>
                  <a:pt x="10565" y="4255"/>
                </a:lnTo>
                <a:lnTo>
                  <a:pt x="10051" y="4255"/>
                </a:lnTo>
                <a:lnTo>
                  <a:pt x="9758" y="4292"/>
                </a:lnTo>
                <a:lnTo>
                  <a:pt x="9464" y="4365"/>
                </a:lnTo>
                <a:lnTo>
                  <a:pt x="8914" y="4585"/>
                </a:lnTo>
                <a:lnTo>
                  <a:pt x="8400" y="4879"/>
                </a:lnTo>
                <a:lnTo>
                  <a:pt x="7960" y="5209"/>
                </a:lnTo>
                <a:lnTo>
                  <a:pt x="8290" y="4769"/>
                </a:lnTo>
                <a:lnTo>
                  <a:pt x="9061" y="3742"/>
                </a:lnTo>
                <a:lnTo>
                  <a:pt x="9464" y="3191"/>
                </a:lnTo>
                <a:lnTo>
                  <a:pt x="9831" y="2641"/>
                </a:lnTo>
                <a:lnTo>
                  <a:pt x="9868" y="2568"/>
                </a:lnTo>
                <a:lnTo>
                  <a:pt x="9868" y="2531"/>
                </a:lnTo>
                <a:lnTo>
                  <a:pt x="9794" y="2421"/>
                </a:lnTo>
                <a:lnTo>
                  <a:pt x="9721" y="2384"/>
                </a:lnTo>
                <a:lnTo>
                  <a:pt x="9684" y="2348"/>
                </a:lnTo>
                <a:close/>
                <a:moveTo>
                  <a:pt x="15663" y="9867"/>
                </a:moveTo>
                <a:lnTo>
                  <a:pt x="15700" y="9904"/>
                </a:lnTo>
                <a:lnTo>
                  <a:pt x="15627" y="10381"/>
                </a:lnTo>
                <a:lnTo>
                  <a:pt x="15663" y="10418"/>
                </a:lnTo>
                <a:lnTo>
                  <a:pt x="15663" y="10454"/>
                </a:lnTo>
                <a:lnTo>
                  <a:pt x="15773" y="10491"/>
                </a:lnTo>
                <a:lnTo>
                  <a:pt x="15443" y="10895"/>
                </a:lnTo>
                <a:lnTo>
                  <a:pt x="15443" y="10821"/>
                </a:lnTo>
                <a:lnTo>
                  <a:pt x="15333" y="10491"/>
                </a:lnTo>
                <a:lnTo>
                  <a:pt x="15296" y="10454"/>
                </a:lnTo>
                <a:lnTo>
                  <a:pt x="15260" y="10454"/>
                </a:lnTo>
                <a:lnTo>
                  <a:pt x="15223" y="10491"/>
                </a:lnTo>
                <a:lnTo>
                  <a:pt x="15223" y="10528"/>
                </a:lnTo>
                <a:lnTo>
                  <a:pt x="15186" y="10821"/>
                </a:lnTo>
                <a:lnTo>
                  <a:pt x="15186" y="11188"/>
                </a:lnTo>
                <a:lnTo>
                  <a:pt x="15223" y="11225"/>
                </a:lnTo>
                <a:lnTo>
                  <a:pt x="14746" y="11848"/>
                </a:lnTo>
                <a:lnTo>
                  <a:pt x="14746" y="11591"/>
                </a:lnTo>
                <a:lnTo>
                  <a:pt x="14746" y="11371"/>
                </a:lnTo>
                <a:lnTo>
                  <a:pt x="14746" y="11115"/>
                </a:lnTo>
                <a:lnTo>
                  <a:pt x="14710" y="11078"/>
                </a:lnTo>
                <a:lnTo>
                  <a:pt x="15333" y="10308"/>
                </a:lnTo>
                <a:lnTo>
                  <a:pt x="15663" y="9867"/>
                </a:lnTo>
                <a:close/>
                <a:moveTo>
                  <a:pt x="14526" y="11298"/>
                </a:moveTo>
                <a:lnTo>
                  <a:pt x="14453" y="11555"/>
                </a:lnTo>
                <a:lnTo>
                  <a:pt x="14416" y="11775"/>
                </a:lnTo>
                <a:lnTo>
                  <a:pt x="14453" y="11885"/>
                </a:lnTo>
                <a:lnTo>
                  <a:pt x="14489" y="11958"/>
                </a:lnTo>
                <a:lnTo>
                  <a:pt x="14563" y="11995"/>
                </a:lnTo>
                <a:lnTo>
                  <a:pt x="14600" y="11995"/>
                </a:lnTo>
                <a:lnTo>
                  <a:pt x="14123" y="12619"/>
                </a:lnTo>
                <a:lnTo>
                  <a:pt x="14049" y="12655"/>
                </a:lnTo>
                <a:lnTo>
                  <a:pt x="14049" y="12362"/>
                </a:lnTo>
                <a:lnTo>
                  <a:pt x="14049" y="12142"/>
                </a:lnTo>
                <a:lnTo>
                  <a:pt x="14049" y="12032"/>
                </a:lnTo>
                <a:lnTo>
                  <a:pt x="14013" y="11922"/>
                </a:lnTo>
                <a:lnTo>
                  <a:pt x="14526" y="11298"/>
                </a:lnTo>
                <a:close/>
                <a:moveTo>
                  <a:pt x="4806" y="7997"/>
                </a:moveTo>
                <a:lnTo>
                  <a:pt x="4769" y="8033"/>
                </a:lnTo>
                <a:lnTo>
                  <a:pt x="4769" y="8070"/>
                </a:lnTo>
                <a:lnTo>
                  <a:pt x="4952" y="8217"/>
                </a:lnTo>
                <a:lnTo>
                  <a:pt x="5099" y="8327"/>
                </a:lnTo>
                <a:lnTo>
                  <a:pt x="5576" y="8584"/>
                </a:lnTo>
                <a:lnTo>
                  <a:pt x="6126" y="8840"/>
                </a:lnTo>
                <a:lnTo>
                  <a:pt x="6640" y="9134"/>
                </a:lnTo>
                <a:lnTo>
                  <a:pt x="7116" y="9501"/>
                </a:lnTo>
                <a:lnTo>
                  <a:pt x="7557" y="9831"/>
                </a:lnTo>
                <a:lnTo>
                  <a:pt x="8437" y="10638"/>
                </a:lnTo>
                <a:lnTo>
                  <a:pt x="9244" y="11371"/>
                </a:lnTo>
                <a:lnTo>
                  <a:pt x="10088" y="12105"/>
                </a:lnTo>
                <a:lnTo>
                  <a:pt x="10344" y="12325"/>
                </a:lnTo>
                <a:lnTo>
                  <a:pt x="10748" y="12655"/>
                </a:lnTo>
                <a:lnTo>
                  <a:pt x="10931" y="12765"/>
                </a:lnTo>
                <a:lnTo>
                  <a:pt x="11115" y="12839"/>
                </a:lnTo>
                <a:lnTo>
                  <a:pt x="11225" y="12839"/>
                </a:lnTo>
                <a:lnTo>
                  <a:pt x="11298" y="12802"/>
                </a:lnTo>
                <a:lnTo>
                  <a:pt x="11335" y="12765"/>
                </a:lnTo>
                <a:lnTo>
                  <a:pt x="11372" y="12692"/>
                </a:lnTo>
                <a:lnTo>
                  <a:pt x="11372" y="12582"/>
                </a:lnTo>
                <a:lnTo>
                  <a:pt x="11335" y="12472"/>
                </a:lnTo>
                <a:lnTo>
                  <a:pt x="11151" y="12325"/>
                </a:lnTo>
                <a:lnTo>
                  <a:pt x="10711" y="11995"/>
                </a:lnTo>
                <a:lnTo>
                  <a:pt x="10271" y="11628"/>
                </a:lnTo>
                <a:lnTo>
                  <a:pt x="9391" y="10858"/>
                </a:lnTo>
                <a:lnTo>
                  <a:pt x="8547" y="10051"/>
                </a:lnTo>
                <a:lnTo>
                  <a:pt x="8107" y="9684"/>
                </a:lnTo>
                <a:lnTo>
                  <a:pt x="7703" y="9354"/>
                </a:lnTo>
                <a:lnTo>
                  <a:pt x="7227" y="9024"/>
                </a:lnTo>
                <a:lnTo>
                  <a:pt x="6786" y="8694"/>
                </a:lnTo>
                <a:lnTo>
                  <a:pt x="6309" y="8437"/>
                </a:lnTo>
                <a:lnTo>
                  <a:pt x="5833" y="8217"/>
                </a:lnTo>
                <a:lnTo>
                  <a:pt x="5356" y="8033"/>
                </a:lnTo>
                <a:lnTo>
                  <a:pt x="5209" y="7997"/>
                </a:lnTo>
                <a:close/>
                <a:moveTo>
                  <a:pt x="954" y="12582"/>
                </a:moveTo>
                <a:lnTo>
                  <a:pt x="1101" y="12692"/>
                </a:lnTo>
                <a:lnTo>
                  <a:pt x="1064" y="12765"/>
                </a:lnTo>
                <a:lnTo>
                  <a:pt x="1064" y="12839"/>
                </a:lnTo>
                <a:lnTo>
                  <a:pt x="1064" y="12875"/>
                </a:lnTo>
                <a:lnTo>
                  <a:pt x="1101" y="12839"/>
                </a:lnTo>
                <a:lnTo>
                  <a:pt x="1211" y="12912"/>
                </a:lnTo>
                <a:lnTo>
                  <a:pt x="1247" y="12985"/>
                </a:lnTo>
                <a:lnTo>
                  <a:pt x="1247" y="13059"/>
                </a:lnTo>
                <a:lnTo>
                  <a:pt x="1284" y="13242"/>
                </a:lnTo>
                <a:lnTo>
                  <a:pt x="991" y="13095"/>
                </a:lnTo>
                <a:lnTo>
                  <a:pt x="844" y="13059"/>
                </a:lnTo>
                <a:lnTo>
                  <a:pt x="697" y="13022"/>
                </a:lnTo>
                <a:lnTo>
                  <a:pt x="844" y="12765"/>
                </a:lnTo>
                <a:lnTo>
                  <a:pt x="954" y="12582"/>
                </a:lnTo>
                <a:close/>
                <a:moveTo>
                  <a:pt x="2715" y="10858"/>
                </a:moveTo>
                <a:lnTo>
                  <a:pt x="2641" y="10931"/>
                </a:lnTo>
                <a:lnTo>
                  <a:pt x="2641" y="10968"/>
                </a:lnTo>
                <a:lnTo>
                  <a:pt x="2788" y="11151"/>
                </a:lnTo>
                <a:lnTo>
                  <a:pt x="2935" y="11261"/>
                </a:lnTo>
                <a:lnTo>
                  <a:pt x="3302" y="11445"/>
                </a:lnTo>
                <a:lnTo>
                  <a:pt x="3778" y="11775"/>
                </a:lnTo>
                <a:lnTo>
                  <a:pt x="4255" y="12105"/>
                </a:lnTo>
                <a:lnTo>
                  <a:pt x="5099" y="12765"/>
                </a:lnTo>
                <a:lnTo>
                  <a:pt x="5539" y="13095"/>
                </a:lnTo>
                <a:lnTo>
                  <a:pt x="5759" y="13242"/>
                </a:lnTo>
                <a:lnTo>
                  <a:pt x="5869" y="13279"/>
                </a:lnTo>
                <a:lnTo>
                  <a:pt x="6053" y="13279"/>
                </a:lnTo>
                <a:lnTo>
                  <a:pt x="6126" y="13242"/>
                </a:lnTo>
                <a:lnTo>
                  <a:pt x="6163" y="13169"/>
                </a:lnTo>
                <a:lnTo>
                  <a:pt x="6126" y="13059"/>
                </a:lnTo>
                <a:lnTo>
                  <a:pt x="6089" y="12985"/>
                </a:lnTo>
                <a:lnTo>
                  <a:pt x="6016" y="12875"/>
                </a:lnTo>
                <a:lnTo>
                  <a:pt x="5869" y="12729"/>
                </a:lnTo>
                <a:lnTo>
                  <a:pt x="5502" y="12472"/>
                </a:lnTo>
                <a:lnTo>
                  <a:pt x="4512" y="11738"/>
                </a:lnTo>
                <a:lnTo>
                  <a:pt x="4035" y="11408"/>
                </a:lnTo>
                <a:lnTo>
                  <a:pt x="3522" y="11078"/>
                </a:lnTo>
                <a:lnTo>
                  <a:pt x="3338" y="11005"/>
                </a:lnTo>
                <a:lnTo>
                  <a:pt x="3118" y="10895"/>
                </a:lnTo>
                <a:lnTo>
                  <a:pt x="2935" y="10858"/>
                </a:lnTo>
                <a:close/>
                <a:moveTo>
                  <a:pt x="13756" y="12252"/>
                </a:moveTo>
                <a:lnTo>
                  <a:pt x="13719" y="12362"/>
                </a:lnTo>
                <a:lnTo>
                  <a:pt x="13719" y="12619"/>
                </a:lnTo>
                <a:lnTo>
                  <a:pt x="13719" y="12912"/>
                </a:lnTo>
                <a:lnTo>
                  <a:pt x="13756" y="12985"/>
                </a:lnTo>
                <a:lnTo>
                  <a:pt x="13793" y="13022"/>
                </a:lnTo>
                <a:lnTo>
                  <a:pt x="13719" y="13095"/>
                </a:lnTo>
                <a:lnTo>
                  <a:pt x="13389" y="13536"/>
                </a:lnTo>
                <a:lnTo>
                  <a:pt x="13426" y="13132"/>
                </a:lnTo>
                <a:lnTo>
                  <a:pt x="13462" y="12912"/>
                </a:lnTo>
                <a:lnTo>
                  <a:pt x="13462" y="12765"/>
                </a:lnTo>
                <a:lnTo>
                  <a:pt x="13426" y="12655"/>
                </a:lnTo>
                <a:lnTo>
                  <a:pt x="13756" y="12252"/>
                </a:lnTo>
                <a:close/>
                <a:moveTo>
                  <a:pt x="4402" y="8694"/>
                </a:moveTo>
                <a:lnTo>
                  <a:pt x="4329" y="8730"/>
                </a:lnTo>
                <a:lnTo>
                  <a:pt x="4255" y="8804"/>
                </a:lnTo>
                <a:lnTo>
                  <a:pt x="4255" y="8877"/>
                </a:lnTo>
                <a:lnTo>
                  <a:pt x="4255" y="8987"/>
                </a:lnTo>
                <a:lnTo>
                  <a:pt x="4292" y="9060"/>
                </a:lnTo>
                <a:lnTo>
                  <a:pt x="4365" y="9134"/>
                </a:lnTo>
                <a:lnTo>
                  <a:pt x="4512" y="9207"/>
                </a:lnTo>
                <a:lnTo>
                  <a:pt x="4842" y="9354"/>
                </a:lnTo>
                <a:lnTo>
                  <a:pt x="5136" y="9501"/>
                </a:lnTo>
                <a:lnTo>
                  <a:pt x="5392" y="9647"/>
                </a:lnTo>
                <a:lnTo>
                  <a:pt x="5869" y="10014"/>
                </a:lnTo>
                <a:lnTo>
                  <a:pt x="6346" y="10418"/>
                </a:lnTo>
                <a:lnTo>
                  <a:pt x="6786" y="10858"/>
                </a:lnTo>
                <a:lnTo>
                  <a:pt x="8584" y="12398"/>
                </a:lnTo>
                <a:lnTo>
                  <a:pt x="9501" y="13169"/>
                </a:lnTo>
                <a:lnTo>
                  <a:pt x="9721" y="13315"/>
                </a:lnTo>
                <a:lnTo>
                  <a:pt x="9941" y="13462"/>
                </a:lnTo>
                <a:lnTo>
                  <a:pt x="10161" y="13572"/>
                </a:lnTo>
                <a:lnTo>
                  <a:pt x="10271" y="13609"/>
                </a:lnTo>
                <a:lnTo>
                  <a:pt x="10381" y="13609"/>
                </a:lnTo>
                <a:lnTo>
                  <a:pt x="10454" y="13572"/>
                </a:lnTo>
                <a:lnTo>
                  <a:pt x="10491" y="13536"/>
                </a:lnTo>
                <a:lnTo>
                  <a:pt x="10528" y="13462"/>
                </a:lnTo>
                <a:lnTo>
                  <a:pt x="10491" y="13389"/>
                </a:lnTo>
                <a:lnTo>
                  <a:pt x="10418" y="13242"/>
                </a:lnTo>
                <a:lnTo>
                  <a:pt x="10271" y="13132"/>
                </a:lnTo>
                <a:lnTo>
                  <a:pt x="9978" y="12949"/>
                </a:lnTo>
                <a:lnTo>
                  <a:pt x="9537" y="12619"/>
                </a:lnTo>
                <a:lnTo>
                  <a:pt x="9134" y="12288"/>
                </a:lnTo>
                <a:lnTo>
                  <a:pt x="7557" y="10931"/>
                </a:lnTo>
                <a:lnTo>
                  <a:pt x="6823" y="10271"/>
                </a:lnTo>
                <a:lnTo>
                  <a:pt x="6089" y="9647"/>
                </a:lnTo>
                <a:lnTo>
                  <a:pt x="5686" y="9354"/>
                </a:lnTo>
                <a:lnTo>
                  <a:pt x="5246" y="9097"/>
                </a:lnTo>
                <a:lnTo>
                  <a:pt x="4769" y="8950"/>
                </a:lnTo>
                <a:lnTo>
                  <a:pt x="4549" y="8840"/>
                </a:lnTo>
                <a:lnTo>
                  <a:pt x="4475" y="8767"/>
                </a:lnTo>
                <a:lnTo>
                  <a:pt x="4439" y="8694"/>
                </a:lnTo>
                <a:close/>
                <a:moveTo>
                  <a:pt x="1541" y="13022"/>
                </a:moveTo>
                <a:lnTo>
                  <a:pt x="2091" y="13389"/>
                </a:lnTo>
                <a:lnTo>
                  <a:pt x="2091" y="13572"/>
                </a:lnTo>
                <a:lnTo>
                  <a:pt x="2126" y="13749"/>
                </a:lnTo>
                <a:lnTo>
                  <a:pt x="1504" y="13389"/>
                </a:lnTo>
                <a:lnTo>
                  <a:pt x="1578" y="13352"/>
                </a:lnTo>
                <a:lnTo>
                  <a:pt x="1614" y="13315"/>
                </a:lnTo>
                <a:lnTo>
                  <a:pt x="1614" y="13279"/>
                </a:lnTo>
                <a:lnTo>
                  <a:pt x="1614" y="13205"/>
                </a:lnTo>
                <a:lnTo>
                  <a:pt x="1541" y="13095"/>
                </a:lnTo>
                <a:lnTo>
                  <a:pt x="1541" y="13022"/>
                </a:lnTo>
                <a:close/>
                <a:moveTo>
                  <a:pt x="13206" y="12949"/>
                </a:moveTo>
                <a:lnTo>
                  <a:pt x="13169" y="13022"/>
                </a:lnTo>
                <a:lnTo>
                  <a:pt x="13059" y="13756"/>
                </a:lnTo>
                <a:lnTo>
                  <a:pt x="13059" y="13829"/>
                </a:lnTo>
                <a:lnTo>
                  <a:pt x="13096" y="13866"/>
                </a:lnTo>
                <a:lnTo>
                  <a:pt x="12912" y="14086"/>
                </a:lnTo>
                <a:lnTo>
                  <a:pt x="12912" y="13719"/>
                </a:lnTo>
                <a:lnTo>
                  <a:pt x="12875" y="13352"/>
                </a:lnTo>
                <a:lnTo>
                  <a:pt x="13206" y="12949"/>
                </a:lnTo>
                <a:close/>
                <a:moveTo>
                  <a:pt x="2458" y="13646"/>
                </a:moveTo>
                <a:lnTo>
                  <a:pt x="2641" y="13792"/>
                </a:lnTo>
                <a:lnTo>
                  <a:pt x="2788" y="13902"/>
                </a:lnTo>
                <a:lnTo>
                  <a:pt x="2788" y="14086"/>
                </a:lnTo>
                <a:lnTo>
                  <a:pt x="2825" y="14233"/>
                </a:lnTo>
                <a:lnTo>
                  <a:pt x="2605" y="14086"/>
                </a:lnTo>
                <a:lnTo>
                  <a:pt x="2385" y="13939"/>
                </a:lnTo>
                <a:lnTo>
                  <a:pt x="2495" y="13939"/>
                </a:lnTo>
                <a:lnTo>
                  <a:pt x="2568" y="13866"/>
                </a:lnTo>
                <a:lnTo>
                  <a:pt x="2568" y="13829"/>
                </a:lnTo>
                <a:lnTo>
                  <a:pt x="2568" y="13756"/>
                </a:lnTo>
                <a:lnTo>
                  <a:pt x="2458" y="13646"/>
                </a:lnTo>
                <a:close/>
                <a:moveTo>
                  <a:pt x="3595" y="9794"/>
                </a:moveTo>
                <a:lnTo>
                  <a:pt x="3558" y="9831"/>
                </a:lnTo>
                <a:lnTo>
                  <a:pt x="3522" y="9867"/>
                </a:lnTo>
                <a:lnTo>
                  <a:pt x="3558" y="9977"/>
                </a:lnTo>
                <a:lnTo>
                  <a:pt x="3595" y="10088"/>
                </a:lnTo>
                <a:lnTo>
                  <a:pt x="3815" y="10234"/>
                </a:lnTo>
                <a:lnTo>
                  <a:pt x="4659" y="10821"/>
                </a:lnTo>
                <a:lnTo>
                  <a:pt x="5466" y="11518"/>
                </a:lnTo>
                <a:lnTo>
                  <a:pt x="6236" y="12178"/>
                </a:lnTo>
                <a:lnTo>
                  <a:pt x="7080" y="12839"/>
                </a:lnTo>
                <a:lnTo>
                  <a:pt x="7923" y="13462"/>
                </a:lnTo>
                <a:lnTo>
                  <a:pt x="8730" y="14049"/>
                </a:lnTo>
                <a:lnTo>
                  <a:pt x="9134" y="14343"/>
                </a:lnTo>
                <a:lnTo>
                  <a:pt x="9574" y="14563"/>
                </a:lnTo>
                <a:lnTo>
                  <a:pt x="9684" y="14563"/>
                </a:lnTo>
                <a:lnTo>
                  <a:pt x="9794" y="14526"/>
                </a:lnTo>
                <a:lnTo>
                  <a:pt x="9868" y="14453"/>
                </a:lnTo>
                <a:lnTo>
                  <a:pt x="9904" y="14416"/>
                </a:lnTo>
                <a:lnTo>
                  <a:pt x="9904" y="14379"/>
                </a:lnTo>
                <a:lnTo>
                  <a:pt x="9904" y="14306"/>
                </a:lnTo>
                <a:lnTo>
                  <a:pt x="9868" y="14269"/>
                </a:lnTo>
                <a:lnTo>
                  <a:pt x="9794" y="14196"/>
                </a:lnTo>
                <a:lnTo>
                  <a:pt x="9721" y="14159"/>
                </a:lnTo>
                <a:lnTo>
                  <a:pt x="9501" y="14012"/>
                </a:lnTo>
                <a:lnTo>
                  <a:pt x="9281" y="13866"/>
                </a:lnTo>
                <a:lnTo>
                  <a:pt x="8290" y="13205"/>
                </a:lnTo>
                <a:lnTo>
                  <a:pt x="7373" y="12508"/>
                </a:lnTo>
                <a:lnTo>
                  <a:pt x="6493" y="11812"/>
                </a:lnTo>
                <a:lnTo>
                  <a:pt x="5649" y="11115"/>
                </a:lnTo>
                <a:lnTo>
                  <a:pt x="4769" y="10418"/>
                </a:lnTo>
                <a:lnTo>
                  <a:pt x="4549" y="10234"/>
                </a:lnTo>
                <a:lnTo>
                  <a:pt x="4145" y="9977"/>
                </a:lnTo>
                <a:lnTo>
                  <a:pt x="3925" y="9867"/>
                </a:lnTo>
                <a:lnTo>
                  <a:pt x="3742" y="9794"/>
                </a:lnTo>
                <a:close/>
                <a:moveTo>
                  <a:pt x="3155" y="14122"/>
                </a:moveTo>
                <a:lnTo>
                  <a:pt x="3778" y="14563"/>
                </a:lnTo>
                <a:lnTo>
                  <a:pt x="3742" y="14746"/>
                </a:lnTo>
                <a:lnTo>
                  <a:pt x="3742" y="14856"/>
                </a:lnTo>
                <a:lnTo>
                  <a:pt x="3338" y="14563"/>
                </a:lnTo>
                <a:lnTo>
                  <a:pt x="3338" y="14489"/>
                </a:lnTo>
                <a:lnTo>
                  <a:pt x="3302" y="14416"/>
                </a:lnTo>
                <a:lnTo>
                  <a:pt x="3192" y="14269"/>
                </a:lnTo>
                <a:lnTo>
                  <a:pt x="3155" y="14122"/>
                </a:lnTo>
                <a:close/>
                <a:moveTo>
                  <a:pt x="12692" y="13536"/>
                </a:moveTo>
                <a:lnTo>
                  <a:pt x="12619" y="13976"/>
                </a:lnTo>
                <a:lnTo>
                  <a:pt x="12582" y="14416"/>
                </a:lnTo>
                <a:lnTo>
                  <a:pt x="12582" y="14489"/>
                </a:lnTo>
                <a:lnTo>
                  <a:pt x="12142" y="15040"/>
                </a:lnTo>
                <a:lnTo>
                  <a:pt x="12142" y="14893"/>
                </a:lnTo>
                <a:lnTo>
                  <a:pt x="12142" y="14563"/>
                </a:lnTo>
                <a:lnTo>
                  <a:pt x="12105" y="14269"/>
                </a:lnTo>
                <a:lnTo>
                  <a:pt x="12692" y="13536"/>
                </a:lnTo>
                <a:close/>
                <a:moveTo>
                  <a:pt x="4035" y="14746"/>
                </a:moveTo>
                <a:lnTo>
                  <a:pt x="4402" y="15003"/>
                </a:lnTo>
                <a:lnTo>
                  <a:pt x="4402" y="15040"/>
                </a:lnTo>
                <a:lnTo>
                  <a:pt x="4402" y="15150"/>
                </a:lnTo>
                <a:lnTo>
                  <a:pt x="4439" y="15223"/>
                </a:lnTo>
                <a:lnTo>
                  <a:pt x="4549" y="15370"/>
                </a:lnTo>
                <a:lnTo>
                  <a:pt x="4659" y="15553"/>
                </a:lnTo>
                <a:lnTo>
                  <a:pt x="4255" y="15223"/>
                </a:lnTo>
                <a:lnTo>
                  <a:pt x="4255" y="15150"/>
                </a:lnTo>
                <a:lnTo>
                  <a:pt x="4219" y="15076"/>
                </a:lnTo>
                <a:lnTo>
                  <a:pt x="4109" y="14966"/>
                </a:lnTo>
                <a:lnTo>
                  <a:pt x="4035" y="14856"/>
                </a:lnTo>
                <a:lnTo>
                  <a:pt x="4035" y="14746"/>
                </a:lnTo>
                <a:close/>
                <a:moveTo>
                  <a:pt x="11922" y="14489"/>
                </a:moveTo>
                <a:lnTo>
                  <a:pt x="11885" y="14856"/>
                </a:lnTo>
                <a:lnTo>
                  <a:pt x="11848" y="15113"/>
                </a:lnTo>
                <a:lnTo>
                  <a:pt x="11848" y="15260"/>
                </a:lnTo>
                <a:lnTo>
                  <a:pt x="11848" y="15370"/>
                </a:lnTo>
                <a:lnTo>
                  <a:pt x="11555" y="15700"/>
                </a:lnTo>
                <a:lnTo>
                  <a:pt x="11592" y="15480"/>
                </a:lnTo>
                <a:lnTo>
                  <a:pt x="11555" y="15223"/>
                </a:lnTo>
                <a:lnTo>
                  <a:pt x="11555" y="15150"/>
                </a:lnTo>
                <a:lnTo>
                  <a:pt x="11482" y="15113"/>
                </a:lnTo>
                <a:lnTo>
                  <a:pt x="11445" y="15113"/>
                </a:lnTo>
                <a:lnTo>
                  <a:pt x="11922" y="14489"/>
                </a:lnTo>
                <a:close/>
                <a:moveTo>
                  <a:pt x="4769" y="15223"/>
                </a:moveTo>
                <a:lnTo>
                  <a:pt x="5026" y="15406"/>
                </a:lnTo>
                <a:lnTo>
                  <a:pt x="5576" y="15810"/>
                </a:lnTo>
                <a:lnTo>
                  <a:pt x="5576" y="15883"/>
                </a:lnTo>
                <a:lnTo>
                  <a:pt x="5576" y="16177"/>
                </a:lnTo>
                <a:lnTo>
                  <a:pt x="5576" y="16287"/>
                </a:lnTo>
                <a:lnTo>
                  <a:pt x="4916" y="15773"/>
                </a:lnTo>
                <a:lnTo>
                  <a:pt x="4952" y="15663"/>
                </a:lnTo>
                <a:lnTo>
                  <a:pt x="4952" y="15553"/>
                </a:lnTo>
                <a:lnTo>
                  <a:pt x="4916" y="15480"/>
                </a:lnTo>
                <a:lnTo>
                  <a:pt x="4879" y="15370"/>
                </a:lnTo>
                <a:lnTo>
                  <a:pt x="4769" y="15223"/>
                </a:lnTo>
                <a:close/>
                <a:moveTo>
                  <a:pt x="5833" y="15993"/>
                </a:moveTo>
                <a:lnTo>
                  <a:pt x="6456" y="16507"/>
                </a:lnTo>
                <a:lnTo>
                  <a:pt x="6420" y="16580"/>
                </a:lnTo>
                <a:lnTo>
                  <a:pt x="6383" y="16690"/>
                </a:lnTo>
                <a:lnTo>
                  <a:pt x="6346" y="16874"/>
                </a:lnTo>
                <a:lnTo>
                  <a:pt x="5869" y="16507"/>
                </a:lnTo>
                <a:lnTo>
                  <a:pt x="5869" y="16323"/>
                </a:lnTo>
                <a:lnTo>
                  <a:pt x="5869" y="16140"/>
                </a:lnTo>
                <a:lnTo>
                  <a:pt x="5833" y="15993"/>
                </a:lnTo>
                <a:close/>
                <a:moveTo>
                  <a:pt x="11298" y="15260"/>
                </a:moveTo>
                <a:lnTo>
                  <a:pt x="11298" y="15443"/>
                </a:lnTo>
                <a:lnTo>
                  <a:pt x="11225" y="15957"/>
                </a:lnTo>
                <a:lnTo>
                  <a:pt x="11225" y="16030"/>
                </a:lnTo>
                <a:lnTo>
                  <a:pt x="11261" y="16067"/>
                </a:lnTo>
                <a:lnTo>
                  <a:pt x="10088" y="17387"/>
                </a:lnTo>
                <a:lnTo>
                  <a:pt x="10088" y="17130"/>
                </a:lnTo>
                <a:lnTo>
                  <a:pt x="10088" y="16984"/>
                </a:lnTo>
                <a:lnTo>
                  <a:pt x="10308" y="16653"/>
                </a:lnTo>
                <a:lnTo>
                  <a:pt x="10821" y="15920"/>
                </a:lnTo>
                <a:lnTo>
                  <a:pt x="10785" y="16067"/>
                </a:lnTo>
                <a:lnTo>
                  <a:pt x="10711" y="16287"/>
                </a:lnTo>
                <a:lnTo>
                  <a:pt x="10711" y="16397"/>
                </a:lnTo>
                <a:lnTo>
                  <a:pt x="10711" y="16507"/>
                </a:lnTo>
                <a:lnTo>
                  <a:pt x="10748" y="16543"/>
                </a:lnTo>
                <a:lnTo>
                  <a:pt x="10785" y="16543"/>
                </a:lnTo>
                <a:lnTo>
                  <a:pt x="10895" y="16470"/>
                </a:lnTo>
                <a:lnTo>
                  <a:pt x="10968" y="16360"/>
                </a:lnTo>
                <a:lnTo>
                  <a:pt x="11005" y="16103"/>
                </a:lnTo>
                <a:lnTo>
                  <a:pt x="11005" y="15663"/>
                </a:lnTo>
                <a:lnTo>
                  <a:pt x="11225" y="15370"/>
                </a:lnTo>
                <a:lnTo>
                  <a:pt x="11298" y="15260"/>
                </a:lnTo>
                <a:close/>
                <a:moveTo>
                  <a:pt x="6566" y="16580"/>
                </a:moveTo>
                <a:lnTo>
                  <a:pt x="7006" y="17020"/>
                </a:lnTo>
                <a:lnTo>
                  <a:pt x="7006" y="17240"/>
                </a:lnTo>
                <a:lnTo>
                  <a:pt x="7006" y="17460"/>
                </a:lnTo>
                <a:lnTo>
                  <a:pt x="6896" y="17350"/>
                </a:lnTo>
                <a:lnTo>
                  <a:pt x="6640" y="17130"/>
                </a:lnTo>
                <a:lnTo>
                  <a:pt x="6640" y="17020"/>
                </a:lnTo>
                <a:lnTo>
                  <a:pt x="6603" y="16800"/>
                </a:lnTo>
                <a:lnTo>
                  <a:pt x="6566" y="16580"/>
                </a:lnTo>
                <a:close/>
                <a:moveTo>
                  <a:pt x="9464" y="404"/>
                </a:moveTo>
                <a:lnTo>
                  <a:pt x="9684" y="440"/>
                </a:lnTo>
                <a:lnTo>
                  <a:pt x="9868" y="477"/>
                </a:lnTo>
                <a:lnTo>
                  <a:pt x="10051" y="587"/>
                </a:lnTo>
                <a:lnTo>
                  <a:pt x="10418" y="844"/>
                </a:lnTo>
                <a:lnTo>
                  <a:pt x="10711" y="1064"/>
                </a:lnTo>
                <a:lnTo>
                  <a:pt x="12582" y="2421"/>
                </a:lnTo>
                <a:lnTo>
                  <a:pt x="14489" y="3815"/>
                </a:lnTo>
                <a:lnTo>
                  <a:pt x="15443" y="4512"/>
                </a:lnTo>
                <a:lnTo>
                  <a:pt x="15700" y="4732"/>
                </a:lnTo>
                <a:lnTo>
                  <a:pt x="15847" y="4805"/>
                </a:lnTo>
                <a:lnTo>
                  <a:pt x="15993" y="4879"/>
                </a:lnTo>
                <a:lnTo>
                  <a:pt x="15590" y="5356"/>
                </a:lnTo>
                <a:lnTo>
                  <a:pt x="15223" y="5869"/>
                </a:lnTo>
                <a:lnTo>
                  <a:pt x="15040" y="6089"/>
                </a:lnTo>
                <a:lnTo>
                  <a:pt x="14856" y="6383"/>
                </a:lnTo>
                <a:lnTo>
                  <a:pt x="14783" y="6529"/>
                </a:lnTo>
                <a:lnTo>
                  <a:pt x="14746" y="6639"/>
                </a:lnTo>
                <a:lnTo>
                  <a:pt x="14746" y="6786"/>
                </a:lnTo>
                <a:lnTo>
                  <a:pt x="14856" y="6896"/>
                </a:lnTo>
                <a:lnTo>
                  <a:pt x="14966" y="7006"/>
                </a:lnTo>
                <a:lnTo>
                  <a:pt x="15076" y="7080"/>
                </a:lnTo>
                <a:lnTo>
                  <a:pt x="15370" y="7190"/>
                </a:lnTo>
                <a:lnTo>
                  <a:pt x="15957" y="7300"/>
                </a:lnTo>
                <a:lnTo>
                  <a:pt x="16727" y="7446"/>
                </a:lnTo>
                <a:lnTo>
                  <a:pt x="17021" y="7520"/>
                </a:lnTo>
                <a:lnTo>
                  <a:pt x="16984" y="7593"/>
                </a:lnTo>
                <a:lnTo>
                  <a:pt x="16470" y="8143"/>
                </a:lnTo>
                <a:lnTo>
                  <a:pt x="15993" y="8730"/>
                </a:lnTo>
                <a:lnTo>
                  <a:pt x="15040" y="9904"/>
                </a:lnTo>
                <a:lnTo>
                  <a:pt x="12912" y="12508"/>
                </a:lnTo>
                <a:lnTo>
                  <a:pt x="11848" y="13792"/>
                </a:lnTo>
                <a:lnTo>
                  <a:pt x="10821" y="15113"/>
                </a:lnTo>
                <a:lnTo>
                  <a:pt x="10344" y="15736"/>
                </a:lnTo>
                <a:lnTo>
                  <a:pt x="9904" y="16397"/>
                </a:lnTo>
                <a:lnTo>
                  <a:pt x="9464" y="17057"/>
                </a:lnTo>
                <a:lnTo>
                  <a:pt x="9317" y="17277"/>
                </a:lnTo>
                <a:lnTo>
                  <a:pt x="9207" y="17497"/>
                </a:lnTo>
                <a:lnTo>
                  <a:pt x="8987" y="17387"/>
                </a:lnTo>
                <a:lnTo>
                  <a:pt x="8767" y="17350"/>
                </a:lnTo>
                <a:lnTo>
                  <a:pt x="8290" y="17204"/>
                </a:lnTo>
                <a:lnTo>
                  <a:pt x="7997" y="17094"/>
                </a:lnTo>
                <a:lnTo>
                  <a:pt x="7740" y="16910"/>
                </a:lnTo>
                <a:lnTo>
                  <a:pt x="7483" y="16727"/>
                </a:lnTo>
                <a:lnTo>
                  <a:pt x="7227" y="16507"/>
                </a:lnTo>
                <a:lnTo>
                  <a:pt x="6750" y="16067"/>
                </a:lnTo>
                <a:lnTo>
                  <a:pt x="6273" y="15663"/>
                </a:lnTo>
                <a:lnTo>
                  <a:pt x="5723" y="15296"/>
                </a:lnTo>
                <a:lnTo>
                  <a:pt x="5209" y="14929"/>
                </a:lnTo>
                <a:lnTo>
                  <a:pt x="3045" y="13462"/>
                </a:lnTo>
                <a:lnTo>
                  <a:pt x="1908" y="12619"/>
                </a:lnTo>
                <a:lnTo>
                  <a:pt x="1321" y="12215"/>
                </a:lnTo>
                <a:lnTo>
                  <a:pt x="697" y="11848"/>
                </a:lnTo>
                <a:lnTo>
                  <a:pt x="624" y="11812"/>
                </a:lnTo>
                <a:lnTo>
                  <a:pt x="1614" y="10381"/>
                </a:lnTo>
                <a:lnTo>
                  <a:pt x="2641" y="8950"/>
                </a:lnTo>
                <a:lnTo>
                  <a:pt x="3668" y="7556"/>
                </a:lnTo>
                <a:lnTo>
                  <a:pt x="4732" y="6163"/>
                </a:lnTo>
                <a:lnTo>
                  <a:pt x="6970" y="3338"/>
                </a:lnTo>
                <a:lnTo>
                  <a:pt x="8144" y="1944"/>
                </a:lnTo>
                <a:lnTo>
                  <a:pt x="8730" y="1284"/>
                </a:lnTo>
                <a:lnTo>
                  <a:pt x="9244" y="550"/>
                </a:lnTo>
                <a:lnTo>
                  <a:pt x="9281" y="477"/>
                </a:lnTo>
                <a:lnTo>
                  <a:pt x="9281" y="404"/>
                </a:lnTo>
                <a:close/>
                <a:moveTo>
                  <a:pt x="7227" y="17204"/>
                </a:moveTo>
                <a:lnTo>
                  <a:pt x="7667" y="17460"/>
                </a:lnTo>
                <a:lnTo>
                  <a:pt x="8107" y="17681"/>
                </a:lnTo>
                <a:lnTo>
                  <a:pt x="8070" y="17937"/>
                </a:lnTo>
                <a:lnTo>
                  <a:pt x="8107" y="18194"/>
                </a:lnTo>
                <a:lnTo>
                  <a:pt x="7850" y="18084"/>
                </a:lnTo>
                <a:lnTo>
                  <a:pt x="7447" y="17791"/>
                </a:lnTo>
                <a:lnTo>
                  <a:pt x="7410" y="17644"/>
                </a:lnTo>
                <a:lnTo>
                  <a:pt x="7337" y="17497"/>
                </a:lnTo>
                <a:lnTo>
                  <a:pt x="7227" y="17204"/>
                </a:lnTo>
                <a:close/>
                <a:moveTo>
                  <a:pt x="9831" y="17460"/>
                </a:moveTo>
                <a:lnTo>
                  <a:pt x="9868" y="17534"/>
                </a:lnTo>
                <a:lnTo>
                  <a:pt x="9904" y="17571"/>
                </a:lnTo>
                <a:lnTo>
                  <a:pt x="9464" y="18084"/>
                </a:lnTo>
                <a:lnTo>
                  <a:pt x="9207" y="18341"/>
                </a:lnTo>
                <a:lnTo>
                  <a:pt x="9171" y="18231"/>
                </a:lnTo>
                <a:lnTo>
                  <a:pt x="9134" y="18121"/>
                </a:lnTo>
                <a:lnTo>
                  <a:pt x="9134" y="17974"/>
                </a:lnTo>
                <a:lnTo>
                  <a:pt x="9317" y="17974"/>
                </a:lnTo>
                <a:lnTo>
                  <a:pt x="9317" y="17937"/>
                </a:lnTo>
                <a:lnTo>
                  <a:pt x="9391" y="17937"/>
                </a:lnTo>
                <a:lnTo>
                  <a:pt x="9464" y="17901"/>
                </a:lnTo>
                <a:lnTo>
                  <a:pt x="9574" y="17827"/>
                </a:lnTo>
                <a:lnTo>
                  <a:pt x="9647" y="17681"/>
                </a:lnTo>
                <a:lnTo>
                  <a:pt x="9794" y="17460"/>
                </a:lnTo>
                <a:close/>
                <a:moveTo>
                  <a:pt x="9464" y="0"/>
                </a:moveTo>
                <a:lnTo>
                  <a:pt x="9281" y="37"/>
                </a:lnTo>
                <a:lnTo>
                  <a:pt x="9134" y="110"/>
                </a:lnTo>
                <a:lnTo>
                  <a:pt x="9024" y="147"/>
                </a:lnTo>
                <a:lnTo>
                  <a:pt x="8951" y="257"/>
                </a:lnTo>
                <a:lnTo>
                  <a:pt x="8914" y="294"/>
                </a:lnTo>
                <a:lnTo>
                  <a:pt x="8914" y="330"/>
                </a:lnTo>
                <a:lnTo>
                  <a:pt x="8327" y="954"/>
                </a:lnTo>
                <a:lnTo>
                  <a:pt x="7740" y="1614"/>
                </a:lnTo>
                <a:lnTo>
                  <a:pt x="6640" y="2971"/>
                </a:lnTo>
                <a:lnTo>
                  <a:pt x="5502" y="4365"/>
                </a:lnTo>
                <a:lnTo>
                  <a:pt x="4402" y="5759"/>
                </a:lnTo>
                <a:lnTo>
                  <a:pt x="2421" y="8400"/>
                </a:lnTo>
                <a:lnTo>
                  <a:pt x="477" y="11041"/>
                </a:lnTo>
                <a:lnTo>
                  <a:pt x="330" y="11261"/>
                </a:lnTo>
                <a:lnTo>
                  <a:pt x="37" y="11701"/>
                </a:lnTo>
                <a:lnTo>
                  <a:pt x="0" y="11775"/>
                </a:lnTo>
                <a:lnTo>
                  <a:pt x="0" y="11885"/>
                </a:lnTo>
                <a:lnTo>
                  <a:pt x="37" y="11958"/>
                </a:lnTo>
                <a:lnTo>
                  <a:pt x="74" y="12032"/>
                </a:lnTo>
                <a:lnTo>
                  <a:pt x="147" y="12068"/>
                </a:lnTo>
                <a:lnTo>
                  <a:pt x="220" y="12105"/>
                </a:lnTo>
                <a:lnTo>
                  <a:pt x="294" y="12105"/>
                </a:lnTo>
                <a:lnTo>
                  <a:pt x="404" y="12068"/>
                </a:lnTo>
                <a:lnTo>
                  <a:pt x="440" y="12142"/>
                </a:lnTo>
                <a:lnTo>
                  <a:pt x="697" y="12398"/>
                </a:lnTo>
                <a:lnTo>
                  <a:pt x="587" y="12508"/>
                </a:lnTo>
                <a:lnTo>
                  <a:pt x="514" y="12655"/>
                </a:lnTo>
                <a:lnTo>
                  <a:pt x="440" y="12802"/>
                </a:lnTo>
                <a:lnTo>
                  <a:pt x="404" y="12949"/>
                </a:lnTo>
                <a:lnTo>
                  <a:pt x="404" y="13022"/>
                </a:lnTo>
                <a:lnTo>
                  <a:pt x="440" y="13059"/>
                </a:lnTo>
                <a:lnTo>
                  <a:pt x="514" y="13095"/>
                </a:lnTo>
                <a:lnTo>
                  <a:pt x="550" y="13095"/>
                </a:lnTo>
                <a:lnTo>
                  <a:pt x="624" y="13205"/>
                </a:lnTo>
                <a:lnTo>
                  <a:pt x="697" y="13315"/>
                </a:lnTo>
                <a:lnTo>
                  <a:pt x="881" y="13462"/>
                </a:lnTo>
                <a:lnTo>
                  <a:pt x="1284" y="13719"/>
                </a:lnTo>
                <a:lnTo>
                  <a:pt x="2385" y="14416"/>
                </a:lnTo>
                <a:lnTo>
                  <a:pt x="3558" y="15223"/>
                </a:lnTo>
                <a:lnTo>
                  <a:pt x="4659" y="16103"/>
                </a:lnTo>
                <a:lnTo>
                  <a:pt x="6420" y="17534"/>
                </a:lnTo>
                <a:lnTo>
                  <a:pt x="6420" y="17571"/>
                </a:lnTo>
                <a:lnTo>
                  <a:pt x="6493" y="17644"/>
                </a:lnTo>
                <a:lnTo>
                  <a:pt x="6566" y="17644"/>
                </a:lnTo>
                <a:lnTo>
                  <a:pt x="6823" y="17864"/>
                </a:lnTo>
                <a:lnTo>
                  <a:pt x="7300" y="18231"/>
                </a:lnTo>
                <a:lnTo>
                  <a:pt x="7777" y="18561"/>
                </a:lnTo>
                <a:lnTo>
                  <a:pt x="8034" y="18671"/>
                </a:lnTo>
                <a:lnTo>
                  <a:pt x="8254" y="18781"/>
                </a:lnTo>
                <a:lnTo>
                  <a:pt x="8510" y="18854"/>
                </a:lnTo>
                <a:lnTo>
                  <a:pt x="8620" y="18854"/>
                </a:lnTo>
                <a:lnTo>
                  <a:pt x="8767" y="18818"/>
                </a:lnTo>
                <a:lnTo>
                  <a:pt x="8804" y="18744"/>
                </a:lnTo>
                <a:lnTo>
                  <a:pt x="8840" y="18708"/>
                </a:lnTo>
                <a:lnTo>
                  <a:pt x="8840" y="18634"/>
                </a:lnTo>
                <a:lnTo>
                  <a:pt x="8804" y="18561"/>
                </a:lnTo>
                <a:lnTo>
                  <a:pt x="8730" y="18488"/>
                </a:lnTo>
                <a:lnTo>
                  <a:pt x="8620" y="18414"/>
                </a:lnTo>
                <a:lnTo>
                  <a:pt x="8437" y="18341"/>
                </a:lnTo>
                <a:lnTo>
                  <a:pt x="8400" y="18341"/>
                </a:lnTo>
                <a:lnTo>
                  <a:pt x="8400" y="18157"/>
                </a:lnTo>
                <a:lnTo>
                  <a:pt x="8400" y="17974"/>
                </a:lnTo>
                <a:lnTo>
                  <a:pt x="8364" y="17791"/>
                </a:lnTo>
                <a:lnTo>
                  <a:pt x="8620" y="17864"/>
                </a:lnTo>
                <a:lnTo>
                  <a:pt x="8951" y="17937"/>
                </a:lnTo>
                <a:lnTo>
                  <a:pt x="8877" y="18121"/>
                </a:lnTo>
                <a:lnTo>
                  <a:pt x="8877" y="18267"/>
                </a:lnTo>
                <a:lnTo>
                  <a:pt x="8914" y="18451"/>
                </a:lnTo>
                <a:lnTo>
                  <a:pt x="8987" y="18598"/>
                </a:lnTo>
                <a:lnTo>
                  <a:pt x="8877" y="18781"/>
                </a:lnTo>
                <a:lnTo>
                  <a:pt x="8877" y="18854"/>
                </a:lnTo>
                <a:lnTo>
                  <a:pt x="8914" y="18964"/>
                </a:lnTo>
                <a:lnTo>
                  <a:pt x="9024" y="19001"/>
                </a:lnTo>
                <a:lnTo>
                  <a:pt x="9097" y="18964"/>
                </a:lnTo>
                <a:lnTo>
                  <a:pt x="9281" y="18854"/>
                </a:lnTo>
                <a:lnTo>
                  <a:pt x="9427" y="18708"/>
                </a:lnTo>
                <a:lnTo>
                  <a:pt x="9721" y="18414"/>
                </a:lnTo>
                <a:lnTo>
                  <a:pt x="10344" y="17717"/>
                </a:lnTo>
                <a:lnTo>
                  <a:pt x="11555" y="16397"/>
                </a:lnTo>
                <a:lnTo>
                  <a:pt x="12802" y="14929"/>
                </a:lnTo>
                <a:lnTo>
                  <a:pt x="14013" y="13462"/>
                </a:lnTo>
                <a:lnTo>
                  <a:pt x="15150" y="11958"/>
                </a:lnTo>
                <a:lnTo>
                  <a:pt x="16214" y="10454"/>
                </a:lnTo>
                <a:lnTo>
                  <a:pt x="17314" y="8950"/>
                </a:lnTo>
                <a:lnTo>
                  <a:pt x="17791" y="8253"/>
                </a:lnTo>
                <a:lnTo>
                  <a:pt x="18011" y="7887"/>
                </a:lnTo>
                <a:lnTo>
                  <a:pt x="18231" y="7483"/>
                </a:lnTo>
                <a:lnTo>
                  <a:pt x="18304" y="7483"/>
                </a:lnTo>
                <a:lnTo>
                  <a:pt x="18341" y="7446"/>
                </a:lnTo>
                <a:lnTo>
                  <a:pt x="18378" y="7373"/>
                </a:lnTo>
                <a:lnTo>
                  <a:pt x="18378" y="7300"/>
                </a:lnTo>
                <a:lnTo>
                  <a:pt x="18268" y="7080"/>
                </a:lnTo>
                <a:lnTo>
                  <a:pt x="18158" y="6860"/>
                </a:lnTo>
                <a:lnTo>
                  <a:pt x="17828" y="6493"/>
                </a:lnTo>
                <a:lnTo>
                  <a:pt x="17644" y="6346"/>
                </a:lnTo>
                <a:lnTo>
                  <a:pt x="17424" y="6199"/>
                </a:lnTo>
                <a:lnTo>
                  <a:pt x="17277" y="6126"/>
                </a:lnTo>
                <a:lnTo>
                  <a:pt x="17131" y="6089"/>
                </a:lnTo>
                <a:lnTo>
                  <a:pt x="16910" y="5576"/>
                </a:lnTo>
                <a:lnTo>
                  <a:pt x="16837" y="5319"/>
                </a:lnTo>
                <a:lnTo>
                  <a:pt x="16800" y="5062"/>
                </a:lnTo>
                <a:lnTo>
                  <a:pt x="16800" y="4915"/>
                </a:lnTo>
                <a:lnTo>
                  <a:pt x="16727" y="4769"/>
                </a:lnTo>
                <a:lnTo>
                  <a:pt x="16654" y="4695"/>
                </a:lnTo>
                <a:lnTo>
                  <a:pt x="16470" y="4695"/>
                </a:lnTo>
                <a:lnTo>
                  <a:pt x="16397" y="4732"/>
                </a:lnTo>
                <a:lnTo>
                  <a:pt x="16360" y="4769"/>
                </a:lnTo>
                <a:lnTo>
                  <a:pt x="16397" y="4842"/>
                </a:lnTo>
                <a:lnTo>
                  <a:pt x="16434" y="4879"/>
                </a:lnTo>
                <a:lnTo>
                  <a:pt x="16434" y="4915"/>
                </a:lnTo>
                <a:lnTo>
                  <a:pt x="16434" y="5099"/>
                </a:lnTo>
                <a:lnTo>
                  <a:pt x="16434" y="5356"/>
                </a:lnTo>
                <a:lnTo>
                  <a:pt x="16470" y="5539"/>
                </a:lnTo>
                <a:lnTo>
                  <a:pt x="16544" y="5759"/>
                </a:lnTo>
                <a:lnTo>
                  <a:pt x="16690" y="6126"/>
                </a:lnTo>
                <a:lnTo>
                  <a:pt x="16984" y="7006"/>
                </a:lnTo>
                <a:lnTo>
                  <a:pt x="17021" y="7080"/>
                </a:lnTo>
                <a:lnTo>
                  <a:pt x="16544" y="6970"/>
                </a:lnTo>
                <a:lnTo>
                  <a:pt x="15920" y="6860"/>
                </a:lnTo>
                <a:lnTo>
                  <a:pt x="15296" y="6713"/>
                </a:lnTo>
                <a:lnTo>
                  <a:pt x="15186" y="6639"/>
                </a:lnTo>
                <a:lnTo>
                  <a:pt x="15223" y="6603"/>
                </a:lnTo>
                <a:lnTo>
                  <a:pt x="15333" y="6419"/>
                </a:lnTo>
                <a:lnTo>
                  <a:pt x="15700" y="5906"/>
                </a:lnTo>
                <a:lnTo>
                  <a:pt x="16030" y="5392"/>
                </a:lnTo>
                <a:lnTo>
                  <a:pt x="16287" y="4915"/>
                </a:lnTo>
                <a:lnTo>
                  <a:pt x="16360" y="4842"/>
                </a:lnTo>
                <a:lnTo>
                  <a:pt x="16360" y="4732"/>
                </a:lnTo>
                <a:lnTo>
                  <a:pt x="16324" y="4622"/>
                </a:lnTo>
                <a:lnTo>
                  <a:pt x="16250" y="4512"/>
                </a:lnTo>
                <a:lnTo>
                  <a:pt x="16067" y="4329"/>
                </a:lnTo>
                <a:lnTo>
                  <a:pt x="15590" y="4035"/>
                </a:lnTo>
                <a:lnTo>
                  <a:pt x="14526" y="3265"/>
                </a:lnTo>
                <a:lnTo>
                  <a:pt x="12435" y="1724"/>
                </a:lnTo>
                <a:lnTo>
                  <a:pt x="11445" y="1027"/>
                </a:lnTo>
                <a:lnTo>
                  <a:pt x="10454" y="330"/>
                </a:lnTo>
                <a:lnTo>
                  <a:pt x="10124" y="147"/>
                </a:lnTo>
                <a:lnTo>
                  <a:pt x="9794" y="37"/>
                </a:lnTo>
                <a:lnTo>
                  <a:pt x="9611" y="0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4C2F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13" name="Google Shape;1613;p65"/>
          <p:cNvSpPr/>
          <p:nvPr/>
        </p:nvSpPr>
        <p:spPr>
          <a:xfrm>
            <a:off x="8390307" y="3817923"/>
            <a:ext cx="605291" cy="480504"/>
          </a:xfrm>
          <a:custGeom>
            <a:rect b="b" l="l" r="r" t="t"/>
            <a:pathLst>
              <a:path extrusionOk="0" h="14124" w="17792">
                <a:moveTo>
                  <a:pt x="10565" y="2275"/>
                </a:moveTo>
                <a:lnTo>
                  <a:pt x="10785" y="2312"/>
                </a:lnTo>
                <a:lnTo>
                  <a:pt x="11189" y="2422"/>
                </a:lnTo>
                <a:lnTo>
                  <a:pt x="11555" y="2605"/>
                </a:lnTo>
                <a:lnTo>
                  <a:pt x="11445" y="2605"/>
                </a:lnTo>
                <a:lnTo>
                  <a:pt x="10638" y="2899"/>
                </a:lnTo>
                <a:lnTo>
                  <a:pt x="9868" y="3192"/>
                </a:lnTo>
                <a:lnTo>
                  <a:pt x="9245" y="3449"/>
                </a:lnTo>
                <a:lnTo>
                  <a:pt x="8584" y="3706"/>
                </a:lnTo>
                <a:lnTo>
                  <a:pt x="7961" y="4036"/>
                </a:lnTo>
                <a:lnTo>
                  <a:pt x="7667" y="4219"/>
                </a:lnTo>
                <a:lnTo>
                  <a:pt x="7410" y="4439"/>
                </a:lnTo>
                <a:lnTo>
                  <a:pt x="7631" y="4073"/>
                </a:lnTo>
                <a:lnTo>
                  <a:pt x="7887" y="3743"/>
                </a:lnTo>
                <a:lnTo>
                  <a:pt x="8144" y="3412"/>
                </a:lnTo>
                <a:lnTo>
                  <a:pt x="8438" y="3156"/>
                </a:lnTo>
                <a:lnTo>
                  <a:pt x="8768" y="2899"/>
                </a:lnTo>
                <a:lnTo>
                  <a:pt x="9098" y="2679"/>
                </a:lnTo>
                <a:lnTo>
                  <a:pt x="9501" y="2495"/>
                </a:lnTo>
                <a:lnTo>
                  <a:pt x="9905" y="2349"/>
                </a:lnTo>
                <a:lnTo>
                  <a:pt x="10125" y="2312"/>
                </a:lnTo>
                <a:lnTo>
                  <a:pt x="10345" y="2275"/>
                </a:lnTo>
                <a:close/>
                <a:moveTo>
                  <a:pt x="1285" y="2129"/>
                </a:moveTo>
                <a:lnTo>
                  <a:pt x="1248" y="2165"/>
                </a:lnTo>
                <a:lnTo>
                  <a:pt x="1101" y="2275"/>
                </a:lnTo>
                <a:lnTo>
                  <a:pt x="991" y="2422"/>
                </a:lnTo>
                <a:lnTo>
                  <a:pt x="808" y="2715"/>
                </a:lnTo>
                <a:lnTo>
                  <a:pt x="588" y="2605"/>
                </a:lnTo>
                <a:lnTo>
                  <a:pt x="441" y="2422"/>
                </a:lnTo>
                <a:lnTo>
                  <a:pt x="258" y="2239"/>
                </a:lnTo>
                <a:lnTo>
                  <a:pt x="184" y="2202"/>
                </a:lnTo>
                <a:lnTo>
                  <a:pt x="111" y="2202"/>
                </a:lnTo>
                <a:lnTo>
                  <a:pt x="37" y="2239"/>
                </a:lnTo>
                <a:lnTo>
                  <a:pt x="1" y="2312"/>
                </a:lnTo>
                <a:lnTo>
                  <a:pt x="1" y="2495"/>
                </a:lnTo>
                <a:lnTo>
                  <a:pt x="74" y="2642"/>
                </a:lnTo>
                <a:lnTo>
                  <a:pt x="147" y="2789"/>
                </a:lnTo>
                <a:lnTo>
                  <a:pt x="258" y="2936"/>
                </a:lnTo>
                <a:lnTo>
                  <a:pt x="404" y="3046"/>
                </a:lnTo>
                <a:lnTo>
                  <a:pt x="588" y="3119"/>
                </a:lnTo>
                <a:lnTo>
                  <a:pt x="294" y="3706"/>
                </a:lnTo>
                <a:lnTo>
                  <a:pt x="74" y="4293"/>
                </a:lnTo>
                <a:lnTo>
                  <a:pt x="74" y="4403"/>
                </a:lnTo>
                <a:lnTo>
                  <a:pt x="74" y="4476"/>
                </a:lnTo>
                <a:lnTo>
                  <a:pt x="147" y="4549"/>
                </a:lnTo>
                <a:lnTo>
                  <a:pt x="221" y="4586"/>
                </a:lnTo>
                <a:lnTo>
                  <a:pt x="294" y="4623"/>
                </a:lnTo>
                <a:lnTo>
                  <a:pt x="368" y="4586"/>
                </a:lnTo>
                <a:lnTo>
                  <a:pt x="441" y="4549"/>
                </a:lnTo>
                <a:lnTo>
                  <a:pt x="514" y="4476"/>
                </a:lnTo>
                <a:lnTo>
                  <a:pt x="991" y="3339"/>
                </a:lnTo>
                <a:lnTo>
                  <a:pt x="1248" y="2789"/>
                </a:lnTo>
                <a:lnTo>
                  <a:pt x="1321" y="2495"/>
                </a:lnTo>
                <a:lnTo>
                  <a:pt x="1395" y="2202"/>
                </a:lnTo>
                <a:lnTo>
                  <a:pt x="1358" y="2165"/>
                </a:lnTo>
                <a:lnTo>
                  <a:pt x="1321" y="2129"/>
                </a:lnTo>
                <a:close/>
                <a:moveTo>
                  <a:pt x="11702" y="2715"/>
                </a:moveTo>
                <a:lnTo>
                  <a:pt x="11959" y="2936"/>
                </a:lnTo>
                <a:lnTo>
                  <a:pt x="12142" y="3156"/>
                </a:lnTo>
                <a:lnTo>
                  <a:pt x="12216" y="3266"/>
                </a:lnTo>
                <a:lnTo>
                  <a:pt x="11812" y="3412"/>
                </a:lnTo>
                <a:lnTo>
                  <a:pt x="11445" y="3559"/>
                </a:lnTo>
                <a:lnTo>
                  <a:pt x="9758" y="4183"/>
                </a:lnTo>
                <a:lnTo>
                  <a:pt x="8254" y="4770"/>
                </a:lnTo>
                <a:lnTo>
                  <a:pt x="7484" y="5100"/>
                </a:lnTo>
                <a:lnTo>
                  <a:pt x="7117" y="5283"/>
                </a:lnTo>
                <a:lnTo>
                  <a:pt x="6787" y="5503"/>
                </a:lnTo>
                <a:lnTo>
                  <a:pt x="7337" y="4549"/>
                </a:lnTo>
                <a:lnTo>
                  <a:pt x="7374" y="4549"/>
                </a:lnTo>
                <a:lnTo>
                  <a:pt x="8364" y="4073"/>
                </a:lnTo>
                <a:lnTo>
                  <a:pt x="9355" y="3632"/>
                </a:lnTo>
                <a:lnTo>
                  <a:pt x="11409" y="2862"/>
                </a:lnTo>
                <a:lnTo>
                  <a:pt x="11445" y="2936"/>
                </a:lnTo>
                <a:lnTo>
                  <a:pt x="11519" y="2972"/>
                </a:lnTo>
                <a:lnTo>
                  <a:pt x="11592" y="3009"/>
                </a:lnTo>
                <a:lnTo>
                  <a:pt x="11666" y="2972"/>
                </a:lnTo>
                <a:lnTo>
                  <a:pt x="11739" y="2899"/>
                </a:lnTo>
                <a:lnTo>
                  <a:pt x="11739" y="2789"/>
                </a:lnTo>
                <a:lnTo>
                  <a:pt x="11702" y="2715"/>
                </a:lnTo>
                <a:close/>
                <a:moveTo>
                  <a:pt x="12326" y="3522"/>
                </a:moveTo>
                <a:lnTo>
                  <a:pt x="12399" y="3596"/>
                </a:lnTo>
                <a:lnTo>
                  <a:pt x="12436" y="3596"/>
                </a:lnTo>
                <a:lnTo>
                  <a:pt x="12583" y="3926"/>
                </a:lnTo>
                <a:lnTo>
                  <a:pt x="12546" y="3926"/>
                </a:lnTo>
                <a:lnTo>
                  <a:pt x="12473" y="3963"/>
                </a:lnTo>
                <a:lnTo>
                  <a:pt x="12289" y="4109"/>
                </a:lnTo>
                <a:lnTo>
                  <a:pt x="12106" y="4219"/>
                </a:lnTo>
                <a:lnTo>
                  <a:pt x="11702" y="4403"/>
                </a:lnTo>
                <a:lnTo>
                  <a:pt x="11262" y="4586"/>
                </a:lnTo>
                <a:lnTo>
                  <a:pt x="10822" y="4733"/>
                </a:lnTo>
                <a:lnTo>
                  <a:pt x="9941" y="5026"/>
                </a:lnTo>
                <a:lnTo>
                  <a:pt x="9061" y="5393"/>
                </a:lnTo>
                <a:lnTo>
                  <a:pt x="8217" y="5723"/>
                </a:lnTo>
                <a:lnTo>
                  <a:pt x="7374" y="6127"/>
                </a:lnTo>
                <a:lnTo>
                  <a:pt x="6750" y="6384"/>
                </a:lnTo>
                <a:lnTo>
                  <a:pt x="6420" y="6567"/>
                </a:lnTo>
                <a:lnTo>
                  <a:pt x="6090" y="6750"/>
                </a:lnTo>
                <a:lnTo>
                  <a:pt x="6310" y="6384"/>
                </a:lnTo>
                <a:lnTo>
                  <a:pt x="6677" y="5650"/>
                </a:lnTo>
                <a:lnTo>
                  <a:pt x="7410" y="5467"/>
                </a:lnTo>
                <a:lnTo>
                  <a:pt x="8107" y="5173"/>
                </a:lnTo>
                <a:lnTo>
                  <a:pt x="9465" y="4623"/>
                </a:lnTo>
                <a:lnTo>
                  <a:pt x="10932" y="4073"/>
                </a:lnTo>
                <a:lnTo>
                  <a:pt x="11629" y="3816"/>
                </a:lnTo>
                <a:lnTo>
                  <a:pt x="12326" y="3522"/>
                </a:lnTo>
                <a:close/>
                <a:moveTo>
                  <a:pt x="5100" y="8401"/>
                </a:moveTo>
                <a:lnTo>
                  <a:pt x="4989" y="8438"/>
                </a:lnTo>
                <a:lnTo>
                  <a:pt x="4953" y="8474"/>
                </a:lnTo>
                <a:lnTo>
                  <a:pt x="4953" y="8511"/>
                </a:lnTo>
                <a:lnTo>
                  <a:pt x="4916" y="8768"/>
                </a:lnTo>
                <a:lnTo>
                  <a:pt x="4879" y="8988"/>
                </a:lnTo>
                <a:lnTo>
                  <a:pt x="4879" y="9245"/>
                </a:lnTo>
                <a:lnTo>
                  <a:pt x="4916" y="9355"/>
                </a:lnTo>
                <a:lnTo>
                  <a:pt x="4989" y="9465"/>
                </a:lnTo>
                <a:lnTo>
                  <a:pt x="5026" y="9501"/>
                </a:lnTo>
                <a:lnTo>
                  <a:pt x="5173" y="9501"/>
                </a:lnTo>
                <a:lnTo>
                  <a:pt x="5210" y="9465"/>
                </a:lnTo>
                <a:lnTo>
                  <a:pt x="5283" y="9391"/>
                </a:lnTo>
                <a:lnTo>
                  <a:pt x="5320" y="9281"/>
                </a:lnTo>
                <a:lnTo>
                  <a:pt x="5320" y="9061"/>
                </a:lnTo>
                <a:lnTo>
                  <a:pt x="5320" y="8768"/>
                </a:lnTo>
                <a:lnTo>
                  <a:pt x="5283" y="8511"/>
                </a:lnTo>
                <a:lnTo>
                  <a:pt x="5246" y="8474"/>
                </a:lnTo>
                <a:lnTo>
                  <a:pt x="5210" y="8438"/>
                </a:lnTo>
                <a:lnTo>
                  <a:pt x="5100" y="8401"/>
                </a:lnTo>
                <a:close/>
                <a:moveTo>
                  <a:pt x="5210" y="9685"/>
                </a:moveTo>
                <a:lnTo>
                  <a:pt x="5136" y="9722"/>
                </a:lnTo>
                <a:lnTo>
                  <a:pt x="5063" y="9758"/>
                </a:lnTo>
                <a:lnTo>
                  <a:pt x="5026" y="9795"/>
                </a:lnTo>
                <a:lnTo>
                  <a:pt x="4989" y="9905"/>
                </a:lnTo>
                <a:lnTo>
                  <a:pt x="4989" y="9978"/>
                </a:lnTo>
                <a:lnTo>
                  <a:pt x="4916" y="10308"/>
                </a:lnTo>
                <a:lnTo>
                  <a:pt x="4916" y="10639"/>
                </a:lnTo>
                <a:lnTo>
                  <a:pt x="4953" y="10749"/>
                </a:lnTo>
                <a:lnTo>
                  <a:pt x="4989" y="10785"/>
                </a:lnTo>
                <a:lnTo>
                  <a:pt x="5063" y="10822"/>
                </a:lnTo>
                <a:lnTo>
                  <a:pt x="5173" y="10822"/>
                </a:lnTo>
                <a:lnTo>
                  <a:pt x="5246" y="10785"/>
                </a:lnTo>
                <a:lnTo>
                  <a:pt x="5283" y="10749"/>
                </a:lnTo>
                <a:lnTo>
                  <a:pt x="5283" y="10639"/>
                </a:lnTo>
                <a:lnTo>
                  <a:pt x="5283" y="10272"/>
                </a:lnTo>
                <a:lnTo>
                  <a:pt x="5356" y="9905"/>
                </a:lnTo>
                <a:lnTo>
                  <a:pt x="5356" y="9832"/>
                </a:lnTo>
                <a:lnTo>
                  <a:pt x="5320" y="9758"/>
                </a:lnTo>
                <a:lnTo>
                  <a:pt x="5283" y="9722"/>
                </a:lnTo>
                <a:lnTo>
                  <a:pt x="5210" y="9685"/>
                </a:lnTo>
                <a:close/>
                <a:moveTo>
                  <a:pt x="14600" y="9501"/>
                </a:moveTo>
                <a:lnTo>
                  <a:pt x="14563" y="9575"/>
                </a:lnTo>
                <a:lnTo>
                  <a:pt x="14490" y="9868"/>
                </a:lnTo>
                <a:lnTo>
                  <a:pt x="14417" y="10125"/>
                </a:lnTo>
                <a:lnTo>
                  <a:pt x="14380" y="10712"/>
                </a:lnTo>
                <a:lnTo>
                  <a:pt x="14417" y="10785"/>
                </a:lnTo>
                <a:lnTo>
                  <a:pt x="14453" y="10859"/>
                </a:lnTo>
                <a:lnTo>
                  <a:pt x="14527" y="10895"/>
                </a:lnTo>
                <a:lnTo>
                  <a:pt x="14600" y="10932"/>
                </a:lnTo>
                <a:lnTo>
                  <a:pt x="14673" y="10932"/>
                </a:lnTo>
                <a:lnTo>
                  <a:pt x="14747" y="10895"/>
                </a:lnTo>
                <a:lnTo>
                  <a:pt x="14783" y="10859"/>
                </a:lnTo>
                <a:lnTo>
                  <a:pt x="14820" y="10785"/>
                </a:lnTo>
                <a:lnTo>
                  <a:pt x="14820" y="10639"/>
                </a:lnTo>
                <a:lnTo>
                  <a:pt x="14820" y="10088"/>
                </a:lnTo>
                <a:lnTo>
                  <a:pt x="14820" y="9832"/>
                </a:lnTo>
                <a:lnTo>
                  <a:pt x="14747" y="9575"/>
                </a:lnTo>
                <a:lnTo>
                  <a:pt x="14710" y="9501"/>
                </a:lnTo>
                <a:close/>
                <a:moveTo>
                  <a:pt x="12729" y="4183"/>
                </a:moveTo>
                <a:lnTo>
                  <a:pt x="12986" y="4880"/>
                </a:lnTo>
                <a:lnTo>
                  <a:pt x="12766" y="4990"/>
                </a:lnTo>
                <a:lnTo>
                  <a:pt x="12509" y="5100"/>
                </a:lnTo>
                <a:lnTo>
                  <a:pt x="12032" y="5320"/>
                </a:lnTo>
                <a:lnTo>
                  <a:pt x="10969" y="5833"/>
                </a:lnTo>
                <a:lnTo>
                  <a:pt x="9978" y="6310"/>
                </a:lnTo>
                <a:lnTo>
                  <a:pt x="8988" y="6714"/>
                </a:lnTo>
                <a:lnTo>
                  <a:pt x="8071" y="7007"/>
                </a:lnTo>
                <a:lnTo>
                  <a:pt x="7117" y="7301"/>
                </a:lnTo>
                <a:lnTo>
                  <a:pt x="6677" y="7484"/>
                </a:lnTo>
                <a:lnTo>
                  <a:pt x="6237" y="7704"/>
                </a:lnTo>
                <a:lnTo>
                  <a:pt x="5796" y="7924"/>
                </a:lnTo>
                <a:lnTo>
                  <a:pt x="5430" y="8218"/>
                </a:lnTo>
                <a:lnTo>
                  <a:pt x="5393" y="8254"/>
                </a:lnTo>
                <a:lnTo>
                  <a:pt x="5393" y="8291"/>
                </a:lnTo>
                <a:lnTo>
                  <a:pt x="5430" y="8328"/>
                </a:lnTo>
                <a:lnTo>
                  <a:pt x="5466" y="8328"/>
                </a:lnTo>
                <a:lnTo>
                  <a:pt x="6420" y="7961"/>
                </a:lnTo>
                <a:lnTo>
                  <a:pt x="7337" y="7594"/>
                </a:lnTo>
                <a:lnTo>
                  <a:pt x="8364" y="7264"/>
                </a:lnTo>
                <a:lnTo>
                  <a:pt x="9391" y="6897"/>
                </a:lnTo>
                <a:lnTo>
                  <a:pt x="10345" y="6530"/>
                </a:lnTo>
                <a:lnTo>
                  <a:pt x="11262" y="6090"/>
                </a:lnTo>
                <a:lnTo>
                  <a:pt x="12326" y="5577"/>
                </a:lnTo>
                <a:lnTo>
                  <a:pt x="12729" y="5393"/>
                </a:lnTo>
                <a:lnTo>
                  <a:pt x="12913" y="5283"/>
                </a:lnTo>
                <a:lnTo>
                  <a:pt x="13133" y="5210"/>
                </a:lnTo>
                <a:lnTo>
                  <a:pt x="13169" y="5356"/>
                </a:lnTo>
                <a:lnTo>
                  <a:pt x="13426" y="5870"/>
                </a:lnTo>
                <a:lnTo>
                  <a:pt x="13390" y="5870"/>
                </a:lnTo>
                <a:lnTo>
                  <a:pt x="13353" y="5797"/>
                </a:lnTo>
                <a:lnTo>
                  <a:pt x="13280" y="5760"/>
                </a:lnTo>
                <a:lnTo>
                  <a:pt x="13206" y="5723"/>
                </a:lnTo>
                <a:lnTo>
                  <a:pt x="13133" y="5760"/>
                </a:lnTo>
                <a:lnTo>
                  <a:pt x="12216" y="6237"/>
                </a:lnTo>
                <a:lnTo>
                  <a:pt x="11299" y="6677"/>
                </a:lnTo>
                <a:lnTo>
                  <a:pt x="10345" y="7081"/>
                </a:lnTo>
                <a:lnTo>
                  <a:pt x="9428" y="7484"/>
                </a:lnTo>
                <a:lnTo>
                  <a:pt x="8474" y="7851"/>
                </a:lnTo>
                <a:lnTo>
                  <a:pt x="7520" y="8181"/>
                </a:lnTo>
                <a:lnTo>
                  <a:pt x="6640" y="8474"/>
                </a:lnTo>
                <a:lnTo>
                  <a:pt x="6163" y="8658"/>
                </a:lnTo>
                <a:lnTo>
                  <a:pt x="5980" y="8768"/>
                </a:lnTo>
                <a:lnTo>
                  <a:pt x="5760" y="8878"/>
                </a:lnTo>
                <a:lnTo>
                  <a:pt x="5760" y="8915"/>
                </a:lnTo>
                <a:lnTo>
                  <a:pt x="5760" y="8951"/>
                </a:lnTo>
                <a:lnTo>
                  <a:pt x="6273" y="8951"/>
                </a:lnTo>
                <a:lnTo>
                  <a:pt x="6713" y="8805"/>
                </a:lnTo>
                <a:lnTo>
                  <a:pt x="7631" y="8511"/>
                </a:lnTo>
                <a:lnTo>
                  <a:pt x="8621" y="8144"/>
                </a:lnTo>
                <a:lnTo>
                  <a:pt x="9611" y="7777"/>
                </a:lnTo>
                <a:lnTo>
                  <a:pt x="10528" y="7411"/>
                </a:lnTo>
                <a:lnTo>
                  <a:pt x="11409" y="7007"/>
                </a:lnTo>
                <a:lnTo>
                  <a:pt x="12289" y="6604"/>
                </a:lnTo>
                <a:lnTo>
                  <a:pt x="13133" y="6163"/>
                </a:lnTo>
                <a:lnTo>
                  <a:pt x="13206" y="6200"/>
                </a:lnTo>
                <a:lnTo>
                  <a:pt x="13316" y="6200"/>
                </a:lnTo>
                <a:lnTo>
                  <a:pt x="13390" y="6163"/>
                </a:lnTo>
                <a:lnTo>
                  <a:pt x="13463" y="6090"/>
                </a:lnTo>
                <a:lnTo>
                  <a:pt x="13500" y="6053"/>
                </a:lnTo>
                <a:lnTo>
                  <a:pt x="13866" y="6714"/>
                </a:lnTo>
                <a:lnTo>
                  <a:pt x="13646" y="6787"/>
                </a:lnTo>
                <a:lnTo>
                  <a:pt x="13463" y="6860"/>
                </a:lnTo>
                <a:lnTo>
                  <a:pt x="12913" y="7081"/>
                </a:lnTo>
                <a:lnTo>
                  <a:pt x="12399" y="7337"/>
                </a:lnTo>
                <a:lnTo>
                  <a:pt x="11225" y="7961"/>
                </a:lnTo>
                <a:lnTo>
                  <a:pt x="10675" y="8254"/>
                </a:lnTo>
                <a:lnTo>
                  <a:pt x="10052" y="8548"/>
                </a:lnTo>
                <a:lnTo>
                  <a:pt x="9428" y="8768"/>
                </a:lnTo>
                <a:lnTo>
                  <a:pt x="8804" y="8951"/>
                </a:lnTo>
                <a:lnTo>
                  <a:pt x="7520" y="9318"/>
                </a:lnTo>
                <a:lnTo>
                  <a:pt x="6200" y="9722"/>
                </a:lnTo>
                <a:lnTo>
                  <a:pt x="5796" y="9868"/>
                </a:lnTo>
                <a:lnTo>
                  <a:pt x="5650" y="10015"/>
                </a:lnTo>
                <a:lnTo>
                  <a:pt x="5576" y="10052"/>
                </a:lnTo>
                <a:lnTo>
                  <a:pt x="5576" y="10015"/>
                </a:lnTo>
                <a:lnTo>
                  <a:pt x="5540" y="9978"/>
                </a:lnTo>
                <a:lnTo>
                  <a:pt x="5540" y="10015"/>
                </a:lnTo>
                <a:lnTo>
                  <a:pt x="5503" y="10088"/>
                </a:lnTo>
                <a:lnTo>
                  <a:pt x="5503" y="10198"/>
                </a:lnTo>
                <a:lnTo>
                  <a:pt x="5540" y="10235"/>
                </a:lnTo>
                <a:lnTo>
                  <a:pt x="5576" y="10235"/>
                </a:lnTo>
                <a:lnTo>
                  <a:pt x="5796" y="10125"/>
                </a:lnTo>
                <a:lnTo>
                  <a:pt x="6017" y="10052"/>
                </a:lnTo>
                <a:lnTo>
                  <a:pt x="6530" y="9942"/>
                </a:lnTo>
                <a:lnTo>
                  <a:pt x="7704" y="9575"/>
                </a:lnTo>
                <a:lnTo>
                  <a:pt x="8878" y="9281"/>
                </a:lnTo>
                <a:lnTo>
                  <a:pt x="9465" y="9098"/>
                </a:lnTo>
                <a:lnTo>
                  <a:pt x="10015" y="8878"/>
                </a:lnTo>
                <a:lnTo>
                  <a:pt x="10528" y="8695"/>
                </a:lnTo>
                <a:lnTo>
                  <a:pt x="11005" y="8438"/>
                </a:lnTo>
                <a:lnTo>
                  <a:pt x="11959" y="7924"/>
                </a:lnTo>
                <a:lnTo>
                  <a:pt x="12473" y="7667"/>
                </a:lnTo>
                <a:lnTo>
                  <a:pt x="12986" y="7411"/>
                </a:lnTo>
                <a:lnTo>
                  <a:pt x="13573" y="7191"/>
                </a:lnTo>
                <a:lnTo>
                  <a:pt x="13756" y="7117"/>
                </a:lnTo>
                <a:lnTo>
                  <a:pt x="14013" y="7044"/>
                </a:lnTo>
                <a:lnTo>
                  <a:pt x="14050" y="7081"/>
                </a:lnTo>
                <a:lnTo>
                  <a:pt x="14160" y="7081"/>
                </a:lnTo>
                <a:lnTo>
                  <a:pt x="14197" y="7191"/>
                </a:lnTo>
                <a:lnTo>
                  <a:pt x="13830" y="7374"/>
                </a:lnTo>
                <a:lnTo>
                  <a:pt x="13500" y="7594"/>
                </a:lnTo>
                <a:lnTo>
                  <a:pt x="12436" y="8218"/>
                </a:lnTo>
                <a:lnTo>
                  <a:pt x="11335" y="8768"/>
                </a:lnTo>
                <a:lnTo>
                  <a:pt x="10198" y="9245"/>
                </a:lnTo>
                <a:lnTo>
                  <a:pt x="9061" y="9685"/>
                </a:lnTo>
                <a:lnTo>
                  <a:pt x="7887" y="10088"/>
                </a:lnTo>
                <a:lnTo>
                  <a:pt x="6750" y="10455"/>
                </a:lnTo>
                <a:lnTo>
                  <a:pt x="6200" y="10639"/>
                </a:lnTo>
                <a:lnTo>
                  <a:pt x="5906" y="10749"/>
                </a:lnTo>
                <a:lnTo>
                  <a:pt x="5650" y="10895"/>
                </a:lnTo>
                <a:lnTo>
                  <a:pt x="5613" y="10932"/>
                </a:lnTo>
                <a:lnTo>
                  <a:pt x="5613" y="10969"/>
                </a:lnTo>
                <a:lnTo>
                  <a:pt x="5613" y="11005"/>
                </a:lnTo>
                <a:lnTo>
                  <a:pt x="5686" y="11042"/>
                </a:lnTo>
                <a:lnTo>
                  <a:pt x="5943" y="11005"/>
                </a:lnTo>
                <a:lnTo>
                  <a:pt x="6200" y="10969"/>
                </a:lnTo>
                <a:lnTo>
                  <a:pt x="6713" y="10822"/>
                </a:lnTo>
                <a:lnTo>
                  <a:pt x="7337" y="10602"/>
                </a:lnTo>
                <a:lnTo>
                  <a:pt x="7961" y="10419"/>
                </a:lnTo>
                <a:lnTo>
                  <a:pt x="9208" y="10015"/>
                </a:lnTo>
                <a:lnTo>
                  <a:pt x="10418" y="9538"/>
                </a:lnTo>
                <a:lnTo>
                  <a:pt x="11445" y="9061"/>
                </a:lnTo>
                <a:lnTo>
                  <a:pt x="12473" y="8584"/>
                </a:lnTo>
                <a:lnTo>
                  <a:pt x="13573" y="7961"/>
                </a:lnTo>
                <a:lnTo>
                  <a:pt x="14013" y="7741"/>
                </a:lnTo>
                <a:lnTo>
                  <a:pt x="14233" y="7594"/>
                </a:lnTo>
                <a:lnTo>
                  <a:pt x="14417" y="7447"/>
                </a:lnTo>
                <a:lnTo>
                  <a:pt x="14527" y="7594"/>
                </a:lnTo>
                <a:lnTo>
                  <a:pt x="14527" y="7631"/>
                </a:lnTo>
                <a:lnTo>
                  <a:pt x="14417" y="7961"/>
                </a:lnTo>
                <a:lnTo>
                  <a:pt x="14417" y="8328"/>
                </a:lnTo>
                <a:lnTo>
                  <a:pt x="14343" y="8254"/>
                </a:lnTo>
                <a:lnTo>
                  <a:pt x="14233" y="8254"/>
                </a:lnTo>
                <a:lnTo>
                  <a:pt x="13830" y="8438"/>
                </a:lnTo>
                <a:lnTo>
                  <a:pt x="13426" y="8658"/>
                </a:lnTo>
                <a:lnTo>
                  <a:pt x="12693" y="9135"/>
                </a:lnTo>
                <a:lnTo>
                  <a:pt x="12252" y="9428"/>
                </a:lnTo>
                <a:lnTo>
                  <a:pt x="11776" y="9685"/>
                </a:lnTo>
                <a:lnTo>
                  <a:pt x="11299" y="9942"/>
                </a:lnTo>
                <a:lnTo>
                  <a:pt x="10822" y="10125"/>
                </a:lnTo>
                <a:lnTo>
                  <a:pt x="8658" y="10822"/>
                </a:lnTo>
                <a:lnTo>
                  <a:pt x="7741" y="11115"/>
                </a:lnTo>
                <a:lnTo>
                  <a:pt x="7300" y="11262"/>
                </a:lnTo>
                <a:lnTo>
                  <a:pt x="6860" y="11446"/>
                </a:lnTo>
                <a:lnTo>
                  <a:pt x="5283" y="11409"/>
                </a:lnTo>
                <a:lnTo>
                  <a:pt x="5246" y="11189"/>
                </a:lnTo>
                <a:lnTo>
                  <a:pt x="5173" y="11115"/>
                </a:lnTo>
                <a:lnTo>
                  <a:pt x="5026" y="11115"/>
                </a:lnTo>
                <a:lnTo>
                  <a:pt x="4989" y="11189"/>
                </a:lnTo>
                <a:lnTo>
                  <a:pt x="4953" y="11409"/>
                </a:lnTo>
                <a:lnTo>
                  <a:pt x="4182" y="11336"/>
                </a:lnTo>
                <a:lnTo>
                  <a:pt x="3816" y="11336"/>
                </a:lnTo>
                <a:lnTo>
                  <a:pt x="3412" y="11372"/>
                </a:lnTo>
                <a:lnTo>
                  <a:pt x="3119" y="11409"/>
                </a:lnTo>
                <a:lnTo>
                  <a:pt x="2862" y="11556"/>
                </a:lnTo>
                <a:lnTo>
                  <a:pt x="2825" y="11005"/>
                </a:lnTo>
                <a:lnTo>
                  <a:pt x="2715" y="9428"/>
                </a:lnTo>
                <a:lnTo>
                  <a:pt x="2715" y="9171"/>
                </a:lnTo>
                <a:lnTo>
                  <a:pt x="2972" y="9171"/>
                </a:lnTo>
                <a:lnTo>
                  <a:pt x="3265" y="9135"/>
                </a:lnTo>
                <a:lnTo>
                  <a:pt x="3522" y="9061"/>
                </a:lnTo>
                <a:lnTo>
                  <a:pt x="3779" y="8988"/>
                </a:lnTo>
                <a:lnTo>
                  <a:pt x="4036" y="8841"/>
                </a:lnTo>
                <a:lnTo>
                  <a:pt x="4293" y="8695"/>
                </a:lnTo>
                <a:lnTo>
                  <a:pt x="4733" y="8401"/>
                </a:lnTo>
                <a:lnTo>
                  <a:pt x="5063" y="8108"/>
                </a:lnTo>
                <a:lnTo>
                  <a:pt x="5356" y="7777"/>
                </a:lnTo>
                <a:lnTo>
                  <a:pt x="5613" y="7447"/>
                </a:lnTo>
                <a:lnTo>
                  <a:pt x="5870" y="7117"/>
                </a:lnTo>
                <a:lnTo>
                  <a:pt x="6273" y="7007"/>
                </a:lnTo>
                <a:lnTo>
                  <a:pt x="6640" y="6824"/>
                </a:lnTo>
                <a:lnTo>
                  <a:pt x="7410" y="6420"/>
                </a:lnTo>
                <a:lnTo>
                  <a:pt x="8401" y="5980"/>
                </a:lnTo>
                <a:lnTo>
                  <a:pt x="9355" y="5577"/>
                </a:lnTo>
                <a:lnTo>
                  <a:pt x="10308" y="5246"/>
                </a:lnTo>
                <a:lnTo>
                  <a:pt x="11262" y="4880"/>
                </a:lnTo>
                <a:lnTo>
                  <a:pt x="12032" y="4623"/>
                </a:lnTo>
                <a:lnTo>
                  <a:pt x="12436" y="4403"/>
                </a:lnTo>
                <a:lnTo>
                  <a:pt x="12619" y="4219"/>
                </a:lnTo>
                <a:lnTo>
                  <a:pt x="12729" y="4183"/>
                </a:lnTo>
                <a:close/>
                <a:moveTo>
                  <a:pt x="2385" y="1"/>
                </a:moveTo>
                <a:lnTo>
                  <a:pt x="2238" y="38"/>
                </a:lnTo>
                <a:lnTo>
                  <a:pt x="2202" y="74"/>
                </a:lnTo>
                <a:lnTo>
                  <a:pt x="2165" y="111"/>
                </a:lnTo>
                <a:lnTo>
                  <a:pt x="2055" y="368"/>
                </a:lnTo>
                <a:lnTo>
                  <a:pt x="1982" y="515"/>
                </a:lnTo>
                <a:lnTo>
                  <a:pt x="1578" y="1432"/>
                </a:lnTo>
                <a:lnTo>
                  <a:pt x="1541" y="1542"/>
                </a:lnTo>
                <a:lnTo>
                  <a:pt x="1578" y="1615"/>
                </a:lnTo>
                <a:lnTo>
                  <a:pt x="1615" y="1688"/>
                </a:lnTo>
                <a:lnTo>
                  <a:pt x="1688" y="1762"/>
                </a:lnTo>
                <a:lnTo>
                  <a:pt x="1761" y="1798"/>
                </a:lnTo>
                <a:lnTo>
                  <a:pt x="1835" y="1798"/>
                </a:lnTo>
                <a:lnTo>
                  <a:pt x="1908" y="1762"/>
                </a:lnTo>
                <a:lnTo>
                  <a:pt x="1982" y="1652"/>
                </a:lnTo>
                <a:lnTo>
                  <a:pt x="2128" y="1358"/>
                </a:lnTo>
                <a:lnTo>
                  <a:pt x="2092" y="2165"/>
                </a:lnTo>
                <a:lnTo>
                  <a:pt x="2092" y="2972"/>
                </a:lnTo>
                <a:lnTo>
                  <a:pt x="2055" y="4073"/>
                </a:lnTo>
                <a:lnTo>
                  <a:pt x="1982" y="4109"/>
                </a:lnTo>
                <a:lnTo>
                  <a:pt x="1835" y="4073"/>
                </a:lnTo>
                <a:lnTo>
                  <a:pt x="1725" y="3999"/>
                </a:lnTo>
                <a:lnTo>
                  <a:pt x="1615" y="3999"/>
                </a:lnTo>
                <a:lnTo>
                  <a:pt x="1541" y="4036"/>
                </a:lnTo>
                <a:lnTo>
                  <a:pt x="1505" y="4109"/>
                </a:lnTo>
                <a:lnTo>
                  <a:pt x="1541" y="4219"/>
                </a:lnTo>
                <a:lnTo>
                  <a:pt x="1651" y="4293"/>
                </a:lnTo>
                <a:lnTo>
                  <a:pt x="1761" y="4366"/>
                </a:lnTo>
                <a:lnTo>
                  <a:pt x="1908" y="4403"/>
                </a:lnTo>
                <a:lnTo>
                  <a:pt x="2055" y="4439"/>
                </a:lnTo>
                <a:lnTo>
                  <a:pt x="2055" y="5540"/>
                </a:lnTo>
                <a:lnTo>
                  <a:pt x="1908" y="5577"/>
                </a:lnTo>
                <a:lnTo>
                  <a:pt x="1651" y="5613"/>
                </a:lnTo>
                <a:lnTo>
                  <a:pt x="1615" y="5687"/>
                </a:lnTo>
                <a:lnTo>
                  <a:pt x="1541" y="5723"/>
                </a:lnTo>
                <a:lnTo>
                  <a:pt x="1541" y="5760"/>
                </a:lnTo>
                <a:lnTo>
                  <a:pt x="1505" y="5797"/>
                </a:lnTo>
                <a:lnTo>
                  <a:pt x="1541" y="5833"/>
                </a:lnTo>
                <a:lnTo>
                  <a:pt x="1578" y="5833"/>
                </a:lnTo>
                <a:lnTo>
                  <a:pt x="1651" y="5907"/>
                </a:lnTo>
                <a:lnTo>
                  <a:pt x="2055" y="5907"/>
                </a:lnTo>
                <a:lnTo>
                  <a:pt x="2092" y="6200"/>
                </a:lnTo>
                <a:lnTo>
                  <a:pt x="2092" y="7154"/>
                </a:lnTo>
                <a:lnTo>
                  <a:pt x="1835" y="7227"/>
                </a:lnTo>
                <a:lnTo>
                  <a:pt x="1541" y="7374"/>
                </a:lnTo>
                <a:lnTo>
                  <a:pt x="1505" y="7411"/>
                </a:lnTo>
                <a:lnTo>
                  <a:pt x="1505" y="7447"/>
                </a:lnTo>
                <a:lnTo>
                  <a:pt x="1541" y="7484"/>
                </a:lnTo>
                <a:lnTo>
                  <a:pt x="1578" y="7521"/>
                </a:lnTo>
                <a:lnTo>
                  <a:pt x="2092" y="7521"/>
                </a:lnTo>
                <a:lnTo>
                  <a:pt x="2165" y="8951"/>
                </a:lnTo>
                <a:lnTo>
                  <a:pt x="2165" y="8988"/>
                </a:lnTo>
                <a:lnTo>
                  <a:pt x="1982" y="8951"/>
                </a:lnTo>
                <a:lnTo>
                  <a:pt x="1578" y="8951"/>
                </a:lnTo>
                <a:lnTo>
                  <a:pt x="1505" y="8988"/>
                </a:lnTo>
                <a:lnTo>
                  <a:pt x="1468" y="9061"/>
                </a:lnTo>
                <a:lnTo>
                  <a:pt x="1468" y="9135"/>
                </a:lnTo>
                <a:lnTo>
                  <a:pt x="1541" y="9208"/>
                </a:lnTo>
                <a:lnTo>
                  <a:pt x="1688" y="9245"/>
                </a:lnTo>
                <a:lnTo>
                  <a:pt x="1835" y="9318"/>
                </a:lnTo>
                <a:lnTo>
                  <a:pt x="2202" y="9391"/>
                </a:lnTo>
                <a:lnTo>
                  <a:pt x="2238" y="10419"/>
                </a:lnTo>
                <a:lnTo>
                  <a:pt x="2018" y="10419"/>
                </a:lnTo>
                <a:lnTo>
                  <a:pt x="1798" y="10455"/>
                </a:lnTo>
                <a:lnTo>
                  <a:pt x="1725" y="10529"/>
                </a:lnTo>
                <a:lnTo>
                  <a:pt x="1651" y="10602"/>
                </a:lnTo>
                <a:lnTo>
                  <a:pt x="1578" y="10675"/>
                </a:lnTo>
                <a:lnTo>
                  <a:pt x="1615" y="10749"/>
                </a:lnTo>
                <a:lnTo>
                  <a:pt x="1688" y="10822"/>
                </a:lnTo>
                <a:lnTo>
                  <a:pt x="2128" y="10822"/>
                </a:lnTo>
                <a:lnTo>
                  <a:pt x="2275" y="10859"/>
                </a:lnTo>
                <a:lnTo>
                  <a:pt x="2275" y="10895"/>
                </a:lnTo>
                <a:lnTo>
                  <a:pt x="2312" y="11702"/>
                </a:lnTo>
                <a:lnTo>
                  <a:pt x="2348" y="11959"/>
                </a:lnTo>
                <a:lnTo>
                  <a:pt x="2385" y="12106"/>
                </a:lnTo>
                <a:lnTo>
                  <a:pt x="2495" y="12216"/>
                </a:lnTo>
                <a:lnTo>
                  <a:pt x="2568" y="12253"/>
                </a:lnTo>
                <a:lnTo>
                  <a:pt x="2679" y="12253"/>
                </a:lnTo>
                <a:lnTo>
                  <a:pt x="2752" y="12216"/>
                </a:lnTo>
                <a:lnTo>
                  <a:pt x="2789" y="12143"/>
                </a:lnTo>
                <a:lnTo>
                  <a:pt x="2825" y="12106"/>
                </a:lnTo>
                <a:lnTo>
                  <a:pt x="3009" y="11959"/>
                </a:lnTo>
                <a:lnTo>
                  <a:pt x="3265" y="11886"/>
                </a:lnTo>
                <a:lnTo>
                  <a:pt x="3486" y="11849"/>
                </a:lnTo>
                <a:lnTo>
                  <a:pt x="3742" y="11849"/>
                </a:lnTo>
                <a:lnTo>
                  <a:pt x="3742" y="12033"/>
                </a:lnTo>
                <a:lnTo>
                  <a:pt x="3742" y="12216"/>
                </a:lnTo>
                <a:lnTo>
                  <a:pt x="3816" y="12363"/>
                </a:lnTo>
                <a:lnTo>
                  <a:pt x="3889" y="12509"/>
                </a:lnTo>
                <a:lnTo>
                  <a:pt x="3962" y="12583"/>
                </a:lnTo>
                <a:lnTo>
                  <a:pt x="4036" y="12546"/>
                </a:lnTo>
                <a:lnTo>
                  <a:pt x="4109" y="12509"/>
                </a:lnTo>
                <a:lnTo>
                  <a:pt x="4146" y="12436"/>
                </a:lnTo>
                <a:lnTo>
                  <a:pt x="4072" y="12216"/>
                </a:lnTo>
                <a:lnTo>
                  <a:pt x="4036" y="12069"/>
                </a:lnTo>
                <a:lnTo>
                  <a:pt x="4036" y="11886"/>
                </a:lnTo>
                <a:lnTo>
                  <a:pt x="5063" y="11922"/>
                </a:lnTo>
                <a:lnTo>
                  <a:pt x="5063" y="12143"/>
                </a:lnTo>
                <a:lnTo>
                  <a:pt x="5100" y="12619"/>
                </a:lnTo>
                <a:lnTo>
                  <a:pt x="5136" y="12693"/>
                </a:lnTo>
                <a:lnTo>
                  <a:pt x="5173" y="12766"/>
                </a:lnTo>
                <a:lnTo>
                  <a:pt x="5320" y="12766"/>
                </a:lnTo>
                <a:lnTo>
                  <a:pt x="5466" y="12729"/>
                </a:lnTo>
                <a:lnTo>
                  <a:pt x="5503" y="12619"/>
                </a:lnTo>
                <a:lnTo>
                  <a:pt x="5540" y="12473"/>
                </a:lnTo>
                <a:lnTo>
                  <a:pt x="5466" y="12363"/>
                </a:lnTo>
                <a:lnTo>
                  <a:pt x="5393" y="12326"/>
                </a:lnTo>
                <a:lnTo>
                  <a:pt x="5356" y="12106"/>
                </a:lnTo>
                <a:lnTo>
                  <a:pt x="5283" y="11922"/>
                </a:lnTo>
                <a:lnTo>
                  <a:pt x="5906" y="11959"/>
                </a:lnTo>
                <a:lnTo>
                  <a:pt x="6493" y="11959"/>
                </a:lnTo>
                <a:lnTo>
                  <a:pt x="6493" y="11996"/>
                </a:lnTo>
                <a:lnTo>
                  <a:pt x="6457" y="12179"/>
                </a:lnTo>
                <a:lnTo>
                  <a:pt x="6420" y="12399"/>
                </a:lnTo>
                <a:lnTo>
                  <a:pt x="6457" y="12583"/>
                </a:lnTo>
                <a:lnTo>
                  <a:pt x="6567" y="12766"/>
                </a:lnTo>
                <a:lnTo>
                  <a:pt x="6603" y="12840"/>
                </a:lnTo>
                <a:lnTo>
                  <a:pt x="6677" y="12876"/>
                </a:lnTo>
                <a:lnTo>
                  <a:pt x="6750" y="12876"/>
                </a:lnTo>
                <a:lnTo>
                  <a:pt x="6824" y="12840"/>
                </a:lnTo>
                <a:lnTo>
                  <a:pt x="6897" y="12766"/>
                </a:lnTo>
                <a:lnTo>
                  <a:pt x="6897" y="12729"/>
                </a:lnTo>
                <a:lnTo>
                  <a:pt x="6897" y="12656"/>
                </a:lnTo>
                <a:lnTo>
                  <a:pt x="6824" y="12619"/>
                </a:lnTo>
                <a:lnTo>
                  <a:pt x="6787" y="12583"/>
                </a:lnTo>
                <a:lnTo>
                  <a:pt x="6713" y="12399"/>
                </a:lnTo>
                <a:lnTo>
                  <a:pt x="6677" y="12216"/>
                </a:lnTo>
                <a:lnTo>
                  <a:pt x="6640" y="11996"/>
                </a:lnTo>
                <a:lnTo>
                  <a:pt x="6640" y="11959"/>
                </a:lnTo>
                <a:lnTo>
                  <a:pt x="7924" y="11996"/>
                </a:lnTo>
                <a:lnTo>
                  <a:pt x="7851" y="12033"/>
                </a:lnTo>
                <a:lnTo>
                  <a:pt x="7814" y="12106"/>
                </a:lnTo>
                <a:lnTo>
                  <a:pt x="7777" y="12253"/>
                </a:lnTo>
                <a:lnTo>
                  <a:pt x="7777" y="12399"/>
                </a:lnTo>
                <a:lnTo>
                  <a:pt x="7777" y="12509"/>
                </a:lnTo>
                <a:lnTo>
                  <a:pt x="7814" y="12619"/>
                </a:lnTo>
                <a:lnTo>
                  <a:pt x="7887" y="12729"/>
                </a:lnTo>
                <a:lnTo>
                  <a:pt x="7961" y="12766"/>
                </a:lnTo>
                <a:lnTo>
                  <a:pt x="8034" y="12729"/>
                </a:lnTo>
                <a:lnTo>
                  <a:pt x="8107" y="12693"/>
                </a:lnTo>
                <a:lnTo>
                  <a:pt x="8144" y="12619"/>
                </a:lnTo>
                <a:lnTo>
                  <a:pt x="8107" y="12473"/>
                </a:lnTo>
                <a:lnTo>
                  <a:pt x="8071" y="12289"/>
                </a:lnTo>
                <a:lnTo>
                  <a:pt x="8071" y="12179"/>
                </a:lnTo>
                <a:lnTo>
                  <a:pt x="8034" y="12106"/>
                </a:lnTo>
                <a:lnTo>
                  <a:pt x="8034" y="12033"/>
                </a:lnTo>
                <a:lnTo>
                  <a:pt x="8034" y="11996"/>
                </a:lnTo>
                <a:lnTo>
                  <a:pt x="9391" y="11996"/>
                </a:lnTo>
                <a:lnTo>
                  <a:pt x="9318" y="12216"/>
                </a:lnTo>
                <a:lnTo>
                  <a:pt x="9318" y="12473"/>
                </a:lnTo>
                <a:lnTo>
                  <a:pt x="9355" y="12546"/>
                </a:lnTo>
                <a:lnTo>
                  <a:pt x="9428" y="12583"/>
                </a:lnTo>
                <a:lnTo>
                  <a:pt x="9611" y="12583"/>
                </a:lnTo>
                <a:lnTo>
                  <a:pt x="9685" y="12546"/>
                </a:lnTo>
                <a:lnTo>
                  <a:pt x="9721" y="12473"/>
                </a:lnTo>
                <a:lnTo>
                  <a:pt x="9721" y="12436"/>
                </a:lnTo>
                <a:lnTo>
                  <a:pt x="9721" y="12363"/>
                </a:lnTo>
                <a:lnTo>
                  <a:pt x="9611" y="12326"/>
                </a:lnTo>
                <a:lnTo>
                  <a:pt x="9611" y="11996"/>
                </a:lnTo>
                <a:lnTo>
                  <a:pt x="10638" y="11996"/>
                </a:lnTo>
                <a:lnTo>
                  <a:pt x="10675" y="12253"/>
                </a:lnTo>
                <a:lnTo>
                  <a:pt x="10748" y="12509"/>
                </a:lnTo>
                <a:lnTo>
                  <a:pt x="10822" y="12583"/>
                </a:lnTo>
                <a:lnTo>
                  <a:pt x="10969" y="12583"/>
                </a:lnTo>
                <a:lnTo>
                  <a:pt x="11005" y="12509"/>
                </a:lnTo>
                <a:lnTo>
                  <a:pt x="11042" y="12399"/>
                </a:lnTo>
                <a:lnTo>
                  <a:pt x="10969" y="12179"/>
                </a:lnTo>
                <a:lnTo>
                  <a:pt x="10895" y="11996"/>
                </a:lnTo>
                <a:lnTo>
                  <a:pt x="12106" y="11996"/>
                </a:lnTo>
                <a:lnTo>
                  <a:pt x="12069" y="12069"/>
                </a:lnTo>
                <a:lnTo>
                  <a:pt x="12032" y="12143"/>
                </a:lnTo>
                <a:lnTo>
                  <a:pt x="11996" y="12363"/>
                </a:lnTo>
                <a:lnTo>
                  <a:pt x="12032" y="12473"/>
                </a:lnTo>
                <a:lnTo>
                  <a:pt x="12069" y="12619"/>
                </a:lnTo>
                <a:lnTo>
                  <a:pt x="12142" y="12729"/>
                </a:lnTo>
                <a:lnTo>
                  <a:pt x="12216" y="12803"/>
                </a:lnTo>
                <a:lnTo>
                  <a:pt x="12289" y="12840"/>
                </a:lnTo>
                <a:lnTo>
                  <a:pt x="12362" y="12803"/>
                </a:lnTo>
                <a:lnTo>
                  <a:pt x="12399" y="12766"/>
                </a:lnTo>
                <a:lnTo>
                  <a:pt x="12399" y="12693"/>
                </a:lnTo>
                <a:lnTo>
                  <a:pt x="12362" y="12546"/>
                </a:lnTo>
                <a:lnTo>
                  <a:pt x="12289" y="12363"/>
                </a:lnTo>
                <a:lnTo>
                  <a:pt x="12252" y="12179"/>
                </a:lnTo>
                <a:lnTo>
                  <a:pt x="12252" y="11959"/>
                </a:lnTo>
                <a:lnTo>
                  <a:pt x="13353" y="11959"/>
                </a:lnTo>
                <a:lnTo>
                  <a:pt x="13280" y="12106"/>
                </a:lnTo>
                <a:lnTo>
                  <a:pt x="13243" y="12253"/>
                </a:lnTo>
                <a:lnTo>
                  <a:pt x="13243" y="12436"/>
                </a:lnTo>
                <a:lnTo>
                  <a:pt x="13316" y="12583"/>
                </a:lnTo>
                <a:lnTo>
                  <a:pt x="13353" y="12619"/>
                </a:lnTo>
                <a:lnTo>
                  <a:pt x="13426" y="12656"/>
                </a:lnTo>
                <a:lnTo>
                  <a:pt x="13500" y="12656"/>
                </a:lnTo>
                <a:lnTo>
                  <a:pt x="13573" y="12583"/>
                </a:lnTo>
                <a:lnTo>
                  <a:pt x="13610" y="12436"/>
                </a:lnTo>
                <a:lnTo>
                  <a:pt x="13536" y="12216"/>
                </a:lnTo>
                <a:lnTo>
                  <a:pt x="13536" y="12069"/>
                </a:lnTo>
                <a:lnTo>
                  <a:pt x="13573" y="11922"/>
                </a:lnTo>
                <a:lnTo>
                  <a:pt x="14563" y="11886"/>
                </a:lnTo>
                <a:lnTo>
                  <a:pt x="14563" y="11886"/>
                </a:lnTo>
                <a:lnTo>
                  <a:pt x="14527" y="12363"/>
                </a:lnTo>
                <a:lnTo>
                  <a:pt x="14563" y="12436"/>
                </a:lnTo>
                <a:lnTo>
                  <a:pt x="14637" y="12509"/>
                </a:lnTo>
                <a:lnTo>
                  <a:pt x="14747" y="12509"/>
                </a:lnTo>
                <a:lnTo>
                  <a:pt x="14820" y="12473"/>
                </a:lnTo>
                <a:lnTo>
                  <a:pt x="14893" y="12399"/>
                </a:lnTo>
                <a:lnTo>
                  <a:pt x="14967" y="12289"/>
                </a:lnTo>
                <a:lnTo>
                  <a:pt x="14967" y="12179"/>
                </a:lnTo>
                <a:lnTo>
                  <a:pt x="14967" y="12069"/>
                </a:lnTo>
                <a:lnTo>
                  <a:pt x="14930" y="11996"/>
                </a:lnTo>
                <a:lnTo>
                  <a:pt x="14857" y="11959"/>
                </a:lnTo>
                <a:lnTo>
                  <a:pt x="14857" y="11886"/>
                </a:lnTo>
                <a:lnTo>
                  <a:pt x="16618" y="11776"/>
                </a:lnTo>
                <a:lnTo>
                  <a:pt x="16654" y="11812"/>
                </a:lnTo>
                <a:lnTo>
                  <a:pt x="16544" y="11996"/>
                </a:lnTo>
                <a:lnTo>
                  <a:pt x="16361" y="12179"/>
                </a:lnTo>
                <a:lnTo>
                  <a:pt x="16287" y="12289"/>
                </a:lnTo>
                <a:lnTo>
                  <a:pt x="16251" y="12363"/>
                </a:lnTo>
                <a:lnTo>
                  <a:pt x="16287" y="12436"/>
                </a:lnTo>
                <a:lnTo>
                  <a:pt x="16324" y="12509"/>
                </a:lnTo>
                <a:lnTo>
                  <a:pt x="16397" y="12546"/>
                </a:lnTo>
                <a:lnTo>
                  <a:pt x="16471" y="12583"/>
                </a:lnTo>
                <a:lnTo>
                  <a:pt x="16544" y="12583"/>
                </a:lnTo>
                <a:lnTo>
                  <a:pt x="16581" y="12546"/>
                </a:lnTo>
                <a:lnTo>
                  <a:pt x="16728" y="12473"/>
                </a:lnTo>
                <a:lnTo>
                  <a:pt x="16801" y="12363"/>
                </a:lnTo>
                <a:lnTo>
                  <a:pt x="16984" y="12106"/>
                </a:lnTo>
                <a:lnTo>
                  <a:pt x="17461" y="11482"/>
                </a:lnTo>
                <a:lnTo>
                  <a:pt x="17461" y="11409"/>
                </a:lnTo>
                <a:lnTo>
                  <a:pt x="17461" y="11336"/>
                </a:lnTo>
                <a:lnTo>
                  <a:pt x="17461" y="11262"/>
                </a:lnTo>
                <a:lnTo>
                  <a:pt x="17425" y="11189"/>
                </a:lnTo>
                <a:lnTo>
                  <a:pt x="17058" y="10895"/>
                </a:lnTo>
                <a:lnTo>
                  <a:pt x="16728" y="10639"/>
                </a:lnTo>
                <a:lnTo>
                  <a:pt x="16654" y="10602"/>
                </a:lnTo>
                <a:lnTo>
                  <a:pt x="16581" y="10602"/>
                </a:lnTo>
                <a:lnTo>
                  <a:pt x="16544" y="10639"/>
                </a:lnTo>
                <a:lnTo>
                  <a:pt x="16471" y="10675"/>
                </a:lnTo>
                <a:lnTo>
                  <a:pt x="16434" y="10785"/>
                </a:lnTo>
                <a:lnTo>
                  <a:pt x="16434" y="10859"/>
                </a:lnTo>
                <a:lnTo>
                  <a:pt x="16471" y="10932"/>
                </a:lnTo>
                <a:lnTo>
                  <a:pt x="16801" y="11226"/>
                </a:lnTo>
                <a:lnTo>
                  <a:pt x="13940" y="11372"/>
                </a:lnTo>
                <a:lnTo>
                  <a:pt x="14050" y="11336"/>
                </a:lnTo>
                <a:lnTo>
                  <a:pt x="14270" y="11189"/>
                </a:lnTo>
                <a:lnTo>
                  <a:pt x="14343" y="11115"/>
                </a:lnTo>
                <a:lnTo>
                  <a:pt x="14417" y="11005"/>
                </a:lnTo>
                <a:lnTo>
                  <a:pt x="14417" y="10932"/>
                </a:lnTo>
                <a:lnTo>
                  <a:pt x="14380" y="10895"/>
                </a:lnTo>
                <a:lnTo>
                  <a:pt x="14233" y="10895"/>
                </a:lnTo>
                <a:lnTo>
                  <a:pt x="14123" y="10932"/>
                </a:lnTo>
                <a:lnTo>
                  <a:pt x="13903" y="11079"/>
                </a:lnTo>
                <a:lnTo>
                  <a:pt x="13720" y="11226"/>
                </a:lnTo>
                <a:lnTo>
                  <a:pt x="13573" y="11409"/>
                </a:lnTo>
                <a:lnTo>
                  <a:pt x="12289" y="11446"/>
                </a:lnTo>
                <a:lnTo>
                  <a:pt x="12546" y="11336"/>
                </a:lnTo>
                <a:lnTo>
                  <a:pt x="12839" y="11226"/>
                </a:lnTo>
                <a:lnTo>
                  <a:pt x="13169" y="11079"/>
                </a:lnTo>
                <a:lnTo>
                  <a:pt x="13500" y="10895"/>
                </a:lnTo>
                <a:lnTo>
                  <a:pt x="13793" y="10675"/>
                </a:lnTo>
                <a:lnTo>
                  <a:pt x="14050" y="10419"/>
                </a:lnTo>
                <a:lnTo>
                  <a:pt x="14087" y="10308"/>
                </a:lnTo>
                <a:lnTo>
                  <a:pt x="14050" y="10235"/>
                </a:lnTo>
                <a:lnTo>
                  <a:pt x="13976" y="10198"/>
                </a:lnTo>
                <a:lnTo>
                  <a:pt x="13903" y="10235"/>
                </a:lnTo>
                <a:lnTo>
                  <a:pt x="13646" y="10382"/>
                </a:lnTo>
                <a:lnTo>
                  <a:pt x="13390" y="10565"/>
                </a:lnTo>
                <a:lnTo>
                  <a:pt x="13133" y="10749"/>
                </a:lnTo>
                <a:lnTo>
                  <a:pt x="12876" y="10895"/>
                </a:lnTo>
                <a:lnTo>
                  <a:pt x="12583" y="11042"/>
                </a:lnTo>
                <a:lnTo>
                  <a:pt x="12289" y="11152"/>
                </a:lnTo>
                <a:lnTo>
                  <a:pt x="11996" y="11299"/>
                </a:lnTo>
                <a:lnTo>
                  <a:pt x="11702" y="11446"/>
                </a:lnTo>
                <a:lnTo>
                  <a:pt x="10162" y="11482"/>
                </a:lnTo>
                <a:lnTo>
                  <a:pt x="10602" y="11299"/>
                </a:lnTo>
                <a:lnTo>
                  <a:pt x="12216" y="10639"/>
                </a:lnTo>
                <a:lnTo>
                  <a:pt x="12766" y="10455"/>
                </a:lnTo>
                <a:lnTo>
                  <a:pt x="13316" y="10162"/>
                </a:lnTo>
                <a:lnTo>
                  <a:pt x="13573" y="10015"/>
                </a:lnTo>
                <a:lnTo>
                  <a:pt x="13793" y="9832"/>
                </a:lnTo>
                <a:lnTo>
                  <a:pt x="13976" y="9612"/>
                </a:lnTo>
                <a:lnTo>
                  <a:pt x="14087" y="9355"/>
                </a:lnTo>
                <a:lnTo>
                  <a:pt x="14087" y="9245"/>
                </a:lnTo>
                <a:lnTo>
                  <a:pt x="14050" y="9208"/>
                </a:lnTo>
                <a:lnTo>
                  <a:pt x="13940" y="9171"/>
                </a:lnTo>
                <a:lnTo>
                  <a:pt x="13866" y="9208"/>
                </a:lnTo>
                <a:lnTo>
                  <a:pt x="13463" y="9612"/>
                </a:lnTo>
                <a:lnTo>
                  <a:pt x="13243" y="9795"/>
                </a:lnTo>
                <a:lnTo>
                  <a:pt x="12986" y="9978"/>
                </a:lnTo>
                <a:lnTo>
                  <a:pt x="12693" y="10125"/>
                </a:lnTo>
                <a:lnTo>
                  <a:pt x="12399" y="10235"/>
                </a:lnTo>
                <a:lnTo>
                  <a:pt x="11776" y="10492"/>
                </a:lnTo>
                <a:lnTo>
                  <a:pt x="10418" y="11042"/>
                </a:lnTo>
                <a:lnTo>
                  <a:pt x="9905" y="11262"/>
                </a:lnTo>
                <a:lnTo>
                  <a:pt x="9428" y="11482"/>
                </a:lnTo>
                <a:lnTo>
                  <a:pt x="7667" y="11482"/>
                </a:lnTo>
                <a:lnTo>
                  <a:pt x="8621" y="11152"/>
                </a:lnTo>
                <a:lnTo>
                  <a:pt x="10895" y="10419"/>
                </a:lnTo>
                <a:lnTo>
                  <a:pt x="11335" y="10235"/>
                </a:lnTo>
                <a:lnTo>
                  <a:pt x="11776" y="10052"/>
                </a:lnTo>
                <a:lnTo>
                  <a:pt x="12179" y="9832"/>
                </a:lnTo>
                <a:lnTo>
                  <a:pt x="12583" y="9575"/>
                </a:lnTo>
                <a:lnTo>
                  <a:pt x="13426" y="9025"/>
                </a:lnTo>
                <a:lnTo>
                  <a:pt x="13866" y="8768"/>
                </a:lnTo>
                <a:lnTo>
                  <a:pt x="14307" y="8548"/>
                </a:lnTo>
                <a:lnTo>
                  <a:pt x="14380" y="8511"/>
                </a:lnTo>
                <a:lnTo>
                  <a:pt x="14417" y="8474"/>
                </a:lnTo>
                <a:lnTo>
                  <a:pt x="14417" y="8841"/>
                </a:lnTo>
                <a:lnTo>
                  <a:pt x="14453" y="8915"/>
                </a:lnTo>
                <a:lnTo>
                  <a:pt x="14490" y="8951"/>
                </a:lnTo>
                <a:lnTo>
                  <a:pt x="14527" y="8988"/>
                </a:lnTo>
                <a:lnTo>
                  <a:pt x="14600" y="9025"/>
                </a:lnTo>
                <a:lnTo>
                  <a:pt x="14673" y="8988"/>
                </a:lnTo>
                <a:lnTo>
                  <a:pt x="14747" y="8951"/>
                </a:lnTo>
                <a:lnTo>
                  <a:pt x="14783" y="8915"/>
                </a:lnTo>
                <a:lnTo>
                  <a:pt x="14783" y="8841"/>
                </a:lnTo>
                <a:lnTo>
                  <a:pt x="14783" y="8291"/>
                </a:lnTo>
                <a:lnTo>
                  <a:pt x="14747" y="8034"/>
                </a:lnTo>
                <a:lnTo>
                  <a:pt x="14673" y="7777"/>
                </a:lnTo>
                <a:lnTo>
                  <a:pt x="15077" y="8181"/>
                </a:lnTo>
                <a:lnTo>
                  <a:pt x="15517" y="8584"/>
                </a:lnTo>
                <a:lnTo>
                  <a:pt x="15737" y="8768"/>
                </a:lnTo>
                <a:lnTo>
                  <a:pt x="15847" y="8841"/>
                </a:lnTo>
                <a:lnTo>
                  <a:pt x="15994" y="8878"/>
                </a:lnTo>
                <a:lnTo>
                  <a:pt x="16361" y="8915"/>
                </a:lnTo>
                <a:lnTo>
                  <a:pt x="16764" y="8915"/>
                </a:lnTo>
                <a:lnTo>
                  <a:pt x="17204" y="8878"/>
                </a:lnTo>
                <a:lnTo>
                  <a:pt x="17608" y="8731"/>
                </a:lnTo>
                <a:lnTo>
                  <a:pt x="17681" y="8695"/>
                </a:lnTo>
                <a:lnTo>
                  <a:pt x="17755" y="8584"/>
                </a:lnTo>
                <a:lnTo>
                  <a:pt x="17791" y="8511"/>
                </a:lnTo>
                <a:lnTo>
                  <a:pt x="17755" y="8438"/>
                </a:lnTo>
                <a:lnTo>
                  <a:pt x="17718" y="8328"/>
                </a:lnTo>
                <a:lnTo>
                  <a:pt x="17681" y="8291"/>
                </a:lnTo>
                <a:lnTo>
                  <a:pt x="17571" y="8254"/>
                </a:lnTo>
                <a:lnTo>
                  <a:pt x="17461" y="8254"/>
                </a:lnTo>
                <a:lnTo>
                  <a:pt x="17131" y="8364"/>
                </a:lnTo>
                <a:lnTo>
                  <a:pt x="16764" y="8401"/>
                </a:lnTo>
                <a:lnTo>
                  <a:pt x="16397" y="8438"/>
                </a:lnTo>
                <a:lnTo>
                  <a:pt x="16177" y="8401"/>
                </a:lnTo>
                <a:lnTo>
                  <a:pt x="16031" y="8364"/>
                </a:lnTo>
                <a:lnTo>
                  <a:pt x="15480" y="7888"/>
                </a:lnTo>
                <a:lnTo>
                  <a:pt x="15004" y="7374"/>
                </a:lnTo>
                <a:lnTo>
                  <a:pt x="14563" y="6824"/>
                </a:lnTo>
                <a:lnTo>
                  <a:pt x="14160" y="6237"/>
                </a:lnTo>
                <a:lnTo>
                  <a:pt x="13830" y="5613"/>
                </a:lnTo>
                <a:lnTo>
                  <a:pt x="13536" y="4990"/>
                </a:lnTo>
                <a:lnTo>
                  <a:pt x="13096" y="3926"/>
                </a:lnTo>
                <a:lnTo>
                  <a:pt x="12803" y="3412"/>
                </a:lnTo>
                <a:lnTo>
                  <a:pt x="12509" y="2936"/>
                </a:lnTo>
                <a:lnTo>
                  <a:pt x="12326" y="2752"/>
                </a:lnTo>
                <a:lnTo>
                  <a:pt x="12142" y="2532"/>
                </a:lnTo>
                <a:lnTo>
                  <a:pt x="11959" y="2349"/>
                </a:lnTo>
                <a:lnTo>
                  <a:pt x="11739" y="2202"/>
                </a:lnTo>
                <a:lnTo>
                  <a:pt x="11482" y="2092"/>
                </a:lnTo>
                <a:lnTo>
                  <a:pt x="11225" y="1982"/>
                </a:lnTo>
                <a:lnTo>
                  <a:pt x="10932" y="1908"/>
                </a:lnTo>
                <a:lnTo>
                  <a:pt x="10602" y="1872"/>
                </a:lnTo>
                <a:lnTo>
                  <a:pt x="10308" y="1872"/>
                </a:lnTo>
                <a:lnTo>
                  <a:pt x="9978" y="1908"/>
                </a:lnTo>
                <a:lnTo>
                  <a:pt x="9685" y="1982"/>
                </a:lnTo>
                <a:lnTo>
                  <a:pt x="9391" y="2055"/>
                </a:lnTo>
                <a:lnTo>
                  <a:pt x="9098" y="2202"/>
                </a:lnTo>
                <a:lnTo>
                  <a:pt x="8841" y="2349"/>
                </a:lnTo>
                <a:lnTo>
                  <a:pt x="8584" y="2495"/>
                </a:lnTo>
                <a:lnTo>
                  <a:pt x="8327" y="2715"/>
                </a:lnTo>
                <a:lnTo>
                  <a:pt x="7887" y="3119"/>
                </a:lnTo>
                <a:lnTo>
                  <a:pt x="7484" y="3632"/>
                </a:lnTo>
                <a:lnTo>
                  <a:pt x="7117" y="4146"/>
                </a:lnTo>
                <a:lnTo>
                  <a:pt x="6787" y="4660"/>
                </a:lnTo>
                <a:lnTo>
                  <a:pt x="6127" y="5833"/>
                </a:lnTo>
                <a:lnTo>
                  <a:pt x="5796" y="6457"/>
                </a:lnTo>
                <a:lnTo>
                  <a:pt x="5430" y="7044"/>
                </a:lnTo>
                <a:lnTo>
                  <a:pt x="4989" y="7594"/>
                </a:lnTo>
                <a:lnTo>
                  <a:pt x="4769" y="7851"/>
                </a:lnTo>
                <a:lnTo>
                  <a:pt x="4513" y="8071"/>
                </a:lnTo>
                <a:lnTo>
                  <a:pt x="4256" y="8291"/>
                </a:lnTo>
                <a:lnTo>
                  <a:pt x="3962" y="8474"/>
                </a:lnTo>
                <a:lnTo>
                  <a:pt x="3669" y="8621"/>
                </a:lnTo>
                <a:lnTo>
                  <a:pt x="3339" y="8731"/>
                </a:lnTo>
                <a:lnTo>
                  <a:pt x="3009" y="8841"/>
                </a:lnTo>
                <a:lnTo>
                  <a:pt x="2715" y="8915"/>
                </a:lnTo>
                <a:lnTo>
                  <a:pt x="2605" y="6200"/>
                </a:lnTo>
                <a:lnTo>
                  <a:pt x="2568" y="3119"/>
                </a:lnTo>
                <a:lnTo>
                  <a:pt x="2605" y="1505"/>
                </a:lnTo>
                <a:lnTo>
                  <a:pt x="2568" y="1138"/>
                </a:lnTo>
                <a:lnTo>
                  <a:pt x="2715" y="1395"/>
                </a:lnTo>
                <a:lnTo>
                  <a:pt x="2862" y="1652"/>
                </a:lnTo>
                <a:lnTo>
                  <a:pt x="2899" y="1725"/>
                </a:lnTo>
                <a:lnTo>
                  <a:pt x="2972" y="1762"/>
                </a:lnTo>
                <a:lnTo>
                  <a:pt x="3119" y="1762"/>
                </a:lnTo>
                <a:lnTo>
                  <a:pt x="3192" y="1688"/>
                </a:lnTo>
                <a:lnTo>
                  <a:pt x="3229" y="1652"/>
                </a:lnTo>
                <a:lnTo>
                  <a:pt x="3265" y="1578"/>
                </a:lnTo>
                <a:lnTo>
                  <a:pt x="3265" y="1505"/>
                </a:lnTo>
                <a:lnTo>
                  <a:pt x="3155" y="1138"/>
                </a:lnTo>
                <a:lnTo>
                  <a:pt x="2972" y="771"/>
                </a:lnTo>
                <a:lnTo>
                  <a:pt x="2568" y="111"/>
                </a:lnTo>
                <a:lnTo>
                  <a:pt x="2495" y="38"/>
                </a:lnTo>
                <a:lnTo>
                  <a:pt x="2385" y="1"/>
                </a:lnTo>
                <a:close/>
                <a:moveTo>
                  <a:pt x="15554" y="12546"/>
                </a:moveTo>
                <a:lnTo>
                  <a:pt x="15480" y="12583"/>
                </a:lnTo>
                <a:lnTo>
                  <a:pt x="15370" y="12619"/>
                </a:lnTo>
                <a:lnTo>
                  <a:pt x="15224" y="12766"/>
                </a:lnTo>
                <a:lnTo>
                  <a:pt x="15077" y="12913"/>
                </a:lnTo>
                <a:lnTo>
                  <a:pt x="15077" y="12950"/>
                </a:lnTo>
                <a:lnTo>
                  <a:pt x="14820" y="12803"/>
                </a:lnTo>
                <a:lnTo>
                  <a:pt x="14527" y="12693"/>
                </a:lnTo>
                <a:lnTo>
                  <a:pt x="14453" y="12693"/>
                </a:lnTo>
                <a:lnTo>
                  <a:pt x="14417" y="12729"/>
                </a:lnTo>
                <a:lnTo>
                  <a:pt x="14380" y="12803"/>
                </a:lnTo>
                <a:lnTo>
                  <a:pt x="14380" y="12876"/>
                </a:lnTo>
                <a:lnTo>
                  <a:pt x="14563" y="13096"/>
                </a:lnTo>
                <a:lnTo>
                  <a:pt x="14783" y="13316"/>
                </a:lnTo>
                <a:lnTo>
                  <a:pt x="14673" y="13463"/>
                </a:lnTo>
                <a:lnTo>
                  <a:pt x="14490" y="13720"/>
                </a:lnTo>
                <a:lnTo>
                  <a:pt x="14417" y="13867"/>
                </a:lnTo>
                <a:lnTo>
                  <a:pt x="14417" y="14013"/>
                </a:lnTo>
                <a:lnTo>
                  <a:pt x="14453" y="14087"/>
                </a:lnTo>
                <a:lnTo>
                  <a:pt x="14490" y="14123"/>
                </a:lnTo>
                <a:lnTo>
                  <a:pt x="14600" y="14123"/>
                </a:lnTo>
                <a:lnTo>
                  <a:pt x="14673" y="14087"/>
                </a:lnTo>
                <a:lnTo>
                  <a:pt x="14783" y="14050"/>
                </a:lnTo>
                <a:lnTo>
                  <a:pt x="14893" y="13903"/>
                </a:lnTo>
                <a:lnTo>
                  <a:pt x="15150" y="13573"/>
                </a:lnTo>
                <a:lnTo>
                  <a:pt x="15590" y="13903"/>
                </a:lnTo>
                <a:lnTo>
                  <a:pt x="15700" y="13940"/>
                </a:lnTo>
                <a:lnTo>
                  <a:pt x="15774" y="13940"/>
                </a:lnTo>
                <a:lnTo>
                  <a:pt x="15847" y="13903"/>
                </a:lnTo>
                <a:lnTo>
                  <a:pt x="15884" y="13830"/>
                </a:lnTo>
                <a:lnTo>
                  <a:pt x="15921" y="13757"/>
                </a:lnTo>
                <a:lnTo>
                  <a:pt x="15921" y="13647"/>
                </a:lnTo>
                <a:lnTo>
                  <a:pt x="15921" y="13573"/>
                </a:lnTo>
                <a:lnTo>
                  <a:pt x="15847" y="13500"/>
                </a:lnTo>
                <a:lnTo>
                  <a:pt x="15407" y="13170"/>
                </a:lnTo>
                <a:lnTo>
                  <a:pt x="15480" y="13096"/>
                </a:lnTo>
                <a:lnTo>
                  <a:pt x="15590" y="12876"/>
                </a:lnTo>
                <a:lnTo>
                  <a:pt x="15664" y="12803"/>
                </a:lnTo>
                <a:lnTo>
                  <a:pt x="15737" y="12766"/>
                </a:lnTo>
                <a:lnTo>
                  <a:pt x="15774" y="12729"/>
                </a:lnTo>
                <a:lnTo>
                  <a:pt x="15811" y="12693"/>
                </a:lnTo>
                <a:lnTo>
                  <a:pt x="15811" y="12656"/>
                </a:lnTo>
                <a:lnTo>
                  <a:pt x="15774" y="12656"/>
                </a:lnTo>
                <a:lnTo>
                  <a:pt x="15664" y="12583"/>
                </a:lnTo>
                <a:lnTo>
                  <a:pt x="15554" y="12546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4C2F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14" name="Google Shape;1614;p65"/>
          <p:cNvSpPr/>
          <p:nvPr/>
        </p:nvSpPr>
        <p:spPr>
          <a:xfrm>
            <a:off x="8203304" y="3108329"/>
            <a:ext cx="484721" cy="455750"/>
          </a:xfrm>
          <a:custGeom>
            <a:rect b="b" l="l" r="r" t="t"/>
            <a:pathLst>
              <a:path extrusionOk="0" h="15590" w="16581">
                <a:moveTo>
                  <a:pt x="13793" y="2568"/>
                </a:moveTo>
                <a:lnTo>
                  <a:pt x="14123" y="2641"/>
                </a:lnTo>
                <a:lnTo>
                  <a:pt x="14123" y="2678"/>
                </a:lnTo>
                <a:lnTo>
                  <a:pt x="14086" y="2825"/>
                </a:lnTo>
                <a:lnTo>
                  <a:pt x="14013" y="2935"/>
                </a:lnTo>
                <a:lnTo>
                  <a:pt x="13866" y="3045"/>
                </a:lnTo>
                <a:lnTo>
                  <a:pt x="13756" y="3081"/>
                </a:lnTo>
                <a:lnTo>
                  <a:pt x="13573" y="2971"/>
                </a:lnTo>
                <a:lnTo>
                  <a:pt x="13609" y="2788"/>
                </a:lnTo>
                <a:lnTo>
                  <a:pt x="13683" y="2678"/>
                </a:lnTo>
                <a:lnTo>
                  <a:pt x="13720" y="2605"/>
                </a:lnTo>
                <a:lnTo>
                  <a:pt x="13793" y="2568"/>
                </a:lnTo>
                <a:close/>
                <a:moveTo>
                  <a:pt x="9428" y="3705"/>
                </a:moveTo>
                <a:lnTo>
                  <a:pt x="9831" y="4475"/>
                </a:lnTo>
                <a:lnTo>
                  <a:pt x="10161" y="5246"/>
                </a:lnTo>
                <a:lnTo>
                  <a:pt x="8327" y="4402"/>
                </a:lnTo>
                <a:lnTo>
                  <a:pt x="8878" y="4035"/>
                </a:lnTo>
                <a:lnTo>
                  <a:pt x="9428" y="3705"/>
                </a:lnTo>
                <a:close/>
                <a:moveTo>
                  <a:pt x="5283" y="3668"/>
                </a:moveTo>
                <a:lnTo>
                  <a:pt x="6383" y="4072"/>
                </a:lnTo>
                <a:lnTo>
                  <a:pt x="7410" y="4512"/>
                </a:lnTo>
                <a:lnTo>
                  <a:pt x="6383" y="5319"/>
                </a:lnTo>
                <a:lnTo>
                  <a:pt x="5393" y="6163"/>
                </a:lnTo>
                <a:lnTo>
                  <a:pt x="5319" y="5282"/>
                </a:lnTo>
                <a:lnTo>
                  <a:pt x="5283" y="4365"/>
                </a:lnTo>
                <a:lnTo>
                  <a:pt x="5283" y="3668"/>
                </a:lnTo>
                <a:close/>
                <a:moveTo>
                  <a:pt x="13096" y="2494"/>
                </a:moveTo>
                <a:lnTo>
                  <a:pt x="13023" y="2641"/>
                </a:lnTo>
                <a:lnTo>
                  <a:pt x="12986" y="2825"/>
                </a:lnTo>
                <a:lnTo>
                  <a:pt x="12949" y="3008"/>
                </a:lnTo>
                <a:lnTo>
                  <a:pt x="12986" y="3191"/>
                </a:lnTo>
                <a:lnTo>
                  <a:pt x="13096" y="3412"/>
                </a:lnTo>
                <a:lnTo>
                  <a:pt x="13243" y="3595"/>
                </a:lnTo>
                <a:lnTo>
                  <a:pt x="13426" y="3705"/>
                </a:lnTo>
                <a:lnTo>
                  <a:pt x="13646" y="3778"/>
                </a:lnTo>
                <a:lnTo>
                  <a:pt x="13793" y="3815"/>
                </a:lnTo>
                <a:lnTo>
                  <a:pt x="13536" y="4512"/>
                </a:lnTo>
                <a:lnTo>
                  <a:pt x="13243" y="5209"/>
                </a:lnTo>
                <a:lnTo>
                  <a:pt x="12913" y="5869"/>
                </a:lnTo>
                <a:lnTo>
                  <a:pt x="12546" y="6529"/>
                </a:lnTo>
                <a:lnTo>
                  <a:pt x="11665" y="6016"/>
                </a:lnTo>
                <a:lnTo>
                  <a:pt x="10785" y="5576"/>
                </a:lnTo>
                <a:lnTo>
                  <a:pt x="10602" y="5026"/>
                </a:lnTo>
                <a:lnTo>
                  <a:pt x="10345" y="4475"/>
                </a:lnTo>
                <a:lnTo>
                  <a:pt x="10125" y="3962"/>
                </a:lnTo>
                <a:lnTo>
                  <a:pt x="9831" y="3448"/>
                </a:lnTo>
                <a:lnTo>
                  <a:pt x="10602" y="3045"/>
                </a:lnTo>
                <a:lnTo>
                  <a:pt x="11005" y="2898"/>
                </a:lnTo>
                <a:lnTo>
                  <a:pt x="11409" y="2751"/>
                </a:lnTo>
                <a:lnTo>
                  <a:pt x="11849" y="2641"/>
                </a:lnTo>
                <a:lnTo>
                  <a:pt x="12252" y="2568"/>
                </a:lnTo>
                <a:lnTo>
                  <a:pt x="12692" y="2494"/>
                </a:lnTo>
                <a:close/>
                <a:moveTo>
                  <a:pt x="2605" y="6713"/>
                </a:moveTo>
                <a:lnTo>
                  <a:pt x="2678" y="6750"/>
                </a:lnTo>
                <a:lnTo>
                  <a:pt x="2752" y="6823"/>
                </a:lnTo>
                <a:lnTo>
                  <a:pt x="2788" y="6970"/>
                </a:lnTo>
                <a:lnTo>
                  <a:pt x="2752" y="7116"/>
                </a:lnTo>
                <a:lnTo>
                  <a:pt x="2715" y="7153"/>
                </a:lnTo>
                <a:lnTo>
                  <a:pt x="2605" y="7226"/>
                </a:lnTo>
                <a:lnTo>
                  <a:pt x="2458" y="7336"/>
                </a:lnTo>
                <a:lnTo>
                  <a:pt x="2165" y="7116"/>
                </a:lnTo>
                <a:lnTo>
                  <a:pt x="2275" y="6970"/>
                </a:lnTo>
                <a:lnTo>
                  <a:pt x="2275" y="6896"/>
                </a:lnTo>
                <a:lnTo>
                  <a:pt x="2458" y="6860"/>
                </a:lnTo>
                <a:lnTo>
                  <a:pt x="2715" y="6860"/>
                </a:lnTo>
                <a:lnTo>
                  <a:pt x="2715" y="6823"/>
                </a:lnTo>
                <a:lnTo>
                  <a:pt x="2678" y="6786"/>
                </a:lnTo>
                <a:lnTo>
                  <a:pt x="2605" y="6713"/>
                </a:lnTo>
                <a:close/>
                <a:moveTo>
                  <a:pt x="8364" y="6529"/>
                </a:moveTo>
                <a:lnTo>
                  <a:pt x="8547" y="6566"/>
                </a:lnTo>
                <a:lnTo>
                  <a:pt x="8657" y="6603"/>
                </a:lnTo>
                <a:lnTo>
                  <a:pt x="8657" y="6713"/>
                </a:lnTo>
                <a:lnTo>
                  <a:pt x="8694" y="6860"/>
                </a:lnTo>
                <a:lnTo>
                  <a:pt x="8694" y="6970"/>
                </a:lnTo>
                <a:lnTo>
                  <a:pt x="8694" y="7116"/>
                </a:lnTo>
                <a:lnTo>
                  <a:pt x="8657" y="7226"/>
                </a:lnTo>
                <a:lnTo>
                  <a:pt x="8621" y="7336"/>
                </a:lnTo>
                <a:lnTo>
                  <a:pt x="8547" y="7446"/>
                </a:lnTo>
                <a:lnTo>
                  <a:pt x="8364" y="7446"/>
                </a:lnTo>
                <a:lnTo>
                  <a:pt x="8107" y="7520"/>
                </a:lnTo>
                <a:lnTo>
                  <a:pt x="7850" y="7593"/>
                </a:lnTo>
                <a:lnTo>
                  <a:pt x="7704" y="7483"/>
                </a:lnTo>
                <a:lnTo>
                  <a:pt x="7630" y="7336"/>
                </a:lnTo>
                <a:lnTo>
                  <a:pt x="7557" y="7190"/>
                </a:lnTo>
                <a:lnTo>
                  <a:pt x="7594" y="7006"/>
                </a:lnTo>
                <a:lnTo>
                  <a:pt x="7667" y="6750"/>
                </a:lnTo>
                <a:lnTo>
                  <a:pt x="7777" y="6750"/>
                </a:lnTo>
                <a:lnTo>
                  <a:pt x="7850" y="6786"/>
                </a:lnTo>
                <a:lnTo>
                  <a:pt x="7924" y="6750"/>
                </a:lnTo>
                <a:lnTo>
                  <a:pt x="7960" y="6713"/>
                </a:lnTo>
                <a:lnTo>
                  <a:pt x="8071" y="6566"/>
                </a:lnTo>
                <a:lnTo>
                  <a:pt x="8364" y="6529"/>
                </a:lnTo>
                <a:close/>
                <a:moveTo>
                  <a:pt x="3155" y="3191"/>
                </a:moveTo>
                <a:lnTo>
                  <a:pt x="3595" y="3228"/>
                </a:lnTo>
                <a:lnTo>
                  <a:pt x="4036" y="3301"/>
                </a:lnTo>
                <a:lnTo>
                  <a:pt x="4439" y="3412"/>
                </a:lnTo>
                <a:lnTo>
                  <a:pt x="4879" y="3522"/>
                </a:lnTo>
                <a:lnTo>
                  <a:pt x="4843" y="4072"/>
                </a:lnTo>
                <a:lnTo>
                  <a:pt x="4843" y="4659"/>
                </a:lnTo>
                <a:lnTo>
                  <a:pt x="4879" y="5282"/>
                </a:lnTo>
                <a:lnTo>
                  <a:pt x="4989" y="6529"/>
                </a:lnTo>
                <a:lnTo>
                  <a:pt x="4182" y="7263"/>
                </a:lnTo>
                <a:lnTo>
                  <a:pt x="3779" y="7630"/>
                </a:lnTo>
                <a:lnTo>
                  <a:pt x="3375" y="8033"/>
                </a:lnTo>
                <a:lnTo>
                  <a:pt x="3265" y="7960"/>
                </a:lnTo>
                <a:lnTo>
                  <a:pt x="2898" y="7667"/>
                </a:lnTo>
                <a:lnTo>
                  <a:pt x="3008" y="7520"/>
                </a:lnTo>
                <a:lnTo>
                  <a:pt x="3119" y="7410"/>
                </a:lnTo>
                <a:lnTo>
                  <a:pt x="3155" y="7336"/>
                </a:lnTo>
                <a:lnTo>
                  <a:pt x="3192" y="7300"/>
                </a:lnTo>
                <a:lnTo>
                  <a:pt x="3192" y="7153"/>
                </a:lnTo>
                <a:lnTo>
                  <a:pt x="3229" y="6933"/>
                </a:lnTo>
                <a:lnTo>
                  <a:pt x="3192" y="6823"/>
                </a:lnTo>
                <a:lnTo>
                  <a:pt x="3155" y="6676"/>
                </a:lnTo>
                <a:lnTo>
                  <a:pt x="3119" y="6566"/>
                </a:lnTo>
                <a:lnTo>
                  <a:pt x="3045" y="6456"/>
                </a:lnTo>
                <a:lnTo>
                  <a:pt x="2972" y="6383"/>
                </a:lnTo>
                <a:lnTo>
                  <a:pt x="2862" y="6309"/>
                </a:lnTo>
                <a:lnTo>
                  <a:pt x="2752" y="6273"/>
                </a:lnTo>
                <a:lnTo>
                  <a:pt x="2605" y="6236"/>
                </a:lnTo>
                <a:lnTo>
                  <a:pt x="2495" y="6236"/>
                </a:lnTo>
                <a:lnTo>
                  <a:pt x="2348" y="6273"/>
                </a:lnTo>
                <a:lnTo>
                  <a:pt x="2128" y="6383"/>
                </a:lnTo>
                <a:lnTo>
                  <a:pt x="1908" y="6529"/>
                </a:lnTo>
                <a:lnTo>
                  <a:pt x="1761" y="6713"/>
                </a:lnTo>
                <a:lnTo>
                  <a:pt x="1321" y="6309"/>
                </a:lnTo>
                <a:lnTo>
                  <a:pt x="954" y="5833"/>
                </a:lnTo>
                <a:lnTo>
                  <a:pt x="734" y="5502"/>
                </a:lnTo>
                <a:lnTo>
                  <a:pt x="624" y="5172"/>
                </a:lnTo>
                <a:lnTo>
                  <a:pt x="551" y="4805"/>
                </a:lnTo>
                <a:lnTo>
                  <a:pt x="514" y="4439"/>
                </a:lnTo>
                <a:lnTo>
                  <a:pt x="551" y="4255"/>
                </a:lnTo>
                <a:lnTo>
                  <a:pt x="624" y="4072"/>
                </a:lnTo>
                <a:lnTo>
                  <a:pt x="734" y="3925"/>
                </a:lnTo>
                <a:lnTo>
                  <a:pt x="844" y="3778"/>
                </a:lnTo>
                <a:lnTo>
                  <a:pt x="991" y="3668"/>
                </a:lnTo>
                <a:lnTo>
                  <a:pt x="1174" y="3558"/>
                </a:lnTo>
                <a:lnTo>
                  <a:pt x="1541" y="3412"/>
                </a:lnTo>
                <a:lnTo>
                  <a:pt x="1908" y="3265"/>
                </a:lnTo>
                <a:lnTo>
                  <a:pt x="2312" y="3191"/>
                </a:lnTo>
                <a:close/>
                <a:moveTo>
                  <a:pt x="11005" y="6199"/>
                </a:moveTo>
                <a:lnTo>
                  <a:pt x="12289" y="6896"/>
                </a:lnTo>
                <a:lnTo>
                  <a:pt x="11885" y="7483"/>
                </a:lnTo>
                <a:lnTo>
                  <a:pt x="11482" y="8033"/>
                </a:lnTo>
                <a:lnTo>
                  <a:pt x="11335" y="7410"/>
                </a:lnTo>
                <a:lnTo>
                  <a:pt x="11188" y="6750"/>
                </a:lnTo>
                <a:lnTo>
                  <a:pt x="11005" y="6199"/>
                </a:lnTo>
                <a:close/>
                <a:moveTo>
                  <a:pt x="7264" y="8180"/>
                </a:moveTo>
                <a:lnTo>
                  <a:pt x="7410" y="8253"/>
                </a:lnTo>
                <a:lnTo>
                  <a:pt x="7594" y="8290"/>
                </a:lnTo>
                <a:lnTo>
                  <a:pt x="7960" y="8290"/>
                </a:lnTo>
                <a:lnTo>
                  <a:pt x="7704" y="8327"/>
                </a:lnTo>
                <a:lnTo>
                  <a:pt x="7557" y="8327"/>
                </a:lnTo>
                <a:lnTo>
                  <a:pt x="7447" y="8290"/>
                </a:lnTo>
                <a:lnTo>
                  <a:pt x="7337" y="8253"/>
                </a:lnTo>
                <a:lnTo>
                  <a:pt x="7264" y="8180"/>
                </a:lnTo>
                <a:close/>
                <a:moveTo>
                  <a:pt x="8181" y="5979"/>
                </a:moveTo>
                <a:lnTo>
                  <a:pt x="7997" y="6016"/>
                </a:lnTo>
                <a:lnTo>
                  <a:pt x="7814" y="6089"/>
                </a:lnTo>
                <a:lnTo>
                  <a:pt x="7667" y="6236"/>
                </a:lnTo>
                <a:lnTo>
                  <a:pt x="7410" y="6346"/>
                </a:lnTo>
                <a:lnTo>
                  <a:pt x="7190" y="6529"/>
                </a:lnTo>
                <a:lnTo>
                  <a:pt x="6970" y="6713"/>
                </a:lnTo>
                <a:lnTo>
                  <a:pt x="6787" y="6933"/>
                </a:lnTo>
                <a:lnTo>
                  <a:pt x="6677" y="7080"/>
                </a:lnTo>
                <a:lnTo>
                  <a:pt x="6640" y="7263"/>
                </a:lnTo>
                <a:lnTo>
                  <a:pt x="6567" y="7410"/>
                </a:lnTo>
                <a:lnTo>
                  <a:pt x="6567" y="7593"/>
                </a:lnTo>
                <a:lnTo>
                  <a:pt x="6567" y="7923"/>
                </a:lnTo>
                <a:lnTo>
                  <a:pt x="6677" y="8253"/>
                </a:lnTo>
                <a:lnTo>
                  <a:pt x="6787" y="8437"/>
                </a:lnTo>
                <a:lnTo>
                  <a:pt x="6897" y="8584"/>
                </a:lnTo>
                <a:lnTo>
                  <a:pt x="7043" y="8694"/>
                </a:lnTo>
                <a:lnTo>
                  <a:pt x="7190" y="8767"/>
                </a:lnTo>
                <a:lnTo>
                  <a:pt x="7374" y="8804"/>
                </a:lnTo>
                <a:lnTo>
                  <a:pt x="7557" y="8840"/>
                </a:lnTo>
                <a:lnTo>
                  <a:pt x="7924" y="8840"/>
                </a:lnTo>
                <a:lnTo>
                  <a:pt x="8254" y="8767"/>
                </a:lnTo>
                <a:lnTo>
                  <a:pt x="8584" y="8620"/>
                </a:lnTo>
                <a:lnTo>
                  <a:pt x="8914" y="8364"/>
                </a:lnTo>
                <a:lnTo>
                  <a:pt x="9208" y="8070"/>
                </a:lnTo>
                <a:lnTo>
                  <a:pt x="9464" y="7740"/>
                </a:lnTo>
                <a:lnTo>
                  <a:pt x="9538" y="7593"/>
                </a:lnTo>
                <a:lnTo>
                  <a:pt x="9611" y="7410"/>
                </a:lnTo>
                <a:lnTo>
                  <a:pt x="9648" y="7226"/>
                </a:lnTo>
                <a:lnTo>
                  <a:pt x="9648" y="7043"/>
                </a:lnTo>
                <a:lnTo>
                  <a:pt x="9648" y="6860"/>
                </a:lnTo>
                <a:lnTo>
                  <a:pt x="9574" y="6713"/>
                </a:lnTo>
                <a:lnTo>
                  <a:pt x="9464" y="6529"/>
                </a:lnTo>
                <a:lnTo>
                  <a:pt x="9354" y="6419"/>
                </a:lnTo>
                <a:lnTo>
                  <a:pt x="9208" y="6273"/>
                </a:lnTo>
                <a:lnTo>
                  <a:pt x="9061" y="6199"/>
                </a:lnTo>
                <a:lnTo>
                  <a:pt x="8731" y="6053"/>
                </a:lnTo>
                <a:lnTo>
                  <a:pt x="8364" y="5979"/>
                </a:lnTo>
                <a:close/>
                <a:moveTo>
                  <a:pt x="5063" y="7080"/>
                </a:moveTo>
                <a:lnTo>
                  <a:pt x="5246" y="8180"/>
                </a:lnTo>
                <a:lnTo>
                  <a:pt x="5466" y="9281"/>
                </a:lnTo>
                <a:lnTo>
                  <a:pt x="4622" y="8804"/>
                </a:lnTo>
                <a:lnTo>
                  <a:pt x="3779" y="8290"/>
                </a:lnTo>
                <a:lnTo>
                  <a:pt x="4439" y="7667"/>
                </a:lnTo>
                <a:lnTo>
                  <a:pt x="5063" y="7080"/>
                </a:lnTo>
                <a:close/>
                <a:moveTo>
                  <a:pt x="7887" y="4732"/>
                </a:moveTo>
                <a:lnTo>
                  <a:pt x="9171" y="5282"/>
                </a:lnTo>
                <a:lnTo>
                  <a:pt x="10381" y="5869"/>
                </a:lnTo>
                <a:lnTo>
                  <a:pt x="10602" y="6529"/>
                </a:lnTo>
                <a:lnTo>
                  <a:pt x="10785" y="7190"/>
                </a:lnTo>
                <a:lnTo>
                  <a:pt x="10932" y="7850"/>
                </a:lnTo>
                <a:lnTo>
                  <a:pt x="11078" y="8547"/>
                </a:lnTo>
                <a:lnTo>
                  <a:pt x="10565" y="9097"/>
                </a:lnTo>
                <a:lnTo>
                  <a:pt x="10015" y="9647"/>
                </a:lnTo>
                <a:lnTo>
                  <a:pt x="9428" y="10161"/>
                </a:lnTo>
                <a:lnTo>
                  <a:pt x="8841" y="10674"/>
                </a:lnTo>
                <a:lnTo>
                  <a:pt x="8107" y="10418"/>
                </a:lnTo>
                <a:lnTo>
                  <a:pt x="7374" y="10161"/>
                </a:lnTo>
                <a:lnTo>
                  <a:pt x="6677" y="9867"/>
                </a:lnTo>
                <a:lnTo>
                  <a:pt x="5980" y="9537"/>
                </a:lnTo>
                <a:lnTo>
                  <a:pt x="5723" y="8143"/>
                </a:lnTo>
                <a:lnTo>
                  <a:pt x="5466" y="6713"/>
                </a:lnTo>
                <a:lnTo>
                  <a:pt x="6677" y="5722"/>
                </a:lnTo>
                <a:lnTo>
                  <a:pt x="7887" y="4732"/>
                </a:lnTo>
                <a:close/>
                <a:moveTo>
                  <a:pt x="11152" y="9171"/>
                </a:moveTo>
                <a:lnTo>
                  <a:pt x="11225" y="10161"/>
                </a:lnTo>
                <a:lnTo>
                  <a:pt x="11225" y="11188"/>
                </a:lnTo>
                <a:lnTo>
                  <a:pt x="11225" y="11225"/>
                </a:lnTo>
                <a:lnTo>
                  <a:pt x="10308" y="11041"/>
                </a:lnTo>
                <a:lnTo>
                  <a:pt x="9391" y="10821"/>
                </a:lnTo>
                <a:lnTo>
                  <a:pt x="10015" y="10308"/>
                </a:lnTo>
                <a:lnTo>
                  <a:pt x="10565" y="9794"/>
                </a:lnTo>
                <a:lnTo>
                  <a:pt x="11152" y="9171"/>
                </a:lnTo>
                <a:close/>
                <a:moveTo>
                  <a:pt x="12729" y="7153"/>
                </a:moveTo>
                <a:lnTo>
                  <a:pt x="13243" y="7483"/>
                </a:lnTo>
                <a:lnTo>
                  <a:pt x="13756" y="7813"/>
                </a:lnTo>
                <a:lnTo>
                  <a:pt x="14233" y="8180"/>
                </a:lnTo>
                <a:lnTo>
                  <a:pt x="14673" y="8584"/>
                </a:lnTo>
                <a:lnTo>
                  <a:pt x="15113" y="9024"/>
                </a:lnTo>
                <a:lnTo>
                  <a:pt x="15480" y="9464"/>
                </a:lnTo>
                <a:lnTo>
                  <a:pt x="15810" y="9941"/>
                </a:lnTo>
                <a:lnTo>
                  <a:pt x="16067" y="10454"/>
                </a:lnTo>
                <a:lnTo>
                  <a:pt x="16251" y="11005"/>
                </a:lnTo>
                <a:lnTo>
                  <a:pt x="16177" y="11041"/>
                </a:lnTo>
                <a:lnTo>
                  <a:pt x="15957" y="11188"/>
                </a:lnTo>
                <a:lnTo>
                  <a:pt x="15700" y="11298"/>
                </a:lnTo>
                <a:lnTo>
                  <a:pt x="15444" y="11371"/>
                </a:lnTo>
                <a:lnTo>
                  <a:pt x="15187" y="11445"/>
                </a:lnTo>
                <a:lnTo>
                  <a:pt x="15113" y="11371"/>
                </a:lnTo>
                <a:lnTo>
                  <a:pt x="15077" y="11408"/>
                </a:lnTo>
                <a:lnTo>
                  <a:pt x="14233" y="11445"/>
                </a:lnTo>
                <a:lnTo>
                  <a:pt x="13389" y="11408"/>
                </a:lnTo>
                <a:lnTo>
                  <a:pt x="12582" y="11371"/>
                </a:lnTo>
                <a:lnTo>
                  <a:pt x="11739" y="11298"/>
                </a:lnTo>
                <a:lnTo>
                  <a:pt x="11702" y="10198"/>
                </a:lnTo>
                <a:lnTo>
                  <a:pt x="11665" y="9464"/>
                </a:lnTo>
                <a:lnTo>
                  <a:pt x="11592" y="8694"/>
                </a:lnTo>
                <a:lnTo>
                  <a:pt x="12179" y="7923"/>
                </a:lnTo>
                <a:lnTo>
                  <a:pt x="12729" y="7153"/>
                </a:lnTo>
                <a:close/>
                <a:moveTo>
                  <a:pt x="6126" y="10161"/>
                </a:moveTo>
                <a:lnTo>
                  <a:pt x="6787" y="10454"/>
                </a:lnTo>
                <a:lnTo>
                  <a:pt x="7447" y="10711"/>
                </a:lnTo>
                <a:lnTo>
                  <a:pt x="8327" y="11005"/>
                </a:lnTo>
                <a:lnTo>
                  <a:pt x="7557" y="11555"/>
                </a:lnTo>
                <a:lnTo>
                  <a:pt x="6713" y="11995"/>
                </a:lnTo>
                <a:lnTo>
                  <a:pt x="6603" y="12068"/>
                </a:lnTo>
                <a:lnTo>
                  <a:pt x="6346" y="11078"/>
                </a:lnTo>
                <a:lnTo>
                  <a:pt x="6126" y="10161"/>
                </a:lnTo>
                <a:close/>
                <a:moveTo>
                  <a:pt x="3449" y="8657"/>
                </a:moveTo>
                <a:lnTo>
                  <a:pt x="3889" y="8950"/>
                </a:lnTo>
                <a:lnTo>
                  <a:pt x="4733" y="9427"/>
                </a:lnTo>
                <a:lnTo>
                  <a:pt x="5613" y="9904"/>
                </a:lnTo>
                <a:lnTo>
                  <a:pt x="5870" y="11078"/>
                </a:lnTo>
                <a:lnTo>
                  <a:pt x="6016" y="11665"/>
                </a:lnTo>
                <a:lnTo>
                  <a:pt x="6200" y="12288"/>
                </a:lnTo>
                <a:lnTo>
                  <a:pt x="5686" y="12509"/>
                </a:lnTo>
                <a:lnTo>
                  <a:pt x="5136" y="12729"/>
                </a:lnTo>
                <a:lnTo>
                  <a:pt x="4622" y="12875"/>
                </a:lnTo>
                <a:lnTo>
                  <a:pt x="4072" y="12985"/>
                </a:lnTo>
                <a:lnTo>
                  <a:pt x="3705" y="12985"/>
                </a:lnTo>
                <a:lnTo>
                  <a:pt x="3375" y="12949"/>
                </a:lnTo>
                <a:lnTo>
                  <a:pt x="3045" y="12875"/>
                </a:lnTo>
                <a:lnTo>
                  <a:pt x="2715" y="12692"/>
                </a:lnTo>
                <a:lnTo>
                  <a:pt x="2568" y="12582"/>
                </a:lnTo>
                <a:lnTo>
                  <a:pt x="2458" y="12435"/>
                </a:lnTo>
                <a:lnTo>
                  <a:pt x="2348" y="12288"/>
                </a:lnTo>
                <a:lnTo>
                  <a:pt x="2275" y="12105"/>
                </a:lnTo>
                <a:lnTo>
                  <a:pt x="2165" y="11775"/>
                </a:lnTo>
                <a:lnTo>
                  <a:pt x="2165" y="11371"/>
                </a:lnTo>
                <a:lnTo>
                  <a:pt x="2201" y="11005"/>
                </a:lnTo>
                <a:lnTo>
                  <a:pt x="2275" y="10638"/>
                </a:lnTo>
                <a:lnTo>
                  <a:pt x="2385" y="10271"/>
                </a:lnTo>
                <a:lnTo>
                  <a:pt x="2532" y="9941"/>
                </a:lnTo>
                <a:lnTo>
                  <a:pt x="2715" y="9574"/>
                </a:lnTo>
                <a:lnTo>
                  <a:pt x="2935" y="9281"/>
                </a:lnTo>
                <a:lnTo>
                  <a:pt x="3192" y="8950"/>
                </a:lnTo>
                <a:lnTo>
                  <a:pt x="3449" y="8657"/>
                </a:lnTo>
                <a:close/>
                <a:moveTo>
                  <a:pt x="8291" y="14049"/>
                </a:moveTo>
                <a:lnTo>
                  <a:pt x="8401" y="14086"/>
                </a:lnTo>
                <a:lnTo>
                  <a:pt x="8401" y="14196"/>
                </a:lnTo>
                <a:lnTo>
                  <a:pt x="8401" y="14343"/>
                </a:lnTo>
                <a:lnTo>
                  <a:pt x="8364" y="14489"/>
                </a:lnTo>
                <a:lnTo>
                  <a:pt x="8291" y="14599"/>
                </a:lnTo>
                <a:lnTo>
                  <a:pt x="8181" y="14673"/>
                </a:lnTo>
                <a:lnTo>
                  <a:pt x="7960" y="14489"/>
                </a:lnTo>
                <a:lnTo>
                  <a:pt x="7777" y="14306"/>
                </a:lnTo>
                <a:lnTo>
                  <a:pt x="7850" y="14159"/>
                </a:lnTo>
                <a:lnTo>
                  <a:pt x="7997" y="14086"/>
                </a:lnTo>
                <a:lnTo>
                  <a:pt x="8144" y="14049"/>
                </a:lnTo>
                <a:close/>
                <a:moveTo>
                  <a:pt x="8914" y="11188"/>
                </a:moveTo>
                <a:lnTo>
                  <a:pt x="10051" y="11481"/>
                </a:lnTo>
                <a:lnTo>
                  <a:pt x="11225" y="11702"/>
                </a:lnTo>
                <a:lnTo>
                  <a:pt x="11188" y="12288"/>
                </a:lnTo>
                <a:lnTo>
                  <a:pt x="11115" y="12839"/>
                </a:lnTo>
                <a:lnTo>
                  <a:pt x="10968" y="13426"/>
                </a:lnTo>
                <a:lnTo>
                  <a:pt x="10822" y="13976"/>
                </a:lnTo>
                <a:lnTo>
                  <a:pt x="10638" y="14269"/>
                </a:lnTo>
                <a:lnTo>
                  <a:pt x="10455" y="14563"/>
                </a:lnTo>
                <a:lnTo>
                  <a:pt x="10198" y="14819"/>
                </a:lnTo>
                <a:lnTo>
                  <a:pt x="9905" y="15003"/>
                </a:lnTo>
                <a:lnTo>
                  <a:pt x="9648" y="15113"/>
                </a:lnTo>
                <a:lnTo>
                  <a:pt x="9391" y="15150"/>
                </a:lnTo>
                <a:lnTo>
                  <a:pt x="9098" y="15113"/>
                </a:lnTo>
                <a:lnTo>
                  <a:pt x="8841" y="15040"/>
                </a:lnTo>
                <a:lnTo>
                  <a:pt x="8951" y="14856"/>
                </a:lnTo>
                <a:lnTo>
                  <a:pt x="8988" y="14673"/>
                </a:lnTo>
                <a:lnTo>
                  <a:pt x="9061" y="14453"/>
                </a:lnTo>
                <a:lnTo>
                  <a:pt x="9061" y="14269"/>
                </a:lnTo>
                <a:lnTo>
                  <a:pt x="9024" y="14086"/>
                </a:lnTo>
                <a:lnTo>
                  <a:pt x="8951" y="13976"/>
                </a:lnTo>
                <a:lnTo>
                  <a:pt x="8841" y="13829"/>
                </a:lnTo>
                <a:lnTo>
                  <a:pt x="8731" y="13756"/>
                </a:lnTo>
                <a:lnTo>
                  <a:pt x="8547" y="13646"/>
                </a:lnTo>
                <a:lnTo>
                  <a:pt x="8401" y="13609"/>
                </a:lnTo>
                <a:lnTo>
                  <a:pt x="8254" y="13572"/>
                </a:lnTo>
                <a:lnTo>
                  <a:pt x="8071" y="13572"/>
                </a:lnTo>
                <a:lnTo>
                  <a:pt x="7887" y="13609"/>
                </a:lnTo>
                <a:lnTo>
                  <a:pt x="7740" y="13682"/>
                </a:lnTo>
                <a:lnTo>
                  <a:pt x="7594" y="13792"/>
                </a:lnTo>
                <a:lnTo>
                  <a:pt x="7447" y="13902"/>
                </a:lnTo>
                <a:lnTo>
                  <a:pt x="7264" y="13609"/>
                </a:lnTo>
                <a:lnTo>
                  <a:pt x="7080" y="13242"/>
                </a:lnTo>
                <a:lnTo>
                  <a:pt x="6897" y="12912"/>
                </a:lnTo>
                <a:lnTo>
                  <a:pt x="6750" y="12545"/>
                </a:lnTo>
                <a:lnTo>
                  <a:pt x="7814" y="11958"/>
                </a:lnTo>
                <a:lnTo>
                  <a:pt x="8364" y="11591"/>
                </a:lnTo>
                <a:lnTo>
                  <a:pt x="8914" y="11188"/>
                </a:lnTo>
                <a:close/>
                <a:moveTo>
                  <a:pt x="6493" y="0"/>
                </a:moveTo>
                <a:lnTo>
                  <a:pt x="6163" y="294"/>
                </a:lnTo>
                <a:lnTo>
                  <a:pt x="5870" y="624"/>
                </a:lnTo>
                <a:lnTo>
                  <a:pt x="5613" y="991"/>
                </a:lnTo>
                <a:lnTo>
                  <a:pt x="5429" y="1394"/>
                </a:lnTo>
                <a:lnTo>
                  <a:pt x="5246" y="1798"/>
                </a:lnTo>
                <a:lnTo>
                  <a:pt x="5099" y="2201"/>
                </a:lnTo>
                <a:lnTo>
                  <a:pt x="5026" y="2641"/>
                </a:lnTo>
                <a:lnTo>
                  <a:pt x="4953" y="3081"/>
                </a:lnTo>
                <a:lnTo>
                  <a:pt x="4219" y="2898"/>
                </a:lnTo>
                <a:lnTo>
                  <a:pt x="3485" y="2788"/>
                </a:lnTo>
                <a:lnTo>
                  <a:pt x="2752" y="2715"/>
                </a:lnTo>
                <a:lnTo>
                  <a:pt x="2385" y="2751"/>
                </a:lnTo>
                <a:lnTo>
                  <a:pt x="2055" y="2788"/>
                </a:lnTo>
                <a:lnTo>
                  <a:pt x="1725" y="2825"/>
                </a:lnTo>
                <a:lnTo>
                  <a:pt x="1394" y="2898"/>
                </a:lnTo>
                <a:lnTo>
                  <a:pt x="1101" y="3045"/>
                </a:lnTo>
                <a:lnTo>
                  <a:pt x="808" y="3191"/>
                </a:lnTo>
                <a:lnTo>
                  <a:pt x="551" y="3338"/>
                </a:lnTo>
                <a:lnTo>
                  <a:pt x="367" y="3558"/>
                </a:lnTo>
                <a:lnTo>
                  <a:pt x="184" y="3815"/>
                </a:lnTo>
                <a:lnTo>
                  <a:pt x="74" y="4108"/>
                </a:lnTo>
                <a:lnTo>
                  <a:pt x="1" y="4402"/>
                </a:lnTo>
                <a:lnTo>
                  <a:pt x="1" y="4732"/>
                </a:lnTo>
                <a:lnTo>
                  <a:pt x="37" y="5026"/>
                </a:lnTo>
                <a:lnTo>
                  <a:pt x="147" y="5356"/>
                </a:lnTo>
                <a:lnTo>
                  <a:pt x="257" y="5649"/>
                </a:lnTo>
                <a:lnTo>
                  <a:pt x="441" y="5943"/>
                </a:lnTo>
                <a:lnTo>
                  <a:pt x="624" y="6236"/>
                </a:lnTo>
                <a:lnTo>
                  <a:pt x="844" y="6493"/>
                </a:lnTo>
                <a:lnTo>
                  <a:pt x="1211" y="6860"/>
                </a:lnTo>
                <a:lnTo>
                  <a:pt x="1615" y="7263"/>
                </a:lnTo>
                <a:lnTo>
                  <a:pt x="1615" y="7300"/>
                </a:lnTo>
                <a:lnTo>
                  <a:pt x="1615" y="7520"/>
                </a:lnTo>
                <a:lnTo>
                  <a:pt x="1688" y="7777"/>
                </a:lnTo>
                <a:lnTo>
                  <a:pt x="1725" y="7887"/>
                </a:lnTo>
                <a:lnTo>
                  <a:pt x="1835" y="7960"/>
                </a:lnTo>
                <a:lnTo>
                  <a:pt x="1908" y="8033"/>
                </a:lnTo>
                <a:lnTo>
                  <a:pt x="2055" y="8070"/>
                </a:lnTo>
                <a:lnTo>
                  <a:pt x="2165" y="8107"/>
                </a:lnTo>
                <a:lnTo>
                  <a:pt x="2275" y="8070"/>
                </a:lnTo>
                <a:lnTo>
                  <a:pt x="2532" y="7997"/>
                </a:lnTo>
                <a:lnTo>
                  <a:pt x="3045" y="8400"/>
                </a:lnTo>
                <a:lnTo>
                  <a:pt x="2642" y="8914"/>
                </a:lnTo>
                <a:lnTo>
                  <a:pt x="2312" y="9464"/>
                </a:lnTo>
                <a:lnTo>
                  <a:pt x="2018" y="10051"/>
                </a:lnTo>
                <a:lnTo>
                  <a:pt x="1871" y="10344"/>
                </a:lnTo>
                <a:lnTo>
                  <a:pt x="1798" y="10674"/>
                </a:lnTo>
                <a:lnTo>
                  <a:pt x="1725" y="10968"/>
                </a:lnTo>
                <a:lnTo>
                  <a:pt x="1688" y="11261"/>
                </a:lnTo>
                <a:lnTo>
                  <a:pt x="1688" y="11555"/>
                </a:lnTo>
                <a:lnTo>
                  <a:pt x="1725" y="11885"/>
                </a:lnTo>
                <a:lnTo>
                  <a:pt x="1798" y="12142"/>
                </a:lnTo>
                <a:lnTo>
                  <a:pt x="1908" y="12435"/>
                </a:lnTo>
                <a:lnTo>
                  <a:pt x="2055" y="12692"/>
                </a:lnTo>
                <a:lnTo>
                  <a:pt x="2238" y="12912"/>
                </a:lnTo>
                <a:lnTo>
                  <a:pt x="2495" y="13132"/>
                </a:lnTo>
                <a:lnTo>
                  <a:pt x="2788" y="13279"/>
                </a:lnTo>
                <a:lnTo>
                  <a:pt x="3045" y="13389"/>
                </a:lnTo>
                <a:lnTo>
                  <a:pt x="3375" y="13426"/>
                </a:lnTo>
                <a:lnTo>
                  <a:pt x="3669" y="13462"/>
                </a:lnTo>
                <a:lnTo>
                  <a:pt x="3999" y="13462"/>
                </a:lnTo>
                <a:lnTo>
                  <a:pt x="4292" y="13426"/>
                </a:lnTo>
                <a:lnTo>
                  <a:pt x="4586" y="13389"/>
                </a:lnTo>
                <a:lnTo>
                  <a:pt x="5026" y="13242"/>
                </a:lnTo>
                <a:lnTo>
                  <a:pt x="5503" y="13095"/>
                </a:lnTo>
                <a:lnTo>
                  <a:pt x="5906" y="12949"/>
                </a:lnTo>
                <a:lnTo>
                  <a:pt x="6346" y="12729"/>
                </a:lnTo>
                <a:lnTo>
                  <a:pt x="6530" y="13169"/>
                </a:lnTo>
                <a:lnTo>
                  <a:pt x="6713" y="13572"/>
                </a:lnTo>
                <a:lnTo>
                  <a:pt x="6970" y="13976"/>
                </a:lnTo>
                <a:lnTo>
                  <a:pt x="7227" y="14343"/>
                </a:lnTo>
                <a:lnTo>
                  <a:pt x="7153" y="14526"/>
                </a:lnTo>
                <a:lnTo>
                  <a:pt x="7117" y="14709"/>
                </a:lnTo>
                <a:lnTo>
                  <a:pt x="7153" y="14893"/>
                </a:lnTo>
                <a:lnTo>
                  <a:pt x="7227" y="15076"/>
                </a:lnTo>
                <a:lnTo>
                  <a:pt x="7337" y="15223"/>
                </a:lnTo>
                <a:lnTo>
                  <a:pt x="7484" y="15333"/>
                </a:lnTo>
                <a:lnTo>
                  <a:pt x="7630" y="15406"/>
                </a:lnTo>
                <a:lnTo>
                  <a:pt x="7777" y="15480"/>
                </a:lnTo>
                <a:lnTo>
                  <a:pt x="7924" y="15516"/>
                </a:lnTo>
                <a:lnTo>
                  <a:pt x="8107" y="15516"/>
                </a:lnTo>
                <a:lnTo>
                  <a:pt x="8254" y="15480"/>
                </a:lnTo>
                <a:lnTo>
                  <a:pt x="8437" y="15406"/>
                </a:lnTo>
                <a:lnTo>
                  <a:pt x="8474" y="15406"/>
                </a:lnTo>
                <a:lnTo>
                  <a:pt x="8804" y="15516"/>
                </a:lnTo>
                <a:lnTo>
                  <a:pt x="9171" y="15590"/>
                </a:lnTo>
                <a:lnTo>
                  <a:pt x="9501" y="15590"/>
                </a:lnTo>
                <a:lnTo>
                  <a:pt x="9868" y="15516"/>
                </a:lnTo>
                <a:lnTo>
                  <a:pt x="10161" y="15406"/>
                </a:lnTo>
                <a:lnTo>
                  <a:pt x="10418" y="15260"/>
                </a:lnTo>
                <a:lnTo>
                  <a:pt x="10675" y="15040"/>
                </a:lnTo>
                <a:lnTo>
                  <a:pt x="10858" y="14819"/>
                </a:lnTo>
                <a:lnTo>
                  <a:pt x="11042" y="14563"/>
                </a:lnTo>
                <a:lnTo>
                  <a:pt x="11188" y="14269"/>
                </a:lnTo>
                <a:lnTo>
                  <a:pt x="11299" y="13976"/>
                </a:lnTo>
                <a:lnTo>
                  <a:pt x="11409" y="13682"/>
                </a:lnTo>
                <a:lnTo>
                  <a:pt x="11519" y="13242"/>
                </a:lnTo>
                <a:lnTo>
                  <a:pt x="11629" y="12765"/>
                </a:lnTo>
                <a:lnTo>
                  <a:pt x="11665" y="12252"/>
                </a:lnTo>
                <a:lnTo>
                  <a:pt x="11702" y="11775"/>
                </a:lnTo>
                <a:lnTo>
                  <a:pt x="12619" y="11848"/>
                </a:lnTo>
                <a:lnTo>
                  <a:pt x="13499" y="11922"/>
                </a:lnTo>
                <a:lnTo>
                  <a:pt x="14416" y="11922"/>
                </a:lnTo>
                <a:lnTo>
                  <a:pt x="15297" y="11885"/>
                </a:lnTo>
                <a:lnTo>
                  <a:pt x="15333" y="11848"/>
                </a:lnTo>
                <a:lnTo>
                  <a:pt x="15333" y="11775"/>
                </a:lnTo>
                <a:lnTo>
                  <a:pt x="15590" y="11702"/>
                </a:lnTo>
                <a:lnTo>
                  <a:pt x="15884" y="11628"/>
                </a:lnTo>
                <a:lnTo>
                  <a:pt x="16140" y="11481"/>
                </a:lnTo>
                <a:lnTo>
                  <a:pt x="16397" y="11335"/>
                </a:lnTo>
                <a:lnTo>
                  <a:pt x="16507" y="11335"/>
                </a:lnTo>
                <a:lnTo>
                  <a:pt x="16544" y="11298"/>
                </a:lnTo>
                <a:lnTo>
                  <a:pt x="16581" y="11225"/>
                </a:lnTo>
                <a:lnTo>
                  <a:pt x="16544" y="10931"/>
                </a:lnTo>
                <a:lnTo>
                  <a:pt x="16471" y="10638"/>
                </a:lnTo>
                <a:lnTo>
                  <a:pt x="16397" y="10344"/>
                </a:lnTo>
                <a:lnTo>
                  <a:pt x="16287" y="10088"/>
                </a:lnTo>
                <a:lnTo>
                  <a:pt x="15994" y="9537"/>
                </a:lnTo>
                <a:lnTo>
                  <a:pt x="15627" y="9060"/>
                </a:lnTo>
                <a:lnTo>
                  <a:pt x="15223" y="8584"/>
                </a:lnTo>
                <a:lnTo>
                  <a:pt x="14783" y="8143"/>
                </a:lnTo>
                <a:lnTo>
                  <a:pt x="14306" y="7740"/>
                </a:lnTo>
                <a:lnTo>
                  <a:pt x="13793" y="7336"/>
                </a:lnTo>
                <a:lnTo>
                  <a:pt x="12949" y="6786"/>
                </a:lnTo>
                <a:lnTo>
                  <a:pt x="13353" y="6053"/>
                </a:lnTo>
                <a:lnTo>
                  <a:pt x="13720" y="5319"/>
                </a:lnTo>
                <a:lnTo>
                  <a:pt x="14050" y="4549"/>
                </a:lnTo>
                <a:lnTo>
                  <a:pt x="14306" y="3778"/>
                </a:lnTo>
                <a:lnTo>
                  <a:pt x="14306" y="3632"/>
                </a:lnTo>
                <a:lnTo>
                  <a:pt x="14453" y="3522"/>
                </a:lnTo>
                <a:lnTo>
                  <a:pt x="14600" y="3375"/>
                </a:lnTo>
                <a:lnTo>
                  <a:pt x="14747" y="3155"/>
                </a:lnTo>
                <a:lnTo>
                  <a:pt x="14820" y="2935"/>
                </a:lnTo>
                <a:lnTo>
                  <a:pt x="14820" y="2678"/>
                </a:lnTo>
                <a:lnTo>
                  <a:pt x="14747" y="2421"/>
                </a:lnTo>
                <a:lnTo>
                  <a:pt x="14637" y="2238"/>
                </a:lnTo>
                <a:lnTo>
                  <a:pt x="14490" y="2054"/>
                </a:lnTo>
                <a:lnTo>
                  <a:pt x="14270" y="1944"/>
                </a:lnTo>
                <a:lnTo>
                  <a:pt x="14160" y="1908"/>
                </a:lnTo>
                <a:lnTo>
                  <a:pt x="14013" y="1908"/>
                </a:lnTo>
                <a:lnTo>
                  <a:pt x="13830" y="1944"/>
                </a:lnTo>
                <a:lnTo>
                  <a:pt x="13683" y="2018"/>
                </a:lnTo>
                <a:lnTo>
                  <a:pt x="13536" y="2091"/>
                </a:lnTo>
                <a:lnTo>
                  <a:pt x="13389" y="2201"/>
                </a:lnTo>
                <a:lnTo>
                  <a:pt x="12949" y="2128"/>
                </a:lnTo>
                <a:lnTo>
                  <a:pt x="12472" y="2164"/>
                </a:lnTo>
                <a:lnTo>
                  <a:pt x="12032" y="2201"/>
                </a:lnTo>
                <a:lnTo>
                  <a:pt x="11592" y="2274"/>
                </a:lnTo>
                <a:lnTo>
                  <a:pt x="11115" y="2421"/>
                </a:lnTo>
                <a:lnTo>
                  <a:pt x="10675" y="2568"/>
                </a:lnTo>
                <a:lnTo>
                  <a:pt x="10271" y="2751"/>
                </a:lnTo>
                <a:lnTo>
                  <a:pt x="9831" y="2971"/>
                </a:lnTo>
                <a:lnTo>
                  <a:pt x="9611" y="3081"/>
                </a:lnTo>
                <a:lnTo>
                  <a:pt x="9208" y="2421"/>
                </a:lnTo>
                <a:lnTo>
                  <a:pt x="8767" y="1761"/>
                </a:lnTo>
                <a:lnTo>
                  <a:pt x="8254" y="1137"/>
                </a:lnTo>
                <a:lnTo>
                  <a:pt x="7740" y="550"/>
                </a:lnTo>
                <a:lnTo>
                  <a:pt x="7630" y="477"/>
                </a:lnTo>
                <a:lnTo>
                  <a:pt x="7520" y="477"/>
                </a:lnTo>
                <a:lnTo>
                  <a:pt x="7117" y="624"/>
                </a:lnTo>
                <a:lnTo>
                  <a:pt x="6713" y="807"/>
                </a:lnTo>
                <a:lnTo>
                  <a:pt x="6640" y="844"/>
                </a:lnTo>
                <a:lnTo>
                  <a:pt x="6603" y="881"/>
                </a:lnTo>
                <a:lnTo>
                  <a:pt x="6640" y="991"/>
                </a:lnTo>
                <a:lnTo>
                  <a:pt x="6677" y="1064"/>
                </a:lnTo>
                <a:lnTo>
                  <a:pt x="6787" y="1064"/>
                </a:lnTo>
                <a:lnTo>
                  <a:pt x="7153" y="1027"/>
                </a:lnTo>
                <a:lnTo>
                  <a:pt x="7484" y="991"/>
                </a:lnTo>
                <a:lnTo>
                  <a:pt x="7960" y="1541"/>
                </a:lnTo>
                <a:lnTo>
                  <a:pt x="8401" y="2091"/>
                </a:lnTo>
                <a:lnTo>
                  <a:pt x="8841" y="2715"/>
                </a:lnTo>
                <a:lnTo>
                  <a:pt x="9208" y="3301"/>
                </a:lnTo>
                <a:lnTo>
                  <a:pt x="8511" y="3742"/>
                </a:lnTo>
                <a:lnTo>
                  <a:pt x="7850" y="4219"/>
                </a:lnTo>
                <a:lnTo>
                  <a:pt x="6603" y="3668"/>
                </a:lnTo>
                <a:lnTo>
                  <a:pt x="5980" y="3412"/>
                </a:lnTo>
                <a:lnTo>
                  <a:pt x="5319" y="3191"/>
                </a:lnTo>
                <a:lnTo>
                  <a:pt x="5393" y="2788"/>
                </a:lnTo>
                <a:lnTo>
                  <a:pt x="5466" y="2384"/>
                </a:lnTo>
                <a:lnTo>
                  <a:pt x="5576" y="1981"/>
                </a:lnTo>
                <a:lnTo>
                  <a:pt x="5723" y="1577"/>
                </a:lnTo>
                <a:lnTo>
                  <a:pt x="5906" y="1211"/>
                </a:lnTo>
                <a:lnTo>
                  <a:pt x="6126" y="844"/>
                </a:lnTo>
                <a:lnTo>
                  <a:pt x="6383" y="514"/>
                </a:lnTo>
                <a:lnTo>
                  <a:pt x="6640" y="184"/>
                </a:lnTo>
                <a:lnTo>
                  <a:pt x="6677" y="110"/>
                </a:lnTo>
                <a:lnTo>
                  <a:pt x="6677" y="37"/>
                </a:lnTo>
                <a:lnTo>
                  <a:pt x="66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4C2F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15" name="Google Shape;1615;p65"/>
          <p:cNvSpPr/>
          <p:nvPr/>
        </p:nvSpPr>
        <p:spPr>
          <a:xfrm>
            <a:off x="8233496" y="2196456"/>
            <a:ext cx="543441" cy="208854"/>
          </a:xfrm>
          <a:custGeom>
            <a:rect b="b" l="l" r="r" t="t"/>
            <a:pathLst>
              <a:path extrusionOk="0" h="6274" w="16325">
                <a:moveTo>
                  <a:pt x="14710" y="1"/>
                </a:moveTo>
                <a:lnTo>
                  <a:pt x="14527" y="74"/>
                </a:lnTo>
                <a:lnTo>
                  <a:pt x="14380" y="147"/>
                </a:lnTo>
                <a:lnTo>
                  <a:pt x="14270" y="221"/>
                </a:lnTo>
                <a:lnTo>
                  <a:pt x="14270" y="257"/>
                </a:lnTo>
                <a:lnTo>
                  <a:pt x="14197" y="221"/>
                </a:lnTo>
                <a:lnTo>
                  <a:pt x="14087" y="221"/>
                </a:lnTo>
                <a:lnTo>
                  <a:pt x="14013" y="294"/>
                </a:lnTo>
                <a:lnTo>
                  <a:pt x="13977" y="331"/>
                </a:lnTo>
                <a:lnTo>
                  <a:pt x="13977" y="441"/>
                </a:lnTo>
                <a:lnTo>
                  <a:pt x="14013" y="551"/>
                </a:lnTo>
                <a:lnTo>
                  <a:pt x="14050" y="587"/>
                </a:lnTo>
                <a:lnTo>
                  <a:pt x="14123" y="624"/>
                </a:lnTo>
                <a:lnTo>
                  <a:pt x="14343" y="624"/>
                </a:lnTo>
                <a:lnTo>
                  <a:pt x="14527" y="551"/>
                </a:lnTo>
                <a:lnTo>
                  <a:pt x="14710" y="477"/>
                </a:lnTo>
                <a:lnTo>
                  <a:pt x="14894" y="441"/>
                </a:lnTo>
                <a:lnTo>
                  <a:pt x="14967" y="477"/>
                </a:lnTo>
                <a:lnTo>
                  <a:pt x="15004" y="514"/>
                </a:lnTo>
                <a:lnTo>
                  <a:pt x="14967" y="587"/>
                </a:lnTo>
                <a:lnTo>
                  <a:pt x="14930" y="661"/>
                </a:lnTo>
                <a:lnTo>
                  <a:pt x="14747" y="881"/>
                </a:lnTo>
                <a:lnTo>
                  <a:pt x="14123" y="1725"/>
                </a:lnTo>
                <a:lnTo>
                  <a:pt x="14123" y="1798"/>
                </a:lnTo>
                <a:lnTo>
                  <a:pt x="14087" y="1871"/>
                </a:lnTo>
                <a:lnTo>
                  <a:pt x="14123" y="1981"/>
                </a:lnTo>
                <a:lnTo>
                  <a:pt x="14233" y="2055"/>
                </a:lnTo>
                <a:lnTo>
                  <a:pt x="14343" y="2091"/>
                </a:lnTo>
                <a:lnTo>
                  <a:pt x="14820" y="2091"/>
                </a:lnTo>
                <a:lnTo>
                  <a:pt x="15260" y="2055"/>
                </a:lnTo>
                <a:lnTo>
                  <a:pt x="15774" y="1945"/>
                </a:lnTo>
                <a:lnTo>
                  <a:pt x="16031" y="1871"/>
                </a:lnTo>
                <a:lnTo>
                  <a:pt x="16251" y="1761"/>
                </a:lnTo>
                <a:lnTo>
                  <a:pt x="16324" y="1651"/>
                </a:lnTo>
                <a:lnTo>
                  <a:pt x="16324" y="1541"/>
                </a:lnTo>
                <a:lnTo>
                  <a:pt x="16288" y="1468"/>
                </a:lnTo>
                <a:lnTo>
                  <a:pt x="16214" y="1431"/>
                </a:lnTo>
                <a:lnTo>
                  <a:pt x="16141" y="1394"/>
                </a:lnTo>
                <a:lnTo>
                  <a:pt x="15957" y="1431"/>
                </a:lnTo>
                <a:lnTo>
                  <a:pt x="15774" y="1468"/>
                </a:lnTo>
                <a:lnTo>
                  <a:pt x="15370" y="1541"/>
                </a:lnTo>
                <a:lnTo>
                  <a:pt x="14820" y="1615"/>
                </a:lnTo>
                <a:lnTo>
                  <a:pt x="14820" y="1615"/>
                </a:lnTo>
                <a:lnTo>
                  <a:pt x="15260" y="1028"/>
                </a:lnTo>
                <a:lnTo>
                  <a:pt x="15370" y="844"/>
                </a:lnTo>
                <a:lnTo>
                  <a:pt x="15481" y="698"/>
                </a:lnTo>
                <a:lnTo>
                  <a:pt x="15517" y="477"/>
                </a:lnTo>
                <a:lnTo>
                  <a:pt x="15517" y="404"/>
                </a:lnTo>
                <a:lnTo>
                  <a:pt x="15481" y="294"/>
                </a:lnTo>
                <a:lnTo>
                  <a:pt x="15370" y="184"/>
                </a:lnTo>
                <a:lnTo>
                  <a:pt x="15224" y="74"/>
                </a:lnTo>
                <a:lnTo>
                  <a:pt x="15077" y="37"/>
                </a:lnTo>
                <a:lnTo>
                  <a:pt x="14894" y="1"/>
                </a:lnTo>
                <a:close/>
                <a:moveTo>
                  <a:pt x="6604" y="2788"/>
                </a:moveTo>
                <a:lnTo>
                  <a:pt x="6163" y="2898"/>
                </a:lnTo>
                <a:lnTo>
                  <a:pt x="5576" y="2972"/>
                </a:lnTo>
                <a:lnTo>
                  <a:pt x="5283" y="3045"/>
                </a:lnTo>
                <a:lnTo>
                  <a:pt x="4990" y="3118"/>
                </a:lnTo>
                <a:lnTo>
                  <a:pt x="4953" y="3155"/>
                </a:lnTo>
                <a:lnTo>
                  <a:pt x="4880" y="3229"/>
                </a:lnTo>
                <a:lnTo>
                  <a:pt x="4880" y="3302"/>
                </a:lnTo>
                <a:lnTo>
                  <a:pt x="4880" y="3339"/>
                </a:lnTo>
                <a:lnTo>
                  <a:pt x="4880" y="3412"/>
                </a:lnTo>
                <a:lnTo>
                  <a:pt x="4916" y="3485"/>
                </a:lnTo>
                <a:lnTo>
                  <a:pt x="4990" y="3522"/>
                </a:lnTo>
                <a:lnTo>
                  <a:pt x="5063" y="3522"/>
                </a:lnTo>
                <a:lnTo>
                  <a:pt x="5613" y="3485"/>
                </a:lnTo>
                <a:lnTo>
                  <a:pt x="6163" y="3412"/>
                </a:lnTo>
                <a:lnTo>
                  <a:pt x="6640" y="3339"/>
                </a:lnTo>
                <a:lnTo>
                  <a:pt x="6860" y="3265"/>
                </a:lnTo>
                <a:lnTo>
                  <a:pt x="6970" y="3192"/>
                </a:lnTo>
                <a:lnTo>
                  <a:pt x="7044" y="3118"/>
                </a:lnTo>
                <a:lnTo>
                  <a:pt x="7044" y="3008"/>
                </a:lnTo>
                <a:lnTo>
                  <a:pt x="7044" y="2972"/>
                </a:lnTo>
                <a:lnTo>
                  <a:pt x="7007" y="2898"/>
                </a:lnTo>
                <a:lnTo>
                  <a:pt x="6897" y="2862"/>
                </a:lnTo>
                <a:lnTo>
                  <a:pt x="6824" y="2825"/>
                </a:lnTo>
                <a:lnTo>
                  <a:pt x="6604" y="2788"/>
                </a:lnTo>
                <a:close/>
                <a:moveTo>
                  <a:pt x="13500" y="1945"/>
                </a:moveTo>
                <a:lnTo>
                  <a:pt x="13280" y="1981"/>
                </a:lnTo>
                <a:lnTo>
                  <a:pt x="13060" y="2018"/>
                </a:lnTo>
                <a:lnTo>
                  <a:pt x="12876" y="2055"/>
                </a:lnTo>
                <a:lnTo>
                  <a:pt x="12693" y="2201"/>
                </a:lnTo>
                <a:lnTo>
                  <a:pt x="12546" y="2275"/>
                </a:lnTo>
                <a:lnTo>
                  <a:pt x="12436" y="2422"/>
                </a:lnTo>
                <a:lnTo>
                  <a:pt x="12289" y="2678"/>
                </a:lnTo>
                <a:lnTo>
                  <a:pt x="12179" y="3008"/>
                </a:lnTo>
                <a:lnTo>
                  <a:pt x="12179" y="3339"/>
                </a:lnTo>
                <a:lnTo>
                  <a:pt x="12179" y="3522"/>
                </a:lnTo>
                <a:lnTo>
                  <a:pt x="12216" y="3669"/>
                </a:lnTo>
                <a:lnTo>
                  <a:pt x="12289" y="3815"/>
                </a:lnTo>
                <a:lnTo>
                  <a:pt x="12363" y="3962"/>
                </a:lnTo>
                <a:lnTo>
                  <a:pt x="12473" y="4109"/>
                </a:lnTo>
                <a:lnTo>
                  <a:pt x="12583" y="4219"/>
                </a:lnTo>
                <a:lnTo>
                  <a:pt x="12729" y="4292"/>
                </a:lnTo>
                <a:lnTo>
                  <a:pt x="12876" y="4366"/>
                </a:lnTo>
                <a:lnTo>
                  <a:pt x="12986" y="4402"/>
                </a:lnTo>
                <a:lnTo>
                  <a:pt x="13096" y="4402"/>
                </a:lnTo>
                <a:lnTo>
                  <a:pt x="13353" y="4329"/>
                </a:lnTo>
                <a:lnTo>
                  <a:pt x="13757" y="4146"/>
                </a:lnTo>
                <a:lnTo>
                  <a:pt x="14197" y="3999"/>
                </a:lnTo>
                <a:lnTo>
                  <a:pt x="14417" y="3852"/>
                </a:lnTo>
                <a:lnTo>
                  <a:pt x="14564" y="3705"/>
                </a:lnTo>
                <a:lnTo>
                  <a:pt x="14600" y="3632"/>
                </a:lnTo>
                <a:lnTo>
                  <a:pt x="14564" y="3559"/>
                </a:lnTo>
                <a:lnTo>
                  <a:pt x="14527" y="3485"/>
                </a:lnTo>
                <a:lnTo>
                  <a:pt x="14453" y="3449"/>
                </a:lnTo>
                <a:lnTo>
                  <a:pt x="14343" y="3412"/>
                </a:lnTo>
                <a:lnTo>
                  <a:pt x="14197" y="3449"/>
                </a:lnTo>
                <a:lnTo>
                  <a:pt x="13940" y="3522"/>
                </a:lnTo>
                <a:lnTo>
                  <a:pt x="13426" y="3742"/>
                </a:lnTo>
                <a:lnTo>
                  <a:pt x="13280" y="3815"/>
                </a:lnTo>
                <a:lnTo>
                  <a:pt x="13133" y="3852"/>
                </a:lnTo>
                <a:lnTo>
                  <a:pt x="12986" y="3852"/>
                </a:lnTo>
                <a:lnTo>
                  <a:pt x="12839" y="3779"/>
                </a:lnTo>
                <a:lnTo>
                  <a:pt x="12766" y="3669"/>
                </a:lnTo>
                <a:lnTo>
                  <a:pt x="12729" y="3559"/>
                </a:lnTo>
                <a:lnTo>
                  <a:pt x="12656" y="3339"/>
                </a:lnTo>
                <a:lnTo>
                  <a:pt x="12656" y="3118"/>
                </a:lnTo>
                <a:lnTo>
                  <a:pt x="12729" y="2898"/>
                </a:lnTo>
                <a:lnTo>
                  <a:pt x="12839" y="2715"/>
                </a:lnTo>
                <a:lnTo>
                  <a:pt x="12986" y="2532"/>
                </a:lnTo>
                <a:lnTo>
                  <a:pt x="13133" y="2458"/>
                </a:lnTo>
                <a:lnTo>
                  <a:pt x="13280" y="2422"/>
                </a:lnTo>
                <a:lnTo>
                  <a:pt x="13610" y="2385"/>
                </a:lnTo>
                <a:lnTo>
                  <a:pt x="13940" y="2348"/>
                </a:lnTo>
                <a:lnTo>
                  <a:pt x="14307" y="2348"/>
                </a:lnTo>
                <a:lnTo>
                  <a:pt x="14307" y="2311"/>
                </a:lnTo>
                <a:lnTo>
                  <a:pt x="14307" y="2275"/>
                </a:lnTo>
                <a:lnTo>
                  <a:pt x="14307" y="2238"/>
                </a:lnTo>
                <a:lnTo>
                  <a:pt x="14123" y="2128"/>
                </a:lnTo>
                <a:lnTo>
                  <a:pt x="13903" y="2055"/>
                </a:lnTo>
                <a:lnTo>
                  <a:pt x="13720" y="1981"/>
                </a:lnTo>
                <a:lnTo>
                  <a:pt x="13500" y="1945"/>
                </a:lnTo>
                <a:close/>
                <a:moveTo>
                  <a:pt x="6787" y="4182"/>
                </a:moveTo>
                <a:lnTo>
                  <a:pt x="6347" y="4292"/>
                </a:lnTo>
                <a:lnTo>
                  <a:pt x="5907" y="4366"/>
                </a:lnTo>
                <a:lnTo>
                  <a:pt x="5466" y="4439"/>
                </a:lnTo>
                <a:lnTo>
                  <a:pt x="5063" y="4549"/>
                </a:lnTo>
                <a:lnTo>
                  <a:pt x="4990" y="4622"/>
                </a:lnTo>
                <a:lnTo>
                  <a:pt x="4953" y="4696"/>
                </a:lnTo>
                <a:lnTo>
                  <a:pt x="4953" y="4806"/>
                </a:lnTo>
                <a:lnTo>
                  <a:pt x="5063" y="4843"/>
                </a:lnTo>
                <a:lnTo>
                  <a:pt x="5283" y="4879"/>
                </a:lnTo>
                <a:lnTo>
                  <a:pt x="5980" y="4879"/>
                </a:lnTo>
                <a:lnTo>
                  <a:pt x="6457" y="4769"/>
                </a:lnTo>
                <a:lnTo>
                  <a:pt x="6897" y="4659"/>
                </a:lnTo>
                <a:lnTo>
                  <a:pt x="6970" y="4622"/>
                </a:lnTo>
                <a:lnTo>
                  <a:pt x="7044" y="4586"/>
                </a:lnTo>
                <a:lnTo>
                  <a:pt x="7080" y="4512"/>
                </a:lnTo>
                <a:lnTo>
                  <a:pt x="7117" y="4439"/>
                </a:lnTo>
                <a:lnTo>
                  <a:pt x="7080" y="4292"/>
                </a:lnTo>
                <a:lnTo>
                  <a:pt x="7007" y="4219"/>
                </a:lnTo>
                <a:lnTo>
                  <a:pt x="6934" y="4182"/>
                </a:lnTo>
                <a:close/>
                <a:moveTo>
                  <a:pt x="11079" y="2055"/>
                </a:moveTo>
                <a:lnTo>
                  <a:pt x="10785" y="2091"/>
                </a:lnTo>
                <a:lnTo>
                  <a:pt x="10565" y="2165"/>
                </a:lnTo>
                <a:lnTo>
                  <a:pt x="10382" y="2311"/>
                </a:lnTo>
                <a:lnTo>
                  <a:pt x="10235" y="2495"/>
                </a:lnTo>
                <a:lnTo>
                  <a:pt x="10198" y="2385"/>
                </a:lnTo>
                <a:lnTo>
                  <a:pt x="10088" y="2348"/>
                </a:lnTo>
                <a:lnTo>
                  <a:pt x="9942" y="2311"/>
                </a:lnTo>
                <a:lnTo>
                  <a:pt x="9611" y="2311"/>
                </a:lnTo>
                <a:lnTo>
                  <a:pt x="9501" y="2348"/>
                </a:lnTo>
                <a:lnTo>
                  <a:pt x="9208" y="2495"/>
                </a:lnTo>
                <a:lnTo>
                  <a:pt x="8988" y="2678"/>
                </a:lnTo>
                <a:lnTo>
                  <a:pt x="8951" y="2568"/>
                </a:lnTo>
                <a:lnTo>
                  <a:pt x="8915" y="2532"/>
                </a:lnTo>
                <a:lnTo>
                  <a:pt x="8878" y="2532"/>
                </a:lnTo>
                <a:lnTo>
                  <a:pt x="8804" y="2568"/>
                </a:lnTo>
                <a:lnTo>
                  <a:pt x="8731" y="2752"/>
                </a:lnTo>
                <a:lnTo>
                  <a:pt x="8658" y="2935"/>
                </a:lnTo>
                <a:lnTo>
                  <a:pt x="8621" y="3339"/>
                </a:lnTo>
                <a:lnTo>
                  <a:pt x="8584" y="3705"/>
                </a:lnTo>
                <a:lnTo>
                  <a:pt x="8621" y="4072"/>
                </a:lnTo>
                <a:lnTo>
                  <a:pt x="8694" y="4439"/>
                </a:lnTo>
                <a:lnTo>
                  <a:pt x="8768" y="4806"/>
                </a:lnTo>
                <a:lnTo>
                  <a:pt x="8804" y="4879"/>
                </a:lnTo>
                <a:lnTo>
                  <a:pt x="8878" y="4953"/>
                </a:lnTo>
                <a:lnTo>
                  <a:pt x="8951" y="4989"/>
                </a:lnTo>
                <a:lnTo>
                  <a:pt x="9061" y="4953"/>
                </a:lnTo>
                <a:lnTo>
                  <a:pt x="9135" y="4916"/>
                </a:lnTo>
                <a:lnTo>
                  <a:pt x="9208" y="4879"/>
                </a:lnTo>
                <a:lnTo>
                  <a:pt x="9245" y="4769"/>
                </a:lnTo>
                <a:lnTo>
                  <a:pt x="9208" y="4659"/>
                </a:lnTo>
                <a:lnTo>
                  <a:pt x="9135" y="4182"/>
                </a:lnTo>
                <a:lnTo>
                  <a:pt x="9098" y="3669"/>
                </a:lnTo>
                <a:lnTo>
                  <a:pt x="9135" y="3339"/>
                </a:lnTo>
                <a:lnTo>
                  <a:pt x="9208" y="3118"/>
                </a:lnTo>
                <a:lnTo>
                  <a:pt x="9391" y="2972"/>
                </a:lnTo>
                <a:lnTo>
                  <a:pt x="9575" y="2825"/>
                </a:lnTo>
                <a:lnTo>
                  <a:pt x="9795" y="2788"/>
                </a:lnTo>
                <a:lnTo>
                  <a:pt x="9868" y="4072"/>
                </a:lnTo>
                <a:lnTo>
                  <a:pt x="9905" y="4146"/>
                </a:lnTo>
                <a:lnTo>
                  <a:pt x="9942" y="4219"/>
                </a:lnTo>
                <a:lnTo>
                  <a:pt x="10015" y="4292"/>
                </a:lnTo>
                <a:lnTo>
                  <a:pt x="10125" y="4292"/>
                </a:lnTo>
                <a:lnTo>
                  <a:pt x="10198" y="4329"/>
                </a:lnTo>
                <a:lnTo>
                  <a:pt x="10272" y="4292"/>
                </a:lnTo>
                <a:lnTo>
                  <a:pt x="10308" y="4219"/>
                </a:lnTo>
                <a:lnTo>
                  <a:pt x="10345" y="4146"/>
                </a:lnTo>
                <a:lnTo>
                  <a:pt x="10455" y="3559"/>
                </a:lnTo>
                <a:lnTo>
                  <a:pt x="10565" y="3008"/>
                </a:lnTo>
                <a:lnTo>
                  <a:pt x="10602" y="2862"/>
                </a:lnTo>
                <a:lnTo>
                  <a:pt x="10675" y="2752"/>
                </a:lnTo>
                <a:lnTo>
                  <a:pt x="10785" y="2642"/>
                </a:lnTo>
                <a:lnTo>
                  <a:pt x="10895" y="2568"/>
                </a:lnTo>
                <a:lnTo>
                  <a:pt x="11079" y="2568"/>
                </a:lnTo>
                <a:lnTo>
                  <a:pt x="11115" y="2642"/>
                </a:lnTo>
                <a:lnTo>
                  <a:pt x="11115" y="2752"/>
                </a:lnTo>
                <a:lnTo>
                  <a:pt x="11115" y="2862"/>
                </a:lnTo>
                <a:lnTo>
                  <a:pt x="11189" y="3449"/>
                </a:lnTo>
                <a:lnTo>
                  <a:pt x="11299" y="4036"/>
                </a:lnTo>
                <a:lnTo>
                  <a:pt x="11372" y="4256"/>
                </a:lnTo>
                <a:lnTo>
                  <a:pt x="11446" y="4512"/>
                </a:lnTo>
                <a:lnTo>
                  <a:pt x="11556" y="4732"/>
                </a:lnTo>
                <a:lnTo>
                  <a:pt x="11629" y="4806"/>
                </a:lnTo>
                <a:lnTo>
                  <a:pt x="11739" y="4843"/>
                </a:lnTo>
                <a:lnTo>
                  <a:pt x="11849" y="4843"/>
                </a:lnTo>
                <a:lnTo>
                  <a:pt x="11922" y="4806"/>
                </a:lnTo>
                <a:lnTo>
                  <a:pt x="11996" y="4769"/>
                </a:lnTo>
                <a:lnTo>
                  <a:pt x="12032" y="4696"/>
                </a:lnTo>
                <a:lnTo>
                  <a:pt x="12069" y="4586"/>
                </a:lnTo>
                <a:lnTo>
                  <a:pt x="11996" y="4476"/>
                </a:lnTo>
                <a:lnTo>
                  <a:pt x="11922" y="4402"/>
                </a:lnTo>
                <a:lnTo>
                  <a:pt x="11886" y="4256"/>
                </a:lnTo>
                <a:lnTo>
                  <a:pt x="11812" y="4072"/>
                </a:lnTo>
                <a:lnTo>
                  <a:pt x="11776" y="3779"/>
                </a:lnTo>
                <a:lnTo>
                  <a:pt x="11666" y="3339"/>
                </a:lnTo>
                <a:lnTo>
                  <a:pt x="11629" y="2862"/>
                </a:lnTo>
                <a:lnTo>
                  <a:pt x="11629" y="2532"/>
                </a:lnTo>
                <a:lnTo>
                  <a:pt x="11592" y="2385"/>
                </a:lnTo>
                <a:lnTo>
                  <a:pt x="11482" y="2275"/>
                </a:lnTo>
                <a:lnTo>
                  <a:pt x="11299" y="2128"/>
                </a:lnTo>
                <a:lnTo>
                  <a:pt x="11189" y="2091"/>
                </a:lnTo>
                <a:lnTo>
                  <a:pt x="11079" y="2055"/>
                </a:lnTo>
                <a:close/>
                <a:moveTo>
                  <a:pt x="2715" y="1138"/>
                </a:moveTo>
                <a:lnTo>
                  <a:pt x="2569" y="1174"/>
                </a:lnTo>
                <a:lnTo>
                  <a:pt x="2422" y="1284"/>
                </a:lnTo>
                <a:lnTo>
                  <a:pt x="2385" y="1358"/>
                </a:lnTo>
                <a:lnTo>
                  <a:pt x="2165" y="1284"/>
                </a:lnTo>
                <a:lnTo>
                  <a:pt x="1762" y="1284"/>
                </a:lnTo>
                <a:lnTo>
                  <a:pt x="1542" y="1358"/>
                </a:lnTo>
                <a:lnTo>
                  <a:pt x="771" y="1504"/>
                </a:lnTo>
                <a:lnTo>
                  <a:pt x="368" y="1651"/>
                </a:lnTo>
                <a:lnTo>
                  <a:pt x="184" y="1725"/>
                </a:lnTo>
                <a:lnTo>
                  <a:pt x="38" y="1835"/>
                </a:lnTo>
                <a:lnTo>
                  <a:pt x="1" y="1908"/>
                </a:lnTo>
                <a:lnTo>
                  <a:pt x="1" y="1981"/>
                </a:lnTo>
                <a:lnTo>
                  <a:pt x="38" y="2018"/>
                </a:lnTo>
                <a:lnTo>
                  <a:pt x="111" y="2055"/>
                </a:lnTo>
                <a:lnTo>
                  <a:pt x="74" y="2348"/>
                </a:lnTo>
                <a:lnTo>
                  <a:pt x="74" y="2642"/>
                </a:lnTo>
                <a:lnTo>
                  <a:pt x="74" y="3705"/>
                </a:lnTo>
                <a:lnTo>
                  <a:pt x="111" y="4843"/>
                </a:lnTo>
                <a:lnTo>
                  <a:pt x="148" y="5980"/>
                </a:lnTo>
                <a:lnTo>
                  <a:pt x="184" y="6090"/>
                </a:lnTo>
                <a:lnTo>
                  <a:pt x="294" y="6200"/>
                </a:lnTo>
                <a:lnTo>
                  <a:pt x="404" y="6236"/>
                </a:lnTo>
                <a:lnTo>
                  <a:pt x="514" y="6200"/>
                </a:lnTo>
                <a:lnTo>
                  <a:pt x="624" y="6236"/>
                </a:lnTo>
                <a:lnTo>
                  <a:pt x="845" y="6273"/>
                </a:lnTo>
                <a:lnTo>
                  <a:pt x="1028" y="6236"/>
                </a:lnTo>
                <a:lnTo>
                  <a:pt x="1395" y="6163"/>
                </a:lnTo>
                <a:lnTo>
                  <a:pt x="2385" y="5980"/>
                </a:lnTo>
                <a:lnTo>
                  <a:pt x="2605" y="5943"/>
                </a:lnTo>
                <a:lnTo>
                  <a:pt x="2752" y="5906"/>
                </a:lnTo>
                <a:lnTo>
                  <a:pt x="2899" y="5833"/>
                </a:lnTo>
                <a:lnTo>
                  <a:pt x="2972" y="5686"/>
                </a:lnTo>
                <a:lnTo>
                  <a:pt x="2972" y="5576"/>
                </a:lnTo>
                <a:lnTo>
                  <a:pt x="2935" y="5503"/>
                </a:lnTo>
                <a:lnTo>
                  <a:pt x="2825" y="5429"/>
                </a:lnTo>
                <a:lnTo>
                  <a:pt x="2679" y="5393"/>
                </a:lnTo>
                <a:lnTo>
                  <a:pt x="2532" y="5393"/>
                </a:lnTo>
                <a:lnTo>
                  <a:pt x="2385" y="5429"/>
                </a:lnTo>
                <a:lnTo>
                  <a:pt x="2055" y="5503"/>
                </a:lnTo>
                <a:lnTo>
                  <a:pt x="1762" y="5576"/>
                </a:lnTo>
                <a:lnTo>
                  <a:pt x="1028" y="5723"/>
                </a:lnTo>
                <a:lnTo>
                  <a:pt x="698" y="5796"/>
                </a:lnTo>
                <a:lnTo>
                  <a:pt x="661" y="4953"/>
                </a:lnTo>
                <a:lnTo>
                  <a:pt x="624" y="4109"/>
                </a:lnTo>
                <a:lnTo>
                  <a:pt x="845" y="4109"/>
                </a:lnTo>
                <a:lnTo>
                  <a:pt x="1028" y="4072"/>
                </a:lnTo>
                <a:lnTo>
                  <a:pt x="1431" y="3962"/>
                </a:lnTo>
                <a:lnTo>
                  <a:pt x="2459" y="3742"/>
                </a:lnTo>
                <a:lnTo>
                  <a:pt x="2495" y="3779"/>
                </a:lnTo>
                <a:lnTo>
                  <a:pt x="2605" y="3779"/>
                </a:lnTo>
                <a:lnTo>
                  <a:pt x="2679" y="3742"/>
                </a:lnTo>
                <a:lnTo>
                  <a:pt x="2752" y="3705"/>
                </a:lnTo>
                <a:lnTo>
                  <a:pt x="2789" y="3669"/>
                </a:lnTo>
                <a:lnTo>
                  <a:pt x="2862" y="3559"/>
                </a:lnTo>
                <a:lnTo>
                  <a:pt x="2899" y="3485"/>
                </a:lnTo>
                <a:lnTo>
                  <a:pt x="2899" y="3412"/>
                </a:lnTo>
                <a:lnTo>
                  <a:pt x="2862" y="3339"/>
                </a:lnTo>
                <a:lnTo>
                  <a:pt x="2825" y="3265"/>
                </a:lnTo>
                <a:lnTo>
                  <a:pt x="2715" y="3155"/>
                </a:lnTo>
                <a:lnTo>
                  <a:pt x="2532" y="3155"/>
                </a:lnTo>
                <a:lnTo>
                  <a:pt x="1431" y="3449"/>
                </a:lnTo>
                <a:lnTo>
                  <a:pt x="1028" y="3522"/>
                </a:lnTo>
                <a:lnTo>
                  <a:pt x="808" y="3595"/>
                </a:lnTo>
                <a:lnTo>
                  <a:pt x="624" y="3632"/>
                </a:lnTo>
                <a:lnTo>
                  <a:pt x="588" y="2788"/>
                </a:lnTo>
                <a:lnTo>
                  <a:pt x="588" y="2458"/>
                </a:lnTo>
                <a:lnTo>
                  <a:pt x="551" y="2091"/>
                </a:lnTo>
                <a:lnTo>
                  <a:pt x="1065" y="1981"/>
                </a:lnTo>
                <a:lnTo>
                  <a:pt x="1615" y="1835"/>
                </a:lnTo>
                <a:lnTo>
                  <a:pt x="1798" y="1798"/>
                </a:lnTo>
                <a:lnTo>
                  <a:pt x="2055" y="1798"/>
                </a:lnTo>
                <a:lnTo>
                  <a:pt x="2165" y="1871"/>
                </a:lnTo>
                <a:lnTo>
                  <a:pt x="2238" y="1908"/>
                </a:lnTo>
                <a:lnTo>
                  <a:pt x="2312" y="1945"/>
                </a:lnTo>
                <a:lnTo>
                  <a:pt x="2422" y="1945"/>
                </a:lnTo>
                <a:lnTo>
                  <a:pt x="2495" y="1908"/>
                </a:lnTo>
                <a:lnTo>
                  <a:pt x="3009" y="1651"/>
                </a:lnTo>
                <a:lnTo>
                  <a:pt x="3082" y="1615"/>
                </a:lnTo>
                <a:lnTo>
                  <a:pt x="3119" y="1578"/>
                </a:lnTo>
                <a:lnTo>
                  <a:pt x="3156" y="1431"/>
                </a:lnTo>
                <a:lnTo>
                  <a:pt x="3119" y="1284"/>
                </a:lnTo>
                <a:lnTo>
                  <a:pt x="3082" y="1248"/>
                </a:lnTo>
                <a:lnTo>
                  <a:pt x="3009" y="1174"/>
                </a:lnTo>
                <a:lnTo>
                  <a:pt x="2862" y="1138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4C2F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16" name="Google Shape;1616;p65"/>
          <p:cNvSpPr/>
          <p:nvPr/>
        </p:nvSpPr>
        <p:spPr>
          <a:xfrm>
            <a:off x="7863662" y="3086459"/>
            <a:ext cx="190530" cy="135234"/>
          </a:xfrm>
          <a:custGeom>
            <a:rect b="b" l="l" r="r" t="t"/>
            <a:pathLst>
              <a:path extrusionOk="0" h="7447" w="10492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4C2F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17" name="Google Shape;1617;p65"/>
          <p:cNvSpPr/>
          <p:nvPr/>
        </p:nvSpPr>
        <p:spPr>
          <a:xfrm>
            <a:off x="7689598" y="4141816"/>
            <a:ext cx="487817" cy="480504"/>
          </a:xfrm>
          <a:custGeom>
            <a:rect b="b" l="l" r="r" t="t"/>
            <a:pathLst>
              <a:path extrusionOk="0" h="14454" w="14674">
                <a:moveTo>
                  <a:pt x="7887" y="3779"/>
                </a:moveTo>
                <a:lnTo>
                  <a:pt x="7961" y="3816"/>
                </a:lnTo>
                <a:lnTo>
                  <a:pt x="8071" y="3889"/>
                </a:lnTo>
                <a:lnTo>
                  <a:pt x="8218" y="4072"/>
                </a:lnTo>
                <a:lnTo>
                  <a:pt x="8291" y="4292"/>
                </a:lnTo>
                <a:lnTo>
                  <a:pt x="8364" y="4513"/>
                </a:lnTo>
                <a:lnTo>
                  <a:pt x="8401" y="4696"/>
                </a:lnTo>
                <a:lnTo>
                  <a:pt x="8401" y="4916"/>
                </a:lnTo>
                <a:lnTo>
                  <a:pt x="8401" y="5099"/>
                </a:lnTo>
                <a:lnTo>
                  <a:pt x="8291" y="5283"/>
                </a:lnTo>
                <a:lnTo>
                  <a:pt x="8144" y="4659"/>
                </a:lnTo>
                <a:lnTo>
                  <a:pt x="8034" y="4219"/>
                </a:lnTo>
                <a:lnTo>
                  <a:pt x="7961" y="3999"/>
                </a:lnTo>
                <a:lnTo>
                  <a:pt x="7887" y="3779"/>
                </a:lnTo>
                <a:close/>
                <a:moveTo>
                  <a:pt x="4329" y="5063"/>
                </a:moveTo>
                <a:lnTo>
                  <a:pt x="4476" y="5209"/>
                </a:lnTo>
                <a:lnTo>
                  <a:pt x="4586" y="5356"/>
                </a:lnTo>
                <a:lnTo>
                  <a:pt x="4696" y="5503"/>
                </a:lnTo>
                <a:lnTo>
                  <a:pt x="4769" y="5686"/>
                </a:lnTo>
                <a:lnTo>
                  <a:pt x="4769" y="5870"/>
                </a:lnTo>
                <a:lnTo>
                  <a:pt x="4769" y="6053"/>
                </a:lnTo>
                <a:lnTo>
                  <a:pt x="4659" y="6126"/>
                </a:lnTo>
                <a:lnTo>
                  <a:pt x="4549" y="6237"/>
                </a:lnTo>
                <a:lnTo>
                  <a:pt x="4439" y="5980"/>
                </a:lnTo>
                <a:lnTo>
                  <a:pt x="4329" y="5686"/>
                </a:lnTo>
                <a:lnTo>
                  <a:pt x="4293" y="5393"/>
                </a:lnTo>
                <a:lnTo>
                  <a:pt x="4293" y="5209"/>
                </a:lnTo>
                <a:lnTo>
                  <a:pt x="4293" y="5136"/>
                </a:lnTo>
                <a:lnTo>
                  <a:pt x="4329" y="5063"/>
                </a:lnTo>
                <a:close/>
                <a:moveTo>
                  <a:pt x="6604" y="7594"/>
                </a:moveTo>
                <a:lnTo>
                  <a:pt x="6714" y="7667"/>
                </a:lnTo>
                <a:lnTo>
                  <a:pt x="6787" y="7814"/>
                </a:lnTo>
                <a:lnTo>
                  <a:pt x="6934" y="8071"/>
                </a:lnTo>
                <a:lnTo>
                  <a:pt x="7337" y="8694"/>
                </a:lnTo>
                <a:lnTo>
                  <a:pt x="7117" y="8878"/>
                </a:lnTo>
                <a:lnTo>
                  <a:pt x="7080" y="8768"/>
                </a:lnTo>
                <a:lnTo>
                  <a:pt x="6860" y="8474"/>
                </a:lnTo>
                <a:lnTo>
                  <a:pt x="6677" y="8144"/>
                </a:lnTo>
                <a:lnTo>
                  <a:pt x="6567" y="7887"/>
                </a:lnTo>
                <a:lnTo>
                  <a:pt x="6420" y="7667"/>
                </a:lnTo>
                <a:lnTo>
                  <a:pt x="6604" y="7594"/>
                </a:lnTo>
                <a:close/>
                <a:moveTo>
                  <a:pt x="5283" y="8107"/>
                </a:moveTo>
                <a:lnTo>
                  <a:pt x="5356" y="8144"/>
                </a:lnTo>
                <a:lnTo>
                  <a:pt x="5833" y="9428"/>
                </a:lnTo>
                <a:lnTo>
                  <a:pt x="5650" y="9501"/>
                </a:lnTo>
                <a:lnTo>
                  <a:pt x="5686" y="9318"/>
                </a:lnTo>
                <a:lnTo>
                  <a:pt x="5650" y="9208"/>
                </a:lnTo>
                <a:lnTo>
                  <a:pt x="5613" y="9061"/>
                </a:lnTo>
                <a:lnTo>
                  <a:pt x="5503" y="8768"/>
                </a:lnTo>
                <a:lnTo>
                  <a:pt x="5246" y="8107"/>
                </a:lnTo>
                <a:close/>
                <a:moveTo>
                  <a:pt x="7337" y="9905"/>
                </a:moveTo>
                <a:lnTo>
                  <a:pt x="7337" y="10235"/>
                </a:lnTo>
                <a:lnTo>
                  <a:pt x="7190" y="9978"/>
                </a:lnTo>
                <a:lnTo>
                  <a:pt x="7337" y="9905"/>
                </a:lnTo>
                <a:close/>
                <a:moveTo>
                  <a:pt x="9721" y="9061"/>
                </a:moveTo>
                <a:lnTo>
                  <a:pt x="9832" y="9281"/>
                </a:lnTo>
                <a:lnTo>
                  <a:pt x="9942" y="9501"/>
                </a:lnTo>
                <a:lnTo>
                  <a:pt x="10052" y="9685"/>
                </a:lnTo>
                <a:lnTo>
                  <a:pt x="10162" y="9868"/>
                </a:lnTo>
                <a:lnTo>
                  <a:pt x="10198" y="10015"/>
                </a:lnTo>
                <a:lnTo>
                  <a:pt x="10198" y="10161"/>
                </a:lnTo>
                <a:lnTo>
                  <a:pt x="10198" y="10308"/>
                </a:lnTo>
                <a:lnTo>
                  <a:pt x="10125" y="10455"/>
                </a:lnTo>
                <a:lnTo>
                  <a:pt x="10052" y="10345"/>
                </a:lnTo>
                <a:lnTo>
                  <a:pt x="9978" y="10308"/>
                </a:lnTo>
                <a:lnTo>
                  <a:pt x="9758" y="9758"/>
                </a:lnTo>
                <a:lnTo>
                  <a:pt x="9685" y="9464"/>
                </a:lnTo>
                <a:lnTo>
                  <a:pt x="9575" y="9171"/>
                </a:lnTo>
                <a:lnTo>
                  <a:pt x="9648" y="9134"/>
                </a:lnTo>
                <a:lnTo>
                  <a:pt x="9721" y="9061"/>
                </a:lnTo>
                <a:close/>
                <a:moveTo>
                  <a:pt x="7667" y="9758"/>
                </a:moveTo>
                <a:lnTo>
                  <a:pt x="7777" y="9795"/>
                </a:lnTo>
                <a:lnTo>
                  <a:pt x="7924" y="9868"/>
                </a:lnTo>
                <a:lnTo>
                  <a:pt x="8071" y="10015"/>
                </a:lnTo>
                <a:lnTo>
                  <a:pt x="8181" y="10235"/>
                </a:lnTo>
                <a:lnTo>
                  <a:pt x="8291" y="10638"/>
                </a:lnTo>
                <a:lnTo>
                  <a:pt x="8328" y="10822"/>
                </a:lnTo>
                <a:lnTo>
                  <a:pt x="8328" y="10968"/>
                </a:lnTo>
                <a:lnTo>
                  <a:pt x="8291" y="11115"/>
                </a:lnTo>
                <a:lnTo>
                  <a:pt x="8181" y="11189"/>
                </a:lnTo>
                <a:lnTo>
                  <a:pt x="8181" y="11115"/>
                </a:lnTo>
                <a:lnTo>
                  <a:pt x="8144" y="11005"/>
                </a:lnTo>
                <a:lnTo>
                  <a:pt x="8071" y="10968"/>
                </a:lnTo>
                <a:lnTo>
                  <a:pt x="7997" y="10895"/>
                </a:lnTo>
                <a:lnTo>
                  <a:pt x="7887" y="10675"/>
                </a:lnTo>
                <a:lnTo>
                  <a:pt x="7814" y="10382"/>
                </a:lnTo>
                <a:lnTo>
                  <a:pt x="7741" y="9831"/>
                </a:lnTo>
                <a:lnTo>
                  <a:pt x="7667" y="9758"/>
                </a:lnTo>
                <a:close/>
                <a:moveTo>
                  <a:pt x="10162" y="1321"/>
                </a:moveTo>
                <a:lnTo>
                  <a:pt x="10198" y="1541"/>
                </a:lnTo>
                <a:lnTo>
                  <a:pt x="10272" y="1725"/>
                </a:lnTo>
                <a:lnTo>
                  <a:pt x="10455" y="2092"/>
                </a:lnTo>
                <a:lnTo>
                  <a:pt x="10932" y="3229"/>
                </a:lnTo>
                <a:lnTo>
                  <a:pt x="10969" y="3302"/>
                </a:lnTo>
                <a:lnTo>
                  <a:pt x="10749" y="3375"/>
                </a:lnTo>
                <a:lnTo>
                  <a:pt x="10528" y="3449"/>
                </a:lnTo>
                <a:lnTo>
                  <a:pt x="9758" y="3742"/>
                </a:lnTo>
                <a:lnTo>
                  <a:pt x="8988" y="4146"/>
                </a:lnTo>
                <a:lnTo>
                  <a:pt x="8841" y="4219"/>
                </a:lnTo>
                <a:lnTo>
                  <a:pt x="8731" y="4329"/>
                </a:lnTo>
                <a:lnTo>
                  <a:pt x="8658" y="4072"/>
                </a:lnTo>
                <a:lnTo>
                  <a:pt x="8511" y="3816"/>
                </a:lnTo>
                <a:lnTo>
                  <a:pt x="8364" y="3595"/>
                </a:lnTo>
                <a:lnTo>
                  <a:pt x="8254" y="3522"/>
                </a:lnTo>
                <a:lnTo>
                  <a:pt x="8144" y="3449"/>
                </a:lnTo>
                <a:lnTo>
                  <a:pt x="7997" y="3412"/>
                </a:lnTo>
                <a:lnTo>
                  <a:pt x="7851" y="3375"/>
                </a:lnTo>
                <a:lnTo>
                  <a:pt x="7777" y="3375"/>
                </a:lnTo>
                <a:lnTo>
                  <a:pt x="7704" y="3412"/>
                </a:lnTo>
                <a:lnTo>
                  <a:pt x="7667" y="3485"/>
                </a:lnTo>
                <a:lnTo>
                  <a:pt x="7667" y="3559"/>
                </a:lnTo>
                <a:lnTo>
                  <a:pt x="7484" y="3595"/>
                </a:lnTo>
                <a:lnTo>
                  <a:pt x="7337" y="3706"/>
                </a:lnTo>
                <a:lnTo>
                  <a:pt x="7190" y="3852"/>
                </a:lnTo>
                <a:lnTo>
                  <a:pt x="7044" y="3999"/>
                </a:lnTo>
                <a:lnTo>
                  <a:pt x="7007" y="4109"/>
                </a:lnTo>
                <a:lnTo>
                  <a:pt x="7044" y="4219"/>
                </a:lnTo>
                <a:lnTo>
                  <a:pt x="7264" y="4696"/>
                </a:lnTo>
                <a:lnTo>
                  <a:pt x="7080" y="4769"/>
                </a:lnTo>
                <a:lnTo>
                  <a:pt x="6310" y="5026"/>
                </a:lnTo>
                <a:lnTo>
                  <a:pt x="5576" y="5283"/>
                </a:lnTo>
                <a:lnTo>
                  <a:pt x="5320" y="5356"/>
                </a:lnTo>
                <a:lnTo>
                  <a:pt x="5210" y="5393"/>
                </a:lnTo>
                <a:lnTo>
                  <a:pt x="5136" y="5466"/>
                </a:lnTo>
                <a:lnTo>
                  <a:pt x="5100" y="5356"/>
                </a:lnTo>
                <a:lnTo>
                  <a:pt x="4916" y="5063"/>
                </a:lnTo>
                <a:lnTo>
                  <a:pt x="4806" y="4879"/>
                </a:lnTo>
                <a:lnTo>
                  <a:pt x="4659" y="4733"/>
                </a:lnTo>
                <a:lnTo>
                  <a:pt x="4513" y="4623"/>
                </a:lnTo>
                <a:lnTo>
                  <a:pt x="4329" y="4549"/>
                </a:lnTo>
                <a:lnTo>
                  <a:pt x="4183" y="4513"/>
                </a:lnTo>
                <a:lnTo>
                  <a:pt x="4036" y="4586"/>
                </a:lnTo>
                <a:lnTo>
                  <a:pt x="3852" y="4586"/>
                </a:lnTo>
                <a:lnTo>
                  <a:pt x="3779" y="4623"/>
                </a:lnTo>
                <a:lnTo>
                  <a:pt x="3742" y="4696"/>
                </a:lnTo>
                <a:lnTo>
                  <a:pt x="3706" y="4989"/>
                </a:lnTo>
                <a:lnTo>
                  <a:pt x="3706" y="5283"/>
                </a:lnTo>
                <a:lnTo>
                  <a:pt x="3742" y="5576"/>
                </a:lnTo>
                <a:lnTo>
                  <a:pt x="3816" y="5870"/>
                </a:lnTo>
                <a:lnTo>
                  <a:pt x="3596" y="5833"/>
                </a:lnTo>
                <a:lnTo>
                  <a:pt x="3376" y="5870"/>
                </a:lnTo>
                <a:lnTo>
                  <a:pt x="2972" y="6016"/>
                </a:lnTo>
                <a:lnTo>
                  <a:pt x="2422" y="6163"/>
                </a:lnTo>
                <a:lnTo>
                  <a:pt x="2165" y="6273"/>
                </a:lnTo>
                <a:lnTo>
                  <a:pt x="2055" y="6347"/>
                </a:lnTo>
                <a:lnTo>
                  <a:pt x="1945" y="6457"/>
                </a:lnTo>
                <a:lnTo>
                  <a:pt x="1945" y="6530"/>
                </a:lnTo>
                <a:lnTo>
                  <a:pt x="1982" y="6567"/>
                </a:lnTo>
                <a:lnTo>
                  <a:pt x="2238" y="6603"/>
                </a:lnTo>
                <a:lnTo>
                  <a:pt x="2459" y="6567"/>
                </a:lnTo>
                <a:lnTo>
                  <a:pt x="2972" y="6457"/>
                </a:lnTo>
                <a:lnTo>
                  <a:pt x="3449" y="6347"/>
                </a:lnTo>
                <a:lnTo>
                  <a:pt x="3706" y="6237"/>
                </a:lnTo>
                <a:lnTo>
                  <a:pt x="3816" y="6163"/>
                </a:lnTo>
                <a:lnTo>
                  <a:pt x="3889" y="6090"/>
                </a:lnTo>
                <a:lnTo>
                  <a:pt x="4073" y="6383"/>
                </a:lnTo>
                <a:lnTo>
                  <a:pt x="4256" y="6677"/>
                </a:lnTo>
                <a:lnTo>
                  <a:pt x="4293" y="6713"/>
                </a:lnTo>
                <a:lnTo>
                  <a:pt x="4366" y="6823"/>
                </a:lnTo>
                <a:lnTo>
                  <a:pt x="4549" y="6970"/>
                </a:lnTo>
                <a:lnTo>
                  <a:pt x="4659" y="7007"/>
                </a:lnTo>
                <a:lnTo>
                  <a:pt x="4733" y="7044"/>
                </a:lnTo>
                <a:lnTo>
                  <a:pt x="4806" y="7007"/>
                </a:lnTo>
                <a:lnTo>
                  <a:pt x="4879" y="6933"/>
                </a:lnTo>
                <a:lnTo>
                  <a:pt x="5063" y="6640"/>
                </a:lnTo>
                <a:lnTo>
                  <a:pt x="5173" y="6347"/>
                </a:lnTo>
                <a:lnTo>
                  <a:pt x="5210" y="6053"/>
                </a:lnTo>
                <a:lnTo>
                  <a:pt x="5210" y="5760"/>
                </a:lnTo>
                <a:lnTo>
                  <a:pt x="5320" y="5760"/>
                </a:lnTo>
                <a:lnTo>
                  <a:pt x="5430" y="5723"/>
                </a:lnTo>
                <a:lnTo>
                  <a:pt x="5686" y="5650"/>
                </a:lnTo>
                <a:lnTo>
                  <a:pt x="6457" y="5430"/>
                </a:lnTo>
                <a:lnTo>
                  <a:pt x="7190" y="5173"/>
                </a:lnTo>
                <a:lnTo>
                  <a:pt x="7447" y="5063"/>
                </a:lnTo>
                <a:lnTo>
                  <a:pt x="7631" y="5430"/>
                </a:lnTo>
                <a:lnTo>
                  <a:pt x="7704" y="5613"/>
                </a:lnTo>
                <a:lnTo>
                  <a:pt x="7814" y="5760"/>
                </a:lnTo>
                <a:lnTo>
                  <a:pt x="7924" y="5833"/>
                </a:lnTo>
                <a:lnTo>
                  <a:pt x="8218" y="5833"/>
                </a:lnTo>
                <a:lnTo>
                  <a:pt x="8328" y="5760"/>
                </a:lnTo>
                <a:lnTo>
                  <a:pt x="8548" y="5576"/>
                </a:lnTo>
                <a:lnTo>
                  <a:pt x="8731" y="5356"/>
                </a:lnTo>
                <a:lnTo>
                  <a:pt x="8804" y="5173"/>
                </a:lnTo>
                <a:lnTo>
                  <a:pt x="8841" y="4989"/>
                </a:lnTo>
                <a:lnTo>
                  <a:pt x="8841" y="4806"/>
                </a:lnTo>
                <a:lnTo>
                  <a:pt x="8804" y="4586"/>
                </a:lnTo>
                <a:lnTo>
                  <a:pt x="8914" y="4586"/>
                </a:lnTo>
                <a:lnTo>
                  <a:pt x="9061" y="4513"/>
                </a:lnTo>
                <a:lnTo>
                  <a:pt x="9942" y="4109"/>
                </a:lnTo>
                <a:lnTo>
                  <a:pt x="10639" y="3852"/>
                </a:lnTo>
                <a:lnTo>
                  <a:pt x="10895" y="3742"/>
                </a:lnTo>
                <a:lnTo>
                  <a:pt x="11115" y="3669"/>
                </a:lnTo>
                <a:lnTo>
                  <a:pt x="11519" y="4586"/>
                </a:lnTo>
                <a:lnTo>
                  <a:pt x="11849" y="5540"/>
                </a:lnTo>
                <a:lnTo>
                  <a:pt x="12069" y="6237"/>
                </a:lnTo>
                <a:lnTo>
                  <a:pt x="12032" y="6347"/>
                </a:lnTo>
                <a:lnTo>
                  <a:pt x="11996" y="6457"/>
                </a:lnTo>
                <a:lnTo>
                  <a:pt x="11959" y="6457"/>
                </a:lnTo>
                <a:lnTo>
                  <a:pt x="11592" y="6603"/>
                </a:lnTo>
                <a:lnTo>
                  <a:pt x="10969" y="6787"/>
                </a:lnTo>
                <a:lnTo>
                  <a:pt x="9685" y="7227"/>
                </a:lnTo>
                <a:lnTo>
                  <a:pt x="8438" y="7630"/>
                </a:lnTo>
                <a:lnTo>
                  <a:pt x="7887" y="7777"/>
                </a:lnTo>
                <a:lnTo>
                  <a:pt x="7631" y="7924"/>
                </a:lnTo>
                <a:lnTo>
                  <a:pt x="7521" y="7997"/>
                </a:lnTo>
                <a:lnTo>
                  <a:pt x="7447" y="8107"/>
                </a:lnTo>
                <a:lnTo>
                  <a:pt x="7447" y="8144"/>
                </a:lnTo>
                <a:lnTo>
                  <a:pt x="7631" y="8181"/>
                </a:lnTo>
                <a:lnTo>
                  <a:pt x="7997" y="8181"/>
                </a:lnTo>
                <a:lnTo>
                  <a:pt x="8181" y="8107"/>
                </a:lnTo>
                <a:lnTo>
                  <a:pt x="8914" y="7887"/>
                </a:lnTo>
                <a:lnTo>
                  <a:pt x="10565" y="7374"/>
                </a:lnTo>
                <a:lnTo>
                  <a:pt x="12216" y="6860"/>
                </a:lnTo>
                <a:lnTo>
                  <a:pt x="12289" y="6823"/>
                </a:lnTo>
                <a:lnTo>
                  <a:pt x="12546" y="7777"/>
                </a:lnTo>
                <a:lnTo>
                  <a:pt x="12766" y="8474"/>
                </a:lnTo>
                <a:lnTo>
                  <a:pt x="12729" y="8511"/>
                </a:lnTo>
                <a:lnTo>
                  <a:pt x="12693" y="8584"/>
                </a:lnTo>
                <a:lnTo>
                  <a:pt x="11629" y="8988"/>
                </a:lnTo>
                <a:lnTo>
                  <a:pt x="11042" y="9208"/>
                </a:lnTo>
                <a:lnTo>
                  <a:pt x="10859" y="9281"/>
                </a:lnTo>
                <a:lnTo>
                  <a:pt x="10749" y="9391"/>
                </a:lnTo>
                <a:lnTo>
                  <a:pt x="10455" y="9575"/>
                </a:lnTo>
                <a:lnTo>
                  <a:pt x="10455" y="9611"/>
                </a:lnTo>
                <a:lnTo>
                  <a:pt x="10418" y="9501"/>
                </a:lnTo>
                <a:lnTo>
                  <a:pt x="10198" y="9024"/>
                </a:lnTo>
                <a:lnTo>
                  <a:pt x="10052" y="8804"/>
                </a:lnTo>
                <a:lnTo>
                  <a:pt x="9942" y="8731"/>
                </a:lnTo>
                <a:lnTo>
                  <a:pt x="9832" y="8694"/>
                </a:lnTo>
                <a:lnTo>
                  <a:pt x="9758" y="8694"/>
                </a:lnTo>
                <a:lnTo>
                  <a:pt x="9721" y="8768"/>
                </a:lnTo>
                <a:lnTo>
                  <a:pt x="9685" y="8841"/>
                </a:lnTo>
                <a:lnTo>
                  <a:pt x="9501" y="8841"/>
                </a:lnTo>
                <a:lnTo>
                  <a:pt x="9355" y="8804"/>
                </a:lnTo>
                <a:lnTo>
                  <a:pt x="9208" y="8841"/>
                </a:lnTo>
                <a:lnTo>
                  <a:pt x="9061" y="8878"/>
                </a:lnTo>
                <a:lnTo>
                  <a:pt x="8988" y="8988"/>
                </a:lnTo>
                <a:lnTo>
                  <a:pt x="8914" y="9098"/>
                </a:lnTo>
                <a:lnTo>
                  <a:pt x="8914" y="9208"/>
                </a:lnTo>
                <a:lnTo>
                  <a:pt x="9025" y="9611"/>
                </a:lnTo>
                <a:lnTo>
                  <a:pt x="9135" y="10051"/>
                </a:lnTo>
                <a:lnTo>
                  <a:pt x="8694" y="10161"/>
                </a:lnTo>
                <a:lnTo>
                  <a:pt x="8658" y="10198"/>
                </a:lnTo>
                <a:lnTo>
                  <a:pt x="8621" y="10235"/>
                </a:lnTo>
                <a:lnTo>
                  <a:pt x="8584" y="10345"/>
                </a:lnTo>
                <a:lnTo>
                  <a:pt x="8511" y="10125"/>
                </a:lnTo>
                <a:lnTo>
                  <a:pt x="8401" y="9905"/>
                </a:lnTo>
                <a:lnTo>
                  <a:pt x="8254" y="9685"/>
                </a:lnTo>
                <a:lnTo>
                  <a:pt x="8034" y="9501"/>
                </a:lnTo>
                <a:lnTo>
                  <a:pt x="7777" y="9391"/>
                </a:lnTo>
                <a:lnTo>
                  <a:pt x="7557" y="9391"/>
                </a:lnTo>
                <a:lnTo>
                  <a:pt x="7411" y="9428"/>
                </a:lnTo>
                <a:lnTo>
                  <a:pt x="7300" y="9464"/>
                </a:lnTo>
                <a:lnTo>
                  <a:pt x="7190" y="9538"/>
                </a:lnTo>
                <a:lnTo>
                  <a:pt x="7080" y="9611"/>
                </a:lnTo>
                <a:lnTo>
                  <a:pt x="7044" y="9721"/>
                </a:lnTo>
                <a:lnTo>
                  <a:pt x="7007" y="9868"/>
                </a:lnTo>
                <a:lnTo>
                  <a:pt x="7044" y="9941"/>
                </a:lnTo>
                <a:lnTo>
                  <a:pt x="7117" y="9978"/>
                </a:lnTo>
                <a:lnTo>
                  <a:pt x="7044" y="10235"/>
                </a:lnTo>
                <a:lnTo>
                  <a:pt x="7080" y="10492"/>
                </a:lnTo>
                <a:lnTo>
                  <a:pt x="4806" y="11152"/>
                </a:lnTo>
                <a:lnTo>
                  <a:pt x="4219" y="11335"/>
                </a:lnTo>
                <a:lnTo>
                  <a:pt x="3632" y="11519"/>
                </a:lnTo>
                <a:lnTo>
                  <a:pt x="3449" y="11629"/>
                </a:lnTo>
                <a:lnTo>
                  <a:pt x="3192" y="10602"/>
                </a:lnTo>
                <a:lnTo>
                  <a:pt x="2862" y="9611"/>
                </a:lnTo>
                <a:lnTo>
                  <a:pt x="3339" y="9538"/>
                </a:lnTo>
                <a:lnTo>
                  <a:pt x="3816" y="9428"/>
                </a:lnTo>
                <a:lnTo>
                  <a:pt x="4769" y="9134"/>
                </a:lnTo>
                <a:lnTo>
                  <a:pt x="4843" y="9318"/>
                </a:lnTo>
                <a:lnTo>
                  <a:pt x="4953" y="9501"/>
                </a:lnTo>
                <a:lnTo>
                  <a:pt x="5063" y="9685"/>
                </a:lnTo>
                <a:lnTo>
                  <a:pt x="5246" y="9831"/>
                </a:lnTo>
                <a:lnTo>
                  <a:pt x="5356" y="9868"/>
                </a:lnTo>
                <a:lnTo>
                  <a:pt x="5466" y="9905"/>
                </a:lnTo>
                <a:lnTo>
                  <a:pt x="5613" y="9905"/>
                </a:lnTo>
                <a:lnTo>
                  <a:pt x="5723" y="9868"/>
                </a:lnTo>
                <a:lnTo>
                  <a:pt x="5980" y="9758"/>
                </a:lnTo>
                <a:lnTo>
                  <a:pt x="6163" y="9648"/>
                </a:lnTo>
                <a:lnTo>
                  <a:pt x="6237" y="9538"/>
                </a:lnTo>
                <a:lnTo>
                  <a:pt x="6273" y="9501"/>
                </a:lnTo>
                <a:lnTo>
                  <a:pt x="6237" y="9428"/>
                </a:lnTo>
                <a:lnTo>
                  <a:pt x="5980" y="8731"/>
                </a:lnTo>
                <a:lnTo>
                  <a:pt x="6200" y="8731"/>
                </a:lnTo>
                <a:lnTo>
                  <a:pt x="6383" y="8658"/>
                </a:lnTo>
                <a:lnTo>
                  <a:pt x="6604" y="9244"/>
                </a:lnTo>
                <a:lnTo>
                  <a:pt x="6677" y="9318"/>
                </a:lnTo>
                <a:lnTo>
                  <a:pt x="6714" y="9354"/>
                </a:lnTo>
                <a:lnTo>
                  <a:pt x="6787" y="9354"/>
                </a:lnTo>
                <a:lnTo>
                  <a:pt x="7044" y="9318"/>
                </a:lnTo>
                <a:lnTo>
                  <a:pt x="7300" y="9208"/>
                </a:lnTo>
                <a:lnTo>
                  <a:pt x="7521" y="9061"/>
                </a:lnTo>
                <a:lnTo>
                  <a:pt x="7704" y="8878"/>
                </a:lnTo>
                <a:lnTo>
                  <a:pt x="7741" y="8841"/>
                </a:lnTo>
                <a:lnTo>
                  <a:pt x="7777" y="8768"/>
                </a:lnTo>
                <a:lnTo>
                  <a:pt x="7741" y="8658"/>
                </a:lnTo>
                <a:lnTo>
                  <a:pt x="7264" y="7887"/>
                </a:lnTo>
                <a:lnTo>
                  <a:pt x="7080" y="7520"/>
                </a:lnTo>
                <a:lnTo>
                  <a:pt x="6970" y="7337"/>
                </a:lnTo>
                <a:lnTo>
                  <a:pt x="6824" y="7227"/>
                </a:lnTo>
                <a:lnTo>
                  <a:pt x="6640" y="7154"/>
                </a:lnTo>
                <a:lnTo>
                  <a:pt x="6457" y="7190"/>
                </a:lnTo>
                <a:lnTo>
                  <a:pt x="6383" y="7227"/>
                </a:lnTo>
                <a:lnTo>
                  <a:pt x="6310" y="7264"/>
                </a:lnTo>
                <a:lnTo>
                  <a:pt x="6237" y="7337"/>
                </a:lnTo>
                <a:lnTo>
                  <a:pt x="6200" y="7410"/>
                </a:lnTo>
                <a:lnTo>
                  <a:pt x="6017" y="7447"/>
                </a:lnTo>
                <a:lnTo>
                  <a:pt x="5980" y="7484"/>
                </a:lnTo>
                <a:lnTo>
                  <a:pt x="5943" y="7520"/>
                </a:lnTo>
                <a:lnTo>
                  <a:pt x="5907" y="7594"/>
                </a:lnTo>
                <a:lnTo>
                  <a:pt x="5907" y="7667"/>
                </a:lnTo>
                <a:lnTo>
                  <a:pt x="6200" y="8291"/>
                </a:lnTo>
                <a:lnTo>
                  <a:pt x="6163" y="8364"/>
                </a:lnTo>
                <a:lnTo>
                  <a:pt x="6127" y="8401"/>
                </a:lnTo>
                <a:lnTo>
                  <a:pt x="6090" y="8401"/>
                </a:lnTo>
                <a:lnTo>
                  <a:pt x="6053" y="8437"/>
                </a:lnTo>
                <a:lnTo>
                  <a:pt x="5943" y="8474"/>
                </a:lnTo>
                <a:lnTo>
                  <a:pt x="5907" y="8511"/>
                </a:lnTo>
                <a:lnTo>
                  <a:pt x="5613" y="7814"/>
                </a:lnTo>
                <a:lnTo>
                  <a:pt x="5576" y="7777"/>
                </a:lnTo>
                <a:lnTo>
                  <a:pt x="5540" y="7704"/>
                </a:lnTo>
                <a:lnTo>
                  <a:pt x="5393" y="7704"/>
                </a:lnTo>
                <a:lnTo>
                  <a:pt x="5356" y="7667"/>
                </a:lnTo>
                <a:lnTo>
                  <a:pt x="5173" y="7667"/>
                </a:lnTo>
                <a:lnTo>
                  <a:pt x="4990" y="7704"/>
                </a:lnTo>
                <a:lnTo>
                  <a:pt x="4843" y="7814"/>
                </a:lnTo>
                <a:lnTo>
                  <a:pt x="4733" y="7961"/>
                </a:lnTo>
                <a:lnTo>
                  <a:pt x="4659" y="8144"/>
                </a:lnTo>
                <a:lnTo>
                  <a:pt x="4623" y="8327"/>
                </a:lnTo>
                <a:lnTo>
                  <a:pt x="4623" y="8511"/>
                </a:lnTo>
                <a:lnTo>
                  <a:pt x="4623" y="8694"/>
                </a:lnTo>
                <a:lnTo>
                  <a:pt x="3669" y="8951"/>
                </a:lnTo>
                <a:lnTo>
                  <a:pt x="3229" y="9134"/>
                </a:lnTo>
                <a:lnTo>
                  <a:pt x="2752" y="9318"/>
                </a:lnTo>
                <a:lnTo>
                  <a:pt x="2348" y="7997"/>
                </a:lnTo>
                <a:lnTo>
                  <a:pt x="1908" y="6677"/>
                </a:lnTo>
                <a:lnTo>
                  <a:pt x="1541" y="5356"/>
                </a:lnTo>
                <a:lnTo>
                  <a:pt x="1395" y="4696"/>
                </a:lnTo>
                <a:lnTo>
                  <a:pt x="1285" y="3999"/>
                </a:lnTo>
                <a:lnTo>
                  <a:pt x="1505" y="3962"/>
                </a:lnTo>
                <a:lnTo>
                  <a:pt x="1725" y="3926"/>
                </a:lnTo>
                <a:lnTo>
                  <a:pt x="2165" y="3816"/>
                </a:lnTo>
                <a:lnTo>
                  <a:pt x="3302" y="3485"/>
                </a:lnTo>
                <a:lnTo>
                  <a:pt x="5760" y="2825"/>
                </a:lnTo>
                <a:lnTo>
                  <a:pt x="6934" y="2495"/>
                </a:lnTo>
                <a:lnTo>
                  <a:pt x="8071" y="2092"/>
                </a:lnTo>
                <a:lnTo>
                  <a:pt x="9135" y="1725"/>
                </a:lnTo>
                <a:lnTo>
                  <a:pt x="9758" y="1505"/>
                </a:lnTo>
                <a:lnTo>
                  <a:pt x="9978" y="1395"/>
                </a:lnTo>
                <a:lnTo>
                  <a:pt x="10088" y="1358"/>
                </a:lnTo>
                <a:lnTo>
                  <a:pt x="10162" y="1321"/>
                </a:lnTo>
                <a:close/>
                <a:moveTo>
                  <a:pt x="12876" y="8988"/>
                </a:moveTo>
                <a:lnTo>
                  <a:pt x="13023" y="9575"/>
                </a:lnTo>
                <a:lnTo>
                  <a:pt x="13096" y="9905"/>
                </a:lnTo>
                <a:lnTo>
                  <a:pt x="13206" y="10198"/>
                </a:lnTo>
                <a:lnTo>
                  <a:pt x="12619" y="10271"/>
                </a:lnTo>
                <a:lnTo>
                  <a:pt x="12069" y="10418"/>
                </a:lnTo>
                <a:lnTo>
                  <a:pt x="11519" y="10565"/>
                </a:lnTo>
                <a:lnTo>
                  <a:pt x="10969" y="10748"/>
                </a:lnTo>
                <a:lnTo>
                  <a:pt x="9685" y="11225"/>
                </a:lnTo>
                <a:lnTo>
                  <a:pt x="8438" y="11702"/>
                </a:lnTo>
                <a:lnTo>
                  <a:pt x="5980" y="12619"/>
                </a:lnTo>
                <a:lnTo>
                  <a:pt x="4879" y="13023"/>
                </a:lnTo>
                <a:lnTo>
                  <a:pt x="4329" y="13243"/>
                </a:lnTo>
                <a:lnTo>
                  <a:pt x="3816" y="13499"/>
                </a:lnTo>
                <a:lnTo>
                  <a:pt x="3669" y="12692"/>
                </a:lnTo>
                <a:lnTo>
                  <a:pt x="3522" y="11885"/>
                </a:lnTo>
                <a:lnTo>
                  <a:pt x="3742" y="11885"/>
                </a:lnTo>
                <a:lnTo>
                  <a:pt x="3999" y="11812"/>
                </a:lnTo>
                <a:lnTo>
                  <a:pt x="5173" y="11482"/>
                </a:lnTo>
                <a:lnTo>
                  <a:pt x="7190" y="10932"/>
                </a:lnTo>
                <a:lnTo>
                  <a:pt x="7374" y="11335"/>
                </a:lnTo>
                <a:lnTo>
                  <a:pt x="7594" y="11702"/>
                </a:lnTo>
                <a:lnTo>
                  <a:pt x="7631" y="11775"/>
                </a:lnTo>
                <a:lnTo>
                  <a:pt x="7814" y="11775"/>
                </a:lnTo>
                <a:lnTo>
                  <a:pt x="7887" y="11702"/>
                </a:lnTo>
                <a:lnTo>
                  <a:pt x="7961" y="11629"/>
                </a:lnTo>
                <a:lnTo>
                  <a:pt x="8107" y="11592"/>
                </a:lnTo>
                <a:lnTo>
                  <a:pt x="8401" y="11519"/>
                </a:lnTo>
                <a:lnTo>
                  <a:pt x="8474" y="11445"/>
                </a:lnTo>
                <a:lnTo>
                  <a:pt x="8548" y="11372"/>
                </a:lnTo>
                <a:lnTo>
                  <a:pt x="8658" y="11189"/>
                </a:lnTo>
                <a:lnTo>
                  <a:pt x="8694" y="11005"/>
                </a:lnTo>
                <a:lnTo>
                  <a:pt x="8694" y="10785"/>
                </a:lnTo>
                <a:lnTo>
                  <a:pt x="8658" y="10602"/>
                </a:lnTo>
                <a:lnTo>
                  <a:pt x="8621" y="10418"/>
                </a:lnTo>
                <a:lnTo>
                  <a:pt x="8658" y="10492"/>
                </a:lnTo>
                <a:lnTo>
                  <a:pt x="8768" y="10528"/>
                </a:lnTo>
                <a:lnTo>
                  <a:pt x="9025" y="10492"/>
                </a:lnTo>
                <a:lnTo>
                  <a:pt x="9281" y="10418"/>
                </a:lnTo>
                <a:lnTo>
                  <a:pt x="9428" y="10638"/>
                </a:lnTo>
                <a:lnTo>
                  <a:pt x="9611" y="10822"/>
                </a:lnTo>
                <a:lnTo>
                  <a:pt x="9758" y="10895"/>
                </a:lnTo>
                <a:lnTo>
                  <a:pt x="9942" y="10932"/>
                </a:lnTo>
                <a:lnTo>
                  <a:pt x="10088" y="10932"/>
                </a:lnTo>
                <a:lnTo>
                  <a:pt x="10235" y="10858"/>
                </a:lnTo>
                <a:lnTo>
                  <a:pt x="10382" y="10785"/>
                </a:lnTo>
                <a:lnTo>
                  <a:pt x="10492" y="10638"/>
                </a:lnTo>
                <a:lnTo>
                  <a:pt x="10565" y="10492"/>
                </a:lnTo>
                <a:lnTo>
                  <a:pt x="10602" y="10345"/>
                </a:lnTo>
                <a:lnTo>
                  <a:pt x="10639" y="10161"/>
                </a:lnTo>
                <a:lnTo>
                  <a:pt x="10602" y="9978"/>
                </a:lnTo>
                <a:lnTo>
                  <a:pt x="10492" y="9648"/>
                </a:lnTo>
                <a:lnTo>
                  <a:pt x="10749" y="9648"/>
                </a:lnTo>
                <a:lnTo>
                  <a:pt x="11005" y="9611"/>
                </a:lnTo>
                <a:lnTo>
                  <a:pt x="11629" y="9428"/>
                </a:lnTo>
                <a:lnTo>
                  <a:pt x="12876" y="8988"/>
                </a:lnTo>
                <a:close/>
                <a:moveTo>
                  <a:pt x="13206" y="10675"/>
                </a:moveTo>
                <a:lnTo>
                  <a:pt x="13096" y="10712"/>
                </a:lnTo>
                <a:lnTo>
                  <a:pt x="11592" y="11262"/>
                </a:lnTo>
                <a:lnTo>
                  <a:pt x="8731" y="12362"/>
                </a:lnTo>
                <a:lnTo>
                  <a:pt x="7300" y="12876"/>
                </a:lnTo>
                <a:lnTo>
                  <a:pt x="6604" y="13133"/>
                </a:lnTo>
                <a:lnTo>
                  <a:pt x="5870" y="13316"/>
                </a:lnTo>
                <a:lnTo>
                  <a:pt x="4696" y="13573"/>
                </a:lnTo>
                <a:lnTo>
                  <a:pt x="5393" y="13279"/>
                </a:lnTo>
                <a:lnTo>
                  <a:pt x="6090" y="13023"/>
                </a:lnTo>
                <a:lnTo>
                  <a:pt x="8438" y="12179"/>
                </a:lnTo>
                <a:lnTo>
                  <a:pt x="9611" y="11702"/>
                </a:lnTo>
                <a:lnTo>
                  <a:pt x="10822" y="11299"/>
                </a:lnTo>
                <a:lnTo>
                  <a:pt x="11409" y="11078"/>
                </a:lnTo>
                <a:lnTo>
                  <a:pt x="11996" y="10895"/>
                </a:lnTo>
                <a:lnTo>
                  <a:pt x="12619" y="10748"/>
                </a:lnTo>
                <a:lnTo>
                  <a:pt x="13206" y="10675"/>
                </a:lnTo>
                <a:close/>
                <a:moveTo>
                  <a:pt x="10492" y="478"/>
                </a:moveTo>
                <a:lnTo>
                  <a:pt x="10712" y="1064"/>
                </a:lnTo>
                <a:lnTo>
                  <a:pt x="10969" y="1688"/>
                </a:lnTo>
                <a:lnTo>
                  <a:pt x="11482" y="2862"/>
                </a:lnTo>
                <a:lnTo>
                  <a:pt x="11996" y="4182"/>
                </a:lnTo>
                <a:lnTo>
                  <a:pt x="12473" y="5466"/>
                </a:lnTo>
                <a:lnTo>
                  <a:pt x="12876" y="6713"/>
                </a:lnTo>
                <a:lnTo>
                  <a:pt x="13280" y="7924"/>
                </a:lnTo>
                <a:lnTo>
                  <a:pt x="13683" y="9171"/>
                </a:lnTo>
                <a:lnTo>
                  <a:pt x="14013" y="10418"/>
                </a:lnTo>
                <a:lnTo>
                  <a:pt x="13793" y="10418"/>
                </a:lnTo>
                <a:lnTo>
                  <a:pt x="13573" y="10492"/>
                </a:lnTo>
                <a:lnTo>
                  <a:pt x="13573" y="10418"/>
                </a:lnTo>
                <a:lnTo>
                  <a:pt x="13573" y="10308"/>
                </a:lnTo>
                <a:lnTo>
                  <a:pt x="13646" y="10235"/>
                </a:lnTo>
                <a:lnTo>
                  <a:pt x="13646" y="10125"/>
                </a:lnTo>
                <a:lnTo>
                  <a:pt x="13610" y="9831"/>
                </a:lnTo>
                <a:lnTo>
                  <a:pt x="13610" y="9758"/>
                </a:lnTo>
                <a:lnTo>
                  <a:pt x="13610" y="9721"/>
                </a:lnTo>
                <a:lnTo>
                  <a:pt x="13426" y="9024"/>
                </a:lnTo>
                <a:lnTo>
                  <a:pt x="13096" y="7777"/>
                </a:lnTo>
                <a:lnTo>
                  <a:pt x="12693" y="6603"/>
                </a:lnTo>
                <a:lnTo>
                  <a:pt x="12289" y="5430"/>
                </a:lnTo>
                <a:lnTo>
                  <a:pt x="11849" y="4256"/>
                </a:lnTo>
                <a:lnTo>
                  <a:pt x="11372" y="3119"/>
                </a:lnTo>
                <a:lnTo>
                  <a:pt x="10859" y="1981"/>
                </a:lnTo>
                <a:lnTo>
                  <a:pt x="10675" y="1651"/>
                </a:lnTo>
                <a:lnTo>
                  <a:pt x="10492" y="1358"/>
                </a:lnTo>
                <a:lnTo>
                  <a:pt x="10602" y="1285"/>
                </a:lnTo>
                <a:lnTo>
                  <a:pt x="10639" y="1174"/>
                </a:lnTo>
                <a:lnTo>
                  <a:pt x="10602" y="1064"/>
                </a:lnTo>
                <a:lnTo>
                  <a:pt x="10565" y="991"/>
                </a:lnTo>
                <a:lnTo>
                  <a:pt x="10528" y="954"/>
                </a:lnTo>
                <a:lnTo>
                  <a:pt x="10455" y="918"/>
                </a:lnTo>
                <a:lnTo>
                  <a:pt x="10272" y="881"/>
                </a:lnTo>
                <a:lnTo>
                  <a:pt x="10088" y="918"/>
                </a:lnTo>
                <a:lnTo>
                  <a:pt x="9391" y="1138"/>
                </a:lnTo>
                <a:lnTo>
                  <a:pt x="8658" y="1431"/>
                </a:lnTo>
                <a:lnTo>
                  <a:pt x="7924" y="1688"/>
                </a:lnTo>
                <a:lnTo>
                  <a:pt x="7190" y="1945"/>
                </a:lnTo>
                <a:lnTo>
                  <a:pt x="5650" y="2422"/>
                </a:lnTo>
                <a:lnTo>
                  <a:pt x="4109" y="2862"/>
                </a:lnTo>
                <a:lnTo>
                  <a:pt x="2569" y="3265"/>
                </a:lnTo>
                <a:lnTo>
                  <a:pt x="1762" y="3485"/>
                </a:lnTo>
                <a:lnTo>
                  <a:pt x="1358" y="3632"/>
                </a:lnTo>
                <a:lnTo>
                  <a:pt x="1175" y="3706"/>
                </a:lnTo>
                <a:lnTo>
                  <a:pt x="1028" y="3816"/>
                </a:lnTo>
                <a:lnTo>
                  <a:pt x="991" y="3816"/>
                </a:lnTo>
                <a:lnTo>
                  <a:pt x="955" y="3889"/>
                </a:lnTo>
                <a:lnTo>
                  <a:pt x="918" y="3962"/>
                </a:lnTo>
                <a:lnTo>
                  <a:pt x="991" y="4586"/>
                </a:lnTo>
                <a:lnTo>
                  <a:pt x="1101" y="5209"/>
                </a:lnTo>
                <a:lnTo>
                  <a:pt x="1248" y="5796"/>
                </a:lnTo>
                <a:lnTo>
                  <a:pt x="1395" y="6420"/>
                </a:lnTo>
                <a:lnTo>
                  <a:pt x="1725" y="7594"/>
                </a:lnTo>
                <a:lnTo>
                  <a:pt x="2128" y="8768"/>
                </a:lnTo>
                <a:lnTo>
                  <a:pt x="2532" y="9978"/>
                </a:lnTo>
                <a:lnTo>
                  <a:pt x="2899" y="11152"/>
                </a:lnTo>
                <a:lnTo>
                  <a:pt x="3045" y="11739"/>
                </a:lnTo>
                <a:lnTo>
                  <a:pt x="3192" y="12362"/>
                </a:lnTo>
                <a:lnTo>
                  <a:pt x="3302" y="12949"/>
                </a:lnTo>
                <a:lnTo>
                  <a:pt x="3412" y="13573"/>
                </a:lnTo>
                <a:lnTo>
                  <a:pt x="3412" y="13683"/>
                </a:lnTo>
                <a:lnTo>
                  <a:pt x="3486" y="13720"/>
                </a:lnTo>
                <a:lnTo>
                  <a:pt x="3559" y="13756"/>
                </a:lnTo>
                <a:lnTo>
                  <a:pt x="3632" y="13793"/>
                </a:lnTo>
                <a:lnTo>
                  <a:pt x="3669" y="13830"/>
                </a:lnTo>
                <a:lnTo>
                  <a:pt x="3742" y="13830"/>
                </a:lnTo>
                <a:lnTo>
                  <a:pt x="4036" y="13756"/>
                </a:lnTo>
                <a:lnTo>
                  <a:pt x="3706" y="13903"/>
                </a:lnTo>
                <a:lnTo>
                  <a:pt x="3412" y="14086"/>
                </a:lnTo>
                <a:lnTo>
                  <a:pt x="2569" y="11115"/>
                </a:lnTo>
                <a:lnTo>
                  <a:pt x="2128" y="9611"/>
                </a:lnTo>
                <a:lnTo>
                  <a:pt x="1725" y="8144"/>
                </a:lnTo>
                <a:lnTo>
                  <a:pt x="955" y="5136"/>
                </a:lnTo>
                <a:lnTo>
                  <a:pt x="808" y="4439"/>
                </a:lnTo>
                <a:lnTo>
                  <a:pt x="661" y="3999"/>
                </a:lnTo>
                <a:lnTo>
                  <a:pt x="588" y="3779"/>
                </a:lnTo>
                <a:lnTo>
                  <a:pt x="478" y="3632"/>
                </a:lnTo>
                <a:lnTo>
                  <a:pt x="1065" y="3522"/>
                </a:lnTo>
                <a:lnTo>
                  <a:pt x="1652" y="3412"/>
                </a:lnTo>
                <a:lnTo>
                  <a:pt x="2825" y="3045"/>
                </a:lnTo>
                <a:lnTo>
                  <a:pt x="4183" y="2642"/>
                </a:lnTo>
                <a:lnTo>
                  <a:pt x="5503" y="2202"/>
                </a:lnTo>
                <a:lnTo>
                  <a:pt x="8034" y="1358"/>
                </a:lnTo>
                <a:lnTo>
                  <a:pt x="9281" y="918"/>
                </a:lnTo>
                <a:lnTo>
                  <a:pt x="9905" y="734"/>
                </a:lnTo>
                <a:lnTo>
                  <a:pt x="10198" y="624"/>
                </a:lnTo>
                <a:lnTo>
                  <a:pt x="10492" y="478"/>
                </a:lnTo>
                <a:close/>
                <a:moveTo>
                  <a:pt x="10455" y="1"/>
                </a:moveTo>
                <a:lnTo>
                  <a:pt x="10162" y="37"/>
                </a:lnTo>
                <a:lnTo>
                  <a:pt x="9832" y="147"/>
                </a:lnTo>
                <a:lnTo>
                  <a:pt x="9245" y="367"/>
                </a:lnTo>
                <a:lnTo>
                  <a:pt x="7997" y="808"/>
                </a:lnTo>
                <a:lnTo>
                  <a:pt x="5503" y="1651"/>
                </a:lnTo>
                <a:lnTo>
                  <a:pt x="2935" y="2495"/>
                </a:lnTo>
                <a:lnTo>
                  <a:pt x="1615" y="2899"/>
                </a:lnTo>
                <a:lnTo>
                  <a:pt x="918" y="3082"/>
                </a:lnTo>
                <a:lnTo>
                  <a:pt x="258" y="3339"/>
                </a:lnTo>
                <a:lnTo>
                  <a:pt x="184" y="3412"/>
                </a:lnTo>
                <a:lnTo>
                  <a:pt x="148" y="3522"/>
                </a:lnTo>
                <a:lnTo>
                  <a:pt x="38" y="3559"/>
                </a:lnTo>
                <a:lnTo>
                  <a:pt x="1" y="3595"/>
                </a:lnTo>
                <a:lnTo>
                  <a:pt x="1" y="3632"/>
                </a:lnTo>
                <a:lnTo>
                  <a:pt x="38" y="3779"/>
                </a:lnTo>
                <a:lnTo>
                  <a:pt x="111" y="3926"/>
                </a:lnTo>
                <a:lnTo>
                  <a:pt x="184" y="4036"/>
                </a:lnTo>
                <a:lnTo>
                  <a:pt x="221" y="4146"/>
                </a:lnTo>
                <a:lnTo>
                  <a:pt x="294" y="4366"/>
                </a:lnTo>
                <a:lnTo>
                  <a:pt x="588" y="5796"/>
                </a:lnTo>
                <a:lnTo>
                  <a:pt x="955" y="7227"/>
                </a:lnTo>
                <a:lnTo>
                  <a:pt x="1285" y="8658"/>
                </a:lnTo>
                <a:lnTo>
                  <a:pt x="2055" y="11482"/>
                </a:lnTo>
                <a:lnTo>
                  <a:pt x="2459" y="12876"/>
                </a:lnTo>
                <a:lnTo>
                  <a:pt x="2899" y="14233"/>
                </a:lnTo>
                <a:lnTo>
                  <a:pt x="2935" y="14380"/>
                </a:lnTo>
                <a:lnTo>
                  <a:pt x="3045" y="14416"/>
                </a:lnTo>
                <a:lnTo>
                  <a:pt x="3155" y="14453"/>
                </a:lnTo>
                <a:lnTo>
                  <a:pt x="3302" y="14416"/>
                </a:lnTo>
                <a:lnTo>
                  <a:pt x="3596" y="14343"/>
                </a:lnTo>
                <a:lnTo>
                  <a:pt x="3889" y="14270"/>
                </a:lnTo>
                <a:lnTo>
                  <a:pt x="4513" y="14086"/>
                </a:lnTo>
                <a:lnTo>
                  <a:pt x="5980" y="13793"/>
                </a:lnTo>
                <a:lnTo>
                  <a:pt x="6714" y="13610"/>
                </a:lnTo>
                <a:lnTo>
                  <a:pt x="7447" y="13353"/>
                </a:lnTo>
                <a:lnTo>
                  <a:pt x="8878" y="12839"/>
                </a:lnTo>
                <a:lnTo>
                  <a:pt x="11739" y="11775"/>
                </a:lnTo>
                <a:lnTo>
                  <a:pt x="13133" y="11225"/>
                </a:lnTo>
                <a:lnTo>
                  <a:pt x="13646" y="11078"/>
                </a:lnTo>
                <a:lnTo>
                  <a:pt x="13903" y="10968"/>
                </a:lnTo>
                <a:lnTo>
                  <a:pt x="14160" y="10822"/>
                </a:lnTo>
                <a:lnTo>
                  <a:pt x="14197" y="10932"/>
                </a:lnTo>
                <a:lnTo>
                  <a:pt x="14270" y="10968"/>
                </a:lnTo>
                <a:lnTo>
                  <a:pt x="14380" y="11005"/>
                </a:lnTo>
                <a:lnTo>
                  <a:pt x="14490" y="11005"/>
                </a:lnTo>
                <a:lnTo>
                  <a:pt x="14563" y="10932"/>
                </a:lnTo>
                <a:lnTo>
                  <a:pt x="14637" y="10895"/>
                </a:lnTo>
                <a:lnTo>
                  <a:pt x="14674" y="10785"/>
                </a:lnTo>
                <a:lnTo>
                  <a:pt x="14637" y="10675"/>
                </a:lnTo>
                <a:lnTo>
                  <a:pt x="14270" y="9318"/>
                </a:lnTo>
                <a:lnTo>
                  <a:pt x="13867" y="7997"/>
                </a:lnTo>
                <a:lnTo>
                  <a:pt x="13426" y="6640"/>
                </a:lnTo>
                <a:lnTo>
                  <a:pt x="12949" y="5356"/>
                </a:lnTo>
                <a:lnTo>
                  <a:pt x="12473" y="4036"/>
                </a:lnTo>
                <a:lnTo>
                  <a:pt x="11922" y="2752"/>
                </a:lnTo>
                <a:lnTo>
                  <a:pt x="11409" y="1468"/>
                </a:lnTo>
                <a:lnTo>
                  <a:pt x="11115" y="881"/>
                </a:lnTo>
                <a:lnTo>
                  <a:pt x="10785" y="257"/>
                </a:lnTo>
                <a:lnTo>
                  <a:pt x="10749" y="221"/>
                </a:lnTo>
                <a:lnTo>
                  <a:pt x="10675" y="184"/>
                </a:lnTo>
                <a:lnTo>
                  <a:pt x="10639" y="111"/>
                </a:lnTo>
                <a:lnTo>
                  <a:pt x="10602" y="74"/>
                </a:lnTo>
                <a:lnTo>
                  <a:pt x="10528" y="37"/>
                </a:lnTo>
                <a:lnTo>
                  <a:pt x="10455" y="1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4C2F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18" name="Google Shape;1618;p65"/>
          <p:cNvSpPr/>
          <p:nvPr/>
        </p:nvSpPr>
        <p:spPr>
          <a:xfrm rot="-5400000">
            <a:off x="8660585" y="2576008"/>
            <a:ext cx="296514" cy="379206"/>
          </a:xfrm>
          <a:custGeom>
            <a:rect b="b" l="l" r="r" t="t"/>
            <a:pathLst>
              <a:path extrusionOk="0" h="12620" w="9868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4C2F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19" name="Google Shape;1619;p65"/>
          <p:cNvSpPr/>
          <p:nvPr/>
        </p:nvSpPr>
        <p:spPr>
          <a:xfrm rot="596130">
            <a:off x="6409461" y="956162"/>
            <a:ext cx="498532" cy="563114"/>
          </a:xfrm>
          <a:custGeom>
            <a:rect b="b" l="l" r="r" t="t"/>
            <a:pathLst>
              <a:path extrusionOk="0" h="15041" w="13316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4C2F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20" name="Google Shape;1620;p65"/>
          <p:cNvSpPr/>
          <p:nvPr/>
        </p:nvSpPr>
        <p:spPr>
          <a:xfrm>
            <a:off x="7414596" y="3409717"/>
            <a:ext cx="544331" cy="363874"/>
          </a:xfrm>
          <a:custGeom>
            <a:rect b="b" l="l" r="r" t="t"/>
            <a:pathLst>
              <a:path extrusionOk="0" h="9098" w="1361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4C2F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21" name="Google Shape;1621;p65"/>
          <p:cNvSpPr/>
          <p:nvPr/>
        </p:nvSpPr>
        <p:spPr>
          <a:xfrm>
            <a:off x="8557253" y="5282499"/>
            <a:ext cx="173058" cy="185411"/>
          </a:xfrm>
          <a:custGeom>
            <a:rect b="b" l="l" r="r" t="t"/>
            <a:pathLst>
              <a:path extrusionOk="0" h="6604" w="6164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4C2F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22" name="Google Shape;1622;p65"/>
          <p:cNvSpPr/>
          <p:nvPr/>
        </p:nvSpPr>
        <p:spPr>
          <a:xfrm>
            <a:off x="7127677" y="1083228"/>
            <a:ext cx="190530" cy="135234"/>
          </a:xfrm>
          <a:custGeom>
            <a:rect b="b" l="l" r="r" t="t"/>
            <a:pathLst>
              <a:path extrusionOk="0" h="7447" w="10492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4C2F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23" name="Google Shape;1623;p65"/>
          <p:cNvSpPr/>
          <p:nvPr/>
        </p:nvSpPr>
        <p:spPr>
          <a:xfrm>
            <a:off x="8658962" y="4751455"/>
            <a:ext cx="432890" cy="307256"/>
          </a:xfrm>
          <a:custGeom>
            <a:rect b="b" l="l" r="r" t="t"/>
            <a:pathLst>
              <a:path extrusionOk="0" h="7447" w="10492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4C2F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24" name="Google Shape;1624;p65"/>
          <p:cNvSpPr/>
          <p:nvPr/>
        </p:nvSpPr>
        <p:spPr>
          <a:xfrm>
            <a:off x="8813212" y="3149082"/>
            <a:ext cx="90443" cy="96898"/>
          </a:xfrm>
          <a:custGeom>
            <a:rect b="b" l="l" r="r" t="t"/>
            <a:pathLst>
              <a:path extrusionOk="0" h="6604" w="6164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4C2F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25" name="Google Shape;1625;p65"/>
          <p:cNvSpPr/>
          <p:nvPr/>
        </p:nvSpPr>
        <p:spPr>
          <a:xfrm rot="9095131">
            <a:off x="6979320" y="1490706"/>
            <a:ext cx="185217" cy="236870"/>
          </a:xfrm>
          <a:custGeom>
            <a:rect b="b" l="l" r="r" t="t"/>
            <a:pathLst>
              <a:path extrusionOk="0" h="12620" w="9868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4C2F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26" name="Google Shape;1626;p65"/>
          <p:cNvSpPr/>
          <p:nvPr/>
        </p:nvSpPr>
        <p:spPr>
          <a:xfrm>
            <a:off x="8343159" y="4525311"/>
            <a:ext cx="242739" cy="226145"/>
          </a:xfrm>
          <a:custGeom>
            <a:rect b="b" l="l" r="r" t="t"/>
            <a:pathLst>
              <a:path extrusionOk="0" h="15004" w="16105">
                <a:moveTo>
                  <a:pt x="13170" y="587"/>
                </a:moveTo>
                <a:lnTo>
                  <a:pt x="13206" y="624"/>
                </a:lnTo>
                <a:lnTo>
                  <a:pt x="13280" y="661"/>
                </a:lnTo>
                <a:lnTo>
                  <a:pt x="13353" y="697"/>
                </a:lnTo>
                <a:lnTo>
                  <a:pt x="13610" y="771"/>
                </a:lnTo>
                <a:lnTo>
                  <a:pt x="13830" y="844"/>
                </a:lnTo>
                <a:lnTo>
                  <a:pt x="14013" y="954"/>
                </a:lnTo>
                <a:lnTo>
                  <a:pt x="14160" y="1174"/>
                </a:lnTo>
                <a:lnTo>
                  <a:pt x="14307" y="1394"/>
                </a:lnTo>
                <a:lnTo>
                  <a:pt x="14343" y="1651"/>
                </a:lnTo>
                <a:lnTo>
                  <a:pt x="14307" y="1908"/>
                </a:lnTo>
                <a:lnTo>
                  <a:pt x="14233" y="2128"/>
                </a:lnTo>
                <a:lnTo>
                  <a:pt x="14087" y="2348"/>
                </a:lnTo>
                <a:lnTo>
                  <a:pt x="13903" y="2531"/>
                </a:lnTo>
                <a:lnTo>
                  <a:pt x="13683" y="2678"/>
                </a:lnTo>
                <a:lnTo>
                  <a:pt x="13463" y="2788"/>
                </a:lnTo>
                <a:lnTo>
                  <a:pt x="13170" y="2825"/>
                </a:lnTo>
                <a:lnTo>
                  <a:pt x="12840" y="2788"/>
                </a:lnTo>
                <a:lnTo>
                  <a:pt x="12656" y="2751"/>
                </a:lnTo>
                <a:lnTo>
                  <a:pt x="12546" y="2715"/>
                </a:lnTo>
                <a:lnTo>
                  <a:pt x="12436" y="2641"/>
                </a:lnTo>
                <a:lnTo>
                  <a:pt x="12363" y="2495"/>
                </a:lnTo>
                <a:lnTo>
                  <a:pt x="12289" y="2495"/>
                </a:lnTo>
                <a:lnTo>
                  <a:pt x="12253" y="2275"/>
                </a:lnTo>
                <a:lnTo>
                  <a:pt x="12253" y="2054"/>
                </a:lnTo>
                <a:lnTo>
                  <a:pt x="12253" y="1871"/>
                </a:lnTo>
                <a:lnTo>
                  <a:pt x="12289" y="1724"/>
                </a:lnTo>
                <a:lnTo>
                  <a:pt x="12399" y="1394"/>
                </a:lnTo>
                <a:lnTo>
                  <a:pt x="12583" y="1064"/>
                </a:lnTo>
                <a:lnTo>
                  <a:pt x="12840" y="807"/>
                </a:lnTo>
                <a:lnTo>
                  <a:pt x="12986" y="697"/>
                </a:lnTo>
                <a:lnTo>
                  <a:pt x="13170" y="587"/>
                </a:lnTo>
                <a:close/>
                <a:moveTo>
                  <a:pt x="9061" y="3338"/>
                </a:moveTo>
                <a:lnTo>
                  <a:pt x="9245" y="3412"/>
                </a:lnTo>
                <a:lnTo>
                  <a:pt x="9245" y="3448"/>
                </a:lnTo>
                <a:lnTo>
                  <a:pt x="9171" y="3632"/>
                </a:lnTo>
                <a:lnTo>
                  <a:pt x="9171" y="3668"/>
                </a:lnTo>
                <a:lnTo>
                  <a:pt x="9135" y="3632"/>
                </a:lnTo>
                <a:lnTo>
                  <a:pt x="9061" y="3522"/>
                </a:lnTo>
                <a:lnTo>
                  <a:pt x="8988" y="3448"/>
                </a:lnTo>
                <a:lnTo>
                  <a:pt x="8988" y="3412"/>
                </a:lnTo>
                <a:lnTo>
                  <a:pt x="8988" y="3375"/>
                </a:lnTo>
                <a:lnTo>
                  <a:pt x="9061" y="3338"/>
                </a:lnTo>
                <a:close/>
                <a:moveTo>
                  <a:pt x="14123" y="440"/>
                </a:moveTo>
                <a:lnTo>
                  <a:pt x="14233" y="477"/>
                </a:lnTo>
                <a:lnTo>
                  <a:pt x="14307" y="587"/>
                </a:lnTo>
                <a:lnTo>
                  <a:pt x="14417" y="661"/>
                </a:lnTo>
                <a:lnTo>
                  <a:pt x="14454" y="807"/>
                </a:lnTo>
                <a:lnTo>
                  <a:pt x="14527" y="807"/>
                </a:lnTo>
                <a:lnTo>
                  <a:pt x="14490" y="624"/>
                </a:lnTo>
                <a:lnTo>
                  <a:pt x="14454" y="477"/>
                </a:lnTo>
                <a:lnTo>
                  <a:pt x="14600" y="551"/>
                </a:lnTo>
                <a:lnTo>
                  <a:pt x="14784" y="624"/>
                </a:lnTo>
                <a:lnTo>
                  <a:pt x="14967" y="771"/>
                </a:lnTo>
                <a:lnTo>
                  <a:pt x="15114" y="881"/>
                </a:lnTo>
                <a:lnTo>
                  <a:pt x="15224" y="1064"/>
                </a:lnTo>
                <a:lnTo>
                  <a:pt x="15334" y="1211"/>
                </a:lnTo>
                <a:lnTo>
                  <a:pt x="15444" y="1578"/>
                </a:lnTo>
                <a:lnTo>
                  <a:pt x="15554" y="1944"/>
                </a:lnTo>
                <a:lnTo>
                  <a:pt x="15627" y="2385"/>
                </a:lnTo>
                <a:lnTo>
                  <a:pt x="15664" y="2568"/>
                </a:lnTo>
                <a:lnTo>
                  <a:pt x="15627" y="2788"/>
                </a:lnTo>
                <a:lnTo>
                  <a:pt x="15591" y="2972"/>
                </a:lnTo>
                <a:lnTo>
                  <a:pt x="15481" y="3118"/>
                </a:lnTo>
                <a:lnTo>
                  <a:pt x="15187" y="3412"/>
                </a:lnTo>
                <a:lnTo>
                  <a:pt x="14930" y="3595"/>
                </a:lnTo>
                <a:lnTo>
                  <a:pt x="14600" y="3705"/>
                </a:lnTo>
                <a:lnTo>
                  <a:pt x="14270" y="3779"/>
                </a:lnTo>
                <a:lnTo>
                  <a:pt x="13940" y="3815"/>
                </a:lnTo>
                <a:lnTo>
                  <a:pt x="13720" y="3779"/>
                </a:lnTo>
                <a:lnTo>
                  <a:pt x="13500" y="3742"/>
                </a:lnTo>
                <a:lnTo>
                  <a:pt x="13316" y="3668"/>
                </a:lnTo>
                <a:lnTo>
                  <a:pt x="13133" y="3595"/>
                </a:lnTo>
                <a:lnTo>
                  <a:pt x="12950" y="3485"/>
                </a:lnTo>
                <a:lnTo>
                  <a:pt x="12803" y="3338"/>
                </a:lnTo>
                <a:lnTo>
                  <a:pt x="12656" y="3192"/>
                </a:lnTo>
                <a:lnTo>
                  <a:pt x="12546" y="3045"/>
                </a:lnTo>
                <a:lnTo>
                  <a:pt x="12840" y="3118"/>
                </a:lnTo>
                <a:lnTo>
                  <a:pt x="13133" y="3155"/>
                </a:lnTo>
                <a:lnTo>
                  <a:pt x="13426" y="3118"/>
                </a:lnTo>
                <a:lnTo>
                  <a:pt x="13720" y="3045"/>
                </a:lnTo>
                <a:lnTo>
                  <a:pt x="13977" y="2935"/>
                </a:lnTo>
                <a:lnTo>
                  <a:pt x="14233" y="2751"/>
                </a:lnTo>
                <a:lnTo>
                  <a:pt x="14417" y="2495"/>
                </a:lnTo>
                <a:lnTo>
                  <a:pt x="14600" y="2238"/>
                </a:lnTo>
                <a:lnTo>
                  <a:pt x="14674" y="1981"/>
                </a:lnTo>
                <a:lnTo>
                  <a:pt x="14710" y="1724"/>
                </a:lnTo>
                <a:lnTo>
                  <a:pt x="14674" y="1468"/>
                </a:lnTo>
                <a:lnTo>
                  <a:pt x="14600" y="1211"/>
                </a:lnTo>
                <a:lnTo>
                  <a:pt x="14490" y="991"/>
                </a:lnTo>
                <a:lnTo>
                  <a:pt x="14343" y="771"/>
                </a:lnTo>
                <a:lnTo>
                  <a:pt x="14160" y="587"/>
                </a:lnTo>
                <a:lnTo>
                  <a:pt x="13940" y="440"/>
                </a:lnTo>
                <a:close/>
                <a:moveTo>
                  <a:pt x="13757" y="0"/>
                </a:moveTo>
                <a:lnTo>
                  <a:pt x="13610" y="74"/>
                </a:lnTo>
                <a:lnTo>
                  <a:pt x="13353" y="110"/>
                </a:lnTo>
                <a:lnTo>
                  <a:pt x="13133" y="147"/>
                </a:lnTo>
                <a:lnTo>
                  <a:pt x="12913" y="257"/>
                </a:lnTo>
                <a:lnTo>
                  <a:pt x="12729" y="404"/>
                </a:lnTo>
                <a:lnTo>
                  <a:pt x="12509" y="551"/>
                </a:lnTo>
                <a:lnTo>
                  <a:pt x="12363" y="734"/>
                </a:lnTo>
                <a:lnTo>
                  <a:pt x="12216" y="917"/>
                </a:lnTo>
                <a:lnTo>
                  <a:pt x="12069" y="1137"/>
                </a:lnTo>
                <a:lnTo>
                  <a:pt x="11996" y="1321"/>
                </a:lnTo>
                <a:lnTo>
                  <a:pt x="11922" y="1578"/>
                </a:lnTo>
                <a:lnTo>
                  <a:pt x="11849" y="1798"/>
                </a:lnTo>
                <a:lnTo>
                  <a:pt x="11849" y="2054"/>
                </a:lnTo>
                <a:lnTo>
                  <a:pt x="11849" y="2275"/>
                </a:lnTo>
                <a:lnTo>
                  <a:pt x="11886" y="2531"/>
                </a:lnTo>
                <a:lnTo>
                  <a:pt x="11959" y="2751"/>
                </a:lnTo>
                <a:lnTo>
                  <a:pt x="12033" y="2972"/>
                </a:lnTo>
                <a:lnTo>
                  <a:pt x="12143" y="3192"/>
                </a:lnTo>
                <a:lnTo>
                  <a:pt x="12253" y="3375"/>
                </a:lnTo>
                <a:lnTo>
                  <a:pt x="12399" y="3558"/>
                </a:lnTo>
                <a:lnTo>
                  <a:pt x="12583" y="3705"/>
                </a:lnTo>
                <a:lnTo>
                  <a:pt x="12766" y="3852"/>
                </a:lnTo>
                <a:lnTo>
                  <a:pt x="12986" y="3999"/>
                </a:lnTo>
                <a:lnTo>
                  <a:pt x="13206" y="4072"/>
                </a:lnTo>
                <a:lnTo>
                  <a:pt x="13426" y="4145"/>
                </a:lnTo>
                <a:lnTo>
                  <a:pt x="13683" y="4219"/>
                </a:lnTo>
                <a:lnTo>
                  <a:pt x="14123" y="4219"/>
                </a:lnTo>
                <a:lnTo>
                  <a:pt x="14564" y="4145"/>
                </a:lnTo>
                <a:lnTo>
                  <a:pt x="15004" y="3999"/>
                </a:lnTo>
                <a:lnTo>
                  <a:pt x="15371" y="3779"/>
                </a:lnTo>
                <a:lnTo>
                  <a:pt x="15591" y="3632"/>
                </a:lnTo>
                <a:lnTo>
                  <a:pt x="15737" y="3448"/>
                </a:lnTo>
                <a:lnTo>
                  <a:pt x="15884" y="3265"/>
                </a:lnTo>
                <a:lnTo>
                  <a:pt x="15994" y="3045"/>
                </a:lnTo>
                <a:lnTo>
                  <a:pt x="16067" y="2788"/>
                </a:lnTo>
                <a:lnTo>
                  <a:pt x="16104" y="2495"/>
                </a:lnTo>
                <a:lnTo>
                  <a:pt x="16067" y="2238"/>
                </a:lnTo>
                <a:lnTo>
                  <a:pt x="15994" y="1981"/>
                </a:lnTo>
                <a:lnTo>
                  <a:pt x="15884" y="1431"/>
                </a:lnTo>
                <a:lnTo>
                  <a:pt x="15774" y="1174"/>
                </a:lnTo>
                <a:lnTo>
                  <a:pt x="15664" y="954"/>
                </a:lnTo>
                <a:lnTo>
                  <a:pt x="15517" y="734"/>
                </a:lnTo>
                <a:lnTo>
                  <a:pt x="15371" y="551"/>
                </a:lnTo>
                <a:lnTo>
                  <a:pt x="15150" y="367"/>
                </a:lnTo>
                <a:lnTo>
                  <a:pt x="14930" y="220"/>
                </a:lnTo>
                <a:lnTo>
                  <a:pt x="14637" y="74"/>
                </a:lnTo>
                <a:lnTo>
                  <a:pt x="14270" y="0"/>
                </a:lnTo>
                <a:close/>
                <a:moveTo>
                  <a:pt x="11115" y="4549"/>
                </a:moveTo>
                <a:lnTo>
                  <a:pt x="11446" y="4842"/>
                </a:lnTo>
                <a:lnTo>
                  <a:pt x="11299" y="4952"/>
                </a:lnTo>
                <a:lnTo>
                  <a:pt x="11115" y="4916"/>
                </a:lnTo>
                <a:lnTo>
                  <a:pt x="10932" y="4916"/>
                </a:lnTo>
                <a:lnTo>
                  <a:pt x="10639" y="4952"/>
                </a:lnTo>
                <a:lnTo>
                  <a:pt x="10859" y="4732"/>
                </a:lnTo>
                <a:lnTo>
                  <a:pt x="11115" y="4549"/>
                </a:lnTo>
                <a:close/>
                <a:moveTo>
                  <a:pt x="6860" y="3632"/>
                </a:moveTo>
                <a:lnTo>
                  <a:pt x="7007" y="3668"/>
                </a:lnTo>
                <a:lnTo>
                  <a:pt x="7044" y="3705"/>
                </a:lnTo>
                <a:lnTo>
                  <a:pt x="7044" y="3742"/>
                </a:lnTo>
                <a:lnTo>
                  <a:pt x="7044" y="3779"/>
                </a:lnTo>
                <a:lnTo>
                  <a:pt x="7080" y="3852"/>
                </a:lnTo>
                <a:lnTo>
                  <a:pt x="7191" y="3889"/>
                </a:lnTo>
                <a:lnTo>
                  <a:pt x="7374" y="3889"/>
                </a:lnTo>
                <a:lnTo>
                  <a:pt x="7411" y="3925"/>
                </a:lnTo>
                <a:lnTo>
                  <a:pt x="7447" y="4035"/>
                </a:lnTo>
                <a:lnTo>
                  <a:pt x="7484" y="4145"/>
                </a:lnTo>
                <a:lnTo>
                  <a:pt x="7484" y="4255"/>
                </a:lnTo>
                <a:lnTo>
                  <a:pt x="7447" y="4512"/>
                </a:lnTo>
                <a:lnTo>
                  <a:pt x="7374" y="4769"/>
                </a:lnTo>
                <a:lnTo>
                  <a:pt x="7227" y="5026"/>
                </a:lnTo>
                <a:lnTo>
                  <a:pt x="7154" y="5136"/>
                </a:lnTo>
                <a:lnTo>
                  <a:pt x="7044" y="5209"/>
                </a:lnTo>
                <a:lnTo>
                  <a:pt x="6934" y="5246"/>
                </a:lnTo>
                <a:lnTo>
                  <a:pt x="6787" y="5246"/>
                </a:lnTo>
                <a:lnTo>
                  <a:pt x="6787" y="4989"/>
                </a:lnTo>
                <a:lnTo>
                  <a:pt x="6750" y="4769"/>
                </a:lnTo>
                <a:lnTo>
                  <a:pt x="6640" y="4549"/>
                </a:lnTo>
                <a:lnTo>
                  <a:pt x="6494" y="4329"/>
                </a:lnTo>
                <a:lnTo>
                  <a:pt x="6310" y="4145"/>
                </a:lnTo>
                <a:lnTo>
                  <a:pt x="6090" y="4035"/>
                </a:lnTo>
                <a:lnTo>
                  <a:pt x="6090" y="3925"/>
                </a:lnTo>
                <a:lnTo>
                  <a:pt x="6163" y="3852"/>
                </a:lnTo>
                <a:lnTo>
                  <a:pt x="6237" y="3779"/>
                </a:lnTo>
                <a:lnTo>
                  <a:pt x="6347" y="3742"/>
                </a:lnTo>
                <a:lnTo>
                  <a:pt x="6567" y="3705"/>
                </a:lnTo>
                <a:lnTo>
                  <a:pt x="6860" y="3632"/>
                </a:lnTo>
                <a:close/>
                <a:moveTo>
                  <a:pt x="6530" y="3192"/>
                </a:moveTo>
                <a:lnTo>
                  <a:pt x="6494" y="3228"/>
                </a:lnTo>
                <a:lnTo>
                  <a:pt x="6457" y="3302"/>
                </a:lnTo>
                <a:lnTo>
                  <a:pt x="6457" y="3338"/>
                </a:lnTo>
                <a:lnTo>
                  <a:pt x="6457" y="3412"/>
                </a:lnTo>
                <a:lnTo>
                  <a:pt x="6200" y="3485"/>
                </a:lnTo>
                <a:lnTo>
                  <a:pt x="5980" y="3558"/>
                </a:lnTo>
                <a:lnTo>
                  <a:pt x="5797" y="3742"/>
                </a:lnTo>
                <a:lnTo>
                  <a:pt x="5760" y="3815"/>
                </a:lnTo>
                <a:lnTo>
                  <a:pt x="5687" y="3925"/>
                </a:lnTo>
                <a:lnTo>
                  <a:pt x="5687" y="4035"/>
                </a:lnTo>
                <a:lnTo>
                  <a:pt x="5687" y="4072"/>
                </a:lnTo>
                <a:lnTo>
                  <a:pt x="5797" y="4219"/>
                </a:lnTo>
                <a:lnTo>
                  <a:pt x="5907" y="4292"/>
                </a:lnTo>
                <a:lnTo>
                  <a:pt x="6053" y="4365"/>
                </a:lnTo>
                <a:lnTo>
                  <a:pt x="6163" y="4439"/>
                </a:lnTo>
                <a:lnTo>
                  <a:pt x="6274" y="4512"/>
                </a:lnTo>
                <a:lnTo>
                  <a:pt x="6347" y="4622"/>
                </a:lnTo>
                <a:lnTo>
                  <a:pt x="6420" y="4769"/>
                </a:lnTo>
                <a:lnTo>
                  <a:pt x="6494" y="5026"/>
                </a:lnTo>
                <a:lnTo>
                  <a:pt x="6457" y="5282"/>
                </a:lnTo>
                <a:lnTo>
                  <a:pt x="6494" y="5392"/>
                </a:lnTo>
                <a:lnTo>
                  <a:pt x="6530" y="5466"/>
                </a:lnTo>
                <a:lnTo>
                  <a:pt x="6750" y="5539"/>
                </a:lnTo>
                <a:lnTo>
                  <a:pt x="6934" y="5539"/>
                </a:lnTo>
                <a:lnTo>
                  <a:pt x="7117" y="5503"/>
                </a:lnTo>
                <a:lnTo>
                  <a:pt x="7264" y="5429"/>
                </a:lnTo>
                <a:lnTo>
                  <a:pt x="7411" y="5282"/>
                </a:lnTo>
                <a:lnTo>
                  <a:pt x="7521" y="5136"/>
                </a:lnTo>
                <a:lnTo>
                  <a:pt x="7631" y="4952"/>
                </a:lnTo>
                <a:lnTo>
                  <a:pt x="7704" y="4769"/>
                </a:lnTo>
                <a:lnTo>
                  <a:pt x="7741" y="4585"/>
                </a:lnTo>
                <a:lnTo>
                  <a:pt x="7777" y="4365"/>
                </a:lnTo>
                <a:lnTo>
                  <a:pt x="7777" y="4145"/>
                </a:lnTo>
                <a:lnTo>
                  <a:pt x="7777" y="3925"/>
                </a:lnTo>
                <a:lnTo>
                  <a:pt x="7704" y="3779"/>
                </a:lnTo>
                <a:lnTo>
                  <a:pt x="7631" y="3668"/>
                </a:lnTo>
                <a:lnTo>
                  <a:pt x="7484" y="3595"/>
                </a:lnTo>
                <a:lnTo>
                  <a:pt x="7337" y="3595"/>
                </a:lnTo>
                <a:lnTo>
                  <a:pt x="7301" y="3485"/>
                </a:lnTo>
                <a:lnTo>
                  <a:pt x="7227" y="3448"/>
                </a:lnTo>
                <a:lnTo>
                  <a:pt x="7044" y="3375"/>
                </a:lnTo>
                <a:lnTo>
                  <a:pt x="6824" y="3302"/>
                </a:lnTo>
                <a:lnTo>
                  <a:pt x="6677" y="3228"/>
                </a:lnTo>
                <a:lnTo>
                  <a:pt x="6567" y="3192"/>
                </a:lnTo>
                <a:close/>
                <a:moveTo>
                  <a:pt x="11739" y="5136"/>
                </a:moveTo>
                <a:lnTo>
                  <a:pt x="12179" y="5686"/>
                </a:lnTo>
                <a:lnTo>
                  <a:pt x="11776" y="5796"/>
                </a:lnTo>
                <a:lnTo>
                  <a:pt x="11409" y="6016"/>
                </a:lnTo>
                <a:lnTo>
                  <a:pt x="11042" y="6236"/>
                </a:lnTo>
                <a:lnTo>
                  <a:pt x="10895" y="6383"/>
                </a:lnTo>
                <a:lnTo>
                  <a:pt x="10785" y="6566"/>
                </a:lnTo>
                <a:lnTo>
                  <a:pt x="10749" y="6640"/>
                </a:lnTo>
                <a:lnTo>
                  <a:pt x="10785" y="6676"/>
                </a:lnTo>
                <a:lnTo>
                  <a:pt x="10859" y="6713"/>
                </a:lnTo>
                <a:lnTo>
                  <a:pt x="10932" y="6713"/>
                </a:lnTo>
                <a:lnTo>
                  <a:pt x="11262" y="6493"/>
                </a:lnTo>
                <a:lnTo>
                  <a:pt x="11556" y="6310"/>
                </a:lnTo>
                <a:lnTo>
                  <a:pt x="11849" y="6199"/>
                </a:lnTo>
                <a:lnTo>
                  <a:pt x="12143" y="6089"/>
                </a:lnTo>
                <a:lnTo>
                  <a:pt x="12253" y="6053"/>
                </a:lnTo>
                <a:lnTo>
                  <a:pt x="12363" y="6016"/>
                </a:lnTo>
                <a:lnTo>
                  <a:pt x="12399" y="5979"/>
                </a:lnTo>
                <a:lnTo>
                  <a:pt x="12619" y="6456"/>
                </a:lnTo>
                <a:lnTo>
                  <a:pt x="12840" y="6896"/>
                </a:lnTo>
                <a:lnTo>
                  <a:pt x="12803" y="6933"/>
                </a:lnTo>
                <a:lnTo>
                  <a:pt x="12326" y="7043"/>
                </a:lnTo>
                <a:lnTo>
                  <a:pt x="11812" y="7117"/>
                </a:lnTo>
                <a:lnTo>
                  <a:pt x="11299" y="7117"/>
                </a:lnTo>
                <a:lnTo>
                  <a:pt x="10749" y="7080"/>
                </a:lnTo>
                <a:lnTo>
                  <a:pt x="10675" y="7117"/>
                </a:lnTo>
                <a:lnTo>
                  <a:pt x="10639" y="7153"/>
                </a:lnTo>
                <a:lnTo>
                  <a:pt x="10639" y="7227"/>
                </a:lnTo>
                <a:lnTo>
                  <a:pt x="10712" y="7300"/>
                </a:lnTo>
                <a:lnTo>
                  <a:pt x="10932" y="7373"/>
                </a:lnTo>
                <a:lnTo>
                  <a:pt x="11189" y="7447"/>
                </a:lnTo>
                <a:lnTo>
                  <a:pt x="11702" y="7483"/>
                </a:lnTo>
                <a:lnTo>
                  <a:pt x="11959" y="7483"/>
                </a:lnTo>
                <a:lnTo>
                  <a:pt x="12216" y="7447"/>
                </a:lnTo>
                <a:lnTo>
                  <a:pt x="12583" y="7373"/>
                </a:lnTo>
                <a:lnTo>
                  <a:pt x="12693" y="7373"/>
                </a:lnTo>
                <a:lnTo>
                  <a:pt x="12766" y="7337"/>
                </a:lnTo>
                <a:lnTo>
                  <a:pt x="12803" y="7410"/>
                </a:lnTo>
                <a:lnTo>
                  <a:pt x="12840" y="7447"/>
                </a:lnTo>
                <a:lnTo>
                  <a:pt x="12876" y="7483"/>
                </a:lnTo>
                <a:lnTo>
                  <a:pt x="12986" y="7520"/>
                </a:lnTo>
                <a:lnTo>
                  <a:pt x="13023" y="7777"/>
                </a:lnTo>
                <a:lnTo>
                  <a:pt x="13060" y="8070"/>
                </a:lnTo>
                <a:lnTo>
                  <a:pt x="12986" y="8107"/>
                </a:lnTo>
                <a:lnTo>
                  <a:pt x="12693" y="7997"/>
                </a:lnTo>
                <a:lnTo>
                  <a:pt x="12473" y="7887"/>
                </a:lnTo>
                <a:lnTo>
                  <a:pt x="12253" y="7777"/>
                </a:lnTo>
                <a:lnTo>
                  <a:pt x="11886" y="7777"/>
                </a:lnTo>
                <a:lnTo>
                  <a:pt x="11776" y="7813"/>
                </a:lnTo>
                <a:lnTo>
                  <a:pt x="11226" y="7777"/>
                </a:lnTo>
                <a:lnTo>
                  <a:pt x="10895" y="7740"/>
                </a:lnTo>
                <a:lnTo>
                  <a:pt x="10749" y="7740"/>
                </a:lnTo>
                <a:lnTo>
                  <a:pt x="10675" y="7703"/>
                </a:lnTo>
                <a:lnTo>
                  <a:pt x="10565" y="7483"/>
                </a:lnTo>
                <a:lnTo>
                  <a:pt x="10529" y="7483"/>
                </a:lnTo>
                <a:lnTo>
                  <a:pt x="10529" y="7520"/>
                </a:lnTo>
                <a:lnTo>
                  <a:pt x="10529" y="7887"/>
                </a:lnTo>
                <a:lnTo>
                  <a:pt x="10529" y="7960"/>
                </a:lnTo>
                <a:lnTo>
                  <a:pt x="10602" y="7997"/>
                </a:lnTo>
                <a:lnTo>
                  <a:pt x="11042" y="8107"/>
                </a:lnTo>
                <a:lnTo>
                  <a:pt x="11482" y="8144"/>
                </a:lnTo>
                <a:lnTo>
                  <a:pt x="11482" y="8327"/>
                </a:lnTo>
                <a:lnTo>
                  <a:pt x="11519" y="8474"/>
                </a:lnTo>
                <a:lnTo>
                  <a:pt x="11592" y="8547"/>
                </a:lnTo>
                <a:lnTo>
                  <a:pt x="11629" y="8584"/>
                </a:lnTo>
                <a:lnTo>
                  <a:pt x="11776" y="8657"/>
                </a:lnTo>
                <a:lnTo>
                  <a:pt x="11959" y="8767"/>
                </a:lnTo>
                <a:lnTo>
                  <a:pt x="11409" y="8657"/>
                </a:lnTo>
                <a:lnTo>
                  <a:pt x="10969" y="8474"/>
                </a:lnTo>
                <a:lnTo>
                  <a:pt x="10712" y="8437"/>
                </a:lnTo>
                <a:lnTo>
                  <a:pt x="10455" y="8400"/>
                </a:lnTo>
                <a:lnTo>
                  <a:pt x="10198" y="8217"/>
                </a:lnTo>
                <a:lnTo>
                  <a:pt x="10052" y="8180"/>
                </a:lnTo>
                <a:lnTo>
                  <a:pt x="9942" y="8144"/>
                </a:lnTo>
                <a:lnTo>
                  <a:pt x="9722" y="8180"/>
                </a:lnTo>
                <a:lnTo>
                  <a:pt x="9575" y="8254"/>
                </a:lnTo>
                <a:lnTo>
                  <a:pt x="9465" y="8364"/>
                </a:lnTo>
                <a:lnTo>
                  <a:pt x="9355" y="8510"/>
                </a:lnTo>
                <a:lnTo>
                  <a:pt x="9245" y="8584"/>
                </a:lnTo>
                <a:lnTo>
                  <a:pt x="9098" y="8620"/>
                </a:lnTo>
                <a:lnTo>
                  <a:pt x="8841" y="8584"/>
                </a:lnTo>
                <a:lnTo>
                  <a:pt x="8621" y="8620"/>
                </a:lnTo>
                <a:lnTo>
                  <a:pt x="8401" y="8694"/>
                </a:lnTo>
                <a:lnTo>
                  <a:pt x="8181" y="8804"/>
                </a:lnTo>
                <a:lnTo>
                  <a:pt x="7924" y="8804"/>
                </a:lnTo>
                <a:lnTo>
                  <a:pt x="7851" y="8767"/>
                </a:lnTo>
                <a:lnTo>
                  <a:pt x="7814" y="8730"/>
                </a:lnTo>
                <a:lnTo>
                  <a:pt x="7814" y="8694"/>
                </a:lnTo>
                <a:lnTo>
                  <a:pt x="7887" y="8620"/>
                </a:lnTo>
                <a:lnTo>
                  <a:pt x="7998" y="8510"/>
                </a:lnTo>
                <a:lnTo>
                  <a:pt x="8144" y="8437"/>
                </a:lnTo>
                <a:lnTo>
                  <a:pt x="8401" y="8327"/>
                </a:lnTo>
                <a:lnTo>
                  <a:pt x="8731" y="8180"/>
                </a:lnTo>
                <a:lnTo>
                  <a:pt x="8915" y="8070"/>
                </a:lnTo>
                <a:lnTo>
                  <a:pt x="9025" y="7924"/>
                </a:lnTo>
                <a:lnTo>
                  <a:pt x="9135" y="7777"/>
                </a:lnTo>
                <a:lnTo>
                  <a:pt x="9208" y="7630"/>
                </a:lnTo>
                <a:lnTo>
                  <a:pt x="9208" y="7447"/>
                </a:lnTo>
                <a:lnTo>
                  <a:pt x="9171" y="7227"/>
                </a:lnTo>
                <a:lnTo>
                  <a:pt x="9098" y="7117"/>
                </a:lnTo>
                <a:lnTo>
                  <a:pt x="8988" y="7006"/>
                </a:lnTo>
                <a:lnTo>
                  <a:pt x="8841" y="6896"/>
                </a:lnTo>
                <a:lnTo>
                  <a:pt x="8694" y="6860"/>
                </a:lnTo>
                <a:lnTo>
                  <a:pt x="8548" y="6823"/>
                </a:lnTo>
                <a:lnTo>
                  <a:pt x="8401" y="6823"/>
                </a:lnTo>
                <a:lnTo>
                  <a:pt x="8254" y="6860"/>
                </a:lnTo>
                <a:lnTo>
                  <a:pt x="8108" y="6933"/>
                </a:lnTo>
                <a:lnTo>
                  <a:pt x="7924" y="7117"/>
                </a:lnTo>
                <a:lnTo>
                  <a:pt x="7924" y="7117"/>
                </a:lnTo>
                <a:lnTo>
                  <a:pt x="7998" y="6970"/>
                </a:lnTo>
                <a:lnTo>
                  <a:pt x="8108" y="6860"/>
                </a:lnTo>
                <a:lnTo>
                  <a:pt x="8291" y="6603"/>
                </a:lnTo>
                <a:lnTo>
                  <a:pt x="8511" y="6383"/>
                </a:lnTo>
                <a:lnTo>
                  <a:pt x="8768" y="6126"/>
                </a:lnTo>
                <a:lnTo>
                  <a:pt x="8951" y="5943"/>
                </a:lnTo>
                <a:lnTo>
                  <a:pt x="9135" y="5796"/>
                </a:lnTo>
                <a:lnTo>
                  <a:pt x="9171" y="5796"/>
                </a:lnTo>
                <a:lnTo>
                  <a:pt x="9391" y="5759"/>
                </a:lnTo>
                <a:lnTo>
                  <a:pt x="9612" y="5686"/>
                </a:lnTo>
                <a:lnTo>
                  <a:pt x="10052" y="5539"/>
                </a:lnTo>
                <a:lnTo>
                  <a:pt x="10455" y="5356"/>
                </a:lnTo>
                <a:lnTo>
                  <a:pt x="10639" y="5282"/>
                </a:lnTo>
                <a:lnTo>
                  <a:pt x="10895" y="5246"/>
                </a:lnTo>
                <a:lnTo>
                  <a:pt x="10895" y="5246"/>
                </a:lnTo>
                <a:lnTo>
                  <a:pt x="10602" y="5503"/>
                </a:lnTo>
                <a:lnTo>
                  <a:pt x="10492" y="5649"/>
                </a:lnTo>
                <a:lnTo>
                  <a:pt x="10419" y="5833"/>
                </a:lnTo>
                <a:lnTo>
                  <a:pt x="10455" y="5869"/>
                </a:lnTo>
                <a:lnTo>
                  <a:pt x="10639" y="5796"/>
                </a:lnTo>
                <a:lnTo>
                  <a:pt x="10822" y="5723"/>
                </a:lnTo>
                <a:lnTo>
                  <a:pt x="11152" y="5503"/>
                </a:lnTo>
                <a:lnTo>
                  <a:pt x="11739" y="5136"/>
                </a:lnTo>
                <a:close/>
                <a:moveTo>
                  <a:pt x="11996" y="8254"/>
                </a:moveTo>
                <a:lnTo>
                  <a:pt x="12546" y="8400"/>
                </a:lnTo>
                <a:lnTo>
                  <a:pt x="12729" y="8584"/>
                </a:lnTo>
                <a:lnTo>
                  <a:pt x="12803" y="8620"/>
                </a:lnTo>
                <a:lnTo>
                  <a:pt x="12876" y="8657"/>
                </a:lnTo>
                <a:lnTo>
                  <a:pt x="12950" y="8620"/>
                </a:lnTo>
                <a:lnTo>
                  <a:pt x="13023" y="8584"/>
                </a:lnTo>
                <a:lnTo>
                  <a:pt x="12950" y="9024"/>
                </a:lnTo>
                <a:lnTo>
                  <a:pt x="12509" y="8914"/>
                </a:lnTo>
                <a:lnTo>
                  <a:pt x="12399" y="8657"/>
                </a:lnTo>
                <a:lnTo>
                  <a:pt x="12216" y="8474"/>
                </a:lnTo>
                <a:lnTo>
                  <a:pt x="12033" y="8327"/>
                </a:lnTo>
                <a:lnTo>
                  <a:pt x="11959" y="8290"/>
                </a:lnTo>
                <a:lnTo>
                  <a:pt x="11996" y="8254"/>
                </a:lnTo>
                <a:close/>
                <a:moveTo>
                  <a:pt x="10932" y="8841"/>
                </a:moveTo>
                <a:lnTo>
                  <a:pt x="11519" y="9097"/>
                </a:lnTo>
                <a:lnTo>
                  <a:pt x="12106" y="9244"/>
                </a:lnTo>
                <a:lnTo>
                  <a:pt x="12033" y="9391"/>
                </a:lnTo>
                <a:lnTo>
                  <a:pt x="11922" y="9537"/>
                </a:lnTo>
                <a:lnTo>
                  <a:pt x="11776" y="9611"/>
                </a:lnTo>
                <a:lnTo>
                  <a:pt x="11702" y="9611"/>
                </a:lnTo>
                <a:lnTo>
                  <a:pt x="11629" y="9574"/>
                </a:lnTo>
                <a:lnTo>
                  <a:pt x="11519" y="9537"/>
                </a:lnTo>
                <a:lnTo>
                  <a:pt x="11409" y="9427"/>
                </a:lnTo>
                <a:lnTo>
                  <a:pt x="11226" y="9244"/>
                </a:lnTo>
                <a:lnTo>
                  <a:pt x="10932" y="8841"/>
                </a:lnTo>
                <a:close/>
                <a:moveTo>
                  <a:pt x="12509" y="9354"/>
                </a:moveTo>
                <a:lnTo>
                  <a:pt x="12876" y="9391"/>
                </a:lnTo>
                <a:lnTo>
                  <a:pt x="12656" y="10161"/>
                </a:lnTo>
                <a:lnTo>
                  <a:pt x="12583" y="10088"/>
                </a:lnTo>
                <a:lnTo>
                  <a:pt x="12363" y="10088"/>
                </a:lnTo>
                <a:lnTo>
                  <a:pt x="12216" y="10051"/>
                </a:lnTo>
                <a:lnTo>
                  <a:pt x="11886" y="9978"/>
                </a:lnTo>
                <a:lnTo>
                  <a:pt x="12106" y="9868"/>
                </a:lnTo>
                <a:lnTo>
                  <a:pt x="12289" y="9758"/>
                </a:lnTo>
                <a:lnTo>
                  <a:pt x="12399" y="9574"/>
                </a:lnTo>
                <a:lnTo>
                  <a:pt x="12509" y="9354"/>
                </a:lnTo>
                <a:close/>
                <a:moveTo>
                  <a:pt x="10382" y="9721"/>
                </a:moveTo>
                <a:lnTo>
                  <a:pt x="11409" y="10161"/>
                </a:lnTo>
                <a:lnTo>
                  <a:pt x="11922" y="10381"/>
                </a:lnTo>
                <a:lnTo>
                  <a:pt x="12253" y="10491"/>
                </a:lnTo>
                <a:lnTo>
                  <a:pt x="12399" y="10491"/>
                </a:lnTo>
                <a:lnTo>
                  <a:pt x="12509" y="10455"/>
                </a:lnTo>
                <a:lnTo>
                  <a:pt x="12326" y="10968"/>
                </a:lnTo>
                <a:lnTo>
                  <a:pt x="12033" y="10858"/>
                </a:lnTo>
                <a:lnTo>
                  <a:pt x="11886" y="10785"/>
                </a:lnTo>
                <a:lnTo>
                  <a:pt x="11776" y="10711"/>
                </a:lnTo>
                <a:lnTo>
                  <a:pt x="11519" y="10528"/>
                </a:lnTo>
                <a:lnTo>
                  <a:pt x="11409" y="10418"/>
                </a:lnTo>
                <a:lnTo>
                  <a:pt x="11262" y="10344"/>
                </a:lnTo>
                <a:lnTo>
                  <a:pt x="11079" y="10308"/>
                </a:lnTo>
                <a:lnTo>
                  <a:pt x="10895" y="10271"/>
                </a:lnTo>
                <a:lnTo>
                  <a:pt x="10492" y="10234"/>
                </a:lnTo>
                <a:lnTo>
                  <a:pt x="10455" y="9978"/>
                </a:lnTo>
                <a:lnTo>
                  <a:pt x="10382" y="9721"/>
                </a:lnTo>
                <a:close/>
                <a:moveTo>
                  <a:pt x="10455" y="10528"/>
                </a:moveTo>
                <a:lnTo>
                  <a:pt x="10785" y="10601"/>
                </a:lnTo>
                <a:lnTo>
                  <a:pt x="10969" y="10638"/>
                </a:lnTo>
                <a:lnTo>
                  <a:pt x="11115" y="10711"/>
                </a:lnTo>
                <a:lnTo>
                  <a:pt x="11336" y="10821"/>
                </a:lnTo>
                <a:lnTo>
                  <a:pt x="11519" y="10968"/>
                </a:lnTo>
                <a:lnTo>
                  <a:pt x="11702" y="11115"/>
                </a:lnTo>
                <a:lnTo>
                  <a:pt x="11886" y="11262"/>
                </a:lnTo>
                <a:lnTo>
                  <a:pt x="12106" y="11335"/>
                </a:lnTo>
                <a:lnTo>
                  <a:pt x="11739" y="11922"/>
                </a:lnTo>
                <a:lnTo>
                  <a:pt x="11629" y="11922"/>
                </a:lnTo>
                <a:lnTo>
                  <a:pt x="11482" y="11885"/>
                </a:lnTo>
                <a:lnTo>
                  <a:pt x="11226" y="11738"/>
                </a:lnTo>
                <a:lnTo>
                  <a:pt x="10565" y="11482"/>
                </a:lnTo>
                <a:lnTo>
                  <a:pt x="10272" y="11335"/>
                </a:lnTo>
                <a:lnTo>
                  <a:pt x="10382" y="10968"/>
                </a:lnTo>
                <a:lnTo>
                  <a:pt x="10455" y="10601"/>
                </a:lnTo>
                <a:lnTo>
                  <a:pt x="10455" y="10528"/>
                </a:lnTo>
                <a:close/>
                <a:moveTo>
                  <a:pt x="10125" y="11665"/>
                </a:moveTo>
                <a:lnTo>
                  <a:pt x="10785" y="11958"/>
                </a:lnTo>
                <a:lnTo>
                  <a:pt x="11115" y="12142"/>
                </a:lnTo>
                <a:lnTo>
                  <a:pt x="11299" y="12215"/>
                </a:lnTo>
                <a:lnTo>
                  <a:pt x="11482" y="12289"/>
                </a:lnTo>
                <a:lnTo>
                  <a:pt x="11226" y="12655"/>
                </a:lnTo>
                <a:lnTo>
                  <a:pt x="10895" y="12545"/>
                </a:lnTo>
                <a:lnTo>
                  <a:pt x="10455" y="12399"/>
                </a:lnTo>
                <a:lnTo>
                  <a:pt x="10052" y="12252"/>
                </a:lnTo>
                <a:lnTo>
                  <a:pt x="9868" y="12142"/>
                </a:lnTo>
                <a:lnTo>
                  <a:pt x="10125" y="11665"/>
                </a:lnTo>
                <a:close/>
                <a:moveTo>
                  <a:pt x="9355" y="9574"/>
                </a:moveTo>
                <a:lnTo>
                  <a:pt x="9575" y="9611"/>
                </a:lnTo>
                <a:lnTo>
                  <a:pt x="9795" y="9648"/>
                </a:lnTo>
                <a:lnTo>
                  <a:pt x="9978" y="9758"/>
                </a:lnTo>
                <a:lnTo>
                  <a:pt x="10052" y="9868"/>
                </a:lnTo>
                <a:lnTo>
                  <a:pt x="10088" y="9941"/>
                </a:lnTo>
                <a:lnTo>
                  <a:pt x="10125" y="10088"/>
                </a:lnTo>
                <a:lnTo>
                  <a:pt x="10125" y="10198"/>
                </a:lnTo>
                <a:lnTo>
                  <a:pt x="9832" y="10161"/>
                </a:lnTo>
                <a:lnTo>
                  <a:pt x="9795" y="10198"/>
                </a:lnTo>
                <a:lnTo>
                  <a:pt x="9795" y="10234"/>
                </a:lnTo>
                <a:lnTo>
                  <a:pt x="9942" y="10344"/>
                </a:lnTo>
                <a:lnTo>
                  <a:pt x="10088" y="10455"/>
                </a:lnTo>
                <a:lnTo>
                  <a:pt x="10015" y="10785"/>
                </a:lnTo>
                <a:lnTo>
                  <a:pt x="9942" y="11078"/>
                </a:lnTo>
                <a:lnTo>
                  <a:pt x="9905" y="11188"/>
                </a:lnTo>
                <a:lnTo>
                  <a:pt x="9648" y="11115"/>
                </a:lnTo>
                <a:lnTo>
                  <a:pt x="9391" y="11078"/>
                </a:lnTo>
                <a:lnTo>
                  <a:pt x="9355" y="11078"/>
                </a:lnTo>
                <a:lnTo>
                  <a:pt x="9318" y="11115"/>
                </a:lnTo>
                <a:lnTo>
                  <a:pt x="9318" y="11151"/>
                </a:lnTo>
                <a:lnTo>
                  <a:pt x="9355" y="11188"/>
                </a:lnTo>
                <a:lnTo>
                  <a:pt x="9538" y="11372"/>
                </a:lnTo>
                <a:lnTo>
                  <a:pt x="9795" y="11518"/>
                </a:lnTo>
                <a:lnTo>
                  <a:pt x="9501" y="11995"/>
                </a:lnTo>
                <a:lnTo>
                  <a:pt x="9061" y="11812"/>
                </a:lnTo>
                <a:lnTo>
                  <a:pt x="8584" y="11628"/>
                </a:lnTo>
                <a:lnTo>
                  <a:pt x="8548" y="11628"/>
                </a:lnTo>
                <a:lnTo>
                  <a:pt x="8548" y="11702"/>
                </a:lnTo>
                <a:lnTo>
                  <a:pt x="8731" y="11848"/>
                </a:lnTo>
                <a:lnTo>
                  <a:pt x="8915" y="12032"/>
                </a:lnTo>
                <a:lnTo>
                  <a:pt x="9318" y="12289"/>
                </a:lnTo>
                <a:lnTo>
                  <a:pt x="9061" y="12582"/>
                </a:lnTo>
                <a:lnTo>
                  <a:pt x="8805" y="12802"/>
                </a:lnTo>
                <a:lnTo>
                  <a:pt x="8548" y="12692"/>
                </a:lnTo>
                <a:lnTo>
                  <a:pt x="8401" y="12069"/>
                </a:lnTo>
                <a:lnTo>
                  <a:pt x="8291" y="11445"/>
                </a:lnTo>
                <a:lnTo>
                  <a:pt x="8218" y="11298"/>
                </a:lnTo>
                <a:lnTo>
                  <a:pt x="8144" y="11188"/>
                </a:lnTo>
                <a:lnTo>
                  <a:pt x="8034" y="11115"/>
                </a:lnTo>
                <a:lnTo>
                  <a:pt x="7374" y="11115"/>
                </a:lnTo>
                <a:lnTo>
                  <a:pt x="7264" y="11078"/>
                </a:lnTo>
                <a:lnTo>
                  <a:pt x="7154" y="11041"/>
                </a:lnTo>
                <a:lnTo>
                  <a:pt x="7007" y="10895"/>
                </a:lnTo>
                <a:lnTo>
                  <a:pt x="6897" y="10675"/>
                </a:lnTo>
                <a:lnTo>
                  <a:pt x="6860" y="10455"/>
                </a:lnTo>
                <a:lnTo>
                  <a:pt x="6860" y="10344"/>
                </a:lnTo>
                <a:lnTo>
                  <a:pt x="6897" y="10234"/>
                </a:lnTo>
                <a:lnTo>
                  <a:pt x="6934" y="10124"/>
                </a:lnTo>
                <a:lnTo>
                  <a:pt x="7007" y="10051"/>
                </a:lnTo>
                <a:lnTo>
                  <a:pt x="7227" y="9978"/>
                </a:lnTo>
                <a:lnTo>
                  <a:pt x="7447" y="9904"/>
                </a:lnTo>
                <a:lnTo>
                  <a:pt x="8328" y="9721"/>
                </a:lnTo>
                <a:lnTo>
                  <a:pt x="8401" y="9758"/>
                </a:lnTo>
                <a:lnTo>
                  <a:pt x="8548" y="9758"/>
                </a:lnTo>
                <a:lnTo>
                  <a:pt x="8841" y="9648"/>
                </a:lnTo>
                <a:lnTo>
                  <a:pt x="9135" y="9574"/>
                </a:lnTo>
                <a:close/>
                <a:moveTo>
                  <a:pt x="1028" y="7373"/>
                </a:moveTo>
                <a:lnTo>
                  <a:pt x="1028" y="7887"/>
                </a:lnTo>
                <a:lnTo>
                  <a:pt x="1101" y="8437"/>
                </a:lnTo>
                <a:lnTo>
                  <a:pt x="1138" y="8474"/>
                </a:lnTo>
                <a:lnTo>
                  <a:pt x="1211" y="8510"/>
                </a:lnTo>
                <a:lnTo>
                  <a:pt x="1285" y="8510"/>
                </a:lnTo>
                <a:lnTo>
                  <a:pt x="1358" y="8474"/>
                </a:lnTo>
                <a:lnTo>
                  <a:pt x="1872" y="8070"/>
                </a:lnTo>
                <a:lnTo>
                  <a:pt x="1945" y="8951"/>
                </a:lnTo>
                <a:lnTo>
                  <a:pt x="1982" y="9611"/>
                </a:lnTo>
                <a:lnTo>
                  <a:pt x="1982" y="9758"/>
                </a:lnTo>
                <a:lnTo>
                  <a:pt x="1982" y="9904"/>
                </a:lnTo>
                <a:lnTo>
                  <a:pt x="1872" y="10014"/>
                </a:lnTo>
                <a:lnTo>
                  <a:pt x="1762" y="10088"/>
                </a:lnTo>
                <a:lnTo>
                  <a:pt x="1615" y="10271"/>
                </a:lnTo>
                <a:lnTo>
                  <a:pt x="1505" y="10455"/>
                </a:lnTo>
                <a:lnTo>
                  <a:pt x="1468" y="10638"/>
                </a:lnTo>
                <a:lnTo>
                  <a:pt x="1468" y="10858"/>
                </a:lnTo>
                <a:lnTo>
                  <a:pt x="1505" y="11078"/>
                </a:lnTo>
                <a:lnTo>
                  <a:pt x="1578" y="11298"/>
                </a:lnTo>
                <a:lnTo>
                  <a:pt x="1688" y="11702"/>
                </a:lnTo>
                <a:lnTo>
                  <a:pt x="2165" y="12876"/>
                </a:lnTo>
                <a:lnTo>
                  <a:pt x="1835" y="12509"/>
                </a:lnTo>
                <a:lnTo>
                  <a:pt x="1505" y="12142"/>
                </a:lnTo>
                <a:lnTo>
                  <a:pt x="1211" y="11665"/>
                </a:lnTo>
                <a:lnTo>
                  <a:pt x="918" y="11188"/>
                </a:lnTo>
                <a:lnTo>
                  <a:pt x="735" y="10675"/>
                </a:lnTo>
                <a:lnTo>
                  <a:pt x="588" y="10161"/>
                </a:lnTo>
                <a:lnTo>
                  <a:pt x="551" y="9831"/>
                </a:lnTo>
                <a:lnTo>
                  <a:pt x="514" y="9501"/>
                </a:lnTo>
                <a:lnTo>
                  <a:pt x="551" y="9171"/>
                </a:lnTo>
                <a:lnTo>
                  <a:pt x="588" y="8841"/>
                </a:lnTo>
                <a:lnTo>
                  <a:pt x="771" y="8180"/>
                </a:lnTo>
                <a:lnTo>
                  <a:pt x="955" y="7557"/>
                </a:lnTo>
                <a:lnTo>
                  <a:pt x="1028" y="7373"/>
                </a:lnTo>
                <a:close/>
                <a:moveTo>
                  <a:pt x="9612" y="12472"/>
                </a:moveTo>
                <a:lnTo>
                  <a:pt x="9942" y="12619"/>
                </a:lnTo>
                <a:lnTo>
                  <a:pt x="10675" y="12912"/>
                </a:lnTo>
                <a:lnTo>
                  <a:pt x="10895" y="12986"/>
                </a:lnTo>
                <a:lnTo>
                  <a:pt x="10529" y="13316"/>
                </a:lnTo>
                <a:lnTo>
                  <a:pt x="10162" y="13609"/>
                </a:lnTo>
                <a:lnTo>
                  <a:pt x="9685" y="13279"/>
                </a:lnTo>
                <a:lnTo>
                  <a:pt x="9171" y="12986"/>
                </a:lnTo>
                <a:lnTo>
                  <a:pt x="9391" y="12729"/>
                </a:lnTo>
                <a:lnTo>
                  <a:pt x="9612" y="12472"/>
                </a:lnTo>
                <a:close/>
                <a:moveTo>
                  <a:pt x="2569" y="5209"/>
                </a:moveTo>
                <a:lnTo>
                  <a:pt x="2899" y="5319"/>
                </a:lnTo>
                <a:lnTo>
                  <a:pt x="3266" y="5356"/>
                </a:lnTo>
                <a:lnTo>
                  <a:pt x="3999" y="5356"/>
                </a:lnTo>
                <a:lnTo>
                  <a:pt x="4733" y="5429"/>
                </a:lnTo>
                <a:lnTo>
                  <a:pt x="5467" y="5539"/>
                </a:lnTo>
                <a:lnTo>
                  <a:pt x="5320" y="5649"/>
                </a:lnTo>
                <a:lnTo>
                  <a:pt x="5173" y="5723"/>
                </a:lnTo>
                <a:lnTo>
                  <a:pt x="4880" y="5833"/>
                </a:lnTo>
                <a:lnTo>
                  <a:pt x="4696" y="5943"/>
                </a:lnTo>
                <a:lnTo>
                  <a:pt x="4513" y="6053"/>
                </a:lnTo>
                <a:lnTo>
                  <a:pt x="4366" y="6236"/>
                </a:lnTo>
                <a:lnTo>
                  <a:pt x="4293" y="6420"/>
                </a:lnTo>
                <a:lnTo>
                  <a:pt x="4256" y="6493"/>
                </a:lnTo>
                <a:lnTo>
                  <a:pt x="4293" y="6603"/>
                </a:lnTo>
                <a:lnTo>
                  <a:pt x="4329" y="6676"/>
                </a:lnTo>
                <a:lnTo>
                  <a:pt x="4366" y="6750"/>
                </a:lnTo>
                <a:lnTo>
                  <a:pt x="4439" y="6823"/>
                </a:lnTo>
                <a:lnTo>
                  <a:pt x="4549" y="6823"/>
                </a:lnTo>
                <a:lnTo>
                  <a:pt x="4660" y="6860"/>
                </a:lnTo>
                <a:lnTo>
                  <a:pt x="4696" y="6933"/>
                </a:lnTo>
                <a:lnTo>
                  <a:pt x="4733" y="7117"/>
                </a:lnTo>
                <a:lnTo>
                  <a:pt x="4770" y="7300"/>
                </a:lnTo>
                <a:lnTo>
                  <a:pt x="4770" y="7667"/>
                </a:lnTo>
                <a:lnTo>
                  <a:pt x="4806" y="7813"/>
                </a:lnTo>
                <a:lnTo>
                  <a:pt x="4586" y="7520"/>
                </a:lnTo>
                <a:lnTo>
                  <a:pt x="4366" y="7263"/>
                </a:lnTo>
                <a:lnTo>
                  <a:pt x="4256" y="7190"/>
                </a:lnTo>
                <a:lnTo>
                  <a:pt x="4146" y="7153"/>
                </a:lnTo>
                <a:lnTo>
                  <a:pt x="3999" y="7117"/>
                </a:lnTo>
                <a:lnTo>
                  <a:pt x="3889" y="7153"/>
                </a:lnTo>
                <a:lnTo>
                  <a:pt x="3632" y="7227"/>
                </a:lnTo>
                <a:lnTo>
                  <a:pt x="3412" y="7373"/>
                </a:lnTo>
                <a:lnTo>
                  <a:pt x="3192" y="7593"/>
                </a:lnTo>
                <a:lnTo>
                  <a:pt x="2972" y="7813"/>
                </a:lnTo>
                <a:lnTo>
                  <a:pt x="2825" y="8070"/>
                </a:lnTo>
                <a:lnTo>
                  <a:pt x="2715" y="8364"/>
                </a:lnTo>
                <a:lnTo>
                  <a:pt x="2642" y="8657"/>
                </a:lnTo>
                <a:lnTo>
                  <a:pt x="2605" y="8951"/>
                </a:lnTo>
                <a:lnTo>
                  <a:pt x="2605" y="9244"/>
                </a:lnTo>
                <a:lnTo>
                  <a:pt x="2679" y="9537"/>
                </a:lnTo>
                <a:lnTo>
                  <a:pt x="2679" y="9611"/>
                </a:lnTo>
                <a:lnTo>
                  <a:pt x="2752" y="9648"/>
                </a:lnTo>
                <a:lnTo>
                  <a:pt x="2789" y="9684"/>
                </a:lnTo>
                <a:lnTo>
                  <a:pt x="3156" y="9684"/>
                </a:lnTo>
                <a:lnTo>
                  <a:pt x="3449" y="9758"/>
                </a:lnTo>
                <a:lnTo>
                  <a:pt x="3706" y="9868"/>
                </a:lnTo>
                <a:lnTo>
                  <a:pt x="3963" y="10014"/>
                </a:lnTo>
                <a:lnTo>
                  <a:pt x="4183" y="10198"/>
                </a:lnTo>
                <a:lnTo>
                  <a:pt x="4403" y="10418"/>
                </a:lnTo>
                <a:lnTo>
                  <a:pt x="4770" y="10858"/>
                </a:lnTo>
                <a:lnTo>
                  <a:pt x="4403" y="11151"/>
                </a:lnTo>
                <a:lnTo>
                  <a:pt x="4109" y="11445"/>
                </a:lnTo>
                <a:lnTo>
                  <a:pt x="3816" y="11775"/>
                </a:lnTo>
                <a:lnTo>
                  <a:pt x="3596" y="12142"/>
                </a:lnTo>
                <a:lnTo>
                  <a:pt x="3412" y="12545"/>
                </a:lnTo>
                <a:lnTo>
                  <a:pt x="3266" y="12986"/>
                </a:lnTo>
                <a:lnTo>
                  <a:pt x="3192" y="13426"/>
                </a:lnTo>
                <a:lnTo>
                  <a:pt x="3156" y="13866"/>
                </a:lnTo>
                <a:lnTo>
                  <a:pt x="3082" y="13829"/>
                </a:lnTo>
                <a:lnTo>
                  <a:pt x="2972" y="13719"/>
                </a:lnTo>
                <a:lnTo>
                  <a:pt x="2899" y="13572"/>
                </a:lnTo>
                <a:lnTo>
                  <a:pt x="2459" y="12582"/>
                </a:lnTo>
                <a:lnTo>
                  <a:pt x="2092" y="11702"/>
                </a:lnTo>
                <a:lnTo>
                  <a:pt x="1945" y="11262"/>
                </a:lnTo>
                <a:lnTo>
                  <a:pt x="1872" y="10821"/>
                </a:lnTo>
                <a:lnTo>
                  <a:pt x="1872" y="10638"/>
                </a:lnTo>
                <a:lnTo>
                  <a:pt x="1945" y="10491"/>
                </a:lnTo>
                <a:lnTo>
                  <a:pt x="2055" y="10381"/>
                </a:lnTo>
                <a:lnTo>
                  <a:pt x="2202" y="10271"/>
                </a:lnTo>
                <a:lnTo>
                  <a:pt x="2312" y="10161"/>
                </a:lnTo>
                <a:lnTo>
                  <a:pt x="2385" y="10051"/>
                </a:lnTo>
                <a:lnTo>
                  <a:pt x="2385" y="9904"/>
                </a:lnTo>
                <a:lnTo>
                  <a:pt x="2385" y="9721"/>
                </a:lnTo>
                <a:lnTo>
                  <a:pt x="2312" y="8730"/>
                </a:lnTo>
                <a:lnTo>
                  <a:pt x="2165" y="7740"/>
                </a:lnTo>
                <a:lnTo>
                  <a:pt x="2165" y="7667"/>
                </a:lnTo>
                <a:lnTo>
                  <a:pt x="2092" y="7593"/>
                </a:lnTo>
                <a:lnTo>
                  <a:pt x="1945" y="7593"/>
                </a:lnTo>
                <a:lnTo>
                  <a:pt x="1358" y="8070"/>
                </a:lnTo>
                <a:lnTo>
                  <a:pt x="1321" y="7667"/>
                </a:lnTo>
                <a:lnTo>
                  <a:pt x="1358" y="7263"/>
                </a:lnTo>
                <a:lnTo>
                  <a:pt x="1395" y="6860"/>
                </a:lnTo>
                <a:lnTo>
                  <a:pt x="1505" y="6456"/>
                </a:lnTo>
                <a:lnTo>
                  <a:pt x="1505" y="6383"/>
                </a:lnTo>
                <a:lnTo>
                  <a:pt x="1468" y="6310"/>
                </a:lnTo>
                <a:lnTo>
                  <a:pt x="1725" y="5796"/>
                </a:lnTo>
                <a:lnTo>
                  <a:pt x="1982" y="5319"/>
                </a:lnTo>
                <a:lnTo>
                  <a:pt x="2239" y="5356"/>
                </a:lnTo>
                <a:lnTo>
                  <a:pt x="2495" y="5392"/>
                </a:lnTo>
                <a:lnTo>
                  <a:pt x="2569" y="5356"/>
                </a:lnTo>
                <a:lnTo>
                  <a:pt x="2605" y="5319"/>
                </a:lnTo>
                <a:lnTo>
                  <a:pt x="2605" y="5282"/>
                </a:lnTo>
                <a:lnTo>
                  <a:pt x="2569" y="5209"/>
                </a:lnTo>
                <a:close/>
                <a:moveTo>
                  <a:pt x="8805" y="13939"/>
                </a:moveTo>
                <a:lnTo>
                  <a:pt x="9098" y="13976"/>
                </a:lnTo>
                <a:lnTo>
                  <a:pt x="9391" y="14049"/>
                </a:lnTo>
                <a:lnTo>
                  <a:pt x="9208" y="14086"/>
                </a:lnTo>
                <a:lnTo>
                  <a:pt x="9171" y="14049"/>
                </a:lnTo>
                <a:lnTo>
                  <a:pt x="9061" y="14049"/>
                </a:lnTo>
                <a:lnTo>
                  <a:pt x="8988" y="13976"/>
                </a:lnTo>
                <a:lnTo>
                  <a:pt x="8805" y="13939"/>
                </a:lnTo>
                <a:close/>
                <a:moveTo>
                  <a:pt x="5815" y="14178"/>
                </a:moveTo>
                <a:lnTo>
                  <a:pt x="5797" y="14196"/>
                </a:lnTo>
                <a:lnTo>
                  <a:pt x="5760" y="14196"/>
                </a:lnTo>
                <a:lnTo>
                  <a:pt x="5815" y="14178"/>
                </a:lnTo>
                <a:close/>
                <a:moveTo>
                  <a:pt x="7154" y="2935"/>
                </a:moveTo>
                <a:lnTo>
                  <a:pt x="7594" y="3008"/>
                </a:lnTo>
                <a:lnTo>
                  <a:pt x="8034" y="3082"/>
                </a:lnTo>
                <a:lnTo>
                  <a:pt x="8438" y="3155"/>
                </a:lnTo>
                <a:lnTo>
                  <a:pt x="8401" y="3192"/>
                </a:lnTo>
                <a:lnTo>
                  <a:pt x="8401" y="3228"/>
                </a:lnTo>
                <a:lnTo>
                  <a:pt x="8401" y="3265"/>
                </a:lnTo>
                <a:lnTo>
                  <a:pt x="8438" y="3265"/>
                </a:lnTo>
                <a:lnTo>
                  <a:pt x="8621" y="3228"/>
                </a:lnTo>
                <a:lnTo>
                  <a:pt x="8768" y="3265"/>
                </a:lnTo>
                <a:lnTo>
                  <a:pt x="8805" y="3265"/>
                </a:lnTo>
                <a:lnTo>
                  <a:pt x="8768" y="3338"/>
                </a:lnTo>
                <a:lnTo>
                  <a:pt x="8768" y="3412"/>
                </a:lnTo>
                <a:lnTo>
                  <a:pt x="8768" y="3448"/>
                </a:lnTo>
                <a:lnTo>
                  <a:pt x="8805" y="3485"/>
                </a:lnTo>
                <a:lnTo>
                  <a:pt x="8841" y="3485"/>
                </a:lnTo>
                <a:lnTo>
                  <a:pt x="8915" y="3522"/>
                </a:lnTo>
                <a:lnTo>
                  <a:pt x="8988" y="3558"/>
                </a:lnTo>
                <a:lnTo>
                  <a:pt x="9098" y="3668"/>
                </a:lnTo>
                <a:lnTo>
                  <a:pt x="9208" y="3815"/>
                </a:lnTo>
                <a:lnTo>
                  <a:pt x="9245" y="3852"/>
                </a:lnTo>
                <a:lnTo>
                  <a:pt x="9281" y="3889"/>
                </a:lnTo>
                <a:lnTo>
                  <a:pt x="9318" y="3852"/>
                </a:lnTo>
                <a:lnTo>
                  <a:pt x="9391" y="3742"/>
                </a:lnTo>
                <a:lnTo>
                  <a:pt x="9465" y="3632"/>
                </a:lnTo>
                <a:lnTo>
                  <a:pt x="9538" y="3558"/>
                </a:lnTo>
                <a:lnTo>
                  <a:pt x="9758" y="3632"/>
                </a:lnTo>
                <a:lnTo>
                  <a:pt x="9612" y="3815"/>
                </a:lnTo>
                <a:lnTo>
                  <a:pt x="9501" y="3999"/>
                </a:lnTo>
                <a:lnTo>
                  <a:pt x="9465" y="4072"/>
                </a:lnTo>
                <a:lnTo>
                  <a:pt x="9465" y="4182"/>
                </a:lnTo>
                <a:lnTo>
                  <a:pt x="9575" y="4182"/>
                </a:lnTo>
                <a:lnTo>
                  <a:pt x="9648" y="4145"/>
                </a:lnTo>
                <a:lnTo>
                  <a:pt x="9795" y="4035"/>
                </a:lnTo>
                <a:lnTo>
                  <a:pt x="10052" y="3815"/>
                </a:lnTo>
                <a:lnTo>
                  <a:pt x="10308" y="3962"/>
                </a:lnTo>
                <a:lnTo>
                  <a:pt x="10235" y="4035"/>
                </a:lnTo>
                <a:lnTo>
                  <a:pt x="9978" y="4365"/>
                </a:lnTo>
                <a:lnTo>
                  <a:pt x="9868" y="4512"/>
                </a:lnTo>
                <a:lnTo>
                  <a:pt x="9795" y="4696"/>
                </a:lnTo>
                <a:lnTo>
                  <a:pt x="9795" y="4732"/>
                </a:lnTo>
                <a:lnTo>
                  <a:pt x="9832" y="4732"/>
                </a:lnTo>
                <a:lnTo>
                  <a:pt x="10015" y="4659"/>
                </a:lnTo>
                <a:lnTo>
                  <a:pt x="10198" y="4549"/>
                </a:lnTo>
                <a:lnTo>
                  <a:pt x="10492" y="4329"/>
                </a:lnTo>
                <a:lnTo>
                  <a:pt x="10639" y="4182"/>
                </a:lnTo>
                <a:lnTo>
                  <a:pt x="10822" y="4292"/>
                </a:lnTo>
                <a:lnTo>
                  <a:pt x="10565" y="4549"/>
                </a:lnTo>
                <a:lnTo>
                  <a:pt x="10272" y="4879"/>
                </a:lnTo>
                <a:lnTo>
                  <a:pt x="10052" y="5209"/>
                </a:lnTo>
                <a:lnTo>
                  <a:pt x="9942" y="5246"/>
                </a:lnTo>
                <a:lnTo>
                  <a:pt x="9648" y="5392"/>
                </a:lnTo>
                <a:lnTo>
                  <a:pt x="9391" y="5539"/>
                </a:lnTo>
                <a:lnTo>
                  <a:pt x="9281" y="5539"/>
                </a:lnTo>
                <a:lnTo>
                  <a:pt x="9135" y="5576"/>
                </a:lnTo>
                <a:lnTo>
                  <a:pt x="8805" y="5759"/>
                </a:lnTo>
                <a:lnTo>
                  <a:pt x="8548" y="5979"/>
                </a:lnTo>
                <a:lnTo>
                  <a:pt x="8364" y="6089"/>
                </a:lnTo>
                <a:lnTo>
                  <a:pt x="8071" y="6346"/>
                </a:lnTo>
                <a:lnTo>
                  <a:pt x="7924" y="6566"/>
                </a:lnTo>
                <a:lnTo>
                  <a:pt x="7741" y="6750"/>
                </a:lnTo>
                <a:lnTo>
                  <a:pt x="7631" y="6970"/>
                </a:lnTo>
                <a:lnTo>
                  <a:pt x="7594" y="7153"/>
                </a:lnTo>
                <a:lnTo>
                  <a:pt x="7631" y="7227"/>
                </a:lnTo>
                <a:lnTo>
                  <a:pt x="7667" y="7300"/>
                </a:lnTo>
                <a:lnTo>
                  <a:pt x="7741" y="7373"/>
                </a:lnTo>
                <a:lnTo>
                  <a:pt x="7851" y="7410"/>
                </a:lnTo>
                <a:lnTo>
                  <a:pt x="7998" y="7410"/>
                </a:lnTo>
                <a:lnTo>
                  <a:pt x="8144" y="7337"/>
                </a:lnTo>
                <a:lnTo>
                  <a:pt x="8401" y="7190"/>
                </a:lnTo>
                <a:lnTo>
                  <a:pt x="8548" y="7153"/>
                </a:lnTo>
                <a:lnTo>
                  <a:pt x="8731" y="7227"/>
                </a:lnTo>
                <a:lnTo>
                  <a:pt x="8805" y="7263"/>
                </a:lnTo>
                <a:lnTo>
                  <a:pt x="8878" y="7337"/>
                </a:lnTo>
                <a:lnTo>
                  <a:pt x="8915" y="7410"/>
                </a:lnTo>
                <a:lnTo>
                  <a:pt x="8915" y="7483"/>
                </a:lnTo>
                <a:lnTo>
                  <a:pt x="8841" y="7593"/>
                </a:lnTo>
                <a:lnTo>
                  <a:pt x="8731" y="7740"/>
                </a:lnTo>
                <a:lnTo>
                  <a:pt x="8584" y="7850"/>
                </a:lnTo>
                <a:lnTo>
                  <a:pt x="8401" y="7960"/>
                </a:lnTo>
                <a:lnTo>
                  <a:pt x="8144" y="8070"/>
                </a:lnTo>
                <a:lnTo>
                  <a:pt x="7961" y="8144"/>
                </a:lnTo>
                <a:lnTo>
                  <a:pt x="7741" y="8254"/>
                </a:lnTo>
                <a:lnTo>
                  <a:pt x="7557" y="8400"/>
                </a:lnTo>
                <a:lnTo>
                  <a:pt x="7521" y="8474"/>
                </a:lnTo>
                <a:lnTo>
                  <a:pt x="7484" y="8584"/>
                </a:lnTo>
                <a:lnTo>
                  <a:pt x="7447" y="8767"/>
                </a:lnTo>
                <a:lnTo>
                  <a:pt x="7521" y="8914"/>
                </a:lnTo>
                <a:lnTo>
                  <a:pt x="7631" y="9061"/>
                </a:lnTo>
                <a:lnTo>
                  <a:pt x="7777" y="9134"/>
                </a:lnTo>
                <a:lnTo>
                  <a:pt x="7887" y="9171"/>
                </a:lnTo>
                <a:lnTo>
                  <a:pt x="8034" y="9207"/>
                </a:lnTo>
                <a:lnTo>
                  <a:pt x="8254" y="9134"/>
                </a:lnTo>
                <a:lnTo>
                  <a:pt x="8694" y="8951"/>
                </a:lnTo>
                <a:lnTo>
                  <a:pt x="9208" y="8951"/>
                </a:lnTo>
                <a:lnTo>
                  <a:pt x="9391" y="8877"/>
                </a:lnTo>
                <a:lnTo>
                  <a:pt x="9575" y="8767"/>
                </a:lnTo>
                <a:lnTo>
                  <a:pt x="9685" y="8657"/>
                </a:lnTo>
                <a:lnTo>
                  <a:pt x="9795" y="8547"/>
                </a:lnTo>
                <a:lnTo>
                  <a:pt x="9905" y="8547"/>
                </a:lnTo>
                <a:lnTo>
                  <a:pt x="10052" y="8584"/>
                </a:lnTo>
                <a:lnTo>
                  <a:pt x="10088" y="8620"/>
                </a:lnTo>
                <a:lnTo>
                  <a:pt x="10125" y="8620"/>
                </a:lnTo>
                <a:lnTo>
                  <a:pt x="10198" y="8657"/>
                </a:lnTo>
                <a:lnTo>
                  <a:pt x="10382" y="8804"/>
                </a:lnTo>
                <a:lnTo>
                  <a:pt x="10565" y="8987"/>
                </a:lnTo>
                <a:lnTo>
                  <a:pt x="11115" y="9648"/>
                </a:lnTo>
                <a:lnTo>
                  <a:pt x="10382" y="9391"/>
                </a:lnTo>
                <a:lnTo>
                  <a:pt x="10015" y="9281"/>
                </a:lnTo>
                <a:lnTo>
                  <a:pt x="9648" y="9171"/>
                </a:lnTo>
                <a:lnTo>
                  <a:pt x="9612" y="9207"/>
                </a:lnTo>
                <a:lnTo>
                  <a:pt x="9281" y="9171"/>
                </a:lnTo>
                <a:lnTo>
                  <a:pt x="8951" y="9207"/>
                </a:lnTo>
                <a:lnTo>
                  <a:pt x="8621" y="9281"/>
                </a:lnTo>
                <a:lnTo>
                  <a:pt x="8328" y="9391"/>
                </a:lnTo>
                <a:lnTo>
                  <a:pt x="8291" y="9427"/>
                </a:lnTo>
                <a:lnTo>
                  <a:pt x="8144" y="9427"/>
                </a:lnTo>
                <a:lnTo>
                  <a:pt x="7631" y="9537"/>
                </a:lnTo>
                <a:lnTo>
                  <a:pt x="7117" y="9648"/>
                </a:lnTo>
                <a:lnTo>
                  <a:pt x="6934" y="9684"/>
                </a:lnTo>
                <a:lnTo>
                  <a:pt x="6787" y="9794"/>
                </a:lnTo>
                <a:lnTo>
                  <a:pt x="6677" y="9904"/>
                </a:lnTo>
                <a:lnTo>
                  <a:pt x="6567" y="10088"/>
                </a:lnTo>
                <a:lnTo>
                  <a:pt x="6494" y="10271"/>
                </a:lnTo>
                <a:lnTo>
                  <a:pt x="6494" y="10455"/>
                </a:lnTo>
                <a:lnTo>
                  <a:pt x="6494" y="10601"/>
                </a:lnTo>
                <a:lnTo>
                  <a:pt x="6530" y="10785"/>
                </a:lnTo>
                <a:lnTo>
                  <a:pt x="6604" y="10968"/>
                </a:lnTo>
                <a:lnTo>
                  <a:pt x="6714" y="11115"/>
                </a:lnTo>
                <a:lnTo>
                  <a:pt x="6824" y="11225"/>
                </a:lnTo>
                <a:lnTo>
                  <a:pt x="6970" y="11335"/>
                </a:lnTo>
                <a:lnTo>
                  <a:pt x="7117" y="11408"/>
                </a:lnTo>
                <a:lnTo>
                  <a:pt x="7301" y="11445"/>
                </a:lnTo>
                <a:lnTo>
                  <a:pt x="7484" y="11482"/>
                </a:lnTo>
                <a:lnTo>
                  <a:pt x="7777" y="11482"/>
                </a:lnTo>
                <a:lnTo>
                  <a:pt x="7851" y="11555"/>
                </a:lnTo>
                <a:lnTo>
                  <a:pt x="7924" y="11665"/>
                </a:lnTo>
                <a:lnTo>
                  <a:pt x="7961" y="11812"/>
                </a:lnTo>
                <a:lnTo>
                  <a:pt x="8034" y="12105"/>
                </a:lnTo>
                <a:lnTo>
                  <a:pt x="8071" y="12362"/>
                </a:lnTo>
                <a:lnTo>
                  <a:pt x="8108" y="12509"/>
                </a:lnTo>
                <a:lnTo>
                  <a:pt x="7851" y="12435"/>
                </a:lnTo>
                <a:lnTo>
                  <a:pt x="7631" y="12399"/>
                </a:lnTo>
                <a:lnTo>
                  <a:pt x="7557" y="12362"/>
                </a:lnTo>
                <a:lnTo>
                  <a:pt x="7521" y="12215"/>
                </a:lnTo>
                <a:lnTo>
                  <a:pt x="7521" y="12179"/>
                </a:lnTo>
                <a:lnTo>
                  <a:pt x="7447" y="12179"/>
                </a:lnTo>
                <a:lnTo>
                  <a:pt x="7447" y="12215"/>
                </a:lnTo>
                <a:lnTo>
                  <a:pt x="7411" y="12472"/>
                </a:lnTo>
                <a:lnTo>
                  <a:pt x="7411" y="12509"/>
                </a:lnTo>
                <a:lnTo>
                  <a:pt x="7447" y="12545"/>
                </a:lnTo>
                <a:lnTo>
                  <a:pt x="7851" y="12729"/>
                </a:lnTo>
                <a:lnTo>
                  <a:pt x="8254" y="12949"/>
                </a:lnTo>
                <a:lnTo>
                  <a:pt x="8438" y="13316"/>
                </a:lnTo>
                <a:lnTo>
                  <a:pt x="8474" y="13389"/>
                </a:lnTo>
                <a:lnTo>
                  <a:pt x="8548" y="13426"/>
                </a:lnTo>
                <a:lnTo>
                  <a:pt x="8621" y="13426"/>
                </a:lnTo>
                <a:lnTo>
                  <a:pt x="8694" y="13389"/>
                </a:lnTo>
                <a:lnTo>
                  <a:pt x="8841" y="13279"/>
                </a:lnTo>
                <a:lnTo>
                  <a:pt x="9428" y="13609"/>
                </a:lnTo>
                <a:lnTo>
                  <a:pt x="9281" y="13609"/>
                </a:lnTo>
                <a:lnTo>
                  <a:pt x="8548" y="13536"/>
                </a:lnTo>
                <a:lnTo>
                  <a:pt x="7851" y="13536"/>
                </a:lnTo>
                <a:lnTo>
                  <a:pt x="7374" y="13206"/>
                </a:lnTo>
                <a:lnTo>
                  <a:pt x="6860" y="12912"/>
                </a:lnTo>
                <a:lnTo>
                  <a:pt x="6824" y="12876"/>
                </a:lnTo>
                <a:lnTo>
                  <a:pt x="6750" y="12912"/>
                </a:lnTo>
                <a:lnTo>
                  <a:pt x="6750" y="12949"/>
                </a:lnTo>
                <a:lnTo>
                  <a:pt x="6750" y="13022"/>
                </a:lnTo>
                <a:lnTo>
                  <a:pt x="6970" y="13316"/>
                </a:lnTo>
                <a:lnTo>
                  <a:pt x="7227" y="13572"/>
                </a:lnTo>
                <a:lnTo>
                  <a:pt x="6897" y="13609"/>
                </a:lnTo>
                <a:lnTo>
                  <a:pt x="6567" y="13646"/>
                </a:lnTo>
                <a:lnTo>
                  <a:pt x="6310" y="13426"/>
                </a:lnTo>
                <a:lnTo>
                  <a:pt x="6090" y="13169"/>
                </a:lnTo>
                <a:lnTo>
                  <a:pt x="6017" y="13169"/>
                </a:lnTo>
                <a:lnTo>
                  <a:pt x="5943" y="13242"/>
                </a:lnTo>
                <a:lnTo>
                  <a:pt x="5907" y="13389"/>
                </a:lnTo>
                <a:lnTo>
                  <a:pt x="5943" y="13499"/>
                </a:lnTo>
                <a:lnTo>
                  <a:pt x="5980" y="13646"/>
                </a:lnTo>
                <a:lnTo>
                  <a:pt x="6090" y="13756"/>
                </a:lnTo>
                <a:lnTo>
                  <a:pt x="5760" y="13829"/>
                </a:lnTo>
                <a:lnTo>
                  <a:pt x="5430" y="13939"/>
                </a:lnTo>
                <a:lnTo>
                  <a:pt x="5393" y="13903"/>
                </a:lnTo>
                <a:lnTo>
                  <a:pt x="5173" y="13682"/>
                </a:lnTo>
                <a:lnTo>
                  <a:pt x="5026" y="13609"/>
                </a:lnTo>
                <a:lnTo>
                  <a:pt x="4916" y="13572"/>
                </a:lnTo>
                <a:lnTo>
                  <a:pt x="4880" y="13572"/>
                </a:lnTo>
                <a:lnTo>
                  <a:pt x="4880" y="13609"/>
                </a:lnTo>
                <a:lnTo>
                  <a:pt x="4880" y="13682"/>
                </a:lnTo>
                <a:lnTo>
                  <a:pt x="4916" y="13793"/>
                </a:lnTo>
                <a:lnTo>
                  <a:pt x="4990" y="13939"/>
                </a:lnTo>
                <a:lnTo>
                  <a:pt x="5100" y="14086"/>
                </a:lnTo>
                <a:lnTo>
                  <a:pt x="5136" y="14086"/>
                </a:lnTo>
                <a:lnTo>
                  <a:pt x="4843" y="14306"/>
                </a:lnTo>
                <a:lnTo>
                  <a:pt x="4623" y="14269"/>
                </a:lnTo>
                <a:lnTo>
                  <a:pt x="4109" y="14196"/>
                </a:lnTo>
                <a:lnTo>
                  <a:pt x="3853" y="14159"/>
                </a:lnTo>
                <a:lnTo>
                  <a:pt x="3596" y="14086"/>
                </a:lnTo>
                <a:lnTo>
                  <a:pt x="3669" y="14013"/>
                </a:lnTo>
                <a:lnTo>
                  <a:pt x="3706" y="13903"/>
                </a:lnTo>
                <a:lnTo>
                  <a:pt x="3706" y="13829"/>
                </a:lnTo>
                <a:lnTo>
                  <a:pt x="3669" y="13719"/>
                </a:lnTo>
                <a:lnTo>
                  <a:pt x="3632" y="13646"/>
                </a:lnTo>
                <a:lnTo>
                  <a:pt x="3559" y="13609"/>
                </a:lnTo>
                <a:lnTo>
                  <a:pt x="3632" y="13242"/>
                </a:lnTo>
                <a:lnTo>
                  <a:pt x="3742" y="12876"/>
                </a:lnTo>
                <a:lnTo>
                  <a:pt x="3889" y="12509"/>
                </a:lnTo>
                <a:lnTo>
                  <a:pt x="4073" y="12179"/>
                </a:lnTo>
                <a:lnTo>
                  <a:pt x="4293" y="11848"/>
                </a:lnTo>
                <a:lnTo>
                  <a:pt x="4549" y="11555"/>
                </a:lnTo>
                <a:lnTo>
                  <a:pt x="4843" y="11298"/>
                </a:lnTo>
                <a:lnTo>
                  <a:pt x="5173" y="11115"/>
                </a:lnTo>
                <a:lnTo>
                  <a:pt x="5246" y="11041"/>
                </a:lnTo>
                <a:lnTo>
                  <a:pt x="5283" y="10931"/>
                </a:lnTo>
                <a:lnTo>
                  <a:pt x="5283" y="10858"/>
                </a:lnTo>
                <a:lnTo>
                  <a:pt x="5210" y="10785"/>
                </a:lnTo>
                <a:lnTo>
                  <a:pt x="4770" y="10234"/>
                </a:lnTo>
                <a:lnTo>
                  <a:pt x="4549" y="9978"/>
                </a:lnTo>
                <a:lnTo>
                  <a:pt x="4293" y="9758"/>
                </a:lnTo>
                <a:lnTo>
                  <a:pt x="3999" y="9574"/>
                </a:lnTo>
                <a:lnTo>
                  <a:pt x="3706" y="9427"/>
                </a:lnTo>
                <a:lnTo>
                  <a:pt x="3376" y="9317"/>
                </a:lnTo>
                <a:lnTo>
                  <a:pt x="3046" y="9281"/>
                </a:lnTo>
                <a:lnTo>
                  <a:pt x="3046" y="8877"/>
                </a:lnTo>
                <a:lnTo>
                  <a:pt x="3119" y="8510"/>
                </a:lnTo>
                <a:lnTo>
                  <a:pt x="3266" y="8180"/>
                </a:lnTo>
                <a:lnTo>
                  <a:pt x="3486" y="7887"/>
                </a:lnTo>
                <a:lnTo>
                  <a:pt x="3632" y="7740"/>
                </a:lnTo>
                <a:lnTo>
                  <a:pt x="3816" y="7593"/>
                </a:lnTo>
                <a:lnTo>
                  <a:pt x="3889" y="7557"/>
                </a:lnTo>
                <a:lnTo>
                  <a:pt x="3963" y="7557"/>
                </a:lnTo>
                <a:lnTo>
                  <a:pt x="4036" y="7593"/>
                </a:lnTo>
                <a:lnTo>
                  <a:pt x="4109" y="7630"/>
                </a:lnTo>
                <a:lnTo>
                  <a:pt x="4219" y="7740"/>
                </a:lnTo>
                <a:lnTo>
                  <a:pt x="4329" y="7887"/>
                </a:lnTo>
                <a:lnTo>
                  <a:pt x="4916" y="8657"/>
                </a:lnTo>
                <a:lnTo>
                  <a:pt x="5026" y="8730"/>
                </a:lnTo>
                <a:lnTo>
                  <a:pt x="5136" y="8767"/>
                </a:lnTo>
                <a:lnTo>
                  <a:pt x="5210" y="8730"/>
                </a:lnTo>
                <a:lnTo>
                  <a:pt x="5246" y="8694"/>
                </a:lnTo>
                <a:lnTo>
                  <a:pt x="5283" y="8620"/>
                </a:lnTo>
                <a:lnTo>
                  <a:pt x="5283" y="8547"/>
                </a:lnTo>
                <a:lnTo>
                  <a:pt x="5136" y="7006"/>
                </a:lnTo>
                <a:lnTo>
                  <a:pt x="5100" y="6823"/>
                </a:lnTo>
                <a:lnTo>
                  <a:pt x="4990" y="6640"/>
                </a:lnTo>
                <a:lnTo>
                  <a:pt x="4880" y="6493"/>
                </a:lnTo>
                <a:lnTo>
                  <a:pt x="4660" y="6456"/>
                </a:lnTo>
                <a:lnTo>
                  <a:pt x="4733" y="6420"/>
                </a:lnTo>
                <a:lnTo>
                  <a:pt x="4843" y="6346"/>
                </a:lnTo>
                <a:lnTo>
                  <a:pt x="5026" y="6199"/>
                </a:lnTo>
                <a:lnTo>
                  <a:pt x="5430" y="6016"/>
                </a:lnTo>
                <a:lnTo>
                  <a:pt x="5613" y="5943"/>
                </a:lnTo>
                <a:lnTo>
                  <a:pt x="5760" y="5796"/>
                </a:lnTo>
                <a:lnTo>
                  <a:pt x="5870" y="5649"/>
                </a:lnTo>
                <a:lnTo>
                  <a:pt x="5980" y="5466"/>
                </a:lnTo>
                <a:lnTo>
                  <a:pt x="5980" y="5392"/>
                </a:lnTo>
                <a:lnTo>
                  <a:pt x="5943" y="5319"/>
                </a:lnTo>
                <a:lnTo>
                  <a:pt x="5907" y="5246"/>
                </a:lnTo>
                <a:lnTo>
                  <a:pt x="5833" y="5209"/>
                </a:lnTo>
                <a:lnTo>
                  <a:pt x="4990" y="5099"/>
                </a:lnTo>
                <a:lnTo>
                  <a:pt x="4109" y="4989"/>
                </a:lnTo>
                <a:lnTo>
                  <a:pt x="3742" y="4989"/>
                </a:lnTo>
                <a:lnTo>
                  <a:pt x="3302" y="4952"/>
                </a:lnTo>
                <a:lnTo>
                  <a:pt x="2899" y="4989"/>
                </a:lnTo>
                <a:lnTo>
                  <a:pt x="2715" y="5026"/>
                </a:lnTo>
                <a:lnTo>
                  <a:pt x="2532" y="5099"/>
                </a:lnTo>
                <a:lnTo>
                  <a:pt x="2495" y="5136"/>
                </a:lnTo>
                <a:lnTo>
                  <a:pt x="2532" y="5209"/>
                </a:lnTo>
                <a:lnTo>
                  <a:pt x="2165" y="5062"/>
                </a:lnTo>
                <a:lnTo>
                  <a:pt x="2459" y="4732"/>
                </a:lnTo>
                <a:lnTo>
                  <a:pt x="2752" y="4402"/>
                </a:lnTo>
                <a:lnTo>
                  <a:pt x="3082" y="4145"/>
                </a:lnTo>
                <a:lnTo>
                  <a:pt x="3449" y="3889"/>
                </a:lnTo>
                <a:lnTo>
                  <a:pt x="3816" y="3668"/>
                </a:lnTo>
                <a:lnTo>
                  <a:pt x="4219" y="3448"/>
                </a:lnTo>
                <a:lnTo>
                  <a:pt x="4623" y="3302"/>
                </a:lnTo>
                <a:lnTo>
                  <a:pt x="5026" y="3155"/>
                </a:lnTo>
                <a:lnTo>
                  <a:pt x="5467" y="3045"/>
                </a:lnTo>
                <a:lnTo>
                  <a:pt x="5907" y="2972"/>
                </a:lnTo>
                <a:lnTo>
                  <a:pt x="6310" y="2935"/>
                </a:lnTo>
                <a:close/>
                <a:moveTo>
                  <a:pt x="5393" y="14343"/>
                </a:moveTo>
                <a:lnTo>
                  <a:pt x="5430" y="14379"/>
                </a:lnTo>
                <a:lnTo>
                  <a:pt x="5356" y="14379"/>
                </a:lnTo>
                <a:lnTo>
                  <a:pt x="5393" y="14343"/>
                </a:lnTo>
                <a:close/>
                <a:moveTo>
                  <a:pt x="7704" y="13903"/>
                </a:moveTo>
                <a:lnTo>
                  <a:pt x="7961" y="14049"/>
                </a:lnTo>
                <a:lnTo>
                  <a:pt x="8291" y="14196"/>
                </a:lnTo>
                <a:lnTo>
                  <a:pt x="8584" y="14306"/>
                </a:lnTo>
                <a:lnTo>
                  <a:pt x="8181" y="14379"/>
                </a:lnTo>
                <a:lnTo>
                  <a:pt x="7741" y="14416"/>
                </a:lnTo>
                <a:lnTo>
                  <a:pt x="7704" y="14306"/>
                </a:lnTo>
                <a:lnTo>
                  <a:pt x="7631" y="14233"/>
                </a:lnTo>
                <a:lnTo>
                  <a:pt x="7264" y="14123"/>
                </a:lnTo>
                <a:lnTo>
                  <a:pt x="6970" y="13939"/>
                </a:lnTo>
                <a:lnTo>
                  <a:pt x="7521" y="13903"/>
                </a:lnTo>
                <a:close/>
                <a:moveTo>
                  <a:pt x="6420" y="14013"/>
                </a:moveTo>
                <a:lnTo>
                  <a:pt x="6567" y="14123"/>
                </a:lnTo>
                <a:lnTo>
                  <a:pt x="6787" y="14306"/>
                </a:lnTo>
                <a:lnTo>
                  <a:pt x="7007" y="14453"/>
                </a:lnTo>
                <a:lnTo>
                  <a:pt x="6053" y="14416"/>
                </a:lnTo>
                <a:lnTo>
                  <a:pt x="6053" y="14343"/>
                </a:lnTo>
                <a:lnTo>
                  <a:pt x="6053" y="14269"/>
                </a:lnTo>
                <a:lnTo>
                  <a:pt x="5980" y="14196"/>
                </a:lnTo>
                <a:lnTo>
                  <a:pt x="5907" y="14159"/>
                </a:lnTo>
                <a:lnTo>
                  <a:pt x="5870" y="14159"/>
                </a:lnTo>
                <a:lnTo>
                  <a:pt x="5980" y="14123"/>
                </a:lnTo>
                <a:lnTo>
                  <a:pt x="6420" y="14013"/>
                </a:lnTo>
                <a:close/>
                <a:moveTo>
                  <a:pt x="6824" y="2385"/>
                </a:moveTo>
                <a:lnTo>
                  <a:pt x="6750" y="2421"/>
                </a:lnTo>
                <a:lnTo>
                  <a:pt x="6677" y="2495"/>
                </a:lnTo>
                <a:lnTo>
                  <a:pt x="6127" y="2531"/>
                </a:lnTo>
                <a:lnTo>
                  <a:pt x="5540" y="2605"/>
                </a:lnTo>
                <a:lnTo>
                  <a:pt x="5026" y="2715"/>
                </a:lnTo>
                <a:lnTo>
                  <a:pt x="4476" y="2861"/>
                </a:lnTo>
                <a:lnTo>
                  <a:pt x="3926" y="3082"/>
                </a:lnTo>
                <a:lnTo>
                  <a:pt x="3376" y="3375"/>
                </a:lnTo>
                <a:lnTo>
                  <a:pt x="2899" y="3705"/>
                </a:lnTo>
                <a:lnTo>
                  <a:pt x="2459" y="4109"/>
                </a:lnTo>
                <a:lnTo>
                  <a:pt x="2018" y="4512"/>
                </a:lnTo>
                <a:lnTo>
                  <a:pt x="1652" y="4989"/>
                </a:lnTo>
                <a:lnTo>
                  <a:pt x="1321" y="5466"/>
                </a:lnTo>
                <a:lnTo>
                  <a:pt x="1065" y="6016"/>
                </a:lnTo>
                <a:lnTo>
                  <a:pt x="735" y="6713"/>
                </a:lnTo>
                <a:lnTo>
                  <a:pt x="478" y="7447"/>
                </a:lnTo>
                <a:lnTo>
                  <a:pt x="221" y="8180"/>
                </a:lnTo>
                <a:lnTo>
                  <a:pt x="74" y="8914"/>
                </a:lnTo>
                <a:lnTo>
                  <a:pt x="38" y="9244"/>
                </a:lnTo>
                <a:lnTo>
                  <a:pt x="1" y="9611"/>
                </a:lnTo>
                <a:lnTo>
                  <a:pt x="38" y="9941"/>
                </a:lnTo>
                <a:lnTo>
                  <a:pt x="74" y="10271"/>
                </a:lnTo>
                <a:lnTo>
                  <a:pt x="148" y="10601"/>
                </a:lnTo>
                <a:lnTo>
                  <a:pt x="258" y="10931"/>
                </a:lnTo>
                <a:lnTo>
                  <a:pt x="368" y="11262"/>
                </a:lnTo>
                <a:lnTo>
                  <a:pt x="514" y="11555"/>
                </a:lnTo>
                <a:lnTo>
                  <a:pt x="881" y="12142"/>
                </a:lnTo>
                <a:lnTo>
                  <a:pt x="1285" y="12692"/>
                </a:lnTo>
                <a:lnTo>
                  <a:pt x="1725" y="13206"/>
                </a:lnTo>
                <a:lnTo>
                  <a:pt x="2202" y="13719"/>
                </a:lnTo>
                <a:lnTo>
                  <a:pt x="2459" y="13976"/>
                </a:lnTo>
                <a:lnTo>
                  <a:pt x="2752" y="14233"/>
                </a:lnTo>
                <a:lnTo>
                  <a:pt x="2825" y="14343"/>
                </a:lnTo>
                <a:lnTo>
                  <a:pt x="2899" y="14416"/>
                </a:lnTo>
                <a:lnTo>
                  <a:pt x="3009" y="14453"/>
                </a:lnTo>
                <a:lnTo>
                  <a:pt x="3119" y="14453"/>
                </a:lnTo>
                <a:lnTo>
                  <a:pt x="3192" y="14526"/>
                </a:lnTo>
                <a:lnTo>
                  <a:pt x="3559" y="14636"/>
                </a:lnTo>
                <a:lnTo>
                  <a:pt x="3889" y="14746"/>
                </a:lnTo>
                <a:lnTo>
                  <a:pt x="4623" y="14820"/>
                </a:lnTo>
                <a:lnTo>
                  <a:pt x="6017" y="14966"/>
                </a:lnTo>
                <a:lnTo>
                  <a:pt x="6714" y="15003"/>
                </a:lnTo>
                <a:lnTo>
                  <a:pt x="7411" y="15003"/>
                </a:lnTo>
                <a:lnTo>
                  <a:pt x="8108" y="14930"/>
                </a:lnTo>
                <a:lnTo>
                  <a:pt x="8768" y="14783"/>
                </a:lnTo>
                <a:lnTo>
                  <a:pt x="9465" y="14600"/>
                </a:lnTo>
                <a:lnTo>
                  <a:pt x="9758" y="14453"/>
                </a:lnTo>
                <a:lnTo>
                  <a:pt x="10088" y="14306"/>
                </a:lnTo>
                <a:lnTo>
                  <a:pt x="10382" y="14159"/>
                </a:lnTo>
                <a:lnTo>
                  <a:pt x="10675" y="13976"/>
                </a:lnTo>
                <a:lnTo>
                  <a:pt x="11152" y="13536"/>
                </a:lnTo>
                <a:lnTo>
                  <a:pt x="11629" y="13059"/>
                </a:lnTo>
                <a:lnTo>
                  <a:pt x="12033" y="12509"/>
                </a:lnTo>
                <a:lnTo>
                  <a:pt x="12399" y="11958"/>
                </a:lnTo>
                <a:lnTo>
                  <a:pt x="12729" y="11372"/>
                </a:lnTo>
                <a:lnTo>
                  <a:pt x="12986" y="10748"/>
                </a:lnTo>
                <a:lnTo>
                  <a:pt x="13243" y="10161"/>
                </a:lnTo>
                <a:lnTo>
                  <a:pt x="13426" y="9464"/>
                </a:lnTo>
                <a:lnTo>
                  <a:pt x="13500" y="9097"/>
                </a:lnTo>
                <a:lnTo>
                  <a:pt x="13573" y="8730"/>
                </a:lnTo>
                <a:lnTo>
                  <a:pt x="13573" y="8400"/>
                </a:lnTo>
                <a:lnTo>
                  <a:pt x="13573" y="8034"/>
                </a:lnTo>
                <a:lnTo>
                  <a:pt x="13573" y="7667"/>
                </a:lnTo>
                <a:lnTo>
                  <a:pt x="13500" y="7300"/>
                </a:lnTo>
                <a:lnTo>
                  <a:pt x="13426" y="6970"/>
                </a:lnTo>
                <a:lnTo>
                  <a:pt x="13353" y="6640"/>
                </a:lnTo>
                <a:lnTo>
                  <a:pt x="13206" y="6346"/>
                </a:lnTo>
                <a:lnTo>
                  <a:pt x="13060" y="6053"/>
                </a:lnTo>
                <a:lnTo>
                  <a:pt x="12693" y="5466"/>
                </a:lnTo>
                <a:lnTo>
                  <a:pt x="12289" y="4916"/>
                </a:lnTo>
                <a:lnTo>
                  <a:pt x="11849" y="4475"/>
                </a:lnTo>
                <a:lnTo>
                  <a:pt x="11372" y="4035"/>
                </a:lnTo>
                <a:lnTo>
                  <a:pt x="10895" y="3668"/>
                </a:lnTo>
                <a:lnTo>
                  <a:pt x="10345" y="3338"/>
                </a:lnTo>
                <a:lnTo>
                  <a:pt x="9795" y="3045"/>
                </a:lnTo>
                <a:lnTo>
                  <a:pt x="9208" y="2788"/>
                </a:lnTo>
                <a:lnTo>
                  <a:pt x="8584" y="2605"/>
                </a:lnTo>
                <a:lnTo>
                  <a:pt x="7998" y="2458"/>
                </a:lnTo>
                <a:lnTo>
                  <a:pt x="7447" y="238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4C2F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27" name="Google Shape;1627;p65"/>
          <p:cNvSpPr/>
          <p:nvPr/>
        </p:nvSpPr>
        <p:spPr>
          <a:xfrm>
            <a:off x="8552690" y="1740490"/>
            <a:ext cx="242739" cy="239100"/>
          </a:xfrm>
          <a:custGeom>
            <a:rect b="b" l="l" r="r" t="t"/>
            <a:pathLst>
              <a:path extrusionOk="0" h="14454" w="14674">
                <a:moveTo>
                  <a:pt x="7887" y="3779"/>
                </a:moveTo>
                <a:lnTo>
                  <a:pt x="7961" y="3816"/>
                </a:lnTo>
                <a:lnTo>
                  <a:pt x="8071" y="3889"/>
                </a:lnTo>
                <a:lnTo>
                  <a:pt x="8218" y="4072"/>
                </a:lnTo>
                <a:lnTo>
                  <a:pt x="8291" y="4292"/>
                </a:lnTo>
                <a:lnTo>
                  <a:pt x="8364" y="4513"/>
                </a:lnTo>
                <a:lnTo>
                  <a:pt x="8401" y="4696"/>
                </a:lnTo>
                <a:lnTo>
                  <a:pt x="8401" y="4916"/>
                </a:lnTo>
                <a:lnTo>
                  <a:pt x="8401" y="5099"/>
                </a:lnTo>
                <a:lnTo>
                  <a:pt x="8291" y="5283"/>
                </a:lnTo>
                <a:lnTo>
                  <a:pt x="8144" y="4659"/>
                </a:lnTo>
                <a:lnTo>
                  <a:pt x="8034" y="4219"/>
                </a:lnTo>
                <a:lnTo>
                  <a:pt x="7961" y="3999"/>
                </a:lnTo>
                <a:lnTo>
                  <a:pt x="7887" y="3779"/>
                </a:lnTo>
                <a:close/>
                <a:moveTo>
                  <a:pt x="4329" y="5063"/>
                </a:moveTo>
                <a:lnTo>
                  <a:pt x="4476" y="5209"/>
                </a:lnTo>
                <a:lnTo>
                  <a:pt x="4586" y="5356"/>
                </a:lnTo>
                <a:lnTo>
                  <a:pt x="4696" y="5503"/>
                </a:lnTo>
                <a:lnTo>
                  <a:pt x="4769" y="5686"/>
                </a:lnTo>
                <a:lnTo>
                  <a:pt x="4769" y="5870"/>
                </a:lnTo>
                <a:lnTo>
                  <a:pt x="4769" y="6053"/>
                </a:lnTo>
                <a:lnTo>
                  <a:pt x="4659" y="6126"/>
                </a:lnTo>
                <a:lnTo>
                  <a:pt x="4549" y="6237"/>
                </a:lnTo>
                <a:lnTo>
                  <a:pt x="4439" y="5980"/>
                </a:lnTo>
                <a:lnTo>
                  <a:pt x="4329" y="5686"/>
                </a:lnTo>
                <a:lnTo>
                  <a:pt x="4293" y="5393"/>
                </a:lnTo>
                <a:lnTo>
                  <a:pt x="4293" y="5209"/>
                </a:lnTo>
                <a:lnTo>
                  <a:pt x="4293" y="5136"/>
                </a:lnTo>
                <a:lnTo>
                  <a:pt x="4329" y="5063"/>
                </a:lnTo>
                <a:close/>
                <a:moveTo>
                  <a:pt x="6604" y="7594"/>
                </a:moveTo>
                <a:lnTo>
                  <a:pt x="6714" y="7667"/>
                </a:lnTo>
                <a:lnTo>
                  <a:pt x="6787" y="7814"/>
                </a:lnTo>
                <a:lnTo>
                  <a:pt x="6934" y="8071"/>
                </a:lnTo>
                <a:lnTo>
                  <a:pt x="7337" y="8694"/>
                </a:lnTo>
                <a:lnTo>
                  <a:pt x="7117" y="8878"/>
                </a:lnTo>
                <a:lnTo>
                  <a:pt x="7080" y="8768"/>
                </a:lnTo>
                <a:lnTo>
                  <a:pt x="6860" y="8474"/>
                </a:lnTo>
                <a:lnTo>
                  <a:pt x="6677" y="8144"/>
                </a:lnTo>
                <a:lnTo>
                  <a:pt x="6567" y="7887"/>
                </a:lnTo>
                <a:lnTo>
                  <a:pt x="6420" y="7667"/>
                </a:lnTo>
                <a:lnTo>
                  <a:pt x="6604" y="7594"/>
                </a:lnTo>
                <a:close/>
                <a:moveTo>
                  <a:pt x="5283" y="8107"/>
                </a:moveTo>
                <a:lnTo>
                  <a:pt x="5356" y="8144"/>
                </a:lnTo>
                <a:lnTo>
                  <a:pt x="5833" y="9428"/>
                </a:lnTo>
                <a:lnTo>
                  <a:pt x="5650" y="9501"/>
                </a:lnTo>
                <a:lnTo>
                  <a:pt x="5686" y="9318"/>
                </a:lnTo>
                <a:lnTo>
                  <a:pt x="5650" y="9208"/>
                </a:lnTo>
                <a:lnTo>
                  <a:pt x="5613" y="9061"/>
                </a:lnTo>
                <a:lnTo>
                  <a:pt x="5503" y="8768"/>
                </a:lnTo>
                <a:lnTo>
                  <a:pt x="5246" y="8107"/>
                </a:lnTo>
                <a:close/>
                <a:moveTo>
                  <a:pt x="7337" y="9905"/>
                </a:moveTo>
                <a:lnTo>
                  <a:pt x="7337" y="10235"/>
                </a:lnTo>
                <a:lnTo>
                  <a:pt x="7190" y="9978"/>
                </a:lnTo>
                <a:lnTo>
                  <a:pt x="7337" y="9905"/>
                </a:lnTo>
                <a:close/>
                <a:moveTo>
                  <a:pt x="9721" y="9061"/>
                </a:moveTo>
                <a:lnTo>
                  <a:pt x="9832" y="9281"/>
                </a:lnTo>
                <a:lnTo>
                  <a:pt x="9942" y="9501"/>
                </a:lnTo>
                <a:lnTo>
                  <a:pt x="10052" y="9685"/>
                </a:lnTo>
                <a:lnTo>
                  <a:pt x="10162" y="9868"/>
                </a:lnTo>
                <a:lnTo>
                  <a:pt x="10198" y="10015"/>
                </a:lnTo>
                <a:lnTo>
                  <a:pt x="10198" y="10161"/>
                </a:lnTo>
                <a:lnTo>
                  <a:pt x="10198" y="10308"/>
                </a:lnTo>
                <a:lnTo>
                  <a:pt x="10125" y="10455"/>
                </a:lnTo>
                <a:lnTo>
                  <a:pt x="10052" y="10345"/>
                </a:lnTo>
                <a:lnTo>
                  <a:pt x="9978" y="10308"/>
                </a:lnTo>
                <a:lnTo>
                  <a:pt x="9758" y="9758"/>
                </a:lnTo>
                <a:lnTo>
                  <a:pt x="9685" y="9464"/>
                </a:lnTo>
                <a:lnTo>
                  <a:pt x="9575" y="9171"/>
                </a:lnTo>
                <a:lnTo>
                  <a:pt x="9648" y="9134"/>
                </a:lnTo>
                <a:lnTo>
                  <a:pt x="9721" y="9061"/>
                </a:lnTo>
                <a:close/>
                <a:moveTo>
                  <a:pt x="7667" y="9758"/>
                </a:moveTo>
                <a:lnTo>
                  <a:pt x="7777" y="9795"/>
                </a:lnTo>
                <a:lnTo>
                  <a:pt x="7924" y="9868"/>
                </a:lnTo>
                <a:lnTo>
                  <a:pt x="8071" y="10015"/>
                </a:lnTo>
                <a:lnTo>
                  <a:pt x="8181" y="10235"/>
                </a:lnTo>
                <a:lnTo>
                  <a:pt x="8291" y="10638"/>
                </a:lnTo>
                <a:lnTo>
                  <a:pt x="8328" y="10822"/>
                </a:lnTo>
                <a:lnTo>
                  <a:pt x="8328" y="10968"/>
                </a:lnTo>
                <a:lnTo>
                  <a:pt x="8291" y="11115"/>
                </a:lnTo>
                <a:lnTo>
                  <a:pt x="8181" y="11189"/>
                </a:lnTo>
                <a:lnTo>
                  <a:pt x="8181" y="11115"/>
                </a:lnTo>
                <a:lnTo>
                  <a:pt x="8144" y="11005"/>
                </a:lnTo>
                <a:lnTo>
                  <a:pt x="8071" y="10968"/>
                </a:lnTo>
                <a:lnTo>
                  <a:pt x="7997" y="10895"/>
                </a:lnTo>
                <a:lnTo>
                  <a:pt x="7887" y="10675"/>
                </a:lnTo>
                <a:lnTo>
                  <a:pt x="7814" y="10382"/>
                </a:lnTo>
                <a:lnTo>
                  <a:pt x="7741" y="9831"/>
                </a:lnTo>
                <a:lnTo>
                  <a:pt x="7667" y="9758"/>
                </a:lnTo>
                <a:close/>
                <a:moveTo>
                  <a:pt x="10162" y="1321"/>
                </a:moveTo>
                <a:lnTo>
                  <a:pt x="10198" y="1541"/>
                </a:lnTo>
                <a:lnTo>
                  <a:pt x="10272" y="1725"/>
                </a:lnTo>
                <a:lnTo>
                  <a:pt x="10455" y="2092"/>
                </a:lnTo>
                <a:lnTo>
                  <a:pt x="10932" y="3229"/>
                </a:lnTo>
                <a:lnTo>
                  <a:pt x="10969" y="3302"/>
                </a:lnTo>
                <a:lnTo>
                  <a:pt x="10749" y="3375"/>
                </a:lnTo>
                <a:lnTo>
                  <a:pt x="10528" y="3449"/>
                </a:lnTo>
                <a:lnTo>
                  <a:pt x="9758" y="3742"/>
                </a:lnTo>
                <a:lnTo>
                  <a:pt x="8988" y="4146"/>
                </a:lnTo>
                <a:lnTo>
                  <a:pt x="8841" y="4219"/>
                </a:lnTo>
                <a:lnTo>
                  <a:pt x="8731" y="4329"/>
                </a:lnTo>
                <a:lnTo>
                  <a:pt x="8658" y="4072"/>
                </a:lnTo>
                <a:lnTo>
                  <a:pt x="8511" y="3816"/>
                </a:lnTo>
                <a:lnTo>
                  <a:pt x="8364" y="3595"/>
                </a:lnTo>
                <a:lnTo>
                  <a:pt x="8254" y="3522"/>
                </a:lnTo>
                <a:lnTo>
                  <a:pt x="8144" y="3449"/>
                </a:lnTo>
                <a:lnTo>
                  <a:pt x="7997" y="3412"/>
                </a:lnTo>
                <a:lnTo>
                  <a:pt x="7851" y="3375"/>
                </a:lnTo>
                <a:lnTo>
                  <a:pt x="7777" y="3375"/>
                </a:lnTo>
                <a:lnTo>
                  <a:pt x="7704" y="3412"/>
                </a:lnTo>
                <a:lnTo>
                  <a:pt x="7667" y="3485"/>
                </a:lnTo>
                <a:lnTo>
                  <a:pt x="7667" y="3559"/>
                </a:lnTo>
                <a:lnTo>
                  <a:pt x="7484" y="3595"/>
                </a:lnTo>
                <a:lnTo>
                  <a:pt x="7337" y="3706"/>
                </a:lnTo>
                <a:lnTo>
                  <a:pt x="7190" y="3852"/>
                </a:lnTo>
                <a:lnTo>
                  <a:pt x="7044" y="3999"/>
                </a:lnTo>
                <a:lnTo>
                  <a:pt x="7007" y="4109"/>
                </a:lnTo>
                <a:lnTo>
                  <a:pt x="7044" y="4219"/>
                </a:lnTo>
                <a:lnTo>
                  <a:pt x="7264" y="4696"/>
                </a:lnTo>
                <a:lnTo>
                  <a:pt x="7080" y="4769"/>
                </a:lnTo>
                <a:lnTo>
                  <a:pt x="6310" y="5026"/>
                </a:lnTo>
                <a:lnTo>
                  <a:pt x="5576" y="5283"/>
                </a:lnTo>
                <a:lnTo>
                  <a:pt x="5320" y="5356"/>
                </a:lnTo>
                <a:lnTo>
                  <a:pt x="5210" y="5393"/>
                </a:lnTo>
                <a:lnTo>
                  <a:pt x="5136" y="5466"/>
                </a:lnTo>
                <a:lnTo>
                  <a:pt x="5100" y="5356"/>
                </a:lnTo>
                <a:lnTo>
                  <a:pt x="4916" y="5063"/>
                </a:lnTo>
                <a:lnTo>
                  <a:pt x="4806" y="4879"/>
                </a:lnTo>
                <a:lnTo>
                  <a:pt x="4659" y="4733"/>
                </a:lnTo>
                <a:lnTo>
                  <a:pt x="4513" y="4623"/>
                </a:lnTo>
                <a:lnTo>
                  <a:pt x="4329" y="4549"/>
                </a:lnTo>
                <a:lnTo>
                  <a:pt x="4183" y="4513"/>
                </a:lnTo>
                <a:lnTo>
                  <a:pt x="4036" y="4586"/>
                </a:lnTo>
                <a:lnTo>
                  <a:pt x="3852" y="4586"/>
                </a:lnTo>
                <a:lnTo>
                  <a:pt x="3779" y="4623"/>
                </a:lnTo>
                <a:lnTo>
                  <a:pt x="3742" y="4696"/>
                </a:lnTo>
                <a:lnTo>
                  <a:pt x="3706" y="4989"/>
                </a:lnTo>
                <a:lnTo>
                  <a:pt x="3706" y="5283"/>
                </a:lnTo>
                <a:lnTo>
                  <a:pt x="3742" y="5576"/>
                </a:lnTo>
                <a:lnTo>
                  <a:pt x="3816" y="5870"/>
                </a:lnTo>
                <a:lnTo>
                  <a:pt x="3596" y="5833"/>
                </a:lnTo>
                <a:lnTo>
                  <a:pt x="3376" y="5870"/>
                </a:lnTo>
                <a:lnTo>
                  <a:pt x="2972" y="6016"/>
                </a:lnTo>
                <a:lnTo>
                  <a:pt x="2422" y="6163"/>
                </a:lnTo>
                <a:lnTo>
                  <a:pt x="2165" y="6273"/>
                </a:lnTo>
                <a:lnTo>
                  <a:pt x="2055" y="6347"/>
                </a:lnTo>
                <a:lnTo>
                  <a:pt x="1945" y="6457"/>
                </a:lnTo>
                <a:lnTo>
                  <a:pt x="1945" y="6530"/>
                </a:lnTo>
                <a:lnTo>
                  <a:pt x="1982" y="6567"/>
                </a:lnTo>
                <a:lnTo>
                  <a:pt x="2238" y="6603"/>
                </a:lnTo>
                <a:lnTo>
                  <a:pt x="2459" y="6567"/>
                </a:lnTo>
                <a:lnTo>
                  <a:pt x="2972" y="6457"/>
                </a:lnTo>
                <a:lnTo>
                  <a:pt x="3449" y="6347"/>
                </a:lnTo>
                <a:lnTo>
                  <a:pt x="3706" y="6237"/>
                </a:lnTo>
                <a:lnTo>
                  <a:pt x="3816" y="6163"/>
                </a:lnTo>
                <a:lnTo>
                  <a:pt x="3889" y="6090"/>
                </a:lnTo>
                <a:lnTo>
                  <a:pt x="4073" y="6383"/>
                </a:lnTo>
                <a:lnTo>
                  <a:pt x="4256" y="6677"/>
                </a:lnTo>
                <a:lnTo>
                  <a:pt x="4293" y="6713"/>
                </a:lnTo>
                <a:lnTo>
                  <a:pt x="4366" y="6823"/>
                </a:lnTo>
                <a:lnTo>
                  <a:pt x="4549" y="6970"/>
                </a:lnTo>
                <a:lnTo>
                  <a:pt x="4659" y="7007"/>
                </a:lnTo>
                <a:lnTo>
                  <a:pt x="4733" y="7044"/>
                </a:lnTo>
                <a:lnTo>
                  <a:pt x="4806" y="7007"/>
                </a:lnTo>
                <a:lnTo>
                  <a:pt x="4879" y="6933"/>
                </a:lnTo>
                <a:lnTo>
                  <a:pt x="5063" y="6640"/>
                </a:lnTo>
                <a:lnTo>
                  <a:pt x="5173" y="6347"/>
                </a:lnTo>
                <a:lnTo>
                  <a:pt x="5210" y="6053"/>
                </a:lnTo>
                <a:lnTo>
                  <a:pt x="5210" y="5760"/>
                </a:lnTo>
                <a:lnTo>
                  <a:pt x="5320" y="5760"/>
                </a:lnTo>
                <a:lnTo>
                  <a:pt x="5430" y="5723"/>
                </a:lnTo>
                <a:lnTo>
                  <a:pt x="5686" y="5650"/>
                </a:lnTo>
                <a:lnTo>
                  <a:pt x="6457" y="5430"/>
                </a:lnTo>
                <a:lnTo>
                  <a:pt x="7190" y="5173"/>
                </a:lnTo>
                <a:lnTo>
                  <a:pt x="7447" y="5063"/>
                </a:lnTo>
                <a:lnTo>
                  <a:pt x="7631" y="5430"/>
                </a:lnTo>
                <a:lnTo>
                  <a:pt x="7704" y="5613"/>
                </a:lnTo>
                <a:lnTo>
                  <a:pt x="7814" y="5760"/>
                </a:lnTo>
                <a:lnTo>
                  <a:pt x="7924" y="5833"/>
                </a:lnTo>
                <a:lnTo>
                  <a:pt x="8218" y="5833"/>
                </a:lnTo>
                <a:lnTo>
                  <a:pt x="8328" y="5760"/>
                </a:lnTo>
                <a:lnTo>
                  <a:pt x="8548" y="5576"/>
                </a:lnTo>
                <a:lnTo>
                  <a:pt x="8731" y="5356"/>
                </a:lnTo>
                <a:lnTo>
                  <a:pt x="8804" y="5173"/>
                </a:lnTo>
                <a:lnTo>
                  <a:pt x="8841" y="4989"/>
                </a:lnTo>
                <a:lnTo>
                  <a:pt x="8841" y="4806"/>
                </a:lnTo>
                <a:lnTo>
                  <a:pt x="8804" y="4586"/>
                </a:lnTo>
                <a:lnTo>
                  <a:pt x="8914" y="4586"/>
                </a:lnTo>
                <a:lnTo>
                  <a:pt x="9061" y="4513"/>
                </a:lnTo>
                <a:lnTo>
                  <a:pt x="9942" y="4109"/>
                </a:lnTo>
                <a:lnTo>
                  <a:pt x="10639" y="3852"/>
                </a:lnTo>
                <a:lnTo>
                  <a:pt x="10895" y="3742"/>
                </a:lnTo>
                <a:lnTo>
                  <a:pt x="11115" y="3669"/>
                </a:lnTo>
                <a:lnTo>
                  <a:pt x="11519" y="4586"/>
                </a:lnTo>
                <a:lnTo>
                  <a:pt x="11849" y="5540"/>
                </a:lnTo>
                <a:lnTo>
                  <a:pt x="12069" y="6237"/>
                </a:lnTo>
                <a:lnTo>
                  <a:pt x="12032" y="6347"/>
                </a:lnTo>
                <a:lnTo>
                  <a:pt x="11996" y="6457"/>
                </a:lnTo>
                <a:lnTo>
                  <a:pt x="11959" y="6457"/>
                </a:lnTo>
                <a:lnTo>
                  <a:pt x="11592" y="6603"/>
                </a:lnTo>
                <a:lnTo>
                  <a:pt x="10969" y="6787"/>
                </a:lnTo>
                <a:lnTo>
                  <a:pt x="9685" y="7227"/>
                </a:lnTo>
                <a:lnTo>
                  <a:pt x="8438" y="7630"/>
                </a:lnTo>
                <a:lnTo>
                  <a:pt x="7887" y="7777"/>
                </a:lnTo>
                <a:lnTo>
                  <a:pt x="7631" y="7924"/>
                </a:lnTo>
                <a:lnTo>
                  <a:pt x="7521" y="7997"/>
                </a:lnTo>
                <a:lnTo>
                  <a:pt x="7447" y="8107"/>
                </a:lnTo>
                <a:lnTo>
                  <a:pt x="7447" y="8144"/>
                </a:lnTo>
                <a:lnTo>
                  <a:pt x="7631" y="8181"/>
                </a:lnTo>
                <a:lnTo>
                  <a:pt x="7997" y="8181"/>
                </a:lnTo>
                <a:lnTo>
                  <a:pt x="8181" y="8107"/>
                </a:lnTo>
                <a:lnTo>
                  <a:pt x="8914" y="7887"/>
                </a:lnTo>
                <a:lnTo>
                  <a:pt x="10565" y="7374"/>
                </a:lnTo>
                <a:lnTo>
                  <a:pt x="12216" y="6860"/>
                </a:lnTo>
                <a:lnTo>
                  <a:pt x="12289" y="6823"/>
                </a:lnTo>
                <a:lnTo>
                  <a:pt x="12546" y="7777"/>
                </a:lnTo>
                <a:lnTo>
                  <a:pt x="12766" y="8474"/>
                </a:lnTo>
                <a:lnTo>
                  <a:pt x="12729" y="8511"/>
                </a:lnTo>
                <a:lnTo>
                  <a:pt x="12693" y="8584"/>
                </a:lnTo>
                <a:lnTo>
                  <a:pt x="11629" y="8988"/>
                </a:lnTo>
                <a:lnTo>
                  <a:pt x="11042" y="9208"/>
                </a:lnTo>
                <a:lnTo>
                  <a:pt x="10859" y="9281"/>
                </a:lnTo>
                <a:lnTo>
                  <a:pt x="10749" y="9391"/>
                </a:lnTo>
                <a:lnTo>
                  <a:pt x="10455" y="9575"/>
                </a:lnTo>
                <a:lnTo>
                  <a:pt x="10455" y="9611"/>
                </a:lnTo>
                <a:lnTo>
                  <a:pt x="10418" y="9501"/>
                </a:lnTo>
                <a:lnTo>
                  <a:pt x="10198" y="9024"/>
                </a:lnTo>
                <a:lnTo>
                  <a:pt x="10052" y="8804"/>
                </a:lnTo>
                <a:lnTo>
                  <a:pt x="9942" y="8731"/>
                </a:lnTo>
                <a:lnTo>
                  <a:pt x="9832" y="8694"/>
                </a:lnTo>
                <a:lnTo>
                  <a:pt x="9758" y="8694"/>
                </a:lnTo>
                <a:lnTo>
                  <a:pt x="9721" y="8768"/>
                </a:lnTo>
                <a:lnTo>
                  <a:pt x="9685" y="8841"/>
                </a:lnTo>
                <a:lnTo>
                  <a:pt x="9501" y="8841"/>
                </a:lnTo>
                <a:lnTo>
                  <a:pt x="9355" y="8804"/>
                </a:lnTo>
                <a:lnTo>
                  <a:pt x="9208" y="8841"/>
                </a:lnTo>
                <a:lnTo>
                  <a:pt x="9061" y="8878"/>
                </a:lnTo>
                <a:lnTo>
                  <a:pt x="8988" y="8988"/>
                </a:lnTo>
                <a:lnTo>
                  <a:pt x="8914" y="9098"/>
                </a:lnTo>
                <a:lnTo>
                  <a:pt x="8914" y="9208"/>
                </a:lnTo>
                <a:lnTo>
                  <a:pt x="9025" y="9611"/>
                </a:lnTo>
                <a:lnTo>
                  <a:pt x="9135" y="10051"/>
                </a:lnTo>
                <a:lnTo>
                  <a:pt x="8694" y="10161"/>
                </a:lnTo>
                <a:lnTo>
                  <a:pt x="8658" y="10198"/>
                </a:lnTo>
                <a:lnTo>
                  <a:pt x="8621" y="10235"/>
                </a:lnTo>
                <a:lnTo>
                  <a:pt x="8584" y="10345"/>
                </a:lnTo>
                <a:lnTo>
                  <a:pt x="8511" y="10125"/>
                </a:lnTo>
                <a:lnTo>
                  <a:pt x="8401" y="9905"/>
                </a:lnTo>
                <a:lnTo>
                  <a:pt x="8254" y="9685"/>
                </a:lnTo>
                <a:lnTo>
                  <a:pt x="8034" y="9501"/>
                </a:lnTo>
                <a:lnTo>
                  <a:pt x="7777" y="9391"/>
                </a:lnTo>
                <a:lnTo>
                  <a:pt x="7557" y="9391"/>
                </a:lnTo>
                <a:lnTo>
                  <a:pt x="7411" y="9428"/>
                </a:lnTo>
                <a:lnTo>
                  <a:pt x="7300" y="9464"/>
                </a:lnTo>
                <a:lnTo>
                  <a:pt x="7190" y="9538"/>
                </a:lnTo>
                <a:lnTo>
                  <a:pt x="7080" y="9611"/>
                </a:lnTo>
                <a:lnTo>
                  <a:pt x="7044" y="9721"/>
                </a:lnTo>
                <a:lnTo>
                  <a:pt x="7007" y="9868"/>
                </a:lnTo>
                <a:lnTo>
                  <a:pt x="7044" y="9941"/>
                </a:lnTo>
                <a:lnTo>
                  <a:pt x="7117" y="9978"/>
                </a:lnTo>
                <a:lnTo>
                  <a:pt x="7044" y="10235"/>
                </a:lnTo>
                <a:lnTo>
                  <a:pt x="7080" y="10492"/>
                </a:lnTo>
                <a:lnTo>
                  <a:pt x="4806" y="11152"/>
                </a:lnTo>
                <a:lnTo>
                  <a:pt x="4219" y="11335"/>
                </a:lnTo>
                <a:lnTo>
                  <a:pt x="3632" y="11519"/>
                </a:lnTo>
                <a:lnTo>
                  <a:pt x="3449" y="11629"/>
                </a:lnTo>
                <a:lnTo>
                  <a:pt x="3192" y="10602"/>
                </a:lnTo>
                <a:lnTo>
                  <a:pt x="2862" y="9611"/>
                </a:lnTo>
                <a:lnTo>
                  <a:pt x="3339" y="9538"/>
                </a:lnTo>
                <a:lnTo>
                  <a:pt x="3816" y="9428"/>
                </a:lnTo>
                <a:lnTo>
                  <a:pt x="4769" y="9134"/>
                </a:lnTo>
                <a:lnTo>
                  <a:pt x="4843" y="9318"/>
                </a:lnTo>
                <a:lnTo>
                  <a:pt x="4953" y="9501"/>
                </a:lnTo>
                <a:lnTo>
                  <a:pt x="5063" y="9685"/>
                </a:lnTo>
                <a:lnTo>
                  <a:pt x="5246" y="9831"/>
                </a:lnTo>
                <a:lnTo>
                  <a:pt x="5356" y="9868"/>
                </a:lnTo>
                <a:lnTo>
                  <a:pt x="5466" y="9905"/>
                </a:lnTo>
                <a:lnTo>
                  <a:pt x="5613" y="9905"/>
                </a:lnTo>
                <a:lnTo>
                  <a:pt x="5723" y="9868"/>
                </a:lnTo>
                <a:lnTo>
                  <a:pt x="5980" y="9758"/>
                </a:lnTo>
                <a:lnTo>
                  <a:pt x="6163" y="9648"/>
                </a:lnTo>
                <a:lnTo>
                  <a:pt x="6237" y="9538"/>
                </a:lnTo>
                <a:lnTo>
                  <a:pt x="6273" y="9501"/>
                </a:lnTo>
                <a:lnTo>
                  <a:pt x="6237" y="9428"/>
                </a:lnTo>
                <a:lnTo>
                  <a:pt x="5980" y="8731"/>
                </a:lnTo>
                <a:lnTo>
                  <a:pt x="6200" y="8731"/>
                </a:lnTo>
                <a:lnTo>
                  <a:pt x="6383" y="8658"/>
                </a:lnTo>
                <a:lnTo>
                  <a:pt x="6604" y="9244"/>
                </a:lnTo>
                <a:lnTo>
                  <a:pt x="6677" y="9318"/>
                </a:lnTo>
                <a:lnTo>
                  <a:pt x="6714" y="9354"/>
                </a:lnTo>
                <a:lnTo>
                  <a:pt x="6787" y="9354"/>
                </a:lnTo>
                <a:lnTo>
                  <a:pt x="7044" y="9318"/>
                </a:lnTo>
                <a:lnTo>
                  <a:pt x="7300" y="9208"/>
                </a:lnTo>
                <a:lnTo>
                  <a:pt x="7521" y="9061"/>
                </a:lnTo>
                <a:lnTo>
                  <a:pt x="7704" y="8878"/>
                </a:lnTo>
                <a:lnTo>
                  <a:pt x="7741" y="8841"/>
                </a:lnTo>
                <a:lnTo>
                  <a:pt x="7777" y="8768"/>
                </a:lnTo>
                <a:lnTo>
                  <a:pt x="7741" y="8658"/>
                </a:lnTo>
                <a:lnTo>
                  <a:pt x="7264" y="7887"/>
                </a:lnTo>
                <a:lnTo>
                  <a:pt x="7080" y="7520"/>
                </a:lnTo>
                <a:lnTo>
                  <a:pt x="6970" y="7337"/>
                </a:lnTo>
                <a:lnTo>
                  <a:pt x="6824" y="7227"/>
                </a:lnTo>
                <a:lnTo>
                  <a:pt x="6640" y="7154"/>
                </a:lnTo>
                <a:lnTo>
                  <a:pt x="6457" y="7190"/>
                </a:lnTo>
                <a:lnTo>
                  <a:pt x="6383" y="7227"/>
                </a:lnTo>
                <a:lnTo>
                  <a:pt x="6310" y="7264"/>
                </a:lnTo>
                <a:lnTo>
                  <a:pt x="6237" y="7337"/>
                </a:lnTo>
                <a:lnTo>
                  <a:pt x="6200" y="7410"/>
                </a:lnTo>
                <a:lnTo>
                  <a:pt x="6017" y="7447"/>
                </a:lnTo>
                <a:lnTo>
                  <a:pt x="5980" y="7484"/>
                </a:lnTo>
                <a:lnTo>
                  <a:pt x="5943" y="7520"/>
                </a:lnTo>
                <a:lnTo>
                  <a:pt x="5907" y="7594"/>
                </a:lnTo>
                <a:lnTo>
                  <a:pt x="5907" y="7667"/>
                </a:lnTo>
                <a:lnTo>
                  <a:pt x="6200" y="8291"/>
                </a:lnTo>
                <a:lnTo>
                  <a:pt x="6163" y="8364"/>
                </a:lnTo>
                <a:lnTo>
                  <a:pt x="6127" y="8401"/>
                </a:lnTo>
                <a:lnTo>
                  <a:pt x="6090" y="8401"/>
                </a:lnTo>
                <a:lnTo>
                  <a:pt x="6053" y="8437"/>
                </a:lnTo>
                <a:lnTo>
                  <a:pt x="5943" y="8474"/>
                </a:lnTo>
                <a:lnTo>
                  <a:pt x="5907" y="8511"/>
                </a:lnTo>
                <a:lnTo>
                  <a:pt x="5613" y="7814"/>
                </a:lnTo>
                <a:lnTo>
                  <a:pt x="5576" y="7777"/>
                </a:lnTo>
                <a:lnTo>
                  <a:pt x="5540" y="7704"/>
                </a:lnTo>
                <a:lnTo>
                  <a:pt x="5393" y="7704"/>
                </a:lnTo>
                <a:lnTo>
                  <a:pt x="5356" y="7667"/>
                </a:lnTo>
                <a:lnTo>
                  <a:pt x="5173" y="7667"/>
                </a:lnTo>
                <a:lnTo>
                  <a:pt x="4990" y="7704"/>
                </a:lnTo>
                <a:lnTo>
                  <a:pt x="4843" y="7814"/>
                </a:lnTo>
                <a:lnTo>
                  <a:pt x="4733" y="7961"/>
                </a:lnTo>
                <a:lnTo>
                  <a:pt x="4659" y="8144"/>
                </a:lnTo>
                <a:lnTo>
                  <a:pt x="4623" y="8327"/>
                </a:lnTo>
                <a:lnTo>
                  <a:pt x="4623" y="8511"/>
                </a:lnTo>
                <a:lnTo>
                  <a:pt x="4623" y="8694"/>
                </a:lnTo>
                <a:lnTo>
                  <a:pt x="3669" y="8951"/>
                </a:lnTo>
                <a:lnTo>
                  <a:pt x="3229" y="9134"/>
                </a:lnTo>
                <a:lnTo>
                  <a:pt x="2752" y="9318"/>
                </a:lnTo>
                <a:lnTo>
                  <a:pt x="2348" y="7997"/>
                </a:lnTo>
                <a:lnTo>
                  <a:pt x="1908" y="6677"/>
                </a:lnTo>
                <a:lnTo>
                  <a:pt x="1541" y="5356"/>
                </a:lnTo>
                <a:lnTo>
                  <a:pt x="1395" y="4696"/>
                </a:lnTo>
                <a:lnTo>
                  <a:pt x="1285" y="3999"/>
                </a:lnTo>
                <a:lnTo>
                  <a:pt x="1505" y="3962"/>
                </a:lnTo>
                <a:lnTo>
                  <a:pt x="1725" y="3926"/>
                </a:lnTo>
                <a:lnTo>
                  <a:pt x="2165" y="3816"/>
                </a:lnTo>
                <a:lnTo>
                  <a:pt x="3302" y="3485"/>
                </a:lnTo>
                <a:lnTo>
                  <a:pt x="5760" y="2825"/>
                </a:lnTo>
                <a:lnTo>
                  <a:pt x="6934" y="2495"/>
                </a:lnTo>
                <a:lnTo>
                  <a:pt x="8071" y="2092"/>
                </a:lnTo>
                <a:lnTo>
                  <a:pt x="9135" y="1725"/>
                </a:lnTo>
                <a:lnTo>
                  <a:pt x="9758" y="1505"/>
                </a:lnTo>
                <a:lnTo>
                  <a:pt x="9978" y="1395"/>
                </a:lnTo>
                <a:lnTo>
                  <a:pt x="10088" y="1358"/>
                </a:lnTo>
                <a:lnTo>
                  <a:pt x="10162" y="1321"/>
                </a:lnTo>
                <a:close/>
                <a:moveTo>
                  <a:pt x="12876" y="8988"/>
                </a:moveTo>
                <a:lnTo>
                  <a:pt x="13023" y="9575"/>
                </a:lnTo>
                <a:lnTo>
                  <a:pt x="13096" y="9905"/>
                </a:lnTo>
                <a:lnTo>
                  <a:pt x="13206" y="10198"/>
                </a:lnTo>
                <a:lnTo>
                  <a:pt x="12619" y="10271"/>
                </a:lnTo>
                <a:lnTo>
                  <a:pt x="12069" y="10418"/>
                </a:lnTo>
                <a:lnTo>
                  <a:pt x="11519" y="10565"/>
                </a:lnTo>
                <a:lnTo>
                  <a:pt x="10969" y="10748"/>
                </a:lnTo>
                <a:lnTo>
                  <a:pt x="9685" y="11225"/>
                </a:lnTo>
                <a:lnTo>
                  <a:pt x="8438" y="11702"/>
                </a:lnTo>
                <a:lnTo>
                  <a:pt x="5980" y="12619"/>
                </a:lnTo>
                <a:lnTo>
                  <a:pt x="4879" y="13023"/>
                </a:lnTo>
                <a:lnTo>
                  <a:pt x="4329" y="13243"/>
                </a:lnTo>
                <a:lnTo>
                  <a:pt x="3816" y="13499"/>
                </a:lnTo>
                <a:lnTo>
                  <a:pt x="3669" y="12692"/>
                </a:lnTo>
                <a:lnTo>
                  <a:pt x="3522" y="11885"/>
                </a:lnTo>
                <a:lnTo>
                  <a:pt x="3742" y="11885"/>
                </a:lnTo>
                <a:lnTo>
                  <a:pt x="3999" y="11812"/>
                </a:lnTo>
                <a:lnTo>
                  <a:pt x="5173" y="11482"/>
                </a:lnTo>
                <a:lnTo>
                  <a:pt x="7190" y="10932"/>
                </a:lnTo>
                <a:lnTo>
                  <a:pt x="7374" y="11335"/>
                </a:lnTo>
                <a:lnTo>
                  <a:pt x="7594" y="11702"/>
                </a:lnTo>
                <a:lnTo>
                  <a:pt x="7631" y="11775"/>
                </a:lnTo>
                <a:lnTo>
                  <a:pt x="7814" y="11775"/>
                </a:lnTo>
                <a:lnTo>
                  <a:pt x="7887" y="11702"/>
                </a:lnTo>
                <a:lnTo>
                  <a:pt x="7961" y="11629"/>
                </a:lnTo>
                <a:lnTo>
                  <a:pt x="8107" y="11592"/>
                </a:lnTo>
                <a:lnTo>
                  <a:pt x="8401" y="11519"/>
                </a:lnTo>
                <a:lnTo>
                  <a:pt x="8474" y="11445"/>
                </a:lnTo>
                <a:lnTo>
                  <a:pt x="8548" y="11372"/>
                </a:lnTo>
                <a:lnTo>
                  <a:pt x="8658" y="11189"/>
                </a:lnTo>
                <a:lnTo>
                  <a:pt x="8694" y="11005"/>
                </a:lnTo>
                <a:lnTo>
                  <a:pt x="8694" y="10785"/>
                </a:lnTo>
                <a:lnTo>
                  <a:pt x="8658" y="10602"/>
                </a:lnTo>
                <a:lnTo>
                  <a:pt x="8621" y="10418"/>
                </a:lnTo>
                <a:lnTo>
                  <a:pt x="8658" y="10492"/>
                </a:lnTo>
                <a:lnTo>
                  <a:pt x="8768" y="10528"/>
                </a:lnTo>
                <a:lnTo>
                  <a:pt x="9025" y="10492"/>
                </a:lnTo>
                <a:lnTo>
                  <a:pt x="9281" y="10418"/>
                </a:lnTo>
                <a:lnTo>
                  <a:pt x="9428" y="10638"/>
                </a:lnTo>
                <a:lnTo>
                  <a:pt x="9611" y="10822"/>
                </a:lnTo>
                <a:lnTo>
                  <a:pt x="9758" y="10895"/>
                </a:lnTo>
                <a:lnTo>
                  <a:pt x="9942" y="10932"/>
                </a:lnTo>
                <a:lnTo>
                  <a:pt x="10088" y="10932"/>
                </a:lnTo>
                <a:lnTo>
                  <a:pt x="10235" y="10858"/>
                </a:lnTo>
                <a:lnTo>
                  <a:pt x="10382" y="10785"/>
                </a:lnTo>
                <a:lnTo>
                  <a:pt x="10492" y="10638"/>
                </a:lnTo>
                <a:lnTo>
                  <a:pt x="10565" y="10492"/>
                </a:lnTo>
                <a:lnTo>
                  <a:pt x="10602" y="10345"/>
                </a:lnTo>
                <a:lnTo>
                  <a:pt x="10639" y="10161"/>
                </a:lnTo>
                <a:lnTo>
                  <a:pt x="10602" y="9978"/>
                </a:lnTo>
                <a:lnTo>
                  <a:pt x="10492" y="9648"/>
                </a:lnTo>
                <a:lnTo>
                  <a:pt x="10749" y="9648"/>
                </a:lnTo>
                <a:lnTo>
                  <a:pt x="11005" y="9611"/>
                </a:lnTo>
                <a:lnTo>
                  <a:pt x="11629" y="9428"/>
                </a:lnTo>
                <a:lnTo>
                  <a:pt x="12876" y="8988"/>
                </a:lnTo>
                <a:close/>
                <a:moveTo>
                  <a:pt x="13206" y="10675"/>
                </a:moveTo>
                <a:lnTo>
                  <a:pt x="13096" y="10712"/>
                </a:lnTo>
                <a:lnTo>
                  <a:pt x="11592" y="11262"/>
                </a:lnTo>
                <a:lnTo>
                  <a:pt x="8731" y="12362"/>
                </a:lnTo>
                <a:lnTo>
                  <a:pt x="7300" y="12876"/>
                </a:lnTo>
                <a:lnTo>
                  <a:pt x="6604" y="13133"/>
                </a:lnTo>
                <a:lnTo>
                  <a:pt x="5870" y="13316"/>
                </a:lnTo>
                <a:lnTo>
                  <a:pt x="4696" y="13573"/>
                </a:lnTo>
                <a:lnTo>
                  <a:pt x="5393" y="13279"/>
                </a:lnTo>
                <a:lnTo>
                  <a:pt x="6090" y="13023"/>
                </a:lnTo>
                <a:lnTo>
                  <a:pt x="8438" y="12179"/>
                </a:lnTo>
                <a:lnTo>
                  <a:pt x="9611" y="11702"/>
                </a:lnTo>
                <a:lnTo>
                  <a:pt x="10822" y="11299"/>
                </a:lnTo>
                <a:lnTo>
                  <a:pt x="11409" y="11078"/>
                </a:lnTo>
                <a:lnTo>
                  <a:pt x="11996" y="10895"/>
                </a:lnTo>
                <a:lnTo>
                  <a:pt x="12619" y="10748"/>
                </a:lnTo>
                <a:lnTo>
                  <a:pt x="13206" y="10675"/>
                </a:lnTo>
                <a:close/>
                <a:moveTo>
                  <a:pt x="10492" y="478"/>
                </a:moveTo>
                <a:lnTo>
                  <a:pt x="10712" y="1064"/>
                </a:lnTo>
                <a:lnTo>
                  <a:pt x="10969" y="1688"/>
                </a:lnTo>
                <a:lnTo>
                  <a:pt x="11482" y="2862"/>
                </a:lnTo>
                <a:lnTo>
                  <a:pt x="11996" y="4182"/>
                </a:lnTo>
                <a:lnTo>
                  <a:pt x="12473" y="5466"/>
                </a:lnTo>
                <a:lnTo>
                  <a:pt x="12876" y="6713"/>
                </a:lnTo>
                <a:lnTo>
                  <a:pt x="13280" y="7924"/>
                </a:lnTo>
                <a:lnTo>
                  <a:pt x="13683" y="9171"/>
                </a:lnTo>
                <a:lnTo>
                  <a:pt x="14013" y="10418"/>
                </a:lnTo>
                <a:lnTo>
                  <a:pt x="13793" y="10418"/>
                </a:lnTo>
                <a:lnTo>
                  <a:pt x="13573" y="10492"/>
                </a:lnTo>
                <a:lnTo>
                  <a:pt x="13573" y="10418"/>
                </a:lnTo>
                <a:lnTo>
                  <a:pt x="13573" y="10308"/>
                </a:lnTo>
                <a:lnTo>
                  <a:pt x="13646" y="10235"/>
                </a:lnTo>
                <a:lnTo>
                  <a:pt x="13646" y="10125"/>
                </a:lnTo>
                <a:lnTo>
                  <a:pt x="13610" y="9831"/>
                </a:lnTo>
                <a:lnTo>
                  <a:pt x="13610" y="9758"/>
                </a:lnTo>
                <a:lnTo>
                  <a:pt x="13610" y="9721"/>
                </a:lnTo>
                <a:lnTo>
                  <a:pt x="13426" y="9024"/>
                </a:lnTo>
                <a:lnTo>
                  <a:pt x="13096" y="7777"/>
                </a:lnTo>
                <a:lnTo>
                  <a:pt x="12693" y="6603"/>
                </a:lnTo>
                <a:lnTo>
                  <a:pt x="12289" y="5430"/>
                </a:lnTo>
                <a:lnTo>
                  <a:pt x="11849" y="4256"/>
                </a:lnTo>
                <a:lnTo>
                  <a:pt x="11372" y="3119"/>
                </a:lnTo>
                <a:lnTo>
                  <a:pt x="10859" y="1981"/>
                </a:lnTo>
                <a:lnTo>
                  <a:pt x="10675" y="1651"/>
                </a:lnTo>
                <a:lnTo>
                  <a:pt x="10492" y="1358"/>
                </a:lnTo>
                <a:lnTo>
                  <a:pt x="10602" y="1285"/>
                </a:lnTo>
                <a:lnTo>
                  <a:pt x="10639" y="1174"/>
                </a:lnTo>
                <a:lnTo>
                  <a:pt x="10602" y="1064"/>
                </a:lnTo>
                <a:lnTo>
                  <a:pt x="10565" y="991"/>
                </a:lnTo>
                <a:lnTo>
                  <a:pt x="10528" y="954"/>
                </a:lnTo>
                <a:lnTo>
                  <a:pt x="10455" y="918"/>
                </a:lnTo>
                <a:lnTo>
                  <a:pt x="10272" y="881"/>
                </a:lnTo>
                <a:lnTo>
                  <a:pt x="10088" y="918"/>
                </a:lnTo>
                <a:lnTo>
                  <a:pt x="9391" y="1138"/>
                </a:lnTo>
                <a:lnTo>
                  <a:pt x="8658" y="1431"/>
                </a:lnTo>
                <a:lnTo>
                  <a:pt x="7924" y="1688"/>
                </a:lnTo>
                <a:lnTo>
                  <a:pt x="7190" y="1945"/>
                </a:lnTo>
                <a:lnTo>
                  <a:pt x="5650" y="2422"/>
                </a:lnTo>
                <a:lnTo>
                  <a:pt x="4109" y="2862"/>
                </a:lnTo>
                <a:lnTo>
                  <a:pt x="2569" y="3265"/>
                </a:lnTo>
                <a:lnTo>
                  <a:pt x="1762" y="3485"/>
                </a:lnTo>
                <a:lnTo>
                  <a:pt x="1358" y="3632"/>
                </a:lnTo>
                <a:lnTo>
                  <a:pt x="1175" y="3706"/>
                </a:lnTo>
                <a:lnTo>
                  <a:pt x="1028" y="3816"/>
                </a:lnTo>
                <a:lnTo>
                  <a:pt x="991" y="3816"/>
                </a:lnTo>
                <a:lnTo>
                  <a:pt x="955" y="3889"/>
                </a:lnTo>
                <a:lnTo>
                  <a:pt x="918" y="3962"/>
                </a:lnTo>
                <a:lnTo>
                  <a:pt x="991" y="4586"/>
                </a:lnTo>
                <a:lnTo>
                  <a:pt x="1101" y="5209"/>
                </a:lnTo>
                <a:lnTo>
                  <a:pt x="1248" y="5796"/>
                </a:lnTo>
                <a:lnTo>
                  <a:pt x="1395" y="6420"/>
                </a:lnTo>
                <a:lnTo>
                  <a:pt x="1725" y="7594"/>
                </a:lnTo>
                <a:lnTo>
                  <a:pt x="2128" y="8768"/>
                </a:lnTo>
                <a:lnTo>
                  <a:pt x="2532" y="9978"/>
                </a:lnTo>
                <a:lnTo>
                  <a:pt x="2899" y="11152"/>
                </a:lnTo>
                <a:lnTo>
                  <a:pt x="3045" y="11739"/>
                </a:lnTo>
                <a:lnTo>
                  <a:pt x="3192" y="12362"/>
                </a:lnTo>
                <a:lnTo>
                  <a:pt x="3302" y="12949"/>
                </a:lnTo>
                <a:lnTo>
                  <a:pt x="3412" y="13573"/>
                </a:lnTo>
                <a:lnTo>
                  <a:pt x="3412" y="13683"/>
                </a:lnTo>
                <a:lnTo>
                  <a:pt x="3486" y="13720"/>
                </a:lnTo>
                <a:lnTo>
                  <a:pt x="3559" y="13756"/>
                </a:lnTo>
                <a:lnTo>
                  <a:pt x="3632" y="13793"/>
                </a:lnTo>
                <a:lnTo>
                  <a:pt x="3669" y="13830"/>
                </a:lnTo>
                <a:lnTo>
                  <a:pt x="3742" y="13830"/>
                </a:lnTo>
                <a:lnTo>
                  <a:pt x="4036" y="13756"/>
                </a:lnTo>
                <a:lnTo>
                  <a:pt x="3706" y="13903"/>
                </a:lnTo>
                <a:lnTo>
                  <a:pt x="3412" y="14086"/>
                </a:lnTo>
                <a:lnTo>
                  <a:pt x="2569" y="11115"/>
                </a:lnTo>
                <a:lnTo>
                  <a:pt x="2128" y="9611"/>
                </a:lnTo>
                <a:lnTo>
                  <a:pt x="1725" y="8144"/>
                </a:lnTo>
                <a:lnTo>
                  <a:pt x="955" y="5136"/>
                </a:lnTo>
                <a:lnTo>
                  <a:pt x="808" y="4439"/>
                </a:lnTo>
                <a:lnTo>
                  <a:pt x="661" y="3999"/>
                </a:lnTo>
                <a:lnTo>
                  <a:pt x="588" y="3779"/>
                </a:lnTo>
                <a:lnTo>
                  <a:pt x="478" y="3632"/>
                </a:lnTo>
                <a:lnTo>
                  <a:pt x="1065" y="3522"/>
                </a:lnTo>
                <a:lnTo>
                  <a:pt x="1652" y="3412"/>
                </a:lnTo>
                <a:lnTo>
                  <a:pt x="2825" y="3045"/>
                </a:lnTo>
                <a:lnTo>
                  <a:pt x="4183" y="2642"/>
                </a:lnTo>
                <a:lnTo>
                  <a:pt x="5503" y="2202"/>
                </a:lnTo>
                <a:lnTo>
                  <a:pt x="8034" y="1358"/>
                </a:lnTo>
                <a:lnTo>
                  <a:pt x="9281" y="918"/>
                </a:lnTo>
                <a:lnTo>
                  <a:pt x="9905" y="734"/>
                </a:lnTo>
                <a:lnTo>
                  <a:pt x="10198" y="624"/>
                </a:lnTo>
                <a:lnTo>
                  <a:pt x="10492" y="478"/>
                </a:lnTo>
                <a:close/>
                <a:moveTo>
                  <a:pt x="10455" y="1"/>
                </a:moveTo>
                <a:lnTo>
                  <a:pt x="10162" y="37"/>
                </a:lnTo>
                <a:lnTo>
                  <a:pt x="9832" y="147"/>
                </a:lnTo>
                <a:lnTo>
                  <a:pt x="9245" y="367"/>
                </a:lnTo>
                <a:lnTo>
                  <a:pt x="7997" y="808"/>
                </a:lnTo>
                <a:lnTo>
                  <a:pt x="5503" y="1651"/>
                </a:lnTo>
                <a:lnTo>
                  <a:pt x="2935" y="2495"/>
                </a:lnTo>
                <a:lnTo>
                  <a:pt x="1615" y="2899"/>
                </a:lnTo>
                <a:lnTo>
                  <a:pt x="918" y="3082"/>
                </a:lnTo>
                <a:lnTo>
                  <a:pt x="258" y="3339"/>
                </a:lnTo>
                <a:lnTo>
                  <a:pt x="184" y="3412"/>
                </a:lnTo>
                <a:lnTo>
                  <a:pt x="148" y="3522"/>
                </a:lnTo>
                <a:lnTo>
                  <a:pt x="38" y="3559"/>
                </a:lnTo>
                <a:lnTo>
                  <a:pt x="1" y="3595"/>
                </a:lnTo>
                <a:lnTo>
                  <a:pt x="1" y="3632"/>
                </a:lnTo>
                <a:lnTo>
                  <a:pt x="38" y="3779"/>
                </a:lnTo>
                <a:lnTo>
                  <a:pt x="111" y="3926"/>
                </a:lnTo>
                <a:lnTo>
                  <a:pt x="184" y="4036"/>
                </a:lnTo>
                <a:lnTo>
                  <a:pt x="221" y="4146"/>
                </a:lnTo>
                <a:lnTo>
                  <a:pt x="294" y="4366"/>
                </a:lnTo>
                <a:lnTo>
                  <a:pt x="588" y="5796"/>
                </a:lnTo>
                <a:lnTo>
                  <a:pt x="955" y="7227"/>
                </a:lnTo>
                <a:lnTo>
                  <a:pt x="1285" y="8658"/>
                </a:lnTo>
                <a:lnTo>
                  <a:pt x="2055" y="11482"/>
                </a:lnTo>
                <a:lnTo>
                  <a:pt x="2459" y="12876"/>
                </a:lnTo>
                <a:lnTo>
                  <a:pt x="2899" y="14233"/>
                </a:lnTo>
                <a:lnTo>
                  <a:pt x="2935" y="14380"/>
                </a:lnTo>
                <a:lnTo>
                  <a:pt x="3045" y="14416"/>
                </a:lnTo>
                <a:lnTo>
                  <a:pt x="3155" y="14453"/>
                </a:lnTo>
                <a:lnTo>
                  <a:pt x="3302" y="14416"/>
                </a:lnTo>
                <a:lnTo>
                  <a:pt x="3596" y="14343"/>
                </a:lnTo>
                <a:lnTo>
                  <a:pt x="3889" y="14270"/>
                </a:lnTo>
                <a:lnTo>
                  <a:pt x="4513" y="14086"/>
                </a:lnTo>
                <a:lnTo>
                  <a:pt x="5980" y="13793"/>
                </a:lnTo>
                <a:lnTo>
                  <a:pt x="6714" y="13610"/>
                </a:lnTo>
                <a:lnTo>
                  <a:pt x="7447" y="13353"/>
                </a:lnTo>
                <a:lnTo>
                  <a:pt x="8878" y="12839"/>
                </a:lnTo>
                <a:lnTo>
                  <a:pt x="11739" y="11775"/>
                </a:lnTo>
                <a:lnTo>
                  <a:pt x="13133" y="11225"/>
                </a:lnTo>
                <a:lnTo>
                  <a:pt x="13646" y="11078"/>
                </a:lnTo>
                <a:lnTo>
                  <a:pt x="13903" y="10968"/>
                </a:lnTo>
                <a:lnTo>
                  <a:pt x="14160" y="10822"/>
                </a:lnTo>
                <a:lnTo>
                  <a:pt x="14197" y="10932"/>
                </a:lnTo>
                <a:lnTo>
                  <a:pt x="14270" y="10968"/>
                </a:lnTo>
                <a:lnTo>
                  <a:pt x="14380" y="11005"/>
                </a:lnTo>
                <a:lnTo>
                  <a:pt x="14490" y="11005"/>
                </a:lnTo>
                <a:lnTo>
                  <a:pt x="14563" y="10932"/>
                </a:lnTo>
                <a:lnTo>
                  <a:pt x="14637" y="10895"/>
                </a:lnTo>
                <a:lnTo>
                  <a:pt x="14674" y="10785"/>
                </a:lnTo>
                <a:lnTo>
                  <a:pt x="14637" y="10675"/>
                </a:lnTo>
                <a:lnTo>
                  <a:pt x="14270" y="9318"/>
                </a:lnTo>
                <a:lnTo>
                  <a:pt x="13867" y="7997"/>
                </a:lnTo>
                <a:lnTo>
                  <a:pt x="13426" y="6640"/>
                </a:lnTo>
                <a:lnTo>
                  <a:pt x="12949" y="5356"/>
                </a:lnTo>
                <a:lnTo>
                  <a:pt x="12473" y="4036"/>
                </a:lnTo>
                <a:lnTo>
                  <a:pt x="11922" y="2752"/>
                </a:lnTo>
                <a:lnTo>
                  <a:pt x="11409" y="1468"/>
                </a:lnTo>
                <a:lnTo>
                  <a:pt x="11115" y="881"/>
                </a:lnTo>
                <a:lnTo>
                  <a:pt x="10785" y="257"/>
                </a:lnTo>
                <a:lnTo>
                  <a:pt x="10749" y="221"/>
                </a:lnTo>
                <a:lnTo>
                  <a:pt x="10675" y="184"/>
                </a:lnTo>
                <a:lnTo>
                  <a:pt x="10639" y="111"/>
                </a:lnTo>
                <a:lnTo>
                  <a:pt x="10602" y="74"/>
                </a:lnTo>
                <a:lnTo>
                  <a:pt x="10528" y="37"/>
                </a:lnTo>
                <a:lnTo>
                  <a:pt x="10455" y="1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4C2F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28" name="Google Shape;1628;p65"/>
          <p:cNvSpPr/>
          <p:nvPr/>
        </p:nvSpPr>
        <p:spPr>
          <a:xfrm rot="6179663">
            <a:off x="8046991" y="3759614"/>
            <a:ext cx="236870" cy="244806"/>
          </a:xfrm>
          <a:custGeom>
            <a:rect b="b" l="l" r="r" t="t"/>
            <a:pathLst>
              <a:path extrusionOk="0" h="13573" w="13133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4C2F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29" name="Google Shape;1629;p65"/>
          <p:cNvSpPr/>
          <p:nvPr/>
        </p:nvSpPr>
        <p:spPr>
          <a:xfrm>
            <a:off x="8181394" y="4990545"/>
            <a:ext cx="135830" cy="296514"/>
          </a:xfrm>
          <a:custGeom>
            <a:rect b="b" l="l" r="r" t="t"/>
            <a:pathLst>
              <a:path extrusionOk="0" h="16178" w="7411">
                <a:moveTo>
                  <a:pt x="3339" y="147"/>
                </a:moveTo>
                <a:lnTo>
                  <a:pt x="3229" y="441"/>
                </a:lnTo>
                <a:lnTo>
                  <a:pt x="3155" y="734"/>
                </a:lnTo>
                <a:lnTo>
                  <a:pt x="3119" y="1358"/>
                </a:lnTo>
                <a:lnTo>
                  <a:pt x="3082" y="2972"/>
                </a:lnTo>
                <a:lnTo>
                  <a:pt x="3119" y="4476"/>
                </a:lnTo>
                <a:lnTo>
                  <a:pt x="3119" y="5283"/>
                </a:lnTo>
                <a:lnTo>
                  <a:pt x="3119" y="5576"/>
                </a:lnTo>
                <a:lnTo>
                  <a:pt x="3155" y="5723"/>
                </a:lnTo>
                <a:lnTo>
                  <a:pt x="3229" y="5870"/>
                </a:lnTo>
                <a:lnTo>
                  <a:pt x="3265" y="5906"/>
                </a:lnTo>
                <a:lnTo>
                  <a:pt x="3339" y="5943"/>
                </a:lnTo>
                <a:lnTo>
                  <a:pt x="3375" y="5943"/>
                </a:lnTo>
                <a:lnTo>
                  <a:pt x="3449" y="5870"/>
                </a:lnTo>
                <a:lnTo>
                  <a:pt x="3486" y="5760"/>
                </a:lnTo>
                <a:lnTo>
                  <a:pt x="3522" y="5649"/>
                </a:lnTo>
                <a:lnTo>
                  <a:pt x="3522" y="5393"/>
                </a:lnTo>
                <a:lnTo>
                  <a:pt x="3522" y="4586"/>
                </a:lnTo>
                <a:lnTo>
                  <a:pt x="3486" y="2972"/>
                </a:lnTo>
                <a:lnTo>
                  <a:pt x="3522" y="1504"/>
                </a:lnTo>
                <a:lnTo>
                  <a:pt x="3522" y="808"/>
                </a:lnTo>
                <a:lnTo>
                  <a:pt x="3486" y="477"/>
                </a:lnTo>
                <a:lnTo>
                  <a:pt x="3412" y="294"/>
                </a:lnTo>
                <a:lnTo>
                  <a:pt x="3375" y="147"/>
                </a:lnTo>
                <a:close/>
                <a:moveTo>
                  <a:pt x="1725" y="1"/>
                </a:moveTo>
                <a:lnTo>
                  <a:pt x="1688" y="37"/>
                </a:lnTo>
                <a:lnTo>
                  <a:pt x="1615" y="147"/>
                </a:lnTo>
                <a:lnTo>
                  <a:pt x="1578" y="294"/>
                </a:lnTo>
                <a:lnTo>
                  <a:pt x="1541" y="624"/>
                </a:lnTo>
                <a:lnTo>
                  <a:pt x="1578" y="1284"/>
                </a:lnTo>
                <a:lnTo>
                  <a:pt x="1615" y="2898"/>
                </a:lnTo>
                <a:lnTo>
                  <a:pt x="1725" y="6236"/>
                </a:lnTo>
                <a:lnTo>
                  <a:pt x="1761" y="6346"/>
                </a:lnTo>
                <a:lnTo>
                  <a:pt x="1798" y="6383"/>
                </a:lnTo>
                <a:lnTo>
                  <a:pt x="1872" y="6420"/>
                </a:lnTo>
                <a:lnTo>
                  <a:pt x="1945" y="6456"/>
                </a:lnTo>
                <a:lnTo>
                  <a:pt x="2018" y="6420"/>
                </a:lnTo>
                <a:lnTo>
                  <a:pt x="2092" y="6383"/>
                </a:lnTo>
                <a:lnTo>
                  <a:pt x="2165" y="6346"/>
                </a:lnTo>
                <a:lnTo>
                  <a:pt x="2165" y="6236"/>
                </a:lnTo>
                <a:lnTo>
                  <a:pt x="2165" y="5980"/>
                </a:lnTo>
                <a:lnTo>
                  <a:pt x="2165" y="5943"/>
                </a:lnTo>
                <a:lnTo>
                  <a:pt x="2055" y="3008"/>
                </a:lnTo>
                <a:lnTo>
                  <a:pt x="1982" y="1394"/>
                </a:lnTo>
                <a:lnTo>
                  <a:pt x="1945" y="587"/>
                </a:lnTo>
                <a:lnTo>
                  <a:pt x="1908" y="294"/>
                </a:lnTo>
                <a:lnTo>
                  <a:pt x="1872" y="147"/>
                </a:lnTo>
                <a:lnTo>
                  <a:pt x="1761" y="37"/>
                </a:lnTo>
                <a:lnTo>
                  <a:pt x="1725" y="1"/>
                </a:lnTo>
                <a:close/>
                <a:moveTo>
                  <a:pt x="4953" y="184"/>
                </a:moveTo>
                <a:lnTo>
                  <a:pt x="4879" y="221"/>
                </a:lnTo>
                <a:lnTo>
                  <a:pt x="4843" y="257"/>
                </a:lnTo>
                <a:lnTo>
                  <a:pt x="4843" y="331"/>
                </a:lnTo>
                <a:lnTo>
                  <a:pt x="4769" y="1101"/>
                </a:lnTo>
                <a:lnTo>
                  <a:pt x="4733" y="1908"/>
                </a:lnTo>
                <a:lnTo>
                  <a:pt x="4733" y="3522"/>
                </a:lnTo>
                <a:lnTo>
                  <a:pt x="4733" y="5136"/>
                </a:lnTo>
                <a:lnTo>
                  <a:pt x="4696" y="5870"/>
                </a:lnTo>
                <a:lnTo>
                  <a:pt x="4696" y="6273"/>
                </a:lnTo>
                <a:lnTo>
                  <a:pt x="4769" y="6640"/>
                </a:lnTo>
                <a:lnTo>
                  <a:pt x="4806" y="6713"/>
                </a:lnTo>
                <a:lnTo>
                  <a:pt x="4916" y="6750"/>
                </a:lnTo>
                <a:lnTo>
                  <a:pt x="5026" y="6713"/>
                </a:lnTo>
                <a:lnTo>
                  <a:pt x="5100" y="6640"/>
                </a:lnTo>
                <a:lnTo>
                  <a:pt x="5173" y="6273"/>
                </a:lnTo>
                <a:lnTo>
                  <a:pt x="5173" y="5870"/>
                </a:lnTo>
                <a:lnTo>
                  <a:pt x="5136" y="5136"/>
                </a:lnTo>
                <a:lnTo>
                  <a:pt x="5136" y="3522"/>
                </a:lnTo>
                <a:lnTo>
                  <a:pt x="5173" y="1908"/>
                </a:lnTo>
                <a:lnTo>
                  <a:pt x="5136" y="1138"/>
                </a:lnTo>
                <a:lnTo>
                  <a:pt x="5100" y="331"/>
                </a:lnTo>
                <a:lnTo>
                  <a:pt x="5100" y="257"/>
                </a:lnTo>
                <a:lnTo>
                  <a:pt x="5063" y="221"/>
                </a:lnTo>
                <a:lnTo>
                  <a:pt x="4953" y="184"/>
                </a:lnTo>
                <a:close/>
                <a:moveTo>
                  <a:pt x="6273" y="2678"/>
                </a:moveTo>
                <a:lnTo>
                  <a:pt x="6273" y="2715"/>
                </a:lnTo>
                <a:lnTo>
                  <a:pt x="6200" y="3008"/>
                </a:lnTo>
                <a:lnTo>
                  <a:pt x="6163" y="3302"/>
                </a:lnTo>
                <a:lnTo>
                  <a:pt x="6127" y="3925"/>
                </a:lnTo>
                <a:lnTo>
                  <a:pt x="6127" y="5173"/>
                </a:lnTo>
                <a:lnTo>
                  <a:pt x="6090" y="7667"/>
                </a:lnTo>
                <a:lnTo>
                  <a:pt x="6090" y="7887"/>
                </a:lnTo>
                <a:lnTo>
                  <a:pt x="6127" y="7960"/>
                </a:lnTo>
                <a:lnTo>
                  <a:pt x="6163" y="8034"/>
                </a:lnTo>
                <a:lnTo>
                  <a:pt x="6237" y="8070"/>
                </a:lnTo>
                <a:lnTo>
                  <a:pt x="6383" y="8070"/>
                </a:lnTo>
                <a:lnTo>
                  <a:pt x="6457" y="8034"/>
                </a:lnTo>
                <a:lnTo>
                  <a:pt x="6493" y="7960"/>
                </a:lnTo>
                <a:lnTo>
                  <a:pt x="6530" y="7887"/>
                </a:lnTo>
                <a:lnTo>
                  <a:pt x="6530" y="5283"/>
                </a:lnTo>
                <a:lnTo>
                  <a:pt x="6530" y="3962"/>
                </a:lnTo>
                <a:lnTo>
                  <a:pt x="6493" y="3339"/>
                </a:lnTo>
                <a:lnTo>
                  <a:pt x="6457" y="3008"/>
                </a:lnTo>
                <a:lnTo>
                  <a:pt x="6383" y="2715"/>
                </a:lnTo>
                <a:lnTo>
                  <a:pt x="6347" y="2678"/>
                </a:lnTo>
                <a:close/>
                <a:moveTo>
                  <a:pt x="3265" y="7887"/>
                </a:moveTo>
                <a:lnTo>
                  <a:pt x="3082" y="8107"/>
                </a:lnTo>
                <a:lnTo>
                  <a:pt x="2862" y="8291"/>
                </a:lnTo>
                <a:lnTo>
                  <a:pt x="2679" y="8401"/>
                </a:lnTo>
                <a:lnTo>
                  <a:pt x="2458" y="8474"/>
                </a:lnTo>
                <a:lnTo>
                  <a:pt x="2458" y="8474"/>
                </a:lnTo>
                <a:lnTo>
                  <a:pt x="2605" y="8291"/>
                </a:lnTo>
                <a:lnTo>
                  <a:pt x="2752" y="8144"/>
                </a:lnTo>
                <a:lnTo>
                  <a:pt x="2972" y="7997"/>
                </a:lnTo>
                <a:lnTo>
                  <a:pt x="3192" y="7924"/>
                </a:lnTo>
                <a:lnTo>
                  <a:pt x="3265" y="7887"/>
                </a:lnTo>
                <a:close/>
                <a:moveTo>
                  <a:pt x="4806" y="9501"/>
                </a:moveTo>
                <a:lnTo>
                  <a:pt x="4513" y="9538"/>
                </a:lnTo>
                <a:lnTo>
                  <a:pt x="4329" y="9574"/>
                </a:lnTo>
                <a:lnTo>
                  <a:pt x="4072" y="9574"/>
                </a:lnTo>
                <a:lnTo>
                  <a:pt x="4072" y="9611"/>
                </a:lnTo>
                <a:lnTo>
                  <a:pt x="4072" y="9684"/>
                </a:lnTo>
                <a:lnTo>
                  <a:pt x="4109" y="9758"/>
                </a:lnTo>
                <a:lnTo>
                  <a:pt x="4146" y="9831"/>
                </a:lnTo>
                <a:lnTo>
                  <a:pt x="4219" y="9868"/>
                </a:lnTo>
                <a:lnTo>
                  <a:pt x="4293" y="9905"/>
                </a:lnTo>
                <a:lnTo>
                  <a:pt x="4476" y="9941"/>
                </a:lnTo>
                <a:lnTo>
                  <a:pt x="4659" y="9905"/>
                </a:lnTo>
                <a:lnTo>
                  <a:pt x="4806" y="9941"/>
                </a:lnTo>
                <a:lnTo>
                  <a:pt x="4953" y="9978"/>
                </a:lnTo>
                <a:lnTo>
                  <a:pt x="5100" y="10015"/>
                </a:lnTo>
                <a:lnTo>
                  <a:pt x="5246" y="10125"/>
                </a:lnTo>
                <a:lnTo>
                  <a:pt x="5320" y="10235"/>
                </a:lnTo>
                <a:lnTo>
                  <a:pt x="5430" y="10381"/>
                </a:lnTo>
                <a:lnTo>
                  <a:pt x="5466" y="10528"/>
                </a:lnTo>
                <a:lnTo>
                  <a:pt x="5503" y="10675"/>
                </a:lnTo>
                <a:lnTo>
                  <a:pt x="5540" y="10748"/>
                </a:lnTo>
                <a:lnTo>
                  <a:pt x="5613" y="10822"/>
                </a:lnTo>
                <a:lnTo>
                  <a:pt x="5833" y="10822"/>
                </a:lnTo>
                <a:lnTo>
                  <a:pt x="5907" y="10748"/>
                </a:lnTo>
                <a:lnTo>
                  <a:pt x="5943" y="10711"/>
                </a:lnTo>
                <a:lnTo>
                  <a:pt x="5980" y="10601"/>
                </a:lnTo>
                <a:lnTo>
                  <a:pt x="5907" y="10308"/>
                </a:lnTo>
                <a:lnTo>
                  <a:pt x="5760" y="10051"/>
                </a:lnTo>
                <a:lnTo>
                  <a:pt x="5576" y="9831"/>
                </a:lnTo>
                <a:lnTo>
                  <a:pt x="5356" y="9648"/>
                </a:lnTo>
                <a:lnTo>
                  <a:pt x="5100" y="9538"/>
                </a:lnTo>
                <a:lnTo>
                  <a:pt x="4806" y="9501"/>
                </a:lnTo>
                <a:close/>
                <a:moveTo>
                  <a:pt x="4879" y="8547"/>
                </a:moveTo>
                <a:lnTo>
                  <a:pt x="5136" y="8621"/>
                </a:lnTo>
                <a:lnTo>
                  <a:pt x="5393" y="8731"/>
                </a:lnTo>
                <a:lnTo>
                  <a:pt x="5650" y="8877"/>
                </a:lnTo>
                <a:lnTo>
                  <a:pt x="5907" y="9061"/>
                </a:lnTo>
                <a:lnTo>
                  <a:pt x="6090" y="9244"/>
                </a:lnTo>
                <a:lnTo>
                  <a:pt x="6310" y="9464"/>
                </a:lnTo>
                <a:lnTo>
                  <a:pt x="6457" y="9684"/>
                </a:lnTo>
                <a:lnTo>
                  <a:pt x="6603" y="9941"/>
                </a:lnTo>
                <a:lnTo>
                  <a:pt x="6714" y="10198"/>
                </a:lnTo>
                <a:lnTo>
                  <a:pt x="6787" y="10491"/>
                </a:lnTo>
                <a:lnTo>
                  <a:pt x="6860" y="10748"/>
                </a:lnTo>
                <a:lnTo>
                  <a:pt x="6934" y="11078"/>
                </a:lnTo>
                <a:lnTo>
                  <a:pt x="6934" y="11372"/>
                </a:lnTo>
                <a:lnTo>
                  <a:pt x="6934" y="11665"/>
                </a:lnTo>
                <a:lnTo>
                  <a:pt x="6934" y="11995"/>
                </a:lnTo>
                <a:lnTo>
                  <a:pt x="6824" y="12619"/>
                </a:lnTo>
                <a:lnTo>
                  <a:pt x="6677" y="13206"/>
                </a:lnTo>
                <a:lnTo>
                  <a:pt x="6530" y="13499"/>
                </a:lnTo>
                <a:lnTo>
                  <a:pt x="6383" y="13793"/>
                </a:lnTo>
                <a:lnTo>
                  <a:pt x="6310" y="13939"/>
                </a:lnTo>
                <a:lnTo>
                  <a:pt x="6163" y="14050"/>
                </a:lnTo>
                <a:lnTo>
                  <a:pt x="5907" y="14270"/>
                </a:lnTo>
                <a:lnTo>
                  <a:pt x="5540" y="14526"/>
                </a:lnTo>
                <a:lnTo>
                  <a:pt x="5173" y="14857"/>
                </a:lnTo>
                <a:lnTo>
                  <a:pt x="5026" y="14967"/>
                </a:lnTo>
                <a:lnTo>
                  <a:pt x="4659" y="15187"/>
                </a:lnTo>
                <a:lnTo>
                  <a:pt x="4659" y="15187"/>
                </a:lnTo>
                <a:lnTo>
                  <a:pt x="4806" y="14857"/>
                </a:lnTo>
                <a:lnTo>
                  <a:pt x="4916" y="14636"/>
                </a:lnTo>
                <a:lnTo>
                  <a:pt x="4953" y="14490"/>
                </a:lnTo>
                <a:lnTo>
                  <a:pt x="4989" y="14380"/>
                </a:lnTo>
                <a:lnTo>
                  <a:pt x="4953" y="14270"/>
                </a:lnTo>
                <a:lnTo>
                  <a:pt x="4916" y="14160"/>
                </a:lnTo>
                <a:lnTo>
                  <a:pt x="4843" y="14123"/>
                </a:lnTo>
                <a:lnTo>
                  <a:pt x="4659" y="14123"/>
                </a:lnTo>
                <a:lnTo>
                  <a:pt x="4586" y="14160"/>
                </a:lnTo>
                <a:lnTo>
                  <a:pt x="4549" y="14233"/>
                </a:lnTo>
                <a:lnTo>
                  <a:pt x="4513" y="14343"/>
                </a:lnTo>
                <a:lnTo>
                  <a:pt x="4549" y="14453"/>
                </a:lnTo>
                <a:lnTo>
                  <a:pt x="4513" y="14526"/>
                </a:lnTo>
                <a:lnTo>
                  <a:pt x="4439" y="14783"/>
                </a:lnTo>
                <a:lnTo>
                  <a:pt x="4366" y="15003"/>
                </a:lnTo>
                <a:lnTo>
                  <a:pt x="4329" y="15260"/>
                </a:lnTo>
                <a:lnTo>
                  <a:pt x="4366" y="15333"/>
                </a:lnTo>
                <a:lnTo>
                  <a:pt x="4293" y="15370"/>
                </a:lnTo>
                <a:lnTo>
                  <a:pt x="3999" y="15480"/>
                </a:lnTo>
                <a:lnTo>
                  <a:pt x="3632" y="15590"/>
                </a:lnTo>
                <a:lnTo>
                  <a:pt x="3816" y="15333"/>
                </a:lnTo>
                <a:lnTo>
                  <a:pt x="4109" y="14746"/>
                </a:lnTo>
                <a:lnTo>
                  <a:pt x="4109" y="14673"/>
                </a:lnTo>
                <a:lnTo>
                  <a:pt x="4109" y="14600"/>
                </a:lnTo>
                <a:lnTo>
                  <a:pt x="4072" y="14526"/>
                </a:lnTo>
                <a:lnTo>
                  <a:pt x="4036" y="14490"/>
                </a:lnTo>
                <a:lnTo>
                  <a:pt x="3962" y="14453"/>
                </a:lnTo>
                <a:lnTo>
                  <a:pt x="3889" y="14453"/>
                </a:lnTo>
                <a:lnTo>
                  <a:pt x="3816" y="14490"/>
                </a:lnTo>
                <a:lnTo>
                  <a:pt x="3779" y="14563"/>
                </a:lnTo>
                <a:lnTo>
                  <a:pt x="3486" y="15150"/>
                </a:lnTo>
                <a:lnTo>
                  <a:pt x="3339" y="15407"/>
                </a:lnTo>
                <a:lnTo>
                  <a:pt x="3229" y="15663"/>
                </a:lnTo>
                <a:lnTo>
                  <a:pt x="2899" y="15700"/>
                </a:lnTo>
                <a:lnTo>
                  <a:pt x="2532" y="15627"/>
                </a:lnTo>
                <a:lnTo>
                  <a:pt x="2752" y="15407"/>
                </a:lnTo>
                <a:lnTo>
                  <a:pt x="2935" y="15187"/>
                </a:lnTo>
                <a:lnTo>
                  <a:pt x="3119" y="14893"/>
                </a:lnTo>
                <a:lnTo>
                  <a:pt x="3265" y="14600"/>
                </a:lnTo>
                <a:lnTo>
                  <a:pt x="3339" y="14600"/>
                </a:lnTo>
                <a:lnTo>
                  <a:pt x="3375" y="14526"/>
                </a:lnTo>
                <a:lnTo>
                  <a:pt x="3412" y="14490"/>
                </a:lnTo>
                <a:lnTo>
                  <a:pt x="3449" y="14380"/>
                </a:lnTo>
                <a:lnTo>
                  <a:pt x="3412" y="14343"/>
                </a:lnTo>
                <a:lnTo>
                  <a:pt x="3412" y="14270"/>
                </a:lnTo>
                <a:lnTo>
                  <a:pt x="3339" y="14233"/>
                </a:lnTo>
                <a:lnTo>
                  <a:pt x="3229" y="14196"/>
                </a:lnTo>
                <a:lnTo>
                  <a:pt x="3155" y="14196"/>
                </a:lnTo>
                <a:lnTo>
                  <a:pt x="3045" y="14233"/>
                </a:lnTo>
                <a:lnTo>
                  <a:pt x="2935" y="14380"/>
                </a:lnTo>
                <a:lnTo>
                  <a:pt x="2752" y="14673"/>
                </a:lnTo>
                <a:lnTo>
                  <a:pt x="2495" y="15077"/>
                </a:lnTo>
                <a:lnTo>
                  <a:pt x="2238" y="15443"/>
                </a:lnTo>
                <a:lnTo>
                  <a:pt x="2202" y="15553"/>
                </a:lnTo>
                <a:lnTo>
                  <a:pt x="1908" y="15370"/>
                </a:lnTo>
                <a:lnTo>
                  <a:pt x="1615" y="15187"/>
                </a:lnTo>
                <a:lnTo>
                  <a:pt x="1761" y="15077"/>
                </a:lnTo>
                <a:lnTo>
                  <a:pt x="1872" y="14967"/>
                </a:lnTo>
                <a:lnTo>
                  <a:pt x="2238" y="14563"/>
                </a:lnTo>
                <a:lnTo>
                  <a:pt x="2568" y="14196"/>
                </a:lnTo>
                <a:lnTo>
                  <a:pt x="2715" y="13976"/>
                </a:lnTo>
                <a:lnTo>
                  <a:pt x="2789" y="13756"/>
                </a:lnTo>
                <a:lnTo>
                  <a:pt x="2789" y="13683"/>
                </a:lnTo>
                <a:lnTo>
                  <a:pt x="2752" y="13609"/>
                </a:lnTo>
                <a:lnTo>
                  <a:pt x="2642" y="13609"/>
                </a:lnTo>
                <a:lnTo>
                  <a:pt x="2422" y="13719"/>
                </a:lnTo>
                <a:lnTo>
                  <a:pt x="2238" y="13866"/>
                </a:lnTo>
                <a:lnTo>
                  <a:pt x="1945" y="14233"/>
                </a:lnTo>
                <a:lnTo>
                  <a:pt x="1578" y="14673"/>
                </a:lnTo>
                <a:lnTo>
                  <a:pt x="1505" y="14820"/>
                </a:lnTo>
                <a:lnTo>
                  <a:pt x="1431" y="15003"/>
                </a:lnTo>
                <a:lnTo>
                  <a:pt x="1138" y="14636"/>
                </a:lnTo>
                <a:lnTo>
                  <a:pt x="1468" y="14306"/>
                </a:lnTo>
                <a:lnTo>
                  <a:pt x="1761" y="13939"/>
                </a:lnTo>
                <a:lnTo>
                  <a:pt x="2312" y="13206"/>
                </a:lnTo>
                <a:lnTo>
                  <a:pt x="2312" y="13132"/>
                </a:lnTo>
                <a:lnTo>
                  <a:pt x="2312" y="13059"/>
                </a:lnTo>
                <a:lnTo>
                  <a:pt x="2238" y="12949"/>
                </a:lnTo>
                <a:lnTo>
                  <a:pt x="2202" y="12912"/>
                </a:lnTo>
                <a:lnTo>
                  <a:pt x="2055" y="12912"/>
                </a:lnTo>
                <a:lnTo>
                  <a:pt x="1982" y="12949"/>
                </a:lnTo>
                <a:lnTo>
                  <a:pt x="1431" y="13646"/>
                </a:lnTo>
                <a:lnTo>
                  <a:pt x="1211" y="14013"/>
                </a:lnTo>
                <a:lnTo>
                  <a:pt x="991" y="14380"/>
                </a:lnTo>
                <a:lnTo>
                  <a:pt x="844" y="14050"/>
                </a:lnTo>
                <a:lnTo>
                  <a:pt x="698" y="13719"/>
                </a:lnTo>
                <a:lnTo>
                  <a:pt x="1028" y="13426"/>
                </a:lnTo>
                <a:lnTo>
                  <a:pt x="1358" y="13096"/>
                </a:lnTo>
                <a:lnTo>
                  <a:pt x="1872" y="12436"/>
                </a:lnTo>
                <a:lnTo>
                  <a:pt x="1908" y="12362"/>
                </a:lnTo>
                <a:lnTo>
                  <a:pt x="1908" y="12289"/>
                </a:lnTo>
                <a:lnTo>
                  <a:pt x="1872" y="12215"/>
                </a:lnTo>
                <a:lnTo>
                  <a:pt x="1835" y="12179"/>
                </a:lnTo>
                <a:lnTo>
                  <a:pt x="1761" y="12142"/>
                </a:lnTo>
                <a:lnTo>
                  <a:pt x="1688" y="12105"/>
                </a:lnTo>
                <a:lnTo>
                  <a:pt x="1615" y="12105"/>
                </a:lnTo>
                <a:lnTo>
                  <a:pt x="1541" y="12179"/>
                </a:lnTo>
                <a:lnTo>
                  <a:pt x="1065" y="12729"/>
                </a:lnTo>
                <a:lnTo>
                  <a:pt x="808" y="13022"/>
                </a:lnTo>
                <a:lnTo>
                  <a:pt x="624" y="13353"/>
                </a:lnTo>
                <a:lnTo>
                  <a:pt x="588" y="13206"/>
                </a:lnTo>
                <a:lnTo>
                  <a:pt x="551" y="12876"/>
                </a:lnTo>
                <a:lnTo>
                  <a:pt x="771" y="12656"/>
                </a:lnTo>
                <a:lnTo>
                  <a:pt x="1028" y="12399"/>
                </a:lnTo>
                <a:lnTo>
                  <a:pt x="1321" y="12069"/>
                </a:lnTo>
                <a:lnTo>
                  <a:pt x="1468" y="11885"/>
                </a:lnTo>
                <a:lnTo>
                  <a:pt x="1505" y="11775"/>
                </a:lnTo>
                <a:lnTo>
                  <a:pt x="1505" y="11665"/>
                </a:lnTo>
                <a:lnTo>
                  <a:pt x="1505" y="11592"/>
                </a:lnTo>
                <a:lnTo>
                  <a:pt x="1468" y="11555"/>
                </a:lnTo>
                <a:lnTo>
                  <a:pt x="1395" y="11518"/>
                </a:lnTo>
                <a:lnTo>
                  <a:pt x="1358" y="11555"/>
                </a:lnTo>
                <a:lnTo>
                  <a:pt x="1175" y="11629"/>
                </a:lnTo>
                <a:lnTo>
                  <a:pt x="1028" y="11775"/>
                </a:lnTo>
                <a:lnTo>
                  <a:pt x="771" y="12105"/>
                </a:lnTo>
                <a:lnTo>
                  <a:pt x="514" y="12436"/>
                </a:lnTo>
                <a:lnTo>
                  <a:pt x="514" y="11922"/>
                </a:lnTo>
                <a:lnTo>
                  <a:pt x="624" y="11812"/>
                </a:lnTo>
                <a:lnTo>
                  <a:pt x="734" y="11702"/>
                </a:lnTo>
                <a:lnTo>
                  <a:pt x="808" y="11482"/>
                </a:lnTo>
                <a:lnTo>
                  <a:pt x="991" y="11445"/>
                </a:lnTo>
                <a:lnTo>
                  <a:pt x="1138" y="11408"/>
                </a:lnTo>
                <a:lnTo>
                  <a:pt x="1248" y="11298"/>
                </a:lnTo>
                <a:lnTo>
                  <a:pt x="1358" y="11188"/>
                </a:lnTo>
                <a:lnTo>
                  <a:pt x="1468" y="11078"/>
                </a:lnTo>
                <a:lnTo>
                  <a:pt x="1505" y="10932"/>
                </a:lnTo>
                <a:lnTo>
                  <a:pt x="1505" y="10858"/>
                </a:lnTo>
                <a:lnTo>
                  <a:pt x="1505" y="10785"/>
                </a:lnTo>
                <a:lnTo>
                  <a:pt x="1468" y="10711"/>
                </a:lnTo>
                <a:lnTo>
                  <a:pt x="1395" y="10675"/>
                </a:lnTo>
                <a:lnTo>
                  <a:pt x="1175" y="10675"/>
                </a:lnTo>
                <a:lnTo>
                  <a:pt x="1101" y="10748"/>
                </a:lnTo>
                <a:lnTo>
                  <a:pt x="1065" y="10822"/>
                </a:lnTo>
                <a:lnTo>
                  <a:pt x="1028" y="10932"/>
                </a:lnTo>
                <a:lnTo>
                  <a:pt x="954" y="11005"/>
                </a:lnTo>
                <a:lnTo>
                  <a:pt x="844" y="11042"/>
                </a:lnTo>
                <a:lnTo>
                  <a:pt x="698" y="11078"/>
                </a:lnTo>
                <a:lnTo>
                  <a:pt x="881" y="10785"/>
                </a:lnTo>
                <a:lnTo>
                  <a:pt x="954" y="10675"/>
                </a:lnTo>
                <a:lnTo>
                  <a:pt x="1101" y="10565"/>
                </a:lnTo>
                <a:lnTo>
                  <a:pt x="1211" y="10455"/>
                </a:lnTo>
                <a:lnTo>
                  <a:pt x="1395" y="10418"/>
                </a:lnTo>
                <a:lnTo>
                  <a:pt x="1541" y="10345"/>
                </a:lnTo>
                <a:lnTo>
                  <a:pt x="1725" y="10345"/>
                </a:lnTo>
                <a:lnTo>
                  <a:pt x="2092" y="10308"/>
                </a:lnTo>
                <a:lnTo>
                  <a:pt x="2422" y="10271"/>
                </a:lnTo>
                <a:lnTo>
                  <a:pt x="2715" y="10161"/>
                </a:lnTo>
                <a:lnTo>
                  <a:pt x="3009" y="9978"/>
                </a:lnTo>
                <a:lnTo>
                  <a:pt x="3229" y="9721"/>
                </a:lnTo>
                <a:lnTo>
                  <a:pt x="3412" y="9464"/>
                </a:lnTo>
                <a:lnTo>
                  <a:pt x="3559" y="9171"/>
                </a:lnTo>
                <a:lnTo>
                  <a:pt x="3706" y="8841"/>
                </a:lnTo>
                <a:lnTo>
                  <a:pt x="3706" y="8804"/>
                </a:lnTo>
                <a:lnTo>
                  <a:pt x="3706" y="8767"/>
                </a:lnTo>
                <a:lnTo>
                  <a:pt x="3926" y="8731"/>
                </a:lnTo>
                <a:lnTo>
                  <a:pt x="4146" y="8657"/>
                </a:lnTo>
                <a:lnTo>
                  <a:pt x="4366" y="8584"/>
                </a:lnTo>
                <a:lnTo>
                  <a:pt x="4586" y="8547"/>
                </a:lnTo>
                <a:close/>
                <a:moveTo>
                  <a:pt x="3265" y="7484"/>
                </a:moveTo>
                <a:lnTo>
                  <a:pt x="3009" y="7557"/>
                </a:lnTo>
                <a:lnTo>
                  <a:pt x="2789" y="7704"/>
                </a:lnTo>
                <a:lnTo>
                  <a:pt x="2568" y="7850"/>
                </a:lnTo>
                <a:lnTo>
                  <a:pt x="2422" y="7997"/>
                </a:lnTo>
                <a:lnTo>
                  <a:pt x="2275" y="8180"/>
                </a:lnTo>
                <a:lnTo>
                  <a:pt x="2165" y="8364"/>
                </a:lnTo>
                <a:lnTo>
                  <a:pt x="2092" y="8584"/>
                </a:lnTo>
                <a:lnTo>
                  <a:pt x="2018" y="8254"/>
                </a:lnTo>
                <a:lnTo>
                  <a:pt x="1945" y="7924"/>
                </a:lnTo>
                <a:lnTo>
                  <a:pt x="1872" y="7850"/>
                </a:lnTo>
                <a:lnTo>
                  <a:pt x="1835" y="7850"/>
                </a:lnTo>
                <a:lnTo>
                  <a:pt x="1761" y="7887"/>
                </a:lnTo>
                <a:lnTo>
                  <a:pt x="1688" y="7997"/>
                </a:lnTo>
                <a:lnTo>
                  <a:pt x="1651" y="8107"/>
                </a:lnTo>
                <a:lnTo>
                  <a:pt x="1615" y="8364"/>
                </a:lnTo>
                <a:lnTo>
                  <a:pt x="1651" y="8657"/>
                </a:lnTo>
                <a:lnTo>
                  <a:pt x="1725" y="8914"/>
                </a:lnTo>
                <a:lnTo>
                  <a:pt x="1872" y="9208"/>
                </a:lnTo>
                <a:lnTo>
                  <a:pt x="2055" y="9428"/>
                </a:lnTo>
                <a:lnTo>
                  <a:pt x="2275" y="9611"/>
                </a:lnTo>
                <a:lnTo>
                  <a:pt x="2495" y="9758"/>
                </a:lnTo>
                <a:lnTo>
                  <a:pt x="2312" y="9831"/>
                </a:lnTo>
                <a:lnTo>
                  <a:pt x="2128" y="9868"/>
                </a:lnTo>
                <a:lnTo>
                  <a:pt x="1688" y="9868"/>
                </a:lnTo>
                <a:lnTo>
                  <a:pt x="1468" y="9905"/>
                </a:lnTo>
                <a:lnTo>
                  <a:pt x="1248" y="9941"/>
                </a:lnTo>
                <a:lnTo>
                  <a:pt x="1065" y="10015"/>
                </a:lnTo>
                <a:lnTo>
                  <a:pt x="881" y="10125"/>
                </a:lnTo>
                <a:lnTo>
                  <a:pt x="588" y="10381"/>
                </a:lnTo>
                <a:lnTo>
                  <a:pt x="441" y="10528"/>
                </a:lnTo>
                <a:lnTo>
                  <a:pt x="331" y="10711"/>
                </a:lnTo>
                <a:lnTo>
                  <a:pt x="221" y="10932"/>
                </a:lnTo>
                <a:lnTo>
                  <a:pt x="147" y="11115"/>
                </a:lnTo>
                <a:lnTo>
                  <a:pt x="37" y="11592"/>
                </a:lnTo>
                <a:lnTo>
                  <a:pt x="1" y="12069"/>
                </a:lnTo>
                <a:lnTo>
                  <a:pt x="1" y="12546"/>
                </a:lnTo>
                <a:lnTo>
                  <a:pt x="74" y="13022"/>
                </a:lnTo>
                <a:lnTo>
                  <a:pt x="147" y="13463"/>
                </a:lnTo>
                <a:lnTo>
                  <a:pt x="258" y="13903"/>
                </a:lnTo>
                <a:lnTo>
                  <a:pt x="404" y="14270"/>
                </a:lnTo>
                <a:lnTo>
                  <a:pt x="588" y="14673"/>
                </a:lnTo>
                <a:lnTo>
                  <a:pt x="844" y="15040"/>
                </a:lnTo>
                <a:lnTo>
                  <a:pt x="1101" y="15333"/>
                </a:lnTo>
                <a:lnTo>
                  <a:pt x="1431" y="15627"/>
                </a:lnTo>
                <a:lnTo>
                  <a:pt x="1761" y="15847"/>
                </a:lnTo>
                <a:lnTo>
                  <a:pt x="2165" y="16030"/>
                </a:lnTo>
                <a:lnTo>
                  <a:pt x="2568" y="16140"/>
                </a:lnTo>
                <a:lnTo>
                  <a:pt x="2789" y="16177"/>
                </a:lnTo>
                <a:lnTo>
                  <a:pt x="3009" y="16177"/>
                </a:lnTo>
                <a:lnTo>
                  <a:pt x="3486" y="16140"/>
                </a:lnTo>
                <a:lnTo>
                  <a:pt x="3926" y="16030"/>
                </a:lnTo>
                <a:lnTo>
                  <a:pt x="4329" y="15884"/>
                </a:lnTo>
                <a:lnTo>
                  <a:pt x="4696" y="15700"/>
                </a:lnTo>
                <a:lnTo>
                  <a:pt x="5100" y="15517"/>
                </a:lnTo>
                <a:lnTo>
                  <a:pt x="5430" y="15297"/>
                </a:lnTo>
                <a:lnTo>
                  <a:pt x="5613" y="15150"/>
                </a:lnTo>
                <a:lnTo>
                  <a:pt x="5723" y="15003"/>
                </a:lnTo>
                <a:lnTo>
                  <a:pt x="6310" y="14490"/>
                </a:lnTo>
                <a:lnTo>
                  <a:pt x="6567" y="14270"/>
                </a:lnTo>
                <a:lnTo>
                  <a:pt x="6714" y="14160"/>
                </a:lnTo>
                <a:lnTo>
                  <a:pt x="6787" y="14013"/>
                </a:lnTo>
                <a:lnTo>
                  <a:pt x="6970" y="13683"/>
                </a:lnTo>
                <a:lnTo>
                  <a:pt x="7117" y="13316"/>
                </a:lnTo>
                <a:lnTo>
                  <a:pt x="7227" y="12949"/>
                </a:lnTo>
                <a:lnTo>
                  <a:pt x="7300" y="12619"/>
                </a:lnTo>
                <a:lnTo>
                  <a:pt x="7374" y="12252"/>
                </a:lnTo>
                <a:lnTo>
                  <a:pt x="7410" y="11885"/>
                </a:lnTo>
                <a:lnTo>
                  <a:pt x="7410" y="11518"/>
                </a:lnTo>
                <a:lnTo>
                  <a:pt x="7374" y="11152"/>
                </a:lnTo>
                <a:lnTo>
                  <a:pt x="7337" y="10785"/>
                </a:lnTo>
                <a:lnTo>
                  <a:pt x="7264" y="10418"/>
                </a:lnTo>
                <a:lnTo>
                  <a:pt x="7154" y="10125"/>
                </a:lnTo>
                <a:lnTo>
                  <a:pt x="7007" y="9794"/>
                </a:lnTo>
                <a:lnTo>
                  <a:pt x="6860" y="9538"/>
                </a:lnTo>
                <a:lnTo>
                  <a:pt x="6677" y="9244"/>
                </a:lnTo>
                <a:lnTo>
                  <a:pt x="6457" y="8987"/>
                </a:lnTo>
                <a:lnTo>
                  <a:pt x="6237" y="8767"/>
                </a:lnTo>
                <a:lnTo>
                  <a:pt x="5980" y="8584"/>
                </a:lnTo>
                <a:lnTo>
                  <a:pt x="5686" y="8401"/>
                </a:lnTo>
                <a:lnTo>
                  <a:pt x="5393" y="8291"/>
                </a:lnTo>
                <a:lnTo>
                  <a:pt x="5100" y="8180"/>
                </a:lnTo>
                <a:lnTo>
                  <a:pt x="4769" y="8144"/>
                </a:lnTo>
                <a:lnTo>
                  <a:pt x="4476" y="8144"/>
                </a:lnTo>
                <a:lnTo>
                  <a:pt x="4219" y="8180"/>
                </a:lnTo>
                <a:lnTo>
                  <a:pt x="3926" y="8291"/>
                </a:lnTo>
                <a:lnTo>
                  <a:pt x="3816" y="8364"/>
                </a:lnTo>
                <a:lnTo>
                  <a:pt x="3706" y="8437"/>
                </a:lnTo>
                <a:lnTo>
                  <a:pt x="3632" y="8547"/>
                </a:lnTo>
                <a:lnTo>
                  <a:pt x="3559" y="8657"/>
                </a:lnTo>
                <a:lnTo>
                  <a:pt x="3559" y="8694"/>
                </a:lnTo>
                <a:lnTo>
                  <a:pt x="3522" y="8731"/>
                </a:lnTo>
                <a:lnTo>
                  <a:pt x="3486" y="8767"/>
                </a:lnTo>
                <a:lnTo>
                  <a:pt x="3192" y="9171"/>
                </a:lnTo>
                <a:lnTo>
                  <a:pt x="3009" y="9354"/>
                </a:lnTo>
                <a:lnTo>
                  <a:pt x="2825" y="9538"/>
                </a:lnTo>
                <a:lnTo>
                  <a:pt x="2789" y="9464"/>
                </a:lnTo>
                <a:lnTo>
                  <a:pt x="2458" y="9171"/>
                </a:lnTo>
                <a:lnTo>
                  <a:pt x="2348" y="9024"/>
                </a:lnTo>
                <a:lnTo>
                  <a:pt x="2202" y="8877"/>
                </a:lnTo>
                <a:lnTo>
                  <a:pt x="2275" y="8877"/>
                </a:lnTo>
                <a:lnTo>
                  <a:pt x="2312" y="8841"/>
                </a:lnTo>
                <a:lnTo>
                  <a:pt x="2532" y="8841"/>
                </a:lnTo>
                <a:lnTo>
                  <a:pt x="2715" y="8804"/>
                </a:lnTo>
                <a:lnTo>
                  <a:pt x="2899" y="8731"/>
                </a:lnTo>
                <a:lnTo>
                  <a:pt x="3045" y="8621"/>
                </a:lnTo>
                <a:lnTo>
                  <a:pt x="3265" y="8474"/>
                </a:lnTo>
                <a:lnTo>
                  <a:pt x="3486" y="8254"/>
                </a:lnTo>
                <a:lnTo>
                  <a:pt x="3669" y="8034"/>
                </a:lnTo>
                <a:lnTo>
                  <a:pt x="3816" y="7814"/>
                </a:lnTo>
                <a:lnTo>
                  <a:pt x="3852" y="7740"/>
                </a:lnTo>
                <a:lnTo>
                  <a:pt x="3852" y="7667"/>
                </a:lnTo>
                <a:lnTo>
                  <a:pt x="3779" y="7557"/>
                </a:lnTo>
                <a:lnTo>
                  <a:pt x="3669" y="7484"/>
                </a:lnTo>
                <a:lnTo>
                  <a:pt x="3596" y="7484"/>
                </a:lnTo>
                <a:lnTo>
                  <a:pt x="3522" y="7520"/>
                </a:lnTo>
                <a:lnTo>
                  <a:pt x="3412" y="748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4C2F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30" name="Google Shape;1630;p65"/>
          <p:cNvSpPr/>
          <p:nvPr/>
        </p:nvSpPr>
        <p:spPr>
          <a:xfrm>
            <a:off x="7414431" y="1501047"/>
            <a:ext cx="272330" cy="216187"/>
          </a:xfrm>
          <a:custGeom>
            <a:rect b="b" l="l" r="r" t="t"/>
            <a:pathLst>
              <a:path extrusionOk="0" h="14124" w="17792">
                <a:moveTo>
                  <a:pt x="10565" y="2275"/>
                </a:moveTo>
                <a:lnTo>
                  <a:pt x="10785" y="2312"/>
                </a:lnTo>
                <a:lnTo>
                  <a:pt x="11189" y="2422"/>
                </a:lnTo>
                <a:lnTo>
                  <a:pt x="11555" y="2605"/>
                </a:lnTo>
                <a:lnTo>
                  <a:pt x="11445" y="2605"/>
                </a:lnTo>
                <a:lnTo>
                  <a:pt x="10638" y="2899"/>
                </a:lnTo>
                <a:lnTo>
                  <a:pt x="9868" y="3192"/>
                </a:lnTo>
                <a:lnTo>
                  <a:pt x="9245" y="3449"/>
                </a:lnTo>
                <a:lnTo>
                  <a:pt x="8584" y="3706"/>
                </a:lnTo>
                <a:lnTo>
                  <a:pt x="7961" y="4036"/>
                </a:lnTo>
                <a:lnTo>
                  <a:pt x="7667" y="4219"/>
                </a:lnTo>
                <a:lnTo>
                  <a:pt x="7410" y="4439"/>
                </a:lnTo>
                <a:lnTo>
                  <a:pt x="7631" y="4073"/>
                </a:lnTo>
                <a:lnTo>
                  <a:pt x="7887" y="3743"/>
                </a:lnTo>
                <a:lnTo>
                  <a:pt x="8144" y="3412"/>
                </a:lnTo>
                <a:lnTo>
                  <a:pt x="8438" y="3156"/>
                </a:lnTo>
                <a:lnTo>
                  <a:pt x="8768" y="2899"/>
                </a:lnTo>
                <a:lnTo>
                  <a:pt x="9098" y="2679"/>
                </a:lnTo>
                <a:lnTo>
                  <a:pt x="9501" y="2495"/>
                </a:lnTo>
                <a:lnTo>
                  <a:pt x="9905" y="2349"/>
                </a:lnTo>
                <a:lnTo>
                  <a:pt x="10125" y="2312"/>
                </a:lnTo>
                <a:lnTo>
                  <a:pt x="10345" y="2275"/>
                </a:lnTo>
                <a:close/>
                <a:moveTo>
                  <a:pt x="1285" y="2129"/>
                </a:moveTo>
                <a:lnTo>
                  <a:pt x="1248" y="2165"/>
                </a:lnTo>
                <a:lnTo>
                  <a:pt x="1101" y="2275"/>
                </a:lnTo>
                <a:lnTo>
                  <a:pt x="991" y="2422"/>
                </a:lnTo>
                <a:lnTo>
                  <a:pt x="808" y="2715"/>
                </a:lnTo>
                <a:lnTo>
                  <a:pt x="588" y="2605"/>
                </a:lnTo>
                <a:lnTo>
                  <a:pt x="441" y="2422"/>
                </a:lnTo>
                <a:lnTo>
                  <a:pt x="258" y="2239"/>
                </a:lnTo>
                <a:lnTo>
                  <a:pt x="184" y="2202"/>
                </a:lnTo>
                <a:lnTo>
                  <a:pt x="111" y="2202"/>
                </a:lnTo>
                <a:lnTo>
                  <a:pt x="37" y="2239"/>
                </a:lnTo>
                <a:lnTo>
                  <a:pt x="1" y="2312"/>
                </a:lnTo>
                <a:lnTo>
                  <a:pt x="1" y="2495"/>
                </a:lnTo>
                <a:lnTo>
                  <a:pt x="74" y="2642"/>
                </a:lnTo>
                <a:lnTo>
                  <a:pt x="147" y="2789"/>
                </a:lnTo>
                <a:lnTo>
                  <a:pt x="258" y="2936"/>
                </a:lnTo>
                <a:lnTo>
                  <a:pt x="404" y="3046"/>
                </a:lnTo>
                <a:lnTo>
                  <a:pt x="588" y="3119"/>
                </a:lnTo>
                <a:lnTo>
                  <a:pt x="294" y="3706"/>
                </a:lnTo>
                <a:lnTo>
                  <a:pt x="74" y="4293"/>
                </a:lnTo>
                <a:lnTo>
                  <a:pt x="74" y="4403"/>
                </a:lnTo>
                <a:lnTo>
                  <a:pt x="74" y="4476"/>
                </a:lnTo>
                <a:lnTo>
                  <a:pt x="147" y="4549"/>
                </a:lnTo>
                <a:lnTo>
                  <a:pt x="221" y="4586"/>
                </a:lnTo>
                <a:lnTo>
                  <a:pt x="294" y="4623"/>
                </a:lnTo>
                <a:lnTo>
                  <a:pt x="368" y="4586"/>
                </a:lnTo>
                <a:lnTo>
                  <a:pt x="441" y="4549"/>
                </a:lnTo>
                <a:lnTo>
                  <a:pt x="514" y="4476"/>
                </a:lnTo>
                <a:lnTo>
                  <a:pt x="991" y="3339"/>
                </a:lnTo>
                <a:lnTo>
                  <a:pt x="1248" y="2789"/>
                </a:lnTo>
                <a:lnTo>
                  <a:pt x="1321" y="2495"/>
                </a:lnTo>
                <a:lnTo>
                  <a:pt x="1395" y="2202"/>
                </a:lnTo>
                <a:lnTo>
                  <a:pt x="1358" y="2165"/>
                </a:lnTo>
                <a:lnTo>
                  <a:pt x="1321" y="2129"/>
                </a:lnTo>
                <a:close/>
                <a:moveTo>
                  <a:pt x="11702" y="2715"/>
                </a:moveTo>
                <a:lnTo>
                  <a:pt x="11959" y="2936"/>
                </a:lnTo>
                <a:lnTo>
                  <a:pt x="12142" y="3156"/>
                </a:lnTo>
                <a:lnTo>
                  <a:pt x="12216" y="3266"/>
                </a:lnTo>
                <a:lnTo>
                  <a:pt x="11812" y="3412"/>
                </a:lnTo>
                <a:lnTo>
                  <a:pt x="11445" y="3559"/>
                </a:lnTo>
                <a:lnTo>
                  <a:pt x="9758" y="4183"/>
                </a:lnTo>
                <a:lnTo>
                  <a:pt x="8254" y="4770"/>
                </a:lnTo>
                <a:lnTo>
                  <a:pt x="7484" y="5100"/>
                </a:lnTo>
                <a:lnTo>
                  <a:pt x="7117" y="5283"/>
                </a:lnTo>
                <a:lnTo>
                  <a:pt x="6787" y="5503"/>
                </a:lnTo>
                <a:lnTo>
                  <a:pt x="7337" y="4549"/>
                </a:lnTo>
                <a:lnTo>
                  <a:pt x="7374" y="4549"/>
                </a:lnTo>
                <a:lnTo>
                  <a:pt x="8364" y="4073"/>
                </a:lnTo>
                <a:lnTo>
                  <a:pt x="9355" y="3632"/>
                </a:lnTo>
                <a:lnTo>
                  <a:pt x="11409" y="2862"/>
                </a:lnTo>
                <a:lnTo>
                  <a:pt x="11445" y="2936"/>
                </a:lnTo>
                <a:lnTo>
                  <a:pt x="11519" y="2972"/>
                </a:lnTo>
                <a:lnTo>
                  <a:pt x="11592" y="3009"/>
                </a:lnTo>
                <a:lnTo>
                  <a:pt x="11666" y="2972"/>
                </a:lnTo>
                <a:lnTo>
                  <a:pt x="11739" y="2899"/>
                </a:lnTo>
                <a:lnTo>
                  <a:pt x="11739" y="2789"/>
                </a:lnTo>
                <a:lnTo>
                  <a:pt x="11702" y="2715"/>
                </a:lnTo>
                <a:close/>
                <a:moveTo>
                  <a:pt x="12326" y="3522"/>
                </a:moveTo>
                <a:lnTo>
                  <a:pt x="12399" y="3596"/>
                </a:lnTo>
                <a:lnTo>
                  <a:pt x="12436" y="3596"/>
                </a:lnTo>
                <a:lnTo>
                  <a:pt x="12583" y="3926"/>
                </a:lnTo>
                <a:lnTo>
                  <a:pt x="12546" y="3926"/>
                </a:lnTo>
                <a:lnTo>
                  <a:pt x="12473" y="3963"/>
                </a:lnTo>
                <a:lnTo>
                  <a:pt x="12289" y="4109"/>
                </a:lnTo>
                <a:lnTo>
                  <a:pt x="12106" y="4219"/>
                </a:lnTo>
                <a:lnTo>
                  <a:pt x="11702" y="4403"/>
                </a:lnTo>
                <a:lnTo>
                  <a:pt x="11262" y="4586"/>
                </a:lnTo>
                <a:lnTo>
                  <a:pt x="10822" y="4733"/>
                </a:lnTo>
                <a:lnTo>
                  <a:pt x="9941" y="5026"/>
                </a:lnTo>
                <a:lnTo>
                  <a:pt x="9061" y="5393"/>
                </a:lnTo>
                <a:lnTo>
                  <a:pt x="8217" y="5723"/>
                </a:lnTo>
                <a:lnTo>
                  <a:pt x="7374" y="6127"/>
                </a:lnTo>
                <a:lnTo>
                  <a:pt x="6750" y="6384"/>
                </a:lnTo>
                <a:lnTo>
                  <a:pt x="6420" y="6567"/>
                </a:lnTo>
                <a:lnTo>
                  <a:pt x="6090" y="6750"/>
                </a:lnTo>
                <a:lnTo>
                  <a:pt x="6310" y="6384"/>
                </a:lnTo>
                <a:lnTo>
                  <a:pt x="6677" y="5650"/>
                </a:lnTo>
                <a:lnTo>
                  <a:pt x="7410" y="5467"/>
                </a:lnTo>
                <a:lnTo>
                  <a:pt x="8107" y="5173"/>
                </a:lnTo>
                <a:lnTo>
                  <a:pt x="9465" y="4623"/>
                </a:lnTo>
                <a:lnTo>
                  <a:pt x="10932" y="4073"/>
                </a:lnTo>
                <a:lnTo>
                  <a:pt x="11629" y="3816"/>
                </a:lnTo>
                <a:lnTo>
                  <a:pt x="12326" y="3522"/>
                </a:lnTo>
                <a:close/>
                <a:moveTo>
                  <a:pt x="5100" y="8401"/>
                </a:moveTo>
                <a:lnTo>
                  <a:pt x="4989" y="8438"/>
                </a:lnTo>
                <a:lnTo>
                  <a:pt x="4953" y="8474"/>
                </a:lnTo>
                <a:lnTo>
                  <a:pt x="4953" y="8511"/>
                </a:lnTo>
                <a:lnTo>
                  <a:pt x="4916" y="8768"/>
                </a:lnTo>
                <a:lnTo>
                  <a:pt x="4879" y="8988"/>
                </a:lnTo>
                <a:lnTo>
                  <a:pt x="4879" y="9245"/>
                </a:lnTo>
                <a:lnTo>
                  <a:pt x="4916" y="9355"/>
                </a:lnTo>
                <a:lnTo>
                  <a:pt x="4989" y="9465"/>
                </a:lnTo>
                <a:lnTo>
                  <a:pt x="5026" y="9501"/>
                </a:lnTo>
                <a:lnTo>
                  <a:pt x="5173" y="9501"/>
                </a:lnTo>
                <a:lnTo>
                  <a:pt x="5210" y="9465"/>
                </a:lnTo>
                <a:lnTo>
                  <a:pt x="5283" y="9391"/>
                </a:lnTo>
                <a:lnTo>
                  <a:pt x="5320" y="9281"/>
                </a:lnTo>
                <a:lnTo>
                  <a:pt x="5320" y="9061"/>
                </a:lnTo>
                <a:lnTo>
                  <a:pt x="5320" y="8768"/>
                </a:lnTo>
                <a:lnTo>
                  <a:pt x="5283" y="8511"/>
                </a:lnTo>
                <a:lnTo>
                  <a:pt x="5246" y="8474"/>
                </a:lnTo>
                <a:lnTo>
                  <a:pt x="5210" y="8438"/>
                </a:lnTo>
                <a:lnTo>
                  <a:pt x="5100" y="8401"/>
                </a:lnTo>
                <a:close/>
                <a:moveTo>
                  <a:pt x="5210" y="9685"/>
                </a:moveTo>
                <a:lnTo>
                  <a:pt x="5136" y="9722"/>
                </a:lnTo>
                <a:lnTo>
                  <a:pt x="5063" y="9758"/>
                </a:lnTo>
                <a:lnTo>
                  <a:pt x="5026" y="9795"/>
                </a:lnTo>
                <a:lnTo>
                  <a:pt x="4989" y="9905"/>
                </a:lnTo>
                <a:lnTo>
                  <a:pt x="4989" y="9978"/>
                </a:lnTo>
                <a:lnTo>
                  <a:pt x="4916" y="10308"/>
                </a:lnTo>
                <a:lnTo>
                  <a:pt x="4916" y="10639"/>
                </a:lnTo>
                <a:lnTo>
                  <a:pt x="4953" y="10749"/>
                </a:lnTo>
                <a:lnTo>
                  <a:pt x="4989" y="10785"/>
                </a:lnTo>
                <a:lnTo>
                  <a:pt x="5063" y="10822"/>
                </a:lnTo>
                <a:lnTo>
                  <a:pt x="5173" y="10822"/>
                </a:lnTo>
                <a:lnTo>
                  <a:pt x="5246" y="10785"/>
                </a:lnTo>
                <a:lnTo>
                  <a:pt x="5283" y="10749"/>
                </a:lnTo>
                <a:lnTo>
                  <a:pt x="5283" y="10639"/>
                </a:lnTo>
                <a:lnTo>
                  <a:pt x="5283" y="10272"/>
                </a:lnTo>
                <a:lnTo>
                  <a:pt x="5356" y="9905"/>
                </a:lnTo>
                <a:lnTo>
                  <a:pt x="5356" y="9832"/>
                </a:lnTo>
                <a:lnTo>
                  <a:pt x="5320" y="9758"/>
                </a:lnTo>
                <a:lnTo>
                  <a:pt x="5283" y="9722"/>
                </a:lnTo>
                <a:lnTo>
                  <a:pt x="5210" y="9685"/>
                </a:lnTo>
                <a:close/>
                <a:moveTo>
                  <a:pt x="14600" y="9501"/>
                </a:moveTo>
                <a:lnTo>
                  <a:pt x="14563" y="9575"/>
                </a:lnTo>
                <a:lnTo>
                  <a:pt x="14490" y="9868"/>
                </a:lnTo>
                <a:lnTo>
                  <a:pt x="14417" y="10125"/>
                </a:lnTo>
                <a:lnTo>
                  <a:pt x="14380" y="10712"/>
                </a:lnTo>
                <a:lnTo>
                  <a:pt x="14417" y="10785"/>
                </a:lnTo>
                <a:lnTo>
                  <a:pt x="14453" y="10859"/>
                </a:lnTo>
                <a:lnTo>
                  <a:pt x="14527" y="10895"/>
                </a:lnTo>
                <a:lnTo>
                  <a:pt x="14600" y="10932"/>
                </a:lnTo>
                <a:lnTo>
                  <a:pt x="14673" y="10932"/>
                </a:lnTo>
                <a:lnTo>
                  <a:pt x="14747" y="10895"/>
                </a:lnTo>
                <a:lnTo>
                  <a:pt x="14783" y="10859"/>
                </a:lnTo>
                <a:lnTo>
                  <a:pt x="14820" y="10785"/>
                </a:lnTo>
                <a:lnTo>
                  <a:pt x="14820" y="10639"/>
                </a:lnTo>
                <a:lnTo>
                  <a:pt x="14820" y="10088"/>
                </a:lnTo>
                <a:lnTo>
                  <a:pt x="14820" y="9832"/>
                </a:lnTo>
                <a:lnTo>
                  <a:pt x="14747" y="9575"/>
                </a:lnTo>
                <a:lnTo>
                  <a:pt x="14710" y="9501"/>
                </a:lnTo>
                <a:close/>
                <a:moveTo>
                  <a:pt x="12729" y="4183"/>
                </a:moveTo>
                <a:lnTo>
                  <a:pt x="12986" y="4880"/>
                </a:lnTo>
                <a:lnTo>
                  <a:pt x="12766" y="4990"/>
                </a:lnTo>
                <a:lnTo>
                  <a:pt x="12509" y="5100"/>
                </a:lnTo>
                <a:lnTo>
                  <a:pt x="12032" y="5320"/>
                </a:lnTo>
                <a:lnTo>
                  <a:pt x="10969" y="5833"/>
                </a:lnTo>
                <a:lnTo>
                  <a:pt x="9978" y="6310"/>
                </a:lnTo>
                <a:lnTo>
                  <a:pt x="8988" y="6714"/>
                </a:lnTo>
                <a:lnTo>
                  <a:pt x="8071" y="7007"/>
                </a:lnTo>
                <a:lnTo>
                  <a:pt x="7117" y="7301"/>
                </a:lnTo>
                <a:lnTo>
                  <a:pt x="6677" y="7484"/>
                </a:lnTo>
                <a:lnTo>
                  <a:pt x="6237" y="7704"/>
                </a:lnTo>
                <a:lnTo>
                  <a:pt x="5796" y="7924"/>
                </a:lnTo>
                <a:lnTo>
                  <a:pt x="5430" y="8218"/>
                </a:lnTo>
                <a:lnTo>
                  <a:pt x="5393" y="8254"/>
                </a:lnTo>
                <a:lnTo>
                  <a:pt x="5393" y="8291"/>
                </a:lnTo>
                <a:lnTo>
                  <a:pt x="5430" y="8328"/>
                </a:lnTo>
                <a:lnTo>
                  <a:pt x="5466" y="8328"/>
                </a:lnTo>
                <a:lnTo>
                  <a:pt x="6420" y="7961"/>
                </a:lnTo>
                <a:lnTo>
                  <a:pt x="7337" y="7594"/>
                </a:lnTo>
                <a:lnTo>
                  <a:pt x="8364" y="7264"/>
                </a:lnTo>
                <a:lnTo>
                  <a:pt x="9391" y="6897"/>
                </a:lnTo>
                <a:lnTo>
                  <a:pt x="10345" y="6530"/>
                </a:lnTo>
                <a:lnTo>
                  <a:pt x="11262" y="6090"/>
                </a:lnTo>
                <a:lnTo>
                  <a:pt x="12326" y="5577"/>
                </a:lnTo>
                <a:lnTo>
                  <a:pt x="12729" y="5393"/>
                </a:lnTo>
                <a:lnTo>
                  <a:pt x="12913" y="5283"/>
                </a:lnTo>
                <a:lnTo>
                  <a:pt x="13133" y="5210"/>
                </a:lnTo>
                <a:lnTo>
                  <a:pt x="13169" y="5356"/>
                </a:lnTo>
                <a:lnTo>
                  <a:pt x="13426" y="5870"/>
                </a:lnTo>
                <a:lnTo>
                  <a:pt x="13390" y="5870"/>
                </a:lnTo>
                <a:lnTo>
                  <a:pt x="13353" y="5797"/>
                </a:lnTo>
                <a:lnTo>
                  <a:pt x="13280" y="5760"/>
                </a:lnTo>
                <a:lnTo>
                  <a:pt x="13206" y="5723"/>
                </a:lnTo>
                <a:lnTo>
                  <a:pt x="13133" y="5760"/>
                </a:lnTo>
                <a:lnTo>
                  <a:pt x="12216" y="6237"/>
                </a:lnTo>
                <a:lnTo>
                  <a:pt x="11299" y="6677"/>
                </a:lnTo>
                <a:lnTo>
                  <a:pt x="10345" y="7081"/>
                </a:lnTo>
                <a:lnTo>
                  <a:pt x="9428" y="7484"/>
                </a:lnTo>
                <a:lnTo>
                  <a:pt x="8474" y="7851"/>
                </a:lnTo>
                <a:lnTo>
                  <a:pt x="7520" y="8181"/>
                </a:lnTo>
                <a:lnTo>
                  <a:pt x="6640" y="8474"/>
                </a:lnTo>
                <a:lnTo>
                  <a:pt x="6163" y="8658"/>
                </a:lnTo>
                <a:lnTo>
                  <a:pt x="5980" y="8768"/>
                </a:lnTo>
                <a:lnTo>
                  <a:pt x="5760" y="8878"/>
                </a:lnTo>
                <a:lnTo>
                  <a:pt x="5760" y="8915"/>
                </a:lnTo>
                <a:lnTo>
                  <a:pt x="5760" y="8951"/>
                </a:lnTo>
                <a:lnTo>
                  <a:pt x="6273" y="8951"/>
                </a:lnTo>
                <a:lnTo>
                  <a:pt x="6713" y="8805"/>
                </a:lnTo>
                <a:lnTo>
                  <a:pt x="7631" y="8511"/>
                </a:lnTo>
                <a:lnTo>
                  <a:pt x="8621" y="8144"/>
                </a:lnTo>
                <a:lnTo>
                  <a:pt x="9611" y="7777"/>
                </a:lnTo>
                <a:lnTo>
                  <a:pt x="10528" y="7411"/>
                </a:lnTo>
                <a:lnTo>
                  <a:pt x="11409" y="7007"/>
                </a:lnTo>
                <a:lnTo>
                  <a:pt x="12289" y="6604"/>
                </a:lnTo>
                <a:lnTo>
                  <a:pt x="13133" y="6163"/>
                </a:lnTo>
                <a:lnTo>
                  <a:pt x="13206" y="6200"/>
                </a:lnTo>
                <a:lnTo>
                  <a:pt x="13316" y="6200"/>
                </a:lnTo>
                <a:lnTo>
                  <a:pt x="13390" y="6163"/>
                </a:lnTo>
                <a:lnTo>
                  <a:pt x="13463" y="6090"/>
                </a:lnTo>
                <a:lnTo>
                  <a:pt x="13500" y="6053"/>
                </a:lnTo>
                <a:lnTo>
                  <a:pt x="13866" y="6714"/>
                </a:lnTo>
                <a:lnTo>
                  <a:pt x="13646" y="6787"/>
                </a:lnTo>
                <a:lnTo>
                  <a:pt x="13463" y="6860"/>
                </a:lnTo>
                <a:lnTo>
                  <a:pt x="12913" y="7081"/>
                </a:lnTo>
                <a:lnTo>
                  <a:pt x="12399" y="7337"/>
                </a:lnTo>
                <a:lnTo>
                  <a:pt x="11225" y="7961"/>
                </a:lnTo>
                <a:lnTo>
                  <a:pt x="10675" y="8254"/>
                </a:lnTo>
                <a:lnTo>
                  <a:pt x="10052" y="8548"/>
                </a:lnTo>
                <a:lnTo>
                  <a:pt x="9428" y="8768"/>
                </a:lnTo>
                <a:lnTo>
                  <a:pt x="8804" y="8951"/>
                </a:lnTo>
                <a:lnTo>
                  <a:pt x="7520" y="9318"/>
                </a:lnTo>
                <a:lnTo>
                  <a:pt x="6200" y="9722"/>
                </a:lnTo>
                <a:lnTo>
                  <a:pt x="5796" y="9868"/>
                </a:lnTo>
                <a:lnTo>
                  <a:pt x="5650" y="10015"/>
                </a:lnTo>
                <a:lnTo>
                  <a:pt x="5576" y="10052"/>
                </a:lnTo>
                <a:lnTo>
                  <a:pt x="5576" y="10015"/>
                </a:lnTo>
                <a:lnTo>
                  <a:pt x="5540" y="9978"/>
                </a:lnTo>
                <a:lnTo>
                  <a:pt x="5540" y="10015"/>
                </a:lnTo>
                <a:lnTo>
                  <a:pt x="5503" y="10088"/>
                </a:lnTo>
                <a:lnTo>
                  <a:pt x="5503" y="10198"/>
                </a:lnTo>
                <a:lnTo>
                  <a:pt x="5540" y="10235"/>
                </a:lnTo>
                <a:lnTo>
                  <a:pt x="5576" y="10235"/>
                </a:lnTo>
                <a:lnTo>
                  <a:pt x="5796" y="10125"/>
                </a:lnTo>
                <a:lnTo>
                  <a:pt x="6017" y="10052"/>
                </a:lnTo>
                <a:lnTo>
                  <a:pt x="6530" y="9942"/>
                </a:lnTo>
                <a:lnTo>
                  <a:pt x="7704" y="9575"/>
                </a:lnTo>
                <a:lnTo>
                  <a:pt x="8878" y="9281"/>
                </a:lnTo>
                <a:lnTo>
                  <a:pt x="9465" y="9098"/>
                </a:lnTo>
                <a:lnTo>
                  <a:pt x="10015" y="8878"/>
                </a:lnTo>
                <a:lnTo>
                  <a:pt x="10528" y="8695"/>
                </a:lnTo>
                <a:lnTo>
                  <a:pt x="11005" y="8438"/>
                </a:lnTo>
                <a:lnTo>
                  <a:pt x="11959" y="7924"/>
                </a:lnTo>
                <a:lnTo>
                  <a:pt x="12473" y="7667"/>
                </a:lnTo>
                <a:lnTo>
                  <a:pt x="12986" y="7411"/>
                </a:lnTo>
                <a:lnTo>
                  <a:pt x="13573" y="7191"/>
                </a:lnTo>
                <a:lnTo>
                  <a:pt x="13756" y="7117"/>
                </a:lnTo>
                <a:lnTo>
                  <a:pt x="14013" y="7044"/>
                </a:lnTo>
                <a:lnTo>
                  <a:pt x="14050" y="7081"/>
                </a:lnTo>
                <a:lnTo>
                  <a:pt x="14160" y="7081"/>
                </a:lnTo>
                <a:lnTo>
                  <a:pt x="14197" y="7191"/>
                </a:lnTo>
                <a:lnTo>
                  <a:pt x="13830" y="7374"/>
                </a:lnTo>
                <a:lnTo>
                  <a:pt x="13500" y="7594"/>
                </a:lnTo>
                <a:lnTo>
                  <a:pt x="12436" y="8218"/>
                </a:lnTo>
                <a:lnTo>
                  <a:pt x="11335" y="8768"/>
                </a:lnTo>
                <a:lnTo>
                  <a:pt x="10198" y="9245"/>
                </a:lnTo>
                <a:lnTo>
                  <a:pt x="9061" y="9685"/>
                </a:lnTo>
                <a:lnTo>
                  <a:pt x="7887" y="10088"/>
                </a:lnTo>
                <a:lnTo>
                  <a:pt x="6750" y="10455"/>
                </a:lnTo>
                <a:lnTo>
                  <a:pt x="6200" y="10639"/>
                </a:lnTo>
                <a:lnTo>
                  <a:pt x="5906" y="10749"/>
                </a:lnTo>
                <a:lnTo>
                  <a:pt x="5650" y="10895"/>
                </a:lnTo>
                <a:lnTo>
                  <a:pt x="5613" y="10932"/>
                </a:lnTo>
                <a:lnTo>
                  <a:pt x="5613" y="10969"/>
                </a:lnTo>
                <a:lnTo>
                  <a:pt x="5613" y="11005"/>
                </a:lnTo>
                <a:lnTo>
                  <a:pt x="5686" y="11042"/>
                </a:lnTo>
                <a:lnTo>
                  <a:pt x="5943" y="11005"/>
                </a:lnTo>
                <a:lnTo>
                  <a:pt x="6200" y="10969"/>
                </a:lnTo>
                <a:lnTo>
                  <a:pt x="6713" y="10822"/>
                </a:lnTo>
                <a:lnTo>
                  <a:pt x="7337" y="10602"/>
                </a:lnTo>
                <a:lnTo>
                  <a:pt x="7961" y="10419"/>
                </a:lnTo>
                <a:lnTo>
                  <a:pt x="9208" y="10015"/>
                </a:lnTo>
                <a:lnTo>
                  <a:pt x="10418" y="9538"/>
                </a:lnTo>
                <a:lnTo>
                  <a:pt x="11445" y="9061"/>
                </a:lnTo>
                <a:lnTo>
                  <a:pt x="12473" y="8584"/>
                </a:lnTo>
                <a:lnTo>
                  <a:pt x="13573" y="7961"/>
                </a:lnTo>
                <a:lnTo>
                  <a:pt x="14013" y="7741"/>
                </a:lnTo>
                <a:lnTo>
                  <a:pt x="14233" y="7594"/>
                </a:lnTo>
                <a:lnTo>
                  <a:pt x="14417" y="7447"/>
                </a:lnTo>
                <a:lnTo>
                  <a:pt x="14527" y="7594"/>
                </a:lnTo>
                <a:lnTo>
                  <a:pt x="14527" y="7631"/>
                </a:lnTo>
                <a:lnTo>
                  <a:pt x="14417" y="7961"/>
                </a:lnTo>
                <a:lnTo>
                  <a:pt x="14417" y="8328"/>
                </a:lnTo>
                <a:lnTo>
                  <a:pt x="14343" y="8254"/>
                </a:lnTo>
                <a:lnTo>
                  <a:pt x="14233" y="8254"/>
                </a:lnTo>
                <a:lnTo>
                  <a:pt x="13830" y="8438"/>
                </a:lnTo>
                <a:lnTo>
                  <a:pt x="13426" y="8658"/>
                </a:lnTo>
                <a:lnTo>
                  <a:pt x="12693" y="9135"/>
                </a:lnTo>
                <a:lnTo>
                  <a:pt x="12252" y="9428"/>
                </a:lnTo>
                <a:lnTo>
                  <a:pt x="11776" y="9685"/>
                </a:lnTo>
                <a:lnTo>
                  <a:pt x="11299" y="9942"/>
                </a:lnTo>
                <a:lnTo>
                  <a:pt x="10822" y="10125"/>
                </a:lnTo>
                <a:lnTo>
                  <a:pt x="8658" y="10822"/>
                </a:lnTo>
                <a:lnTo>
                  <a:pt x="7741" y="11115"/>
                </a:lnTo>
                <a:lnTo>
                  <a:pt x="7300" y="11262"/>
                </a:lnTo>
                <a:lnTo>
                  <a:pt x="6860" y="11446"/>
                </a:lnTo>
                <a:lnTo>
                  <a:pt x="5283" y="11409"/>
                </a:lnTo>
                <a:lnTo>
                  <a:pt x="5246" y="11189"/>
                </a:lnTo>
                <a:lnTo>
                  <a:pt x="5173" y="11115"/>
                </a:lnTo>
                <a:lnTo>
                  <a:pt x="5026" y="11115"/>
                </a:lnTo>
                <a:lnTo>
                  <a:pt x="4989" y="11189"/>
                </a:lnTo>
                <a:lnTo>
                  <a:pt x="4953" y="11409"/>
                </a:lnTo>
                <a:lnTo>
                  <a:pt x="4182" y="11336"/>
                </a:lnTo>
                <a:lnTo>
                  <a:pt x="3816" y="11336"/>
                </a:lnTo>
                <a:lnTo>
                  <a:pt x="3412" y="11372"/>
                </a:lnTo>
                <a:lnTo>
                  <a:pt x="3119" y="11409"/>
                </a:lnTo>
                <a:lnTo>
                  <a:pt x="2862" y="11556"/>
                </a:lnTo>
                <a:lnTo>
                  <a:pt x="2825" y="11005"/>
                </a:lnTo>
                <a:lnTo>
                  <a:pt x="2715" y="9428"/>
                </a:lnTo>
                <a:lnTo>
                  <a:pt x="2715" y="9171"/>
                </a:lnTo>
                <a:lnTo>
                  <a:pt x="2972" y="9171"/>
                </a:lnTo>
                <a:lnTo>
                  <a:pt x="3265" y="9135"/>
                </a:lnTo>
                <a:lnTo>
                  <a:pt x="3522" y="9061"/>
                </a:lnTo>
                <a:lnTo>
                  <a:pt x="3779" y="8988"/>
                </a:lnTo>
                <a:lnTo>
                  <a:pt x="4036" y="8841"/>
                </a:lnTo>
                <a:lnTo>
                  <a:pt x="4293" y="8695"/>
                </a:lnTo>
                <a:lnTo>
                  <a:pt x="4733" y="8401"/>
                </a:lnTo>
                <a:lnTo>
                  <a:pt x="5063" y="8108"/>
                </a:lnTo>
                <a:lnTo>
                  <a:pt x="5356" y="7777"/>
                </a:lnTo>
                <a:lnTo>
                  <a:pt x="5613" y="7447"/>
                </a:lnTo>
                <a:lnTo>
                  <a:pt x="5870" y="7117"/>
                </a:lnTo>
                <a:lnTo>
                  <a:pt x="6273" y="7007"/>
                </a:lnTo>
                <a:lnTo>
                  <a:pt x="6640" y="6824"/>
                </a:lnTo>
                <a:lnTo>
                  <a:pt x="7410" y="6420"/>
                </a:lnTo>
                <a:lnTo>
                  <a:pt x="8401" y="5980"/>
                </a:lnTo>
                <a:lnTo>
                  <a:pt x="9355" y="5577"/>
                </a:lnTo>
                <a:lnTo>
                  <a:pt x="10308" y="5246"/>
                </a:lnTo>
                <a:lnTo>
                  <a:pt x="11262" y="4880"/>
                </a:lnTo>
                <a:lnTo>
                  <a:pt x="12032" y="4623"/>
                </a:lnTo>
                <a:lnTo>
                  <a:pt x="12436" y="4403"/>
                </a:lnTo>
                <a:lnTo>
                  <a:pt x="12619" y="4219"/>
                </a:lnTo>
                <a:lnTo>
                  <a:pt x="12729" y="4183"/>
                </a:lnTo>
                <a:close/>
                <a:moveTo>
                  <a:pt x="2385" y="1"/>
                </a:moveTo>
                <a:lnTo>
                  <a:pt x="2238" y="38"/>
                </a:lnTo>
                <a:lnTo>
                  <a:pt x="2202" y="74"/>
                </a:lnTo>
                <a:lnTo>
                  <a:pt x="2165" y="111"/>
                </a:lnTo>
                <a:lnTo>
                  <a:pt x="2055" y="368"/>
                </a:lnTo>
                <a:lnTo>
                  <a:pt x="1982" y="515"/>
                </a:lnTo>
                <a:lnTo>
                  <a:pt x="1578" y="1432"/>
                </a:lnTo>
                <a:lnTo>
                  <a:pt x="1541" y="1542"/>
                </a:lnTo>
                <a:lnTo>
                  <a:pt x="1578" y="1615"/>
                </a:lnTo>
                <a:lnTo>
                  <a:pt x="1615" y="1688"/>
                </a:lnTo>
                <a:lnTo>
                  <a:pt x="1688" y="1762"/>
                </a:lnTo>
                <a:lnTo>
                  <a:pt x="1761" y="1798"/>
                </a:lnTo>
                <a:lnTo>
                  <a:pt x="1835" y="1798"/>
                </a:lnTo>
                <a:lnTo>
                  <a:pt x="1908" y="1762"/>
                </a:lnTo>
                <a:lnTo>
                  <a:pt x="1982" y="1652"/>
                </a:lnTo>
                <a:lnTo>
                  <a:pt x="2128" y="1358"/>
                </a:lnTo>
                <a:lnTo>
                  <a:pt x="2092" y="2165"/>
                </a:lnTo>
                <a:lnTo>
                  <a:pt x="2092" y="2972"/>
                </a:lnTo>
                <a:lnTo>
                  <a:pt x="2055" y="4073"/>
                </a:lnTo>
                <a:lnTo>
                  <a:pt x="1982" y="4109"/>
                </a:lnTo>
                <a:lnTo>
                  <a:pt x="1835" y="4073"/>
                </a:lnTo>
                <a:lnTo>
                  <a:pt x="1725" y="3999"/>
                </a:lnTo>
                <a:lnTo>
                  <a:pt x="1615" y="3999"/>
                </a:lnTo>
                <a:lnTo>
                  <a:pt x="1541" y="4036"/>
                </a:lnTo>
                <a:lnTo>
                  <a:pt x="1505" y="4109"/>
                </a:lnTo>
                <a:lnTo>
                  <a:pt x="1541" y="4219"/>
                </a:lnTo>
                <a:lnTo>
                  <a:pt x="1651" y="4293"/>
                </a:lnTo>
                <a:lnTo>
                  <a:pt x="1761" y="4366"/>
                </a:lnTo>
                <a:lnTo>
                  <a:pt x="1908" y="4403"/>
                </a:lnTo>
                <a:lnTo>
                  <a:pt x="2055" y="4439"/>
                </a:lnTo>
                <a:lnTo>
                  <a:pt x="2055" y="5540"/>
                </a:lnTo>
                <a:lnTo>
                  <a:pt x="1908" y="5577"/>
                </a:lnTo>
                <a:lnTo>
                  <a:pt x="1651" y="5613"/>
                </a:lnTo>
                <a:lnTo>
                  <a:pt x="1615" y="5687"/>
                </a:lnTo>
                <a:lnTo>
                  <a:pt x="1541" y="5723"/>
                </a:lnTo>
                <a:lnTo>
                  <a:pt x="1541" y="5760"/>
                </a:lnTo>
                <a:lnTo>
                  <a:pt x="1505" y="5797"/>
                </a:lnTo>
                <a:lnTo>
                  <a:pt x="1541" y="5833"/>
                </a:lnTo>
                <a:lnTo>
                  <a:pt x="1578" y="5833"/>
                </a:lnTo>
                <a:lnTo>
                  <a:pt x="1651" y="5907"/>
                </a:lnTo>
                <a:lnTo>
                  <a:pt x="2055" y="5907"/>
                </a:lnTo>
                <a:lnTo>
                  <a:pt x="2092" y="6200"/>
                </a:lnTo>
                <a:lnTo>
                  <a:pt x="2092" y="7154"/>
                </a:lnTo>
                <a:lnTo>
                  <a:pt x="1835" y="7227"/>
                </a:lnTo>
                <a:lnTo>
                  <a:pt x="1541" y="7374"/>
                </a:lnTo>
                <a:lnTo>
                  <a:pt x="1505" y="7411"/>
                </a:lnTo>
                <a:lnTo>
                  <a:pt x="1505" y="7447"/>
                </a:lnTo>
                <a:lnTo>
                  <a:pt x="1541" y="7484"/>
                </a:lnTo>
                <a:lnTo>
                  <a:pt x="1578" y="7521"/>
                </a:lnTo>
                <a:lnTo>
                  <a:pt x="2092" y="7521"/>
                </a:lnTo>
                <a:lnTo>
                  <a:pt x="2165" y="8951"/>
                </a:lnTo>
                <a:lnTo>
                  <a:pt x="2165" y="8988"/>
                </a:lnTo>
                <a:lnTo>
                  <a:pt x="1982" y="8951"/>
                </a:lnTo>
                <a:lnTo>
                  <a:pt x="1578" y="8951"/>
                </a:lnTo>
                <a:lnTo>
                  <a:pt x="1505" y="8988"/>
                </a:lnTo>
                <a:lnTo>
                  <a:pt x="1468" y="9061"/>
                </a:lnTo>
                <a:lnTo>
                  <a:pt x="1468" y="9135"/>
                </a:lnTo>
                <a:lnTo>
                  <a:pt x="1541" y="9208"/>
                </a:lnTo>
                <a:lnTo>
                  <a:pt x="1688" y="9245"/>
                </a:lnTo>
                <a:lnTo>
                  <a:pt x="1835" y="9318"/>
                </a:lnTo>
                <a:lnTo>
                  <a:pt x="2202" y="9391"/>
                </a:lnTo>
                <a:lnTo>
                  <a:pt x="2238" y="10419"/>
                </a:lnTo>
                <a:lnTo>
                  <a:pt x="2018" y="10419"/>
                </a:lnTo>
                <a:lnTo>
                  <a:pt x="1798" y="10455"/>
                </a:lnTo>
                <a:lnTo>
                  <a:pt x="1725" y="10529"/>
                </a:lnTo>
                <a:lnTo>
                  <a:pt x="1651" y="10602"/>
                </a:lnTo>
                <a:lnTo>
                  <a:pt x="1578" y="10675"/>
                </a:lnTo>
                <a:lnTo>
                  <a:pt x="1615" y="10749"/>
                </a:lnTo>
                <a:lnTo>
                  <a:pt x="1688" y="10822"/>
                </a:lnTo>
                <a:lnTo>
                  <a:pt x="2128" y="10822"/>
                </a:lnTo>
                <a:lnTo>
                  <a:pt x="2275" y="10859"/>
                </a:lnTo>
                <a:lnTo>
                  <a:pt x="2275" y="10895"/>
                </a:lnTo>
                <a:lnTo>
                  <a:pt x="2312" y="11702"/>
                </a:lnTo>
                <a:lnTo>
                  <a:pt x="2348" y="11959"/>
                </a:lnTo>
                <a:lnTo>
                  <a:pt x="2385" y="12106"/>
                </a:lnTo>
                <a:lnTo>
                  <a:pt x="2495" y="12216"/>
                </a:lnTo>
                <a:lnTo>
                  <a:pt x="2568" y="12253"/>
                </a:lnTo>
                <a:lnTo>
                  <a:pt x="2679" y="12253"/>
                </a:lnTo>
                <a:lnTo>
                  <a:pt x="2752" y="12216"/>
                </a:lnTo>
                <a:lnTo>
                  <a:pt x="2789" y="12143"/>
                </a:lnTo>
                <a:lnTo>
                  <a:pt x="2825" y="12106"/>
                </a:lnTo>
                <a:lnTo>
                  <a:pt x="3009" y="11959"/>
                </a:lnTo>
                <a:lnTo>
                  <a:pt x="3265" y="11886"/>
                </a:lnTo>
                <a:lnTo>
                  <a:pt x="3486" y="11849"/>
                </a:lnTo>
                <a:lnTo>
                  <a:pt x="3742" y="11849"/>
                </a:lnTo>
                <a:lnTo>
                  <a:pt x="3742" y="12033"/>
                </a:lnTo>
                <a:lnTo>
                  <a:pt x="3742" y="12216"/>
                </a:lnTo>
                <a:lnTo>
                  <a:pt x="3816" y="12363"/>
                </a:lnTo>
                <a:lnTo>
                  <a:pt x="3889" y="12509"/>
                </a:lnTo>
                <a:lnTo>
                  <a:pt x="3962" y="12583"/>
                </a:lnTo>
                <a:lnTo>
                  <a:pt x="4036" y="12546"/>
                </a:lnTo>
                <a:lnTo>
                  <a:pt x="4109" y="12509"/>
                </a:lnTo>
                <a:lnTo>
                  <a:pt x="4146" y="12436"/>
                </a:lnTo>
                <a:lnTo>
                  <a:pt x="4072" y="12216"/>
                </a:lnTo>
                <a:lnTo>
                  <a:pt x="4036" y="12069"/>
                </a:lnTo>
                <a:lnTo>
                  <a:pt x="4036" y="11886"/>
                </a:lnTo>
                <a:lnTo>
                  <a:pt x="5063" y="11922"/>
                </a:lnTo>
                <a:lnTo>
                  <a:pt x="5063" y="12143"/>
                </a:lnTo>
                <a:lnTo>
                  <a:pt x="5100" y="12619"/>
                </a:lnTo>
                <a:lnTo>
                  <a:pt x="5136" y="12693"/>
                </a:lnTo>
                <a:lnTo>
                  <a:pt x="5173" y="12766"/>
                </a:lnTo>
                <a:lnTo>
                  <a:pt x="5320" y="12766"/>
                </a:lnTo>
                <a:lnTo>
                  <a:pt x="5466" y="12729"/>
                </a:lnTo>
                <a:lnTo>
                  <a:pt x="5503" y="12619"/>
                </a:lnTo>
                <a:lnTo>
                  <a:pt x="5540" y="12473"/>
                </a:lnTo>
                <a:lnTo>
                  <a:pt x="5466" y="12363"/>
                </a:lnTo>
                <a:lnTo>
                  <a:pt x="5393" y="12326"/>
                </a:lnTo>
                <a:lnTo>
                  <a:pt x="5356" y="12106"/>
                </a:lnTo>
                <a:lnTo>
                  <a:pt x="5283" y="11922"/>
                </a:lnTo>
                <a:lnTo>
                  <a:pt x="5906" y="11959"/>
                </a:lnTo>
                <a:lnTo>
                  <a:pt x="6493" y="11959"/>
                </a:lnTo>
                <a:lnTo>
                  <a:pt x="6493" y="11996"/>
                </a:lnTo>
                <a:lnTo>
                  <a:pt x="6457" y="12179"/>
                </a:lnTo>
                <a:lnTo>
                  <a:pt x="6420" y="12399"/>
                </a:lnTo>
                <a:lnTo>
                  <a:pt x="6457" y="12583"/>
                </a:lnTo>
                <a:lnTo>
                  <a:pt x="6567" y="12766"/>
                </a:lnTo>
                <a:lnTo>
                  <a:pt x="6603" y="12840"/>
                </a:lnTo>
                <a:lnTo>
                  <a:pt x="6677" y="12876"/>
                </a:lnTo>
                <a:lnTo>
                  <a:pt x="6750" y="12876"/>
                </a:lnTo>
                <a:lnTo>
                  <a:pt x="6824" y="12840"/>
                </a:lnTo>
                <a:lnTo>
                  <a:pt x="6897" y="12766"/>
                </a:lnTo>
                <a:lnTo>
                  <a:pt x="6897" y="12729"/>
                </a:lnTo>
                <a:lnTo>
                  <a:pt x="6897" y="12656"/>
                </a:lnTo>
                <a:lnTo>
                  <a:pt x="6824" y="12619"/>
                </a:lnTo>
                <a:lnTo>
                  <a:pt x="6787" y="12583"/>
                </a:lnTo>
                <a:lnTo>
                  <a:pt x="6713" y="12399"/>
                </a:lnTo>
                <a:lnTo>
                  <a:pt x="6677" y="12216"/>
                </a:lnTo>
                <a:lnTo>
                  <a:pt x="6640" y="11996"/>
                </a:lnTo>
                <a:lnTo>
                  <a:pt x="6640" y="11959"/>
                </a:lnTo>
                <a:lnTo>
                  <a:pt x="7924" y="11996"/>
                </a:lnTo>
                <a:lnTo>
                  <a:pt x="7851" y="12033"/>
                </a:lnTo>
                <a:lnTo>
                  <a:pt x="7814" y="12106"/>
                </a:lnTo>
                <a:lnTo>
                  <a:pt x="7777" y="12253"/>
                </a:lnTo>
                <a:lnTo>
                  <a:pt x="7777" y="12399"/>
                </a:lnTo>
                <a:lnTo>
                  <a:pt x="7777" y="12509"/>
                </a:lnTo>
                <a:lnTo>
                  <a:pt x="7814" y="12619"/>
                </a:lnTo>
                <a:lnTo>
                  <a:pt x="7887" y="12729"/>
                </a:lnTo>
                <a:lnTo>
                  <a:pt x="7961" y="12766"/>
                </a:lnTo>
                <a:lnTo>
                  <a:pt x="8034" y="12729"/>
                </a:lnTo>
                <a:lnTo>
                  <a:pt x="8107" y="12693"/>
                </a:lnTo>
                <a:lnTo>
                  <a:pt x="8144" y="12619"/>
                </a:lnTo>
                <a:lnTo>
                  <a:pt x="8107" y="12473"/>
                </a:lnTo>
                <a:lnTo>
                  <a:pt x="8071" y="12289"/>
                </a:lnTo>
                <a:lnTo>
                  <a:pt x="8071" y="12179"/>
                </a:lnTo>
                <a:lnTo>
                  <a:pt x="8034" y="12106"/>
                </a:lnTo>
                <a:lnTo>
                  <a:pt x="8034" y="12033"/>
                </a:lnTo>
                <a:lnTo>
                  <a:pt x="8034" y="11996"/>
                </a:lnTo>
                <a:lnTo>
                  <a:pt x="9391" y="11996"/>
                </a:lnTo>
                <a:lnTo>
                  <a:pt x="9318" y="12216"/>
                </a:lnTo>
                <a:lnTo>
                  <a:pt x="9318" y="12473"/>
                </a:lnTo>
                <a:lnTo>
                  <a:pt x="9355" y="12546"/>
                </a:lnTo>
                <a:lnTo>
                  <a:pt x="9428" y="12583"/>
                </a:lnTo>
                <a:lnTo>
                  <a:pt x="9611" y="12583"/>
                </a:lnTo>
                <a:lnTo>
                  <a:pt x="9685" y="12546"/>
                </a:lnTo>
                <a:lnTo>
                  <a:pt x="9721" y="12473"/>
                </a:lnTo>
                <a:lnTo>
                  <a:pt x="9721" y="12436"/>
                </a:lnTo>
                <a:lnTo>
                  <a:pt x="9721" y="12363"/>
                </a:lnTo>
                <a:lnTo>
                  <a:pt x="9611" y="12326"/>
                </a:lnTo>
                <a:lnTo>
                  <a:pt x="9611" y="11996"/>
                </a:lnTo>
                <a:lnTo>
                  <a:pt x="10638" y="11996"/>
                </a:lnTo>
                <a:lnTo>
                  <a:pt x="10675" y="12253"/>
                </a:lnTo>
                <a:lnTo>
                  <a:pt x="10748" y="12509"/>
                </a:lnTo>
                <a:lnTo>
                  <a:pt x="10822" y="12583"/>
                </a:lnTo>
                <a:lnTo>
                  <a:pt x="10969" y="12583"/>
                </a:lnTo>
                <a:lnTo>
                  <a:pt x="11005" y="12509"/>
                </a:lnTo>
                <a:lnTo>
                  <a:pt x="11042" y="12399"/>
                </a:lnTo>
                <a:lnTo>
                  <a:pt x="10969" y="12179"/>
                </a:lnTo>
                <a:lnTo>
                  <a:pt x="10895" y="11996"/>
                </a:lnTo>
                <a:lnTo>
                  <a:pt x="12106" y="11996"/>
                </a:lnTo>
                <a:lnTo>
                  <a:pt x="12069" y="12069"/>
                </a:lnTo>
                <a:lnTo>
                  <a:pt x="12032" y="12143"/>
                </a:lnTo>
                <a:lnTo>
                  <a:pt x="11996" y="12363"/>
                </a:lnTo>
                <a:lnTo>
                  <a:pt x="12032" y="12473"/>
                </a:lnTo>
                <a:lnTo>
                  <a:pt x="12069" y="12619"/>
                </a:lnTo>
                <a:lnTo>
                  <a:pt x="12142" y="12729"/>
                </a:lnTo>
                <a:lnTo>
                  <a:pt x="12216" y="12803"/>
                </a:lnTo>
                <a:lnTo>
                  <a:pt x="12289" y="12840"/>
                </a:lnTo>
                <a:lnTo>
                  <a:pt x="12362" y="12803"/>
                </a:lnTo>
                <a:lnTo>
                  <a:pt x="12399" y="12766"/>
                </a:lnTo>
                <a:lnTo>
                  <a:pt x="12399" y="12693"/>
                </a:lnTo>
                <a:lnTo>
                  <a:pt x="12362" y="12546"/>
                </a:lnTo>
                <a:lnTo>
                  <a:pt x="12289" y="12363"/>
                </a:lnTo>
                <a:lnTo>
                  <a:pt x="12252" y="12179"/>
                </a:lnTo>
                <a:lnTo>
                  <a:pt x="12252" y="11959"/>
                </a:lnTo>
                <a:lnTo>
                  <a:pt x="13353" y="11959"/>
                </a:lnTo>
                <a:lnTo>
                  <a:pt x="13280" y="12106"/>
                </a:lnTo>
                <a:lnTo>
                  <a:pt x="13243" y="12253"/>
                </a:lnTo>
                <a:lnTo>
                  <a:pt x="13243" y="12436"/>
                </a:lnTo>
                <a:lnTo>
                  <a:pt x="13316" y="12583"/>
                </a:lnTo>
                <a:lnTo>
                  <a:pt x="13353" y="12619"/>
                </a:lnTo>
                <a:lnTo>
                  <a:pt x="13426" y="12656"/>
                </a:lnTo>
                <a:lnTo>
                  <a:pt x="13500" y="12656"/>
                </a:lnTo>
                <a:lnTo>
                  <a:pt x="13573" y="12583"/>
                </a:lnTo>
                <a:lnTo>
                  <a:pt x="13610" y="12436"/>
                </a:lnTo>
                <a:lnTo>
                  <a:pt x="13536" y="12216"/>
                </a:lnTo>
                <a:lnTo>
                  <a:pt x="13536" y="12069"/>
                </a:lnTo>
                <a:lnTo>
                  <a:pt x="13573" y="11922"/>
                </a:lnTo>
                <a:lnTo>
                  <a:pt x="14563" y="11886"/>
                </a:lnTo>
                <a:lnTo>
                  <a:pt x="14563" y="11886"/>
                </a:lnTo>
                <a:lnTo>
                  <a:pt x="14527" y="12363"/>
                </a:lnTo>
                <a:lnTo>
                  <a:pt x="14563" y="12436"/>
                </a:lnTo>
                <a:lnTo>
                  <a:pt x="14637" y="12509"/>
                </a:lnTo>
                <a:lnTo>
                  <a:pt x="14747" y="12509"/>
                </a:lnTo>
                <a:lnTo>
                  <a:pt x="14820" y="12473"/>
                </a:lnTo>
                <a:lnTo>
                  <a:pt x="14893" y="12399"/>
                </a:lnTo>
                <a:lnTo>
                  <a:pt x="14967" y="12289"/>
                </a:lnTo>
                <a:lnTo>
                  <a:pt x="14967" y="12179"/>
                </a:lnTo>
                <a:lnTo>
                  <a:pt x="14967" y="12069"/>
                </a:lnTo>
                <a:lnTo>
                  <a:pt x="14930" y="11996"/>
                </a:lnTo>
                <a:lnTo>
                  <a:pt x="14857" y="11959"/>
                </a:lnTo>
                <a:lnTo>
                  <a:pt x="14857" y="11886"/>
                </a:lnTo>
                <a:lnTo>
                  <a:pt x="16618" y="11776"/>
                </a:lnTo>
                <a:lnTo>
                  <a:pt x="16654" y="11812"/>
                </a:lnTo>
                <a:lnTo>
                  <a:pt x="16544" y="11996"/>
                </a:lnTo>
                <a:lnTo>
                  <a:pt x="16361" y="12179"/>
                </a:lnTo>
                <a:lnTo>
                  <a:pt x="16287" y="12289"/>
                </a:lnTo>
                <a:lnTo>
                  <a:pt x="16251" y="12363"/>
                </a:lnTo>
                <a:lnTo>
                  <a:pt x="16287" y="12436"/>
                </a:lnTo>
                <a:lnTo>
                  <a:pt x="16324" y="12509"/>
                </a:lnTo>
                <a:lnTo>
                  <a:pt x="16397" y="12546"/>
                </a:lnTo>
                <a:lnTo>
                  <a:pt x="16471" y="12583"/>
                </a:lnTo>
                <a:lnTo>
                  <a:pt x="16544" y="12583"/>
                </a:lnTo>
                <a:lnTo>
                  <a:pt x="16581" y="12546"/>
                </a:lnTo>
                <a:lnTo>
                  <a:pt x="16728" y="12473"/>
                </a:lnTo>
                <a:lnTo>
                  <a:pt x="16801" y="12363"/>
                </a:lnTo>
                <a:lnTo>
                  <a:pt x="16984" y="12106"/>
                </a:lnTo>
                <a:lnTo>
                  <a:pt x="17461" y="11482"/>
                </a:lnTo>
                <a:lnTo>
                  <a:pt x="17461" y="11409"/>
                </a:lnTo>
                <a:lnTo>
                  <a:pt x="17461" y="11336"/>
                </a:lnTo>
                <a:lnTo>
                  <a:pt x="17461" y="11262"/>
                </a:lnTo>
                <a:lnTo>
                  <a:pt x="17425" y="11189"/>
                </a:lnTo>
                <a:lnTo>
                  <a:pt x="17058" y="10895"/>
                </a:lnTo>
                <a:lnTo>
                  <a:pt x="16728" y="10639"/>
                </a:lnTo>
                <a:lnTo>
                  <a:pt x="16654" y="10602"/>
                </a:lnTo>
                <a:lnTo>
                  <a:pt x="16581" y="10602"/>
                </a:lnTo>
                <a:lnTo>
                  <a:pt x="16544" y="10639"/>
                </a:lnTo>
                <a:lnTo>
                  <a:pt x="16471" y="10675"/>
                </a:lnTo>
                <a:lnTo>
                  <a:pt x="16434" y="10785"/>
                </a:lnTo>
                <a:lnTo>
                  <a:pt x="16434" y="10859"/>
                </a:lnTo>
                <a:lnTo>
                  <a:pt x="16471" y="10932"/>
                </a:lnTo>
                <a:lnTo>
                  <a:pt x="16801" y="11226"/>
                </a:lnTo>
                <a:lnTo>
                  <a:pt x="13940" y="11372"/>
                </a:lnTo>
                <a:lnTo>
                  <a:pt x="14050" y="11336"/>
                </a:lnTo>
                <a:lnTo>
                  <a:pt x="14270" y="11189"/>
                </a:lnTo>
                <a:lnTo>
                  <a:pt x="14343" y="11115"/>
                </a:lnTo>
                <a:lnTo>
                  <a:pt x="14417" y="11005"/>
                </a:lnTo>
                <a:lnTo>
                  <a:pt x="14417" y="10932"/>
                </a:lnTo>
                <a:lnTo>
                  <a:pt x="14380" y="10895"/>
                </a:lnTo>
                <a:lnTo>
                  <a:pt x="14233" y="10895"/>
                </a:lnTo>
                <a:lnTo>
                  <a:pt x="14123" y="10932"/>
                </a:lnTo>
                <a:lnTo>
                  <a:pt x="13903" y="11079"/>
                </a:lnTo>
                <a:lnTo>
                  <a:pt x="13720" y="11226"/>
                </a:lnTo>
                <a:lnTo>
                  <a:pt x="13573" y="11409"/>
                </a:lnTo>
                <a:lnTo>
                  <a:pt x="12289" y="11446"/>
                </a:lnTo>
                <a:lnTo>
                  <a:pt x="12546" y="11336"/>
                </a:lnTo>
                <a:lnTo>
                  <a:pt x="12839" y="11226"/>
                </a:lnTo>
                <a:lnTo>
                  <a:pt x="13169" y="11079"/>
                </a:lnTo>
                <a:lnTo>
                  <a:pt x="13500" y="10895"/>
                </a:lnTo>
                <a:lnTo>
                  <a:pt x="13793" y="10675"/>
                </a:lnTo>
                <a:lnTo>
                  <a:pt x="14050" y="10419"/>
                </a:lnTo>
                <a:lnTo>
                  <a:pt x="14087" y="10308"/>
                </a:lnTo>
                <a:lnTo>
                  <a:pt x="14050" y="10235"/>
                </a:lnTo>
                <a:lnTo>
                  <a:pt x="13976" y="10198"/>
                </a:lnTo>
                <a:lnTo>
                  <a:pt x="13903" y="10235"/>
                </a:lnTo>
                <a:lnTo>
                  <a:pt x="13646" y="10382"/>
                </a:lnTo>
                <a:lnTo>
                  <a:pt x="13390" y="10565"/>
                </a:lnTo>
                <a:lnTo>
                  <a:pt x="13133" y="10749"/>
                </a:lnTo>
                <a:lnTo>
                  <a:pt x="12876" y="10895"/>
                </a:lnTo>
                <a:lnTo>
                  <a:pt x="12583" y="11042"/>
                </a:lnTo>
                <a:lnTo>
                  <a:pt x="12289" y="11152"/>
                </a:lnTo>
                <a:lnTo>
                  <a:pt x="11996" y="11299"/>
                </a:lnTo>
                <a:lnTo>
                  <a:pt x="11702" y="11446"/>
                </a:lnTo>
                <a:lnTo>
                  <a:pt x="10162" y="11482"/>
                </a:lnTo>
                <a:lnTo>
                  <a:pt x="10602" y="11299"/>
                </a:lnTo>
                <a:lnTo>
                  <a:pt x="12216" y="10639"/>
                </a:lnTo>
                <a:lnTo>
                  <a:pt x="12766" y="10455"/>
                </a:lnTo>
                <a:lnTo>
                  <a:pt x="13316" y="10162"/>
                </a:lnTo>
                <a:lnTo>
                  <a:pt x="13573" y="10015"/>
                </a:lnTo>
                <a:lnTo>
                  <a:pt x="13793" y="9832"/>
                </a:lnTo>
                <a:lnTo>
                  <a:pt x="13976" y="9612"/>
                </a:lnTo>
                <a:lnTo>
                  <a:pt x="14087" y="9355"/>
                </a:lnTo>
                <a:lnTo>
                  <a:pt x="14087" y="9245"/>
                </a:lnTo>
                <a:lnTo>
                  <a:pt x="14050" y="9208"/>
                </a:lnTo>
                <a:lnTo>
                  <a:pt x="13940" y="9171"/>
                </a:lnTo>
                <a:lnTo>
                  <a:pt x="13866" y="9208"/>
                </a:lnTo>
                <a:lnTo>
                  <a:pt x="13463" y="9612"/>
                </a:lnTo>
                <a:lnTo>
                  <a:pt x="13243" y="9795"/>
                </a:lnTo>
                <a:lnTo>
                  <a:pt x="12986" y="9978"/>
                </a:lnTo>
                <a:lnTo>
                  <a:pt x="12693" y="10125"/>
                </a:lnTo>
                <a:lnTo>
                  <a:pt x="12399" y="10235"/>
                </a:lnTo>
                <a:lnTo>
                  <a:pt x="11776" y="10492"/>
                </a:lnTo>
                <a:lnTo>
                  <a:pt x="10418" y="11042"/>
                </a:lnTo>
                <a:lnTo>
                  <a:pt x="9905" y="11262"/>
                </a:lnTo>
                <a:lnTo>
                  <a:pt x="9428" y="11482"/>
                </a:lnTo>
                <a:lnTo>
                  <a:pt x="7667" y="11482"/>
                </a:lnTo>
                <a:lnTo>
                  <a:pt x="8621" y="11152"/>
                </a:lnTo>
                <a:lnTo>
                  <a:pt x="10895" y="10419"/>
                </a:lnTo>
                <a:lnTo>
                  <a:pt x="11335" y="10235"/>
                </a:lnTo>
                <a:lnTo>
                  <a:pt x="11776" y="10052"/>
                </a:lnTo>
                <a:lnTo>
                  <a:pt x="12179" y="9832"/>
                </a:lnTo>
                <a:lnTo>
                  <a:pt x="12583" y="9575"/>
                </a:lnTo>
                <a:lnTo>
                  <a:pt x="13426" y="9025"/>
                </a:lnTo>
                <a:lnTo>
                  <a:pt x="13866" y="8768"/>
                </a:lnTo>
                <a:lnTo>
                  <a:pt x="14307" y="8548"/>
                </a:lnTo>
                <a:lnTo>
                  <a:pt x="14380" y="8511"/>
                </a:lnTo>
                <a:lnTo>
                  <a:pt x="14417" y="8474"/>
                </a:lnTo>
                <a:lnTo>
                  <a:pt x="14417" y="8841"/>
                </a:lnTo>
                <a:lnTo>
                  <a:pt x="14453" y="8915"/>
                </a:lnTo>
                <a:lnTo>
                  <a:pt x="14490" y="8951"/>
                </a:lnTo>
                <a:lnTo>
                  <a:pt x="14527" y="8988"/>
                </a:lnTo>
                <a:lnTo>
                  <a:pt x="14600" y="9025"/>
                </a:lnTo>
                <a:lnTo>
                  <a:pt x="14673" y="8988"/>
                </a:lnTo>
                <a:lnTo>
                  <a:pt x="14747" y="8951"/>
                </a:lnTo>
                <a:lnTo>
                  <a:pt x="14783" y="8915"/>
                </a:lnTo>
                <a:lnTo>
                  <a:pt x="14783" y="8841"/>
                </a:lnTo>
                <a:lnTo>
                  <a:pt x="14783" y="8291"/>
                </a:lnTo>
                <a:lnTo>
                  <a:pt x="14747" y="8034"/>
                </a:lnTo>
                <a:lnTo>
                  <a:pt x="14673" y="7777"/>
                </a:lnTo>
                <a:lnTo>
                  <a:pt x="15077" y="8181"/>
                </a:lnTo>
                <a:lnTo>
                  <a:pt x="15517" y="8584"/>
                </a:lnTo>
                <a:lnTo>
                  <a:pt x="15737" y="8768"/>
                </a:lnTo>
                <a:lnTo>
                  <a:pt x="15847" y="8841"/>
                </a:lnTo>
                <a:lnTo>
                  <a:pt x="15994" y="8878"/>
                </a:lnTo>
                <a:lnTo>
                  <a:pt x="16361" y="8915"/>
                </a:lnTo>
                <a:lnTo>
                  <a:pt x="16764" y="8915"/>
                </a:lnTo>
                <a:lnTo>
                  <a:pt x="17204" y="8878"/>
                </a:lnTo>
                <a:lnTo>
                  <a:pt x="17608" y="8731"/>
                </a:lnTo>
                <a:lnTo>
                  <a:pt x="17681" y="8695"/>
                </a:lnTo>
                <a:lnTo>
                  <a:pt x="17755" y="8584"/>
                </a:lnTo>
                <a:lnTo>
                  <a:pt x="17791" y="8511"/>
                </a:lnTo>
                <a:lnTo>
                  <a:pt x="17755" y="8438"/>
                </a:lnTo>
                <a:lnTo>
                  <a:pt x="17718" y="8328"/>
                </a:lnTo>
                <a:lnTo>
                  <a:pt x="17681" y="8291"/>
                </a:lnTo>
                <a:lnTo>
                  <a:pt x="17571" y="8254"/>
                </a:lnTo>
                <a:lnTo>
                  <a:pt x="17461" y="8254"/>
                </a:lnTo>
                <a:lnTo>
                  <a:pt x="17131" y="8364"/>
                </a:lnTo>
                <a:lnTo>
                  <a:pt x="16764" y="8401"/>
                </a:lnTo>
                <a:lnTo>
                  <a:pt x="16397" y="8438"/>
                </a:lnTo>
                <a:lnTo>
                  <a:pt x="16177" y="8401"/>
                </a:lnTo>
                <a:lnTo>
                  <a:pt x="16031" y="8364"/>
                </a:lnTo>
                <a:lnTo>
                  <a:pt x="15480" y="7888"/>
                </a:lnTo>
                <a:lnTo>
                  <a:pt x="15004" y="7374"/>
                </a:lnTo>
                <a:lnTo>
                  <a:pt x="14563" y="6824"/>
                </a:lnTo>
                <a:lnTo>
                  <a:pt x="14160" y="6237"/>
                </a:lnTo>
                <a:lnTo>
                  <a:pt x="13830" y="5613"/>
                </a:lnTo>
                <a:lnTo>
                  <a:pt x="13536" y="4990"/>
                </a:lnTo>
                <a:lnTo>
                  <a:pt x="13096" y="3926"/>
                </a:lnTo>
                <a:lnTo>
                  <a:pt x="12803" y="3412"/>
                </a:lnTo>
                <a:lnTo>
                  <a:pt x="12509" y="2936"/>
                </a:lnTo>
                <a:lnTo>
                  <a:pt x="12326" y="2752"/>
                </a:lnTo>
                <a:lnTo>
                  <a:pt x="12142" y="2532"/>
                </a:lnTo>
                <a:lnTo>
                  <a:pt x="11959" y="2349"/>
                </a:lnTo>
                <a:lnTo>
                  <a:pt x="11739" y="2202"/>
                </a:lnTo>
                <a:lnTo>
                  <a:pt x="11482" y="2092"/>
                </a:lnTo>
                <a:lnTo>
                  <a:pt x="11225" y="1982"/>
                </a:lnTo>
                <a:lnTo>
                  <a:pt x="10932" y="1908"/>
                </a:lnTo>
                <a:lnTo>
                  <a:pt x="10602" y="1872"/>
                </a:lnTo>
                <a:lnTo>
                  <a:pt x="10308" y="1872"/>
                </a:lnTo>
                <a:lnTo>
                  <a:pt x="9978" y="1908"/>
                </a:lnTo>
                <a:lnTo>
                  <a:pt x="9685" y="1982"/>
                </a:lnTo>
                <a:lnTo>
                  <a:pt x="9391" y="2055"/>
                </a:lnTo>
                <a:lnTo>
                  <a:pt x="9098" y="2202"/>
                </a:lnTo>
                <a:lnTo>
                  <a:pt x="8841" y="2349"/>
                </a:lnTo>
                <a:lnTo>
                  <a:pt x="8584" y="2495"/>
                </a:lnTo>
                <a:lnTo>
                  <a:pt x="8327" y="2715"/>
                </a:lnTo>
                <a:lnTo>
                  <a:pt x="7887" y="3119"/>
                </a:lnTo>
                <a:lnTo>
                  <a:pt x="7484" y="3632"/>
                </a:lnTo>
                <a:lnTo>
                  <a:pt x="7117" y="4146"/>
                </a:lnTo>
                <a:lnTo>
                  <a:pt x="6787" y="4660"/>
                </a:lnTo>
                <a:lnTo>
                  <a:pt x="6127" y="5833"/>
                </a:lnTo>
                <a:lnTo>
                  <a:pt x="5796" y="6457"/>
                </a:lnTo>
                <a:lnTo>
                  <a:pt x="5430" y="7044"/>
                </a:lnTo>
                <a:lnTo>
                  <a:pt x="4989" y="7594"/>
                </a:lnTo>
                <a:lnTo>
                  <a:pt x="4769" y="7851"/>
                </a:lnTo>
                <a:lnTo>
                  <a:pt x="4513" y="8071"/>
                </a:lnTo>
                <a:lnTo>
                  <a:pt x="4256" y="8291"/>
                </a:lnTo>
                <a:lnTo>
                  <a:pt x="3962" y="8474"/>
                </a:lnTo>
                <a:lnTo>
                  <a:pt x="3669" y="8621"/>
                </a:lnTo>
                <a:lnTo>
                  <a:pt x="3339" y="8731"/>
                </a:lnTo>
                <a:lnTo>
                  <a:pt x="3009" y="8841"/>
                </a:lnTo>
                <a:lnTo>
                  <a:pt x="2715" y="8915"/>
                </a:lnTo>
                <a:lnTo>
                  <a:pt x="2605" y="6200"/>
                </a:lnTo>
                <a:lnTo>
                  <a:pt x="2568" y="3119"/>
                </a:lnTo>
                <a:lnTo>
                  <a:pt x="2605" y="1505"/>
                </a:lnTo>
                <a:lnTo>
                  <a:pt x="2568" y="1138"/>
                </a:lnTo>
                <a:lnTo>
                  <a:pt x="2715" y="1395"/>
                </a:lnTo>
                <a:lnTo>
                  <a:pt x="2862" y="1652"/>
                </a:lnTo>
                <a:lnTo>
                  <a:pt x="2899" y="1725"/>
                </a:lnTo>
                <a:lnTo>
                  <a:pt x="2972" y="1762"/>
                </a:lnTo>
                <a:lnTo>
                  <a:pt x="3119" y="1762"/>
                </a:lnTo>
                <a:lnTo>
                  <a:pt x="3192" y="1688"/>
                </a:lnTo>
                <a:lnTo>
                  <a:pt x="3229" y="1652"/>
                </a:lnTo>
                <a:lnTo>
                  <a:pt x="3265" y="1578"/>
                </a:lnTo>
                <a:lnTo>
                  <a:pt x="3265" y="1505"/>
                </a:lnTo>
                <a:lnTo>
                  <a:pt x="3155" y="1138"/>
                </a:lnTo>
                <a:lnTo>
                  <a:pt x="2972" y="771"/>
                </a:lnTo>
                <a:lnTo>
                  <a:pt x="2568" y="111"/>
                </a:lnTo>
                <a:lnTo>
                  <a:pt x="2495" y="38"/>
                </a:lnTo>
                <a:lnTo>
                  <a:pt x="2385" y="1"/>
                </a:lnTo>
                <a:close/>
                <a:moveTo>
                  <a:pt x="15554" y="12546"/>
                </a:moveTo>
                <a:lnTo>
                  <a:pt x="15480" y="12583"/>
                </a:lnTo>
                <a:lnTo>
                  <a:pt x="15370" y="12619"/>
                </a:lnTo>
                <a:lnTo>
                  <a:pt x="15224" y="12766"/>
                </a:lnTo>
                <a:lnTo>
                  <a:pt x="15077" y="12913"/>
                </a:lnTo>
                <a:lnTo>
                  <a:pt x="15077" y="12950"/>
                </a:lnTo>
                <a:lnTo>
                  <a:pt x="14820" y="12803"/>
                </a:lnTo>
                <a:lnTo>
                  <a:pt x="14527" y="12693"/>
                </a:lnTo>
                <a:lnTo>
                  <a:pt x="14453" y="12693"/>
                </a:lnTo>
                <a:lnTo>
                  <a:pt x="14417" y="12729"/>
                </a:lnTo>
                <a:lnTo>
                  <a:pt x="14380" y="12803"/>
                </a:lnTo>
                <a:lnTo>
                  <a:pt x="14380" y="12876"/>
                </a:lnTo>
                <a:lnTo>
                  <a:pt x="14563" y="13096"/>
                </a:lnTo>
                <a:lnTo>
                  <a:pt x="14783" y="13316"/>
                </a:lnTo>
                <a:lnTo>
                  <a:pt x="14673" y="13463"/>
                </a:lnTo>
                <a:lnTo>
                  <a:pt x="14490" y="13720"/>
                </a:lnTo>
                <a:lnTo>
                  <a:pt x="14417" y="13867"/>
                </a:lnTo>
                <a:lnTo>
                  <a:pt x="14417" y="14013"/>
                </a:lnTo>
                <a:lnTo>
                  <a:pt x="14453" y="14087"/>
                </a:lnTo>
                <a:lnTo>
                  <a:pt x="14490" y="14123"/>
                </a:lnTo>
                <a:lnTo>
                  <a:pt x="14600" y="14123"/>
                </a:lnTo>
                <a:lnTo>
                  <a:pt x="14673" y="14087"/>
                </a:lnTo>
                <a:lnTo>
                  <a:pt x="14783" y="14050"/>
                </a:lnTo>
                <a:lnTo>
                  <a:pt x="14893" y="13903"/>
                </a:lnTo>
                <a:lnTo>
                  <a:pt x="15150" y="13573"/>
                </a:lnTo>
                <a:lnTo>
                  <a:pt x="15590" y="13903"/>
                </a:lnTo>
                <a:lnTo>
                  <a:pt x="15700" y="13940"/>
                </a:lnTo>
                <a:lnTo>
                  <a:pt x="15774" y="13940"/>
                </a:lnTo>
                <a:lnTo>
                  <a:pt x="15847" y="13903"/>
                </a:lnTo>
                <a:lnTo>
                  <a:pt x="15884" y="13830"/>
                </a:lnTo>
                <a:lnTo>
                  <a:pt x="15921" y="13757"/>
                </a:lnTo>
                <a:lnTo>
                  <a:pt x="15921" y="13647"/>
                </a:lnTo>
                <a:lnTo>
                  <a:pt x="15921" y="13573"/>
                </a:lnTo>
                <a:lnTo>
                  <a:pt x="15847" y="13500"/>
                </a:lnTo>
                <a:lnTo>
                  <a:pt x="15407" y="13170"/>
                </a:lnTo>
                <a:lnTo>
                  <a:pt x="15480" y="13096"/>
                </a:lnTo>
                <a:lnTo>
                  <a:pt x="15590" y="12876"/>
                </a:lnTo>
                <a:lnTo>
                  <a:pt x="15664" y="12803"/>
                </a:lnTo>
                <a:lnTo>
                  <a:pt x="15737" y="12766"/>
                </a:lnTo>
                <a:lnTo>
                  <a:pt x="15774" y="12729"/>
                </a:lnTo>
                <a:lnTo>
                  <a:pt x="15811" y="12693"/>
                </a:lnTo>
                <a:lnTo>
                  <a:pt x="15811" y="12656"/>
                </a:lnTo>
                <a:lnTo>
                  <a:pt x="15774" y="12656"/>
                </a:lnTo>
                <a:lnTo>
                  <a:pt x="15664" y="12583"/>
                </a:lnTo>
                <a:lnTo>
                  <a:pt x="15554" y="12546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4C2F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31" name="Google Shape;1631;p65"/>
          <p:cNvSpPr/>
          <p:nvPr/>
        </p:nvSpPr>
        <p:spPr>
          <a:xfrm>
            <a:off x="8434979" y="5775166"/>
            <a:ext cx="341958" cy="131420"/>
          </a:xfrm>
          <a:custGeom>
            <a:rect b="b" l="l" r="r" t="t"/>
            <a:pathLst>
              <a:path extrusionOk="0" h="6274" w="16325">
                <a:moveTo>
                  <a:pt x="14710" y="1"/>
                </a:moveTo>
                <a:lnTo>
                  <a:pt x="14527" y="74"/>
                </a:lnTo>
                <a:lnTo>
                  <a:pt x="14380" y="147"/>
                </a:lnTo>
                <a:lnTo>
                  <a:pt x="14270" y="221"/>
                </a:lnTo>
                <a:lnTo>
                  <a:pt x="14270" y="257"/>
                </a:lnTo>
                <a:lnTo>
                  <a:pt x="14197" y="221"/>
                </a:lnTo>
                <a:lnTo>
                  <a:pt x="14087" y="221"/>
                </a:lnTo>
                <a:lnTo>
                  <a:pt x="14013" y="294"/>
                </a:lnTo>
                <a:lnTo>
                  <a:pt x="13977" y="331"/>
                </a:lnTo>
                <a:lnTo>
                  <a:pt x="13977" y="441"/>
                </a:lnTo>
                <a:lnTo>
                  <a:pt x="14013" y="551"/>
                </a:lnTo>
                <a:lnTo>
                  <a:pt x="14050" y="587"/>
                </a:lnTo>
                <a:lnTo>
                  <a:pt x="14123" y="624"/>
                </a:lnTo>
                <a:lnTo>
                  <a:pt x="14343" y="624"/>
                </a:lnTo>
                <a:lnTo>
                  <a:pt x="14527" y="551"/>
                </a:lnTo>
                <a:lnTo>
                  <a:pt x="14710" y="477"/>
                </a:lnTo>
                <a:lnTo>
                  <a:pt x="14894" y="441"/>
                </a:lnTo>
                <a:lnTo>
                  <a:pt x="14967" y="477"/>
                </a:lnTo>
                <a:lnTo>
                  <a:pt x="15004" y="514"/>
                </a:lnTo>
                <a:lnTo>
                  <a:pt x="14967" y="587"/>
                </a:lnTo>
                <a:lnTo>
                  <a:pt x="14930" y="661"/>
                </a:lnTo>
                <a:lnTo>
                  <a:pt x="14747" y="881"/>
                </a:lnTo>
                <a:lnTo>
                  <a:pt x="14123" y="1725"/>
                </a:lnTo>
                <a:lnTo>
                  <a:pt x="14123" y="1798"/>
                </a:lnTo>
                <a:lnTo>
                  <a:pt x="14087" y="1871"/>
                </a:lnTo>
                <a:lnTo>
                  <a:pt x="14123" y="1981"/>
                </a:lnTo>
                <a:lnTo>
                  <a:pt x="14233" y="2055"/>
                </a:lnTo>
                <a:lnTo>
                  <a:pt x="14343" y="2091"/>
                </a:lnTo>
                <a:lnTo>
                  <a:pt x="14820" y="2091"/>
                </a:lnTo>
                <a:lnTo>
                  <a:pt x="15260" y="2055"/>
                </a:lnTo>
                <a:lnTo>
                  <a:pt x="15774" y="1945"/>
                </a:lnTo>
                <a:lnTo>
                  <a:pt x="16031" y="1871"/>
                </a:lnTo>
                <a:lnTo>
                  <a:pt x="16251" y="1761"/>
                </a:lnTo>
                <a:lnTo>
                  <a:pt x="16324" y="1651"/>
                </a:lnTo>
                <a:lnTo>
                  <a:pt x="16324" y="1541"/>
                </a:lnTo>
                <a:lnTo>
                  <a:pt x="16288" y="1468"/>
                </a:lnTo>
                <a:lnTo>
                  <a:pt x="16214" y="1431"/>
                </a:lnTo>
                <a:lnTo>
                  <a:pt x="16141" y="1394"/>
                </a:lnTo>
                <a:lnTo>
                  <a:pt x="15957" y="1431"/>
                </a:lnTo>
                <a:lnTo>
                  <a:pt x="15774" y="1468"/>
                </a:lnTo>
                <a:lnTo>
                  <a:pt x="15370" y="1541"/>
                </a:lnTo>
                <a:lnTo>
                  <a:pt x="14820" y="1615"/>
                </a:lnTo>
                <a:lnTo>
                  <a:pt x="14820" y="1615"/>
                </a:lnTo>
                <a:lnTo>
                  <a:pt x="15260" y="1028"/>
                </a:lnTo>
                <a:lnTo>
                  <a:pt x="15370" y="844"/>
                </a:lnTo>
                <a:lnTo>
                  <a:pt x="15481" y="698"/>
                </a:lnTo>
                <a:lnTo>
                  <a:pt x="15517" y="477"/>
                </a:lnTo>
                <a:lnTo>
                  <a:pt x="15517" y="404"/>
                </a:lnTo>
                <a:lnTo>
                  <a:pt x="15481" y="294"/>
                </a:lnTo>
                <a:lnTo>
                  <a:pt x="15370" y="184"/>
                </a:lnTo>
                <a:lnTo>
                  <a:pt x="15224" y="74"/>
                </a:lnTo>
                <a:lnTo>
                  <a:pt x="15077" y="37"/>
                </a:lnTo>
                <a:lnTo>
                  <a:pt x="14894" y="1"/>
                </a:lnTo>
                <a:close/>
                <a:moveTo>
                  <a:pt x="6604" y="2788"/>
                </a:moveTo>
                <a:lnTo>
                  <a:pt x="6163" y="2898"/>
                </a:lnTo>
                <a:lnTo>
                  <a:pt x="5576" y="2972"/>
                </a:lnTo>
                <a:lnTo>
                  <a:pt x="5283" y="3045"/>
                </a:lnTo>
                <a:lnTo>
                  <a:pt x="4990" y="3118"/>
                </a:lnTo>
                <a:lnTo>
                  <a:pt x="4953" y="3155"/>
                </a:lnTo>
                <a:lnTo>
                  <a:pt x="4880" y="3229"/>
                </a:lnTo>
                <a:lnTo>
                  <a:pt x="4880" y="3302"/>
                </a:lnTo>
                <a:lnTo>
                  <a:pt x="4880" y="3339"/>
                </a:lnTo>
                <a:lnTo>
                  <a:pt x="4880" y="3412"/>
                </a:lnTo>
                <a:lnTo>
                  <a:pt x="4916" y="3485"/>
                </a:lnTo>
                <a:lnTo>
                  <a:pt x="4990" y="3522"/>
                </a:lnTo>
                <a:lnTo>
                  <a:pt x="5063" y="3522"/>
                </a:lnTo>
                <a:lnTo>
                  <a:pt x="5613" y="3485"/>
                </a:lnTo>
                <a:lnTo>
                  <a:pt x="6163" y="3412"/>
                </a:lnTo>
                <a:lnTo>
                  <a:pt x="6640" y="3339"/>
                </a:lnTo>
                <a:lnTo>
                  <a:pt x="6860" y="3265"/>
                </a:lnTo>
                <a:lnTo>
                  <a:pt x="6970" y="3192"/>
                </a:lnTo>
                <a:lnTo>
                  <a:pt x="7044" y="3118"/>
                </a:lnTo>
                <a:lnTo>
                  <a:pt x="7044" y="3008"/>
                </a:lnTo>
                <a:lnTo>
                  <a:pt x="7044" y="2972"/>
                </a:lnTo>
                <a:lnTo>
                  <a:pt x="7007" y="2898"/>
                </a:lnTo>
                <a:lnTo>
                  <a:pt x="6897" y="2862"/>
                </a:lnTo>
                <a:lnTo>
                  <a:pt x="6824" y="2825"/>
                </a:lnTo>
                <a:lnTo>
                  <a:pt x="6604" y="2788"/>
                </a:lnTo>
                <a:close/>
                <a:moveTo>
                  <a:pt x="13500" y="1945"/>
                </a:moveTo>
                <a:lnTo>
                  <a:pt x="13280" y="1981"/>
                </a:lnTo>
                <a:lnTo>
                  <a:pt x="13060" y="2018"/>
                </a:lnTo>
                <a:lnTo>
                  <a:pt x="12876" y="2055"/>
                </a:lnTo>
                <a:lnTo>
                  <a:pt x="12693" y="2201"/>
                </a:lnTo>
                <a:lnTo>
                  <a:pt x="12546" y="2275"/>
                </a:lnTo>
                <a:lnTo>
                  <a:pt x="12436" y="2422"/>
                </a:lnTo>
                <a:lnTo>
                  <a:pt x="12289" y="2678"/>
                </a:lnTo>
                <a:lnTo>
                  <a:pt x="12179" y="3008"/>
                </a:lnTo>
                <a:lnTo>
                  <a:pt x="12179" y="3339"/>
                </a:lnTo>
                <a:lnTo>
                  <a:pt x="12179" y="3522"/>
                </a:lnTo>
                <a:lnTo>
                  <a:pt x="12216" y="3669"/>
                </a:lnTo>
                <a:lnTo>
                  <a:pt x="12289" y="3815"/>
                </a:lnTo>
                <a:lnTo>
                  <a:pt x="12363" y="3962"/>
                </a:lnTo>
                <a:lnTo>
                  <a:pt x="12473" y="4109"/>
                </a:lnTo>
                <a:lnTo>
                  <a:pt x="12583" y="4219"/>
                </a:lnTo>
                <a:lnTo>
                  <a:pt x="12729" y="4292"/>
                </a:lnTo>
                <a:lnTo>
                  <a:pt x="12876" y="4366"/>
                </a:lnTo>
                <a:lnTo>
                  <a:pt x="12986" y="4402"/>
                </a:lnTo>
                <a:lnTo>
                  <a:pt x="13096" y="4402"/>
                </a:lnTo>
                <a:lnTo>
                  <a:pt x="13353" y="4329"/>
                </a:lnTo>
                <a:lnTo>
                  <a:pt x="13757" y="4146"/>
                </a:lnTo>
                <a:lnTo>
                  <a:pt x="14197" y="3999"/>
                </a:lnTo>
                <a:lnTo>
                  <a:pt x="14417" y="3852"/>
                </a:lnTo>
                <a:lnTo>
                  <a:pt x="14564" y="3705"/>
                </a:lnTo>
                <a:lnTo>
                  <a:pt x="14600" y="3632"/>
                </a:lnTo>
                <a:lnTo>
                  <a:pt x="14564" y="3559"/>
                </a:lnTo>
                <a:lnTo>
                  <a:pt x="14527" y="3485"/>
                </a:lnTo>
                <a:lnTo>
                  <a:pt x="14453" y="3449"/>
                </a:lnTo>
                <a:lnTo>
                  <a:pt x="14343" y="3412"/>
                </a:lnTo>
                <a:lnTo>
                  <a:pt x="14197" y="3449"/>
                </a:lnTo>
                <a:lnTo>
                  <a:pt x="13940" y="3522"/>
                </a:lnTo>
                <a:lnTo>
                  <a:pt x="13426" y="3742"/>
                </a:lnTo>
                <a:lnTo>
                  <a:pt x="13280" y="3815"/>
                </a:lnTo>
                <a:lnTo>
                  <a:pt x="13133" y="3852"/>
                </a:lnTo>
                <a:lnTo>
                  <a:pt x="12986" y="3852"/>
                </a:lnTo>
                <a:lnTo>
                  <a:pt x="12839" y="3779"/>
                </a:lnTo>
                <a:lnTo>
                  <a:pt x="12766" y="3669"/>
                </a:lnTo>
                <a:lnTo>
                  <a:pt x="12729" y="3559"/>
                </a:lnTo>
                <a:lnTo>
                  <a:pt x="12656" y="3339"/>
                </a:lnTo>
                <a:lnTo>
                  <a:pt x="12656" y="3118"/>
                </a:lnTo>
                <a:lnTo>
                  <a:pt x="12729" y="2898"/>
                </a:lnTo>
                <a:lnTo>
                  <a:pt x="12839" y="2715"/>
                </a:lnTo>
                <a:lnTo>
                  <a:pt x="12986" y="2532"/>
                </a:lnTo>
                <a:lnTo>
                  <a:pt x="13133" y="2458"/>
                </a:lnTo>
                <a:lnTo>
                  <a:pt x="13280" y="2422"/>
                </a:lnTo>
                <a:lnTo>
                  <a:pt x="13610" y="2385"/>
                </a:lnTo>
                <a:lnTo>
                  <a:pt x="13940" y="2348"/>
                </a:lnTo>
                <a:lnTo>
                  <a:pt x="14307" y="2348"/>
                </a:lnTo>
                <a:lnTo>
                  <a:pt x="14307" y="2311"/>
                </a:lnTo>
                <a:lnTo>
                  <a:pt x="14307" y="2275"/>
                </a:lnTo>
                <a:lnTo>
                  <a:pt x="14307" y="2238"/>
                </a:lnTo>
                <a:lnTo>
                  <a:pt x="14123" y="2128"/>
                </a:lnTo>
                <a:lnTo>
                  <a:pt x="13903" y="2055"/>
                </a:lnTo>
                <a:lnTo>
                  <a:pt x="13720" y="1981"/>
                </a:lnTo>
                <a:lnTo>
                  <a:pt x="13500" y="1945"/>
                </a:lnTo>
                <a:close/>
                <a:moveTo>
                  <a:pt x="6787" y="4182"/>
                </a:moveTo>
                <a:lnTo>
                  <a:pt x="6347" y="4292"/>
                </a:lnTo>
                <a:lnTo>
                  <a:pt x="5907" y="4366"/>
                </a:lnTo>
                <a:lnTo>
                  <a:pt x="5466" y="4439"/>
                </a:lnTo>
                <a:lnTo>
                  <a:pt x="5063" y="4549"/>
                </a:lnTo>
                <a:lnTo>
                  <a:pt x="4990" y="4622"/>
                </a:lnTo>
                <a:lnTo>
                  <a:pt x="4953" y="4696"/>
                </a:lnTo>
                <a:lnTo>
                  <a:pt x="4953" y="4806"/>
                </a:lnTo>
                <a:lnTo>
                  <a:pt x="5063" y="4843"/>
                </a:lnTo>
                <a:lnTo>
                  <a:pt x="5283" y="4879"/>
                </a:lnTo>
                <a:lnTo>
                  <a:pt x="5980" y="4879"/>
                </a:lnTo>
                <a:lnTo>
                  <a:pt x="6457" y="4769"/>
                </a:lnTo>
                <a:lnTo>
                  <a:pt x="6897" y="4659"/>
                </a:lnTo>
                <a:lnTo>
                  <a:pt x="6970" y="4622"/>
                </a:lnTo>
                <a:lnTo>
                  <a:pt x="7044" y="4586"/>
                </a:lnTo>
                <a:lnTo>
                  <a:pt x="7080" y="4512"/>
                </a:lnTo>
                <a:lnTo>
                  <a:pt x="7117" y="4439"/>
                </a:lnTo>
                <a:lnTo>
                  <a:pt x="7080" y="4292"/>
                </a:lnTo>
                <a:lnTo>
                  <a:pt x="7007" y="4219"/>
                </a:lnTo>
                <a:lnTo>
                  <a:pt x="6934" y="4182"/>
                </a:lnTo>
                <a:close/>
                <a:moveTo>
                  <a:pt x="11079" y="2055"/>
                </a:moveTo>
                <a:lnTo>
                  <a:pt x="10785" y="2091"/>
                </a:lnTo>
                <a:lnTo>
                  <a:pt x="10565" y="2165"/>
                </a:lnTo>
                <a:lnTo>
                  <a:pt x="10382" y="2311"/>
                </a:lnTo>
                <a:lnTo>
                  <a:pt x="10235" y="2495"/>
                </a:lnTo>
                <a:lnTo>
                  <a:pt x="10198" y="2385"/>
                </a:lnTo>
                <a:lnTo>
                  <a:pt x="10088" y="2348"/>
                </a:lnTo>
                <a:lnTo>
                  <a:pt x="9942" y="2311"/>
                </a:lnTo>
                <a:lnTo>
                  <a:pt x="9611" y="2311"/>
                </a:lnTo>
                <a:lnTo>
                  <a:pt x="9501" y="2348"/>
                </a:lnTo>
                <a:lnTo>
                  <a:pt x="9208" y="2495"/>
                </a:lnTo>
                <a:lnTo>
                  <a:pt x="8988" y="2678"/>
                </a:lnTo>
                <a:lnTo>
                  <a:pt x="8951" y="2568"/>
                </a:lnTo>
                <a:lnTo>
                  <a:pt x="8915" y="2532"/>
                </a:lnTo>
                <a:lnTo>
                  <a:pt x="8878" y="2532"/>
                </a:lnTo>
                <a:lnTo>
                  <a:pt x="8804" y="2568"/>
                </a:lnTo>
                <a:lnTo>
                  <a:pt x="8731" y="2752"/>
                </a:lnTo>
                <a:lnTo>
                  <a:pt x="8658" y="2935"/>
                </a:lnTo>
                <a:lnTo>
                  <a:pt x="8621" y="3339"/>
                </a:lnTo>
                <a:lnTo>
                  <a:pt x="8584" y="3705"/>
                </a:lnTo>
                <a:lnTo>
                  <a:pt x="8621" y="4072"/>
                </a:lnTo>
                <a:lnTo>
                  <a:pt x="8694" y="4439"/>
                </a:lnTo>
                <a:lnTo>
                  <a:pt x="8768" y="4806"/>
                </a:lnTo>
                <a:lnTo>
                  <a:pt x="8804" y="4879"/>
                </a:lnTo>
                <a:lnTo>
                  <a:pt x="8878" y="4953"/>
                </a:lnTo>
                <a:lnTo>
                  <a:pt x="8951" y="4989"/>
                </a:lnTo>
                <a:lnTo>
                  <a:pt x="9061" y="4953"/>
                </a:lnTo>
                <a:lnTo>
                  <a:pt x="9135" y="4916"/>
                </a:lnTo>
                <a:lnTo>
                  <a:pt x="9208" y="4879"/>
                </a:lnTo>
                <a:lnTo>
                  <a:pt x="9245" y="4769"/>
                </a:lnTo>
                <a:lnTo>
                  <a:pt x="9208" y="4659"/>
                </a:lnTo>
                <a:lnTo>
                  <a:pt x="9135" y="4182"/>
                </a:lnTo>
                <a:lnTo>
                  <a:pt x="9098" y="3669"/>
                </a:lnTo>
                <a:lnTo>
                  <a:pt x="9135" y="3339"/>
                </a:lnTo>
                <a:lnTo>
                  <a:pt x="9208" y="3118"/>
                </a:lnTo>
                <a:lnTo>
                  <a:pt x="9391" y="2972"/>
                </a:lnTo>
                <a:lnTo>
                  <a:pt x="9575" y="2825"/>
                </a:lnTo>
                <a:lnTo>
                  <a:pt x="9795" y="2788"/>
                </a:lnTo>
                <a:lnTo>
                  <a:pt x="9868" y="4072"/>
                </a:lnTo>
                <a:lnTo>
                  <a:pt x="9905" y="4146"/>
                </a:lnTo>
                <a:lnTo>
                  <a:pt x="9942" y="4219"/>
                </a:lnTo>
                <a:lnTo>
                  <a:pt x="10015" y="4292"/>
                </a:lnTo>
                <a:lnTo>
                  <a:pt x="10125" y="4292"/>
                </a:lnTo>
                <a:lnTo>
                  <a:pt x="10198" y="4329"/>
                </a:lnTo>
                <a:lnTo>
                  <a:pt x="10272" y="4292"/>
                </a:lnTo>
                <a:lnTo>
                  <a:pt x="10308" y="4219"/>
                </a:lnTo>
                <a:lnTo>
                  <a:pt x="10345" y="4146"/>
                </a:lnTo>
                <a:lnTo>
                  <a:pt x="10455" y="3559"/>
                </a:lnTo>
                <a:lnTo>
                  <a:pt x="10565" y="3008"/>
                </a:lnTo>
                <a:lnTo>
                  <a:pt x="10602" y="2862"/>
                </a:lnTo>
                <a:lnTo>
                  <a:pt x="10675" y="2752"/>
                </a:lnTo>
                <a:lnTo>
                  <a:pt x="10785" y="2642"/>
                </a:lnTo>
                <a:lnTo>
                  <a:pt x="10895" y="2568"/>
                </a:lnTo>
                <a:lnTo>
                  <a:pt x="11079" y="2568"/>
                </a:lnTo>
                <a:lnTo>
                  <a:pt x="11115" y="2642"/>
                </a:lnTo>
                <a:lnTo>
                  <a:pt x="11115" y="2752"/>
                </a:lnTo>
                <a:lnTo>
                  <a:pt x="11115" y="2862"/>
                </a:lnTo>
                <a:lnTo>
                  <a:pt x="11189" y="3449"/>
                </a:lnTo>
                <a:lnTo>
                  <a:pt x="11299" y="4036"/>
                </a:lnTo>
                <a:lnTo>
                  <a:pt x="11372" y="4256"/>
                </a:lnTo>
                <a:lnTo>
                  <a:pt x="11446" y="4512"/>
                </a:lnTo>
                <a:lnTo>
                  <a:pt x="11556" y="4732"/>
                </a:lnTo>
                <a:lnTo>
                  <a:pt x="11629" y="4806"/>
                </a:lnTo>
                <a:lnTo>
                  <a:pt x="11739" y="4843"/>
                </a:lnTo>
                <a:lnTo>
                  <a:pt x="11849" y="4843"/>
                </a:lnTo>
                <a:lnTo>
                  <a:pt x="11922" y="4806"/>
                </a:lnTo>
                <a:lnTo>
                  <a:pt x="11996" y="4769"/>
                </a:lnTo>
                <a:lnTo>
                  <a:pt x="12032" y="4696"/>
                </a:lnTo>
                <a:lnTo>
                  <a:pt x="12069" y="4586"/>
                </a:lnTo>
                <a:lnTo>
                  <a:pt x="11996" y="4476"/>
                </a:lnTo>
                <a:lnTo>
                  <a:pt x="11922" y="4402"/>
                </a:lnTo>
                <a:lnTo>
                  <a:pt x="11886" y="4256"/>
                </a:lnTo>
                <a:lnTo>
                  <a:pt x="11812" y="4072"/>
                </a:lnTo>
                <a:lnTo>
                  <a:pt x="11776" y="3779"/>
                </a:lnTo>
                <a:lnTo>
                  <a:pt x="11666" y="3339"/>
                </a:lnTo>
                <a:lnTo>
                  <a:pt x="11629" y="2862"/>
                </a:lnTo>
                <a:lnTo>
                  <a:pt x="11629" y="2532"/>
                </a:lnTo>
                <a:lnTo>
                  <a:pt x="11592" y="2385"/>
                </a:lnTo>
                <a:lnTo>
                  <a:pt x="11482" y="2275"/>
                </a:lnTo>
                <a:lnTo>
                  <a:pt x="11299" y="2128"/>
                </a:lnTo>
                <a:lnTo>
                  <a:pt x="11189" y="2091"/>
                </a:lnTo>
                <a:lnTo>
                  <a:pt x="11079" y="2055"/>
                </a:lnTo>
                <a:close/>
                <a:moveTo>
                  <a:pt x="2715" y="1138"/>
                </a:moveTo>
                <a:lnTo>
                  <a:pt x="2569" y="1174"/>
                </a:lnTo>
                <a:lnTo>
                  <a:pt x="2422" y="1284"/>
                </a:lnTo>
                <a:lnTo>
                  <a:pt x="2385" y="1358"/>
                </a:lnTo>
                <a:lnTo>
                  <a:pt x="2165" y="1284"/>
                </a:lnTo>
                <a:lnTo>
                  <a:pt x="1762" y="1284"/>
                </a:lnTo>
                <a:lnTo>
                  <a:pt x="1542" y="1358"/>
                </a:lnTo>
                <a:lnTo>
                  <a:pt x="771" y="1504"/>
                </a:lnTo>
                <a:lnTo>
                  <a:pt x="368" y="1651"/>
                </a:lnTo>
                <a:lnTo>
                  <a:pt x="184" y="1725"/>
                </a:lnTo>
                <a:lnTo>
                  <a:pt x="38" y="1835"/>
                </a:lnTo>
                <a:lnTo>
                  <a:pt x="1" y="1908"/>
                </a:lnTo>
                <a:lnTo>
                  <a:pt x="1" y="1981"/>
                </a:lnTo>
                <a:lnTo>
                  <a:pt x="38" y="2018"/>
                </a:lnTo>
                <a:lnTo>
                  <a:pt x="111" y="2055"/>
                </a:lnTo>
                <a:lnTo>
                  <a:pt x="74" y="2348"/>
                </a:lnTo>
                <a:lnTo>
                  <a:pt x="74" y="2642"/>
                </a:lnTo>
                <a:lnTo>
                  <a:pt x="74" y="3705"/>
                </a:lnTo>
                <a:lnTo>
                  <a:pt x="111" y="4843"/>
                </a:lnTo>
                <a:lnTo>
                  <a:pt x="148" y="5980"/>
                </a:lnTo>
                <a:lnTo>
                  <a:pt x="184" y="6090"/>
                </a:lnTo>
                <a:lnTo>
                  <a:pt x="294" y="6200"/>
                </a:lnTo>
                <a:lnTo>
                  <a:pt x="404" y="6236"/>
                </a:lnTo>
                <a:lnTo>
                  <a:pt x="514" y="6200"/>
                </a:lnTo>
                <a:lnTo>
                  <a:pt x="624" y="6236"/>
                </a:lnTo>
                <a:lnTo>
                  <a:pt x="845" y="6273"/>
                </a:lnTo>
                <a:lnTo>
                  <a:pt x="1028" y="6236"/>
                </a:lnTo>
                <a:lnTo>
                  <a:pt x="1395" y="6163"/>
                </a:lnTo>
                <a:lnTo>
                  <a:pt x="2385" y="5980"/>
                </a:lnTo>
                <a:lnTo>
                  <a:pt x="2605" y="5943"/>
                </a:lnTo>
                <a:lnTo>
                  <a:pt x="2752" y="5906"/>
                </a:lnTo>
                <a:lnTo>
                  <a:pt x="2899" y="5833"/>
                </a:lnTo>
                <a:lnTo>
                  <a:pt x="2972" y="5686"/>
                </a:lnTo>
                <a:lnTo>
                  <a:pt x="2972" y="5576"/>
                </a:lnTo>
                <a:lnTo>
                  <a:pt x="2935" y="5503"/>
                </a:lnTo>
                <a:lnTo>
                  <a:pt x="2825" y="5429"/>
                </a:lnTo>
                <a:lnTo>
                  <a:pt x="2679" y="5393"/>
                </a:lnTo>
                <a:lnTo>
                  <a:pt x="2532" y="5393"/>
                </a:lnTo>
                <a:lnTo>
                  <a:pt x="2385" y="5429"/>
                </a:lnTo>
                <a:lnTo>
                  <a:pt x="2055" y="5503"/>
                </a:lnTo>
                <a:lnTo>
                  <a:pt x="1762" y="5576"/>
                </a:lnTo>
                <a:lnTo>
                  <a:pt x="1028" y="5723"/>
                </a:lnTo>
                <a:lnTo>
                  <a:pt x="698" y="5796"/>
                </a:lnTo>
                <a:lnTo>
                  <a:pt x="661" y="4953"/>
                </a:lnTo>
                <a:lnTo>
                  <a:pt x="624" y="4109"/>
                </a:lnTo>
                <a:lnTo>
                  <a:pt x="845" y="4109"/>
                </a:lnTo>
                <a:lnTo>
                  <a:pt x="1028" y="4072"/>
                </a:lnTo>
                <a:lnTo>
                  <a:pt x="1431" y="3962"/>
                </a:lnTo>
                <a:lnTo>
                  <a:pt x="2459" y="3742"/>
                </a:lnTo>
                <a:lnTo>
                  <a:pt x="2495" y="3779"/>
                </a:lnTo>
                <a:lnTo>
                  <a:pt x="2605" y="3779"/>
                </a:lnTo>
                <a:lnTo>
                  <a:pt x="2679" y="3742"/>
                </a:lnTo>
                <a:lnTo>
                  <a:pt x="2752" y="3705"/>
                </a:lnTo>
                <a:lnTo>
                  <a:pt x="2789" y="3669"/>
                </a:lnTo>
                <a:lnTo>
                  <a:pt x="2862" y="3559"/>
                </a:lnTo>
                <a:lnTo>
                  <a:pt x="2899" y="3485"/>
                </a:lnTo>
                <a:lnTo>
                  <a:pt x="2899" y="3412"/>
                </a:lnTo>
                <a:lnTo>
                  <a:pt x="2862" y="3339"/>
                </a:lnTo>
                <a:lnTo>
                  <a:pt x="2825" y="3265"/>
                </a:lnTo>
                <a:lnTo>
                  <a:pt x="2715" y="3155"/>
                </a:lnTo>
                <a:lnTo>
                  <a:pt x="2532" y="3155"/>
                </a:lnTo>
                <a:lnTo>
                  <a:pt x="1431" y="3449"/>
                </a:lnTo>
                <a:lnTo>
                  <a:pt x="1028" y="3522"/>
                </a:lnTo>
                <a:lnTo>
                  <a:pt x="808" y="3595"/>
                </a:lnTo>
                <a:lnTo>
                  <a:pt x="624" y="3632"/>
                </a:lnTo>
                <a:lnTo>
                  <a:pt x="588" y="2788"/>
                </a:lnTo>
                <a:lnTo>
                  <a:pt x="588" y="2458"/>
                </a:lnTo>
                <a:lnTo>
                  <a:pt x="551" y="2091"/>
                </a:lnTo>
                <a:lnTo>
                  <a:pt x="1065" y="1981"/>
                </a:lnTo>
                <a:lnTo>
                  <a:pt x="1615" y="1835"/>
                </a:lnTo>
                <a:lnTo>
                  <a:pt x="1798" y="1798"/>
                </a:lnTo>
                <a:lnTo>
                  <a:pt x="2055" y="1798"/>
                </a:lnTo>
                <a:lnTo>
                  <a:pt x="2165" y="1871"/>
                </a:lnTo>
                <a:lnTo>
                  <a:pt x="2238" y="1908"/>
                </a:lnTo>
                <a:lnTo>
                  <a:pt x="2312" y="1945"/>
                </a:lnTo>
                <a:lnTo>
                  <a:pt x="2422" y="1945"/>
                </a:lnTo>
                <a:lnTo>
                  <a:pt x="2495" y="1908"/>
                </a:lnTo>
                <a:lnTo>
                  <a:pt x="3009" y="1651"/>
                </a:lnTo>
                <a:lnTo>
                  <a:pt x="3082" y="1615"/>
                </a:lnTo>
                <a:lnTo>
                  <a:pt x="3119" y="1578"/>
                </a:lnTo>
                <a:lnTo>
                  <a:pt x="3156" y="1431"/>
                </a:lnTo>
                <a:lnTo>
                  <a:pt x="3119" y="1284"/>
                </a:lnTo>
                <a:lnTo>
                  <a:pt x="3082" y="1248"/>
                </a:lnTo>
                <a:lnTo>
                  <a:pt x="3009" y="1174"/>
                </a:lnTo>
                <a:lnTo>
                  <a:pt x="2862" y="1138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4C2F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32" name="Google Shape;1632;p65"/>
          <p:cNvSpPr/>
          <p:nvPr/>
        </p:nvSpPr>
        <p:spPr>
          <a:xfrm>
            <a:off x="8835019" y="4420057"/>
            <a:ext cx="202879" cy="209768"/>
          </a:xfrm>
          <a:custGeom>
            <a:rect b="b" l="l" r="r" t="t"/>
            <a:pathLst>
              <a:path extrusionOk="0" h="19002" w="18378">
                <a:moveTo>
                  <a:pt x="13793" y="5429"/>
                </a:moveTo>
                <a:lnTo>
                  <a:pt x="13682" y="5466"/>
                </a:lnTo>
                <a:lnTo>
                  <a:pt x="13572" y="5502"/>
                </a:lnTo>
                <a:lnTo>
                  <a:pt x="13499" y="5576"/>
                </a:lnTo>
                <a:lnTo>
                  <a:pt x="13352" y="5759"/>
                </a:lnTo>
                <a:lnTo>
                  <a:pt x="13352" y="5869"/>
                </a:lnTo>
                <a:lnTo>
                  <a:pt x="13352" y="5979"/>
                </a:lnTo>
                <a:lnTo>
                  <a:pt x="13389" y="6016"/>
                </a:lnTo>
                <a:lnTo>
                  <a:pt x="13426" y="6053"/>
                </a:lnTo>
                <a:lnTo>
                  <a:pt x="13499" y="6053"/>
                </a:lnTo>
                <a:lnTo>
                  <a:pt x="13572" y="5979"/>
                </a:lnTo>
                <a:lnTo>
                  <a:pt x="13646" y="5943"/>
                </a:lnTo>
                <a:lnTo>
                  <a:pt x="13719" y="5796"/>
                </a:lnTo>
                <a:lnTo>
                  <a:pt x="13829" y="5649"/>
                </a:lnTo>
                <a:lnTo>
                  <a:pt x="13903" y="5502"/>
                </a:lnTo>
                <a:lnTo>
                  <a:pt x="13903" y="5466"/>
                </a:lnTo>
                <a:lnTo>
                  <a:pt x="13903" y="5429"/>
                </a:lnTo>
                <a:close/>
                <a:moveTo>
                  <a:pt x="13242" y="6089"/>
                </a:moveTo>
                <a:lnTo>
                  <a:pt x="13169" y="6126"/>
                </a:lnTo>
                <a:lnTo>
                  <a:pt x="13022" y="6309"/>
                </a:lnTo>
                <a:lnTo>
                  <a:pt x="12912" y="6493"/>
                </a:lnTo>
                <a:lnTo>
                  <a:pt x="12875" y="6529"/>
                </a:lnTo>
                <a:lnTo>
                  <a:pt x="12875" y="6603"/>
                </a:lnTo>
                <a:lnTo>
                  <a:pt x="12949" y="6676"/>
                </a:lnTo>
                <a:lnTo>
                  <a:pt x="13022" y="6713"/>
                </a:lnTo>
                <a:lnTo>
                  <a:pt x="13096" y="6676"/>
                </a:lnTo>
                <a:lnTo>
                  <a:pt x="13132" y="6639"/>
                </a:lnTo>
                <a:lnTo>
                  <a:pt x="13242" y="6456"/>
                </a:lnTo>
                <a:lnTo>
                  <a:pt x="13352" y="6273"/>
                </a:lnTo>
                <a:lnTo>
                  <a:pt x="13389" y="6199"/>
                </a:lnTo>
                <a:lnTo>
                  <a:pt x="13316" y="6126"/>
                </a:lnTo>
                <a:lnTo>
                  <a:pt x="13242" y="6089"/>
                </a:lnTo>
                <a:close/>
                <a:moveTo>
                  <a:pt x="17241" y="6419"/>
                </a:moveTo>
                <a:lnTo>
                  <a:pt x="17534" y="6713"/>
                </a:lnTo>
                <a:lnTo>
                  <a:pt x="17497" y="6713"/>
                </a:lnTo>
                <a:lnTo>
                  <a:pt x="17387" y="6823"/>
                </a:lnTo>
                <a:lnTo>
                  <a:pt x="17351" y="6676"/>
                </a:lnTo>
                <a:lnTo>
                  <a:pt x="17241" y="6419"/>
                </a:lnTo>
                <a:close/>
                <a:moveTo>
                  <a:pt x="12692" y="6786"/>
                </a:moveTo>
                <a:lnTo>
                  <a:pt x="12582" y="6860"/>
                </a:lnTo>
                <a:lnTo>
                  <a:pt x="12435" y="6970"/>
                </a:lnTo>
                <a:lnTo>
                  <a:pt x="12399" y="7116"/>
                </a:lnTo>
                <a:lnTo>
                  <a:pt x="12362" y="7190"/>
                </a:lnTo>
                <a:lnTo>
                  <a:pt x="12399" y="7226"/>
                </a:lnTo>
                <a:lnTo>
                  <a:pt x="12472" y="7300"/>
                </a:lnTo>
                <a:lnTo>
                  <a:pt x="12582" y="7300"/>
                </a:lnTo>
                <a:lnTo>
                  <a:pt x="12619" y="7263"/>
                </a:lnTo>
                <a:lnTo>
                  <a:pt x="12655" y="7190"/>
                </a:lnTo>
                <a:lnTo>
                  <a:pt x="12729" y="7043"/>
                </a:lnTo>
                <a:lnTo>
                  <a:pt x="12802" y="7006"/>
                </a:lnTo>
                <a:lnTo>
                  <a:pt x="12839" y="6933"/>
                </a:lnTo>
                <a:lnTo>
                  <a:pt x="12875" y="6860"/>
                </a:lnTo>
                <a:lnTo>
                  <a:pt x="12875" y="6823"/>
                </a:lnTo>
                <a:lnTo>
                  <a:pt x="12839" y="6823"/>
                </a:lnTo>
                <a:lnTo>
                  <a:pt x="12765" y="6786"/>
                </a:lnTo>
                <a:close/>
                <a:moveTo>
                  <a:pt x="17571" y="6750"/>
                </a:moveTo>
                <a:lnTo>
                  <a:pt x="17828" y="7043"/>
                </a:lnTo>
                <a:lnTo>
                  <a:pt x="18048" y="7373"/>
                </a:lnTo>
                <a:lnTo>
                  <a:pt x="17828" y="7593"/>
                </a:lnTo>
                <a:lnTo>
                  <a:pt x="17828" y="7520"/>
                </a:lnTo>
                <a:lnTo>
                  <a:pt x="17864" y="7336"/>
                </a:lnTo>
                <a:lnTo>
                  <a:pt x="17828" y="7116"/>
                </a:lnTo>
                <a:lnTo>
                  <a:pt x="17828" y="7080"/>
                </a:lnTo>
                <a:lnTo>
                  <a:pt x="17754" y="7006"/>
                </a:lnTo>
                <a:lnTo>
                  <a:pt x="17681" y="7006"/>
                </a:lnTo>
                <a:lnTo>
                  <a:pt x="17644" y="7043"/>
                </a:lnTo>
                <a:lnTo>
                  <a:pt x="17681" y="7080"/>
                </a:lnTo>
                <a:lnTo>
                  <a:pt x="17644" y="7226"/>
                </a:lnTo>
                <a:lnTo>
                  <a:pt x="17607" y="7446"/>
                </a:lnTo>
                <a:lnTo>
                  <a:pt x="17534" y="7667"/>
                </a:lnTo>
                <a:lnTo>
                  <a:pt x="17534" y="7887"/>
                </a:lnTo>
                <a:lnTo>
                  <a:pt x="17534" y="7960"/>
                </a:lnTo>
                <a:lnTo>
                  <a:pt x="17131" y="8584"/>
                </a:lnTo>
                <a:lnTo>
                  <a:pt x="17167" y="8217"/>
                </a:lnTo>
                <a:lnTo>
                  <a:pt x="17241" y="7850"/>
                </a:lnTo>
                <a:lnTo>
                  <a:pt x="17387" y="7630"/>
                </a:lnTo>
                <a:lnTo>
                  <a:pt x="17387" y="7593"/>
                </a:lnTo>
                <a:lnTo>
                  <a:pt x="17387" y="7520"/>
                </a:lnTo>
                <a:lnTo>
                  <a:pt x="17461" y="7483"/>
                </a:lnTo>
                <a:lnTo>
                  <a:pt x="17497" y="7446"/>
                </a:lnTo>
                <a:lnTo>
                  <a:pt x="17534" y="7373"/>
                </a:lnTo>
                <a:lnTo>
                  <a:pt x="17534" y="7263"/>
                </a:lnTo>
                <a:lnTo>
                  <a:pt x="17497" y="7080"/>
                </a:lnTo>
                <a:lnTo>
                  <a:pt x="17571" y="6750"/>
                </a:lnTo>
                <a:close/>
                <a:moveTo>
                  <a:pt x="16874" y="8840"/>
                </a:moveTo>
                <a:lnTo>
                  <a:pt x="16947" y="8877"/>
                </a:lnTo>
                <a:lnTo>
                  <a:pt x="16874" y="8950"/>
                </a:lnTo>
                <a:lnTo>
                  <a:pt x="16874" y="8877"/>
                </a:lnTo>
                <a:lnTo>
                  <a:pt x="16874" y="8840"/>
                </a:lnTo>
                <a:close/>
                <a:moveTo>
                  <a:pt x="11445" y="8584"/>
                </a:moveTo>
                <a:lnTo>
                  <a:pt x="11408" y="8620"/>
                </a:lnTo>
                <a:lnTo>
                  <a:pt x="11298" y="8657"/>
                </a:lnTo>
                <a:lnTo>
                  <a:pt x="11188" y="8804"/>
                </a:lnTo>
                <a:lnTo>
                  <a:pt x="11188" y="8840"/>
                </a:lnTo>
                <a:lnTo>
                  <a:pt x="11188" y="8914"/>
                </a:lnTo>
                <a:lnTo>
                  <a:pt x="11188" y="8987"/>
                </a:lnTo>
                <a:lnTo>
                  <a:pt x="11225" y="9024"/>
                </a:lnTo>
                <a:lnTo>
                  <a:pt x="11408" y="9024"/>
                </a:lnTo>
                <a:lnTo>
                  <a:pt x="11445" y="8987"/>
                </a:lnTo>
                <a:lnTo>
                  <a:pt x="11555" y="8804"/>
                </a:lnTo>
                <a:lnTo>
                  <a:pt x="11555" y="8730"/>
                </a:lnTo>
                <a:lnTo>
                  <a:pt x="11555" y="8657"/>
                </a:lnTo>
                <a:lnTo>
                  <a:pt x="11518" y="8620"/>
                </a:lnTo>
                <a:lnTo>
                  <a:pt x="11445" y="8584"/>
                </a:lnTo>
                <a:close/>
                <a:moveTo>
                  <a:pt x="16580" y="8804"/>
                </a:moveTo>
                <a:lnTo>
                  <a:pt x="16580" y="8877"/>
                </a:lnTo>
                <a:lnTo>
                  <a:pt x="16580" y="9060"/>
                </a:lnTo>
                <a:lnTo>
                  <a:pt x="16617" y="9170"/>
                </a:lnTo>
                <a:lnTo>
                  <a:pt x="16654" y="9244"/>
                </a:lnTo>
                <a:lnTo>
                  <a:pt x="16397" y="9611"/>
                </a:lnTo>
                <a:lnTo>
                  <a:pt x="16360" y="9391"/>
                </a:lnTo>
                <a:lnTo>
                  <a:pt x="16324" y="9170"/>
                </a:lnTo>
                <a:lnTo>
                  <a:pt x="16324" y="9097"/>
                </a:lnTo>
                <a:lnTo>
                  <a:pt x="16580" y="8804"/>
                </a:lnTo>
                <a:close/>
                <a:moveTo>
                  <a:pt x="16067" y="9391"/>
                </a:moveTo>
                <a:lnTo>
                  <a:pt x="16067" y="9684"/>
                </a:lnTo>
                <a:lnTo>
                  <a:pt x="16103" y="9794"/>
                </a:lnTo>
                <a:lnTo>
                  <a:pt x="16177" y="9941"/>
                </a:lnTo>
                <a:lnTo>
                  <a:pt x="15993" y="10161"/>
                </a:lnTo>
                <a:lnTo>
                  <a:pt x="15920" y="10308"/>
                </a:lnTo>
                <a:lnTo>
                  <a:pt x="15957" y="9867"/>
                </a:lnTo>
                <a:lnTo>
                  <a:pt x="15920" y="9794"/>
                </a:lnTo>
                <a:lnTo>
                  <a:pt x="15847" y="9757"/>
                </a:lnTo>
                <a:lnTo>
                  <a:pt x="15810" y="9721"/>
                </a:lnTo>
                <a:lnTo>
                  <a:pt x="16067" y="9391"/>
                </a:lnTo>
                <a:close/>
                <a:moveTo>
                  <a:pt x="9611" y="2348"/>
                </a:moveTo>
                <a:lnTo>
                  <a:pt x="9574" y="2421"/>
                </a:lnTo>
                <a:lnTo>
                  <a:pt x="9134" y="2861"/>
                </a:lnTo>
                <a:lnTo>
                  <a:pt x="8767" y="3375"/>
                </a:lnTo>
                <a:lnTo>
                  <a:pt x="7997" y="4365"/>
                </a:lnTo>
                <a:lnTo>
                  <a:pt x="7630" y="4879"/>
                </a:lnTo>
                <a:lnTo>
                  <a:pt x="7227" y="5356"/>
                </a:lnTo>
                <a:lnTo>
                  <a:pt x="6823" y="5832"/>
                </a:lnTo>
                <a:lnTo>
                  <a:pt x="6346" y="6273"/>
                </a:lnTo>
                <a:lnTo>
                  <a:pt x="6273" y="6346"/>
                </a:lnTo>
                <a:lnTo>
                  <a:pt x="6273" y="6456"/>
                </a:lnTo>
                <a:lnTo>
                  <a:pt x="6236" y="6456"/>
                </a:lnTo>
                <a:lnTo>
                  <a:pt x="6163" y="6493"/>
                </a:lnTo>
                <a:lnTo>
                  <a:pt x="6163" y="6566"/>
                </a:lnTo>
                <a:lnTo>
                  <a:pt x="6199" y="6603"/>
                </a:lnTo>
                <a:lnTo>
                  <a:pt x="6309" y="6786"/>
                </a:lnTo>
                <a:lnTo>
                  <a:pt x="6493" y="6970"/>
                </a:lnTo>
                <a:lnTo>
                  <a:pt x="6823" y="7263"/>
                </a:lnTo>
                <a:lnTo>
                  <a:pt x="7593" y="7813"/>
                </a:lnTo>
                <a:lnTo>
                  <a:pt x="8437" y="8363"/>
                </a:lnTo>
                <a:lnTo>
                  <a:pt x="8620" y="8510"/>
                </a:lnTo>
                <a:lnTo>
                  <a:pt x="8767" y="8694"/>
                </a:lnTo>
                <a:lnTo>
                  <a:pt x="9061" y="9060"/>
                </a:lnTo>
                <a:lnTo>
                  <a:pt x="9207" y="9207"/>
                </a:lnTo>
                <a:lnTo>
                  <a:pt x="9391" y="9354"/>
                </a:lnTo>
                <a:lnTo>
                  <a:pt x="9758" y="9574"/>
                </a:lnTo>
                <a:lnTo>
                  <a:pt x="10638" y="10161"/>
                </a:lnTo>
                <a:lnTo>
                  <a:pt x="11482" y="10784"/>
                </a:lnTo>
                <a:lnTo>
                  <a:pt x="12289" y="11408"/>
                </a:lnTo>
                <a:lnTo>
                  <a:pt x="12362" y="11445"/>
                </a:lnTo>
                <a:lnTo>
                  <a:pt x="12472" y="11445"/>
                </a:lnTo>
                <a:lnTo>
                  <a:pt x="12545" y="11408"/>
                </a:lnTo>
                <a:lnTo>
                  <a:pt x="12582" y="11371"/>
                </a:lnTo>
                <a:lnTo>
                  <a:pt x="12619" y="11298"/>
                </a:lnTo>
                <a:lnTo>
                  <a:pt x="12655" y="11188"/>
                </a:lnTo>
                <a:lnTo>
                  <a:pt x="12619" y="11115"/>
                </a:lnTo>
                <a:lnTo>
                  <a:pt x="12545" y="11041"/>
                </a:lnTo>
                <a:lnTo>
                  <a:pt x="11775" y="10418"/>
                </a:lnTo>
                <a:lnTo>
                  <a:pt x="11812" y="10381"/>
                </a:lnTo>
                <a:lnTo>
                  <a:pt x="11922" y="10198"/>
                </a:lnTo>
                <a:lnTo>
                  <a:pt x="11995" y="10014"/>
                </a:lnTo>
                <a:lnTo>
                  <a:pt x="11995" y="9941"/>
                </a:lnTo>
                <a:lnTo>
                  <a:pt x="11958" y="9904"/>
                </a:lnTo>
                <a:lnTo>
                  <a:pt x="11885" y="9904"/>
                </a:lnTo>
                <a:lnTo>
                  <a:pt x="11738" y="10051"/>
                </a:lnTo>
                <a:lnTo>
                  <a:pt x="11592" y="10234"/>
                </a:lnTo>
                <a:lnTo>
                  <a:pt x="11555" y="10271"/>
                </a:lnTo>
                <a:lnTo>
                  <a:pt x="11005" y="9867"/>
                </a:lnTo>
                <a:lnTo>
                  <a:pt x="10821" y="9757"/>
                </a:lnTo>
                <a:lnTo>
                  <a:pt x="10858" y="9684"/>
                </a:lnTo>
                <a:lnTo>
                  <a:pt x="10895" y="9611"/>
                </a:lnTo>
                <a:lnTo>
                  <a:pt x="11041" y="9464"/>
                </a:lnTo>
                <a:lnTo>
                  <a:pt x="11078" y="9427"/>
                </a:lnTo>
                <a:lnTo>
                  <a:pt x="11078" y="9354"/>
                </a:lnTo>
                <a:lnTo>
                  <a:pt x="11078" y="9317"/>
                </a:lnTo>
                <a:lnTo>
                  <a:pt x="11005" y="9281"/>
                </a:lnTo>
                <a:lnTo>
                  <a:pt x="10968" y="9317"/>
                </a:lnTo>
                <a:lnTo>
                  <a:pt x="10895" y="9281"/>
                </a:lnTo>
                <a:lnTo>
                  <a:pt x="10821" y="9317"/>
                </a:lnTo>
                <a:lnTo>
                  <a:pt x="10711" y="9427"/>
                </a:lnTo>
                <a:lnTo>
                  <a:pt x="10601" y="9574"/>
                </a:lnTo>
                <a:lnTo>
                  <a:pt x="10124" y="9281"/>
                </a:lnTo>
                <a:lnTo>
                  <a:pt x="10051" y="9207"/>
                </a:lnTo>
                <a:lnTo>
                  <a:pt x="10234" y="8914"/>
                </a:lnTo>
                <a:lnTo>
                  <a:pt x="10234" y="8840"/>
                </a:lnTo>
                <a:lnTo>
                  <a:pt x="10234" y="8804"/>
                </a:lnTo>
                <a:lnTo>
                  <a:pt x="10198" y="8730"/>
                </a:lnTo>
                <a:lnTo>
                  <a:pt x="10088" y="8694"/>
                </a:lnTo>
                <a:lnTo>
                  <a:pt x="10051" y="8730"/>
                </a:lnTo>
                <a:lnTo>
                  <a:pt x="10014" y="8767"/>
                </a:lnTo>
                <a:lnTo>
                  <a:pt x="9758" y="9060"/>
                </a:lnTo>
                <a:lnTo>
                  <a:pt x="9537" y="8877"/>
                </a:lnTo>
                <a:lnTo>
                  <a:pt x="9354" y="8694"/>
                </a:lnTo>
                <a:lnTo>
                  <a:pt x="9134" y="8437"/>
                </a:lnTo>
                <a:lnTo>
                  <a:pt x="9207" y="8327"/>
                </a:lnTo>
                <a:lnTo>
                  <a:pt x="9281" y="8217"/>
                </a:lnTo>
                <a:lnTo>
                  <a:pt x="9354" y="7960"/>
                </a:lnTo>
                <a:lnTo>
                  <a:pt x="9354" y="7887"/>
                </a:lnTo>
                <a:lnTo>
                  <a:pt x="9317" y="7850"/>
                </a:lnTo>
                <a:lnTo>
                  <a:pt x="9244" y="7850"/>
                </a:lnTo>
                <a:lnTo>
                  <a:pt x="9171" y="7887"/>
                </a:lnTo>
                <a:lnTo>
                  <a:pt x="8987" y="8107"/>
                </a:lnTo>
                <a:lnTo>
                  <a:pt x="8951" y="8180"/>
                </a:lnTo>
                <a:lnTo>
                  <a:pt x="8767" y="8033"/>
                </a:lnTo>
                <a:lnTo>
                  <a:pt x="8327" y="7740"/>
                </a:lnTo>
                <a:lnTo>
                  <a:pt x="8364" y="7446"/>
                </a:lnTo>
                <a:lnTo>
                  <a:pt x="8364" y="7410"/>
                </a:lnTo>
                <a:lnTo>
                  <a:pt x="8327" y="7336"/>
                </a:lnTo>
                <a:lnTo>
                  <a:pt x="8290" y="7300"/>
                </a:lnTo>
                <a:lnTo>
                  <a:pt x="8180" y="7300"/>
                </a:lnTo>
                <a:lnTo>
                  <a:pt x="8107" y="7336"/>
                </a:lnTo>
                <a:lnTo>
                  <a:pt x="8070" y="7446"/>
                </a:lnTo>
                <a:lnTo>
                  <a:pt x="8034" y="7556"/>
                </a:lnTo>
                <a:lnTo>
                  <a:pt x="7960" y="7520"/>
                </a:lnTo>
                <a:lnTo>
                  <a:pt x="7410" y="7116"/>
                </a:lnTo>
                <a:lnTo>
                  <a:pt x="7447" y="7080"/>
                </a:lnTo>
                <a:lnTo>
                  <a:pt x="7520" y="6970"/>
                </a:lnTo>
                <a:lnTo>
                  <a:pt x="7520" y="6896"/>
                </a:lnTo>
                <a:lnTo>
                  <a:pt x="7520" y="6860"/>
                </a:lnTo>
                <a:lnTo>
                  <a:pt x="7557" y="6750"/>
                </a:lnTo>
                <a:lnTo>
                  <a:pt x="7520" y="6713"/>
                </a:lnTo>
                <a:lnTo>
                  <a:pt x="7483" y="6713"/>
                </a:lnTo>
                <a:lnTo>
                  <a:pt x="7410" y="6750"/>
                </a:lnTo>
                <a:lnTo>
                  <a:pt x="7337" y="6750"/>
                </a:lnTo>
                <a:lnTo>
                  <a:pt x="7227" y="6823"/>
                </a:lnTo>
                <a:lnTo>
                  <a:pt x="7116" y="6896"/>
                </a:lnTo>
                <a:lnTo>
                  <a:pt x="6640" y="6639"/>
                </a:lnTo>
                <a:lnTo>
                  <a:pt x="6640" y="6603"/>
                </a:lnTo>
                <a:lnTo>
                  <a:pt x="7116" y="6163"/>
                </a:lnTo>
                <a:lnTo>
                  <a:pt x="7557" y="5649"/>
                </a:lnTo>
                <a:lnTo>
                  <a:pt x="7593" y="5722"/>
                </a:lnTo>
                <a:lnTo>
                  <a:pt x="7630" y="5759"/>
                </a:lnTo>
                <a:lnTo>
                  <a:pt x="7740" y="5759"/>
                </a:lnTo>
                <a:lnTo>
                  <a:pt x="8034" y="5576"/>
                </a:lnTo>
                <a:lnTo>
                  <a:pt x="8327" y="5392"/>
                </a:lnTo>
                <a:lnTo>
                  <a:pt x="8620" y="5209"/>
                </a:lnTo>
                <a:lnTo>
                  <a:pt x="8914" y="5025"/>
                </a:lnTo>
                <a:lnTo>
                  <a:pt x="9244" y="4879"/>
                </a:lnTo>
                <a:lnTo>
                  <a:pt x="9574" y="4732"/>
                </a:lnTo>
                <a:lnTo>
                  <a:pt x="9941" y="4659"/>
                </a:lnTo>
                <a:lnTo>
                  <a:pt x="10308" y="4622"/>
                </a:lnTo>
                <a:lnTo>
                  <a:pt x="10491" y="4622"/>
                </a:lnTo>
                <a:lnTo>
                  <a:pt x="10675" y="4659"/>
                </a:lnTo>
                <a:lnTo>
                  <a:pt x="10821" y="4732"/>
                </a:lnTo>
                <a:lnTo>
                  <a:pt x="10931" y="4842"/>
                </a:lnTo>
                <a:lnTo>
                  <a:pt x="11041" y="4989"/>
                </a:lnTo>
                <a:lnTo>
                  <a:pt x="11078" y="5136"/>
                </a:lnTo>
                <a:lnTo>
                  <a:pt x="11151" y="5502"/>
                </a:lnTo>
                <a:lnTo>
                  <a:pt x="11151" y="5906"/>
                </a:lnTo>
                <a:lnTo>
                  <a:pt x="11151" y="6309"/>
                </a:lnTo>
                <a:lnTo>
                  <a:pt x="11151" y="6676"/>
                </a:lnTo>
                <a:lnTo>
                  <a:pt x="11188" y="7006"/>
                </a:lnTo>
                <a:lnTo>
                  <a:pt x="11261" y="7373"/>
                </a:lnTo>
                <a:lnTo>
                  <a:pt x="11445" y="7703"/>
                </a:lnTo>
                <a:lnTo>
                  <a:pt x="11408" y="7813"/>
                </a:lnTo>
                <a:lnTo>
                  <a:pt x="11372" y="7923"/>
                </a:lnTo>
                <a:lnTo>
                  <a:pt x="11372" y="8033"/>
                </a:lnTo>
                <a:lnTo>
                  <a:pt x="11372" y="8143"/>
                </a:lnTo>
                <a:lnTo>
                  <a:pt x="11445" y="8253"/>
                </a:lnTo>
                <a:lnTo>
                  <a:pt x="11482" y="8327"/>
                </a:lnTo>
                <a:lnTo>
                  <a:pt x="11592" y="8400"/>
                </a:lnTo>
                <a:lnTo>
                  <a:pt x="11665" y="8474"/>
                </a:lnTo>
                <a:lnTo>
                  <a:pt x="11775" y="8510"/>
                </a:lnTo>
                <a:lnTo>
                  <a:pt x="12105" y="8510"/>
                </a:lnTo>
                <a:lnTo>
                  <a:pt x="12435" y="8694"/>
                </a:lnTo>
                <a:lnTo>
                  <a:pt x="12765" y="8840"/>
                </a:lnTo>
                <a:lnTo>
                  <a:pt x="13022" y="8877"/>
                </a:lnTo>
                <a:lnTo>
                  <a:pt x="13316" y="8877"/>
                </a:lnTo>
                <a:lnTo>
                  <a:pt x="13646" y="8804"/>
                </a:lnTo>
                <a:lnTo>
                  <a:pt x="13939" y="8694"/>
                </a:lnTo>
                <a:lnTo>
                  <a:pt x="14233" y="8584"/>
                </a:lnTo>
                <a:lnTo>
                  <a:pt x="14489" y="8400"/>
                </a:lnTo>
                <a:lnTo>
                  <a:pt x="14746" y="8217"/>
                </a:lnTo>
                <a:lnTo>
                  <a:pt x="14930" y="8033"/>
                </a:lnTo>
                <a:lnTo>
                  <a:pt x="14966" y="7997"/>
                </a:lnTo>
                <a:lnTo>
                  <a:pt x="14966" y="7923"/>
                </a:lnTo>
                <a:lnTo>
                  <a:pt x="14930" y="7813"/>
                </a:lnTo>
                <a:lnTo>
                  <a:pt x="14820" y="7777"/>
                </a:lnTo>
                <a:lnTo>
                  <a:pt x="14710" y="7777"/>
                </a:lnTo>
                <a:lnTo>
                  <a:pt x="14123" y="8143"/>
                </a:lnTo>
                <a:lnTo>
                  <a:pt x="13829" y="8290"/>
                </a:lnTo>
                <a:lnTo>
                  <a:pt x="13462" y="8400"/>
                </a:lnTo>
                <a:lnTo>
                  <a:pt x="13206" y="8474"/>
                </a:lnTo>
                <a:lnTo>
                  <a:pt x="12912" y="8437"/>
                </a:lnTo>
                <a:lnTo>
                  <a:pt x="12692" y="8363"/>
                </a:lnTo>
                <a:lnTo>
                  <a:pt x="12472" y="8217"/>
                </a:lnTo>
                <a:lnTo>
                  <a:pt x="12545" y="8107"/>
                </a:lnTo>
                <a:lnTo>
                  <a:pt x="12582" y="7960"/>
                </a:lnTo>
                <a:lnTo>
                  <a:pt x="12582" y="7850"/>
                </a:lnTo>
                <a:lnTo>
                  <a:pt x="12545" y="7777"/>
                </a:lnTo>
                <a:lnTo>
                  <a:pt x="12509" y="7740"/>
                </a:lnTo>
                <a:lnTo>
                  <a:pt x="12325" y="7630"/>
                </a:lnTo>
                <a:lnTo>
                  <a:pt x="12142" y="7520"/>
                </a:lnTo>
                <a:lnTo>
                  <a:pt x="11812" y="7520"/>
                </a:lnTo>
                <a:lnTo>
                  <a:pt x="11628" y="7116"/>
                </a:lnTo>
                <a:lnTo>
                  <a:pt x="11518" y="6713"/>
                </a:lnTo>
                <a:lnTo>
                  <a:pt x="11518" y="6346"/>
                </a:lnTo>
                <a:lnTo>
                  <a:pt x="11518" y="6016"/>
                </a:lnTo>
                <a:lnTo>
                  <a:pt x="11555" y="5649"/>
                </a:lnTo>
                <a:lnTo>
                  <a:pt x="11518" y="5282"/>
                </a:lnTo>
                <a:lnTo>
                  <a:pt x="11445" y="4989"/>
                </a:lnTo>
                <a:lnTo>
                  <a:pt x="11335" y="4732"/>
                </a:lnTo>
                <a:lnTo>
                  <a:pt x="11188" y="4549"/>
                </a:lnTo>
                <a:lnTo>
                  <a:pt x="11005" y="4402"/>
                </a:lnTo>
                <a:lnTo>
                  <a:pt x="10785" y="4329"/>
                </a:lnTo>
                <a:lnTo>
                  <a:pt x="10565" y="4255"/>
                </a:lnTo>
                <a:lnTo>
                  <a:pt x="10051" y="4255"/>
                </a:lnTo>
                <a:lnTo>
                  <a:pt x="9758" y="4292"/>
                </a:lnTo>
                <a:lnTo>
                  <a:pt x="9464" y="4365"/>
                </a:lnTo>
                <a:lnTo>
                  <a:pt x="8914" y="4585"/>
                </a:lnTo>
                <a:lnTo>
                  <a:pt x="8400" y="4879"/>
                </a:lnTo>
                <a:lnTo>
                  <a:pt x="7960" y="5209"/>
                </a:lnTo>
                <a:lnTo>
                  <a:pt x="8290" y="4769"/>
                </a:lnTo>
                <a:lnTo>
                  <a:pt x="9061" y="3742"/>
                </a:lnTo>
                <a:lnTo>
                  <a:pt x="9464" y="3191"/>
                </a:lnTo>
                <a:lnTo>
                  <a:pt x="9831" y="2641"/>
                </a:lnTo>
                <a:lnTo>
                  <a:pt x="9868" y="2568"/>
                </a:lnTo>
                <a:lnTo>
                  <a:pt x="9868" y="2531"/>
                </a:lnTo>
                <a:lnTo>
                  <a:pt x="9794" y="2421"/>
                </a:lnTo>
                <a:lnTo>
                  <a:pt x="9721" y="2384"/>
                </a:lnTo>
                <a:lnTo>
                  <a:pt x="9684" y="2348"/>
                </a:lnTo>
                <a:close/>
                <a:moveTo>
                  <a:pt x="15663" y="9867"/>
                </a:moveTo>
                <a:lnTo>
                  <a:pt x="15700" y="9904"/>
                </a:lnTo>
                <a:lnTo>
                  <a:pt x="15627" y="10381"/>
                </a:lnTo>
                <a:lnTo>
                  <a:pt x="15663" y="10418"/>
                </a:lnTo>
                <a:lnTo>
                  <a:pt x="15663" y="10454"/>
                </a:lnTo>
                <a:lnTo>
                  <a:pt x="15773" y="10491"/>
                </a:lnTo>
                <a:lnTo>
                  <a:pt x="15443" y="10895"/>
                </a:lnTo>
                <a:lnTo>
                  <a:pt x="15443" y="10821"/>
                </a:lnTo>
                <a:lnTo>
                  <a:pt x="15333" y="10491"/>
                </a:lnTo>
                <a:lnTo>
                  <a:pt x="15296" y="10454"/>
                </a:lnTo>
                <a:lnTo>
                  <a:pt x="15260" y="10454"/>
                </a:lnTo>
                <a:lnTo>
                  <a:pt x="15223" y="10491"/>
                </a:lnTo>
                <a:lnTo>
                  <a:pt x="15223" y="10528"/>
                </a:lnTo>
                <a:lnTo>
                  <a:pt x="15186" y="10821"/>
                </a:lnTo>
                <a:lnTo>
                  <a:pt x="15186" y="11188"/>
                </a:lnTo>
                <a:lnTo>
                  <a:pt x="15223" y="11225"/>
                </a:lnTo>
                <a:lnTo>
                  <a:pt x="14746" y="11848"/>
                </a:lnTo>
                <a:lnTo>
                  <a:pt x="14746" y="11591"/>
                </a:lnTo>
                <a:lnTo>
                  <a:pt x="14746" y="11371"/>
                </a:lnTo>
                <a:lnTo>
                  <a:pt x="14746" y="11115"/>
                </a:lnTo>
                <a:lnTo>
                  <a:pt x="14710" y="11078"/>
                </a:lnTo>
                <a:lnTo>
                  <a:pt x="15333" y="10308"/>
                </a:lnTo>
                <a:lnTo>
                  <a:pt x="15663" y="9867"/>
                </a:lnTo>
                <a:close/>
                <a:moveTo>
                  <a:pt x="14526" y="11298"/>
                </a:moveTo>
                <a:lnTo>
                  <a:pt x="14453" y="11555"/>
                </a:lnTo>
                <a:lnTo>
                  <a:pt x="14416" y="11775"/>
                </a:lnTo>
                <a:lnTo>
                  <a:pt x="14453" y="11885"/>
                </a:lnTo>
                <a:lnTo>
                  <a:pt x="14489" y="11958"/>
                </a:lnTo>
                <a:lnTo>
                  <a:pt x="14563" y="11995"/>
                </a:lnTo>
                <a:lnTo>
                  <a:pt x="14600" y="11995"/>
                </a:lnTo>
                <a:lnTo>
                  <a:pt x="14123" y="12619"/>
                </a:lnTo>
                <a:lnTo>
                  <a:pt x="14049" y="12655"/>
                </a:lnTo>
                <a:lnTo>
                  <a:pt x="14049" y="12362"/>
                </a:lnTo>
                <a:lnTo>
                  <a:pt x="14049" y="12142"/>
                </a:lnTo>
                <a:lnTo>
                  <a:pt x="14049" y="12032"/>
                </a:lnTo>
                <a:lnTo>
                  <a:pt x="14013" y="11922"/>
                </a:lnTo>
                <a:lnTo>
                  <a:pt x="14526" y="11298"/>
                </a:lnTo>
                <a:close/>
                <a:moveTo>
                  <a:pt x="4806" y="7997"/>
                </a:moveTo>
                <a:lnTo>
                  <a:pt x="4769" y="8033"/>
                </a:lnTo>
                <a:lnTo>
                  <a:pt x="4769" y="8070"/>
                </a:lnTo>
                <a:lnTo>
                  <a:pt x="4952" y="8217"/>
                </a:lnTo>
                <a:lnTo>
                  <a:pt x="5099" y="8327"/>
                </a:lnTo>
                <a:lnTo>
                  <a:pt x="5576" y="8584"/>
                </a:lnTo>
                <a:lnTo>
                  <a:pt x="6126" y="8840"/>
                </a:lnTo>
                <a:lnTo>
                  <a:pt x="6640" y="9134"/>
                </a:lnTo>
                <a:lnTo>
                  <a:pt x="7116" y="9501"/>
                </a:lnTo>
                <a:lnTo>
                  <a:pt x="7557" y="9831"/>
                </a:lnTo>
                <a:lnTo>
                  <a:pt x="8437" y="10638"/>
                </a:lnTo>
                <a:lnTo>
                  <a:pt x="9244" y="11371"/>
                </a:lnTo>
                <a:lnTo>
                  <a:pt x="10088" y="12105"/>
                </a:lnTo>
                <a:lnTo>
                  <a:pt x="10344" y="12325"/>
                </a:lnTo>
                <a:lnTo>
                  <a:pt x="10748" y="12655"/>
                </a:lnTo>
                <a:lnTo>
                  <a:pt x="10931" y="12765"/>
                </a:lnTo>
                <a:lnTo>
                  <a:pt x="11115" y="12839"/>
                </a:lnTo>
                <a:lnTo>
                  <a:pt x="11225" y="12839"/>
                </a:lnTo>
                <a:lnTo>
                  <a:pt x="11298" y="12802"/>
                </a:lnTo>
                <a:lnTo>
                  <a:pt x="11335" y="12765"/>
                </a:lnTo>
                <a:lnTo>
                  <a:pt x="11372" y="12692"/>
                </a:lnTo>
                <a:lnTo>
                  <a:pt x="11372" y="12582"/>
                </a:lnTo>
                <a:lnTo>
                  <a:pt x="11335" y="12472"/>
                </a:lnTo>
                <a:lnTo>
                  <a:pt x="11151" y="12325"/>
                </a:lnTo>
                <a:lnTo>
                  <a:pt x="10711" y="11995"/>
                </a:lnTo>
                <a:lnTo>
                  <a:pt x="10271" y="11628"/>
                </a:lnTo>
                <a:lnTo>
                  <a:pt x="9391" y="10858"/>
                </a:lnTo>
                <a:lnTo>
                  <a:pt x="8547" y="10051"/>
                </a:lnTo>
                <a:lnTo>
                  <a:pt x="8107" y="9684"/>
                </a:lnTo>
                <a:lnTo>
                  <a:pt x="7703" y="9354"/>
                </a:lnTo>
                <a:lnTo>
                  <a:pt x="7227" y="9024"/>
                </a:lnTo>
                <a:lnTo>
                  <a:pt x="6786" y="8694"/>
                </a:lnTo>
                <a:lnTo>
                  <a:pt x="6309" y="8437"/>
                </a:lnTo>
                <a:lnTo>
                  <a:pt x="5833" y="8217"/>
                </a:lnTo>
                <a:lnTo>
                  <a:pt x="5356" y="8033"/>
                </a:lnTo>
                <a:lnTo>
                  <a:pt x="5209" y="7997"/>
                </a:lnTo>
                <a:close/>
                <a:moveTo>
                  <a:pt x="954" y="12582"/>
                </a:moveTo>
                <a:lnTo>
                  <a:pt x="1101" y="12692"/>
                </a:lnTo>
                <a:lnTo>
                  <a:pt x="1064" y="12765"/>
                </a:lnTo>
                <a:lnTo>
                  <a:pt x="1064" y="12839"/>
                </a:lnTo>
                <a:lnTo>
                  <a:pt x="1064" y="12875"/>
                </a:lnTo>
                <a:lnTo>
                  <a:pt x="1101" y="12839"/>
                </a:lnTo>
                <a:lnTo>
                  <a:pt x="1211" y="12912"/>
                </a:lnTo>
                <a:lnTo>
                  <a:pt x="1247" y="12985"/>
                </a:lnTo>
                <a:lnTo>
                  <a:pt x="1247" y="13059"/>
                </a:lnTo>
                <a:lnTo>
                  <a:pt x="1284" y="13242"/>
                </a:lnTo>
                <a:lnTo>
                  <a:pt x="991" y="13095"/>
                </a:lnTo>
                <a:lnTo>
                  <a:pt x="844" y="13059"/>
                </a:lnTo>
                <a:lnTo>
                  <a:pt x="697" y="13022"/>
                </a:lnTo>
                <a:lnTo>
                  <a:pt x="844" y="12765"/>
                </a:lnTo>
                <a:lnTo>
                  <a:pt x="954" y="12582"/>
                </a:lnTo>
                <a:close/>
                <a:moveTo>
                  <a:pt x="2715" y="10858"/>
                </a:moveTo>
                <a:lnTo>
                  <a:pt x="2641" y="10931"/>
                </a:lnTo>
                <a:lnTo>
                  <a:pt x="2641" y="10968"/>
                </a:lnTo>
                <a:lnTo>
                  <a:pt x="2788" y="11151"/>
                </a:lnTo>
                <a:lnTo>
                  <a:pt x="2935" y="11261"/>
                </a:lnTo>
                <a:lnTo>
                  <a:pt x="3302" y="11445"/>
                </a:lnTo>
                <a:lnTo>
                  <a:pt x="3778" y="11775"/>
                </a:lnTo>
                <a:lnTo>
                  <a:pt x="4255" y="12105"/>
                </a:lnTo>
                <a:lnTo>
                  <a:pt x="5099" y="12765"/>
                </a:lnTo>
                <a:lnTo>
                  <a:pt x="5539" y="13095"/>
                </a:lnTo>
                <a:lnTo>
                  <a:pt x="5759" y="13242"/>
                </a:lnTo>
                <a:lnTo>
                  <a:pt x="5869" y="13279"/>
                </a:lnTo>
                <a:lnTo>
                  <a:pt x="6053" y="13279"/>
                </a:lnTo>
                <a:lnTo>
                  <a:pt x="6126" y="13242"/>
                </a:lnTo>
                <a:lnTo>
                  <a:pt x="6163" y="13169"/>
                </a:lnTo>
                <a:lnTo>
                  <a:pt x="6126" y="13059"/>
                </a:lnTo>
                <a:lnTo>
                  <a:pt x="6089" y="12985"/>
                </a:lnTo>
                <a:lnTo>
                  <a:pt x="6016" y="12875"/>
                </a:lnTo>
                <a:lnTo>
                  <a:pt x="5869" y="12729"/>
                </a:lnTo>
                <a:lnTo>
                  <a:pt x="5502" y="12472"/>
                </a:lnTo>
                <a:lnTo>
                  <a:pt x="4512" y="11738"/>
                </a:lnTo>
                <a:lnTo>
                  <a:pt x="4035" y="11408"/>
                </a:lnTo>
                <a:lnTo>
                  <a:pt x="3522" y="11078"/>
                </a:lnTo>
                <a:lnTo>
                  <a:pt x="3338" y="11005"/>
                </a:lnTo>
                <a:lnTo>
                  <a:pt x="3118" y="10895"/>
                </a:lnTo>
                <a:lnTo>
                  <a:pt x="2935" y="10858"/>
                </a:lnTo>
                <a:close/>
                <a:moveTo>
                  <a:pt x="13756" y="12252"/>
                </a:moveTo>
                <a:lnTo>
                  <a:pt x="13719" y="12362"/>
                </a:lnTo>
                <a:lnTo>
                  <a:pt x="13719" y="12619"/>
                </a:lnTo>
                <a:lnTo>
                  <a:pt x="13719" y="12912"/>
                </a:lnTo>
                <a:lnTo>
                  <a:pt x="13756" y="12985"/>
                </a:lnTo>
                <a:lnTo>
                  <a:pt x="13793" y="13022"/>
                </a:lnTo>
                <a:lnTo>
                  <a:pt x="13719" y="13095"/>
                </a:lnTo>
                <a:lnTo>
                  <a:pt x="13389" y="13536"/>
                </a:lnTo>
                <a:lnTo>
                  <a:pt x="13426" y="13132"/>
                </a:lnTo>
                <a:lnTo>
                  <a:pt x="13462" y="12912"/>
                </a:lnTo>
                <a:lnTo>
                  <a:pt x="13462" y="12765"/>
                </a:lnTo>
                <a:lnTo>
                  <a:pt x="13426" y="12655"/>
                </a:lnTo>
                <a:lnTo>
                  <a:pt x="13756" y="12252"/>
                </a:lnTo>
                <a:close/>
                <a:moveTo>
                  <a:pt x="4402" y="8694"/>
                </a:moveTo>
                <a:lnTo>
                  <a:pt x="4329" y="8730"/>
                </a:lnTo>
                <a:lnTo>
                  <a:pt x="4255" y="8804"/>
                </a:lnTo>
                <a:lnTo>
                  <a:pt x="4255" y="8877"/>
                </a:lnTo>
                <a:lnTo>
                  <a:pt x="4255" y="8987"/>
                </a:lnTo>
                <a:lnTo>
                  <a:pt x="4292" y="9060"/>
                </a:lnTo>
                <a:lnTo>
                  <a:pt x="4365" y="9134"/>
                </a:lnTo>
                <a:lnTo>
                  <a:pt x="4512" y="9207"/>
                </a:lnTo>
                <a:lnTo>
                  <a:pt x="4842" y="9354"/>
                </a:lnTo>
                <a:lnTo>
                  <a:pt x="5136" y="9501"/>
                </a:lnTo>
                <a:lnTo>
                  <a:pt x="5392" y="9647"/>
                </a:lnTo>
                <a:lnTo>
                  <a:pt x="5869" y="10014"/>
                </a:lnTo>
                <a:lnTo>
                  <a:pt x="6346" y="10418"/>
                </a:lnTo>
                <a:lnTo>
                  <a:pt x="6786" y="10858"/>
                </a:lnTo>
                <a:lnTo>
                  <a:pt x="8584" y="12398"/>
                </a:lnTo>
                <a:lnTo>
                  <a:pt x="9501" y="13169"/>
                </a:lnTo>
                <a:lnTo>
                  <a:pt x="9721" y="13315"/>
                </a:lnTo>
                <a:lnTo>
                  <a:pt x="9941" y="13462"/>
                </a:lnTo>
                <a:lnTo>
                  <a:pt x="10161" y="13572"/>
                </a:lnTo>
                <a:lnTo>
                  <a:pt x="10271" y="13609"/>
                </a:lnTo>
                <a:lnTo>
                  <a:pt x="10381" y="13609"/>
                </a:lnTo>
                <a:lnTo>
                  <a:pt x="10454" y="13572"/>
                </a:lnTo>
                <a:lnTo>
                  <a:pt x="10491" y="13536"/>
                </a:lnTo>
                <a:lnTo>
                  <a:pt x="10528" y="13462"/>
                </a:lnTo>
                <a:lnTo>
                  <a:pt x="10491" y="13389"/>
                </a:lnTo>
                <a:lnTo>
                  <a:pt x="10418" y="13242"/>
                </a:lnTo>
                <a:lnTo>
                  <a:pt x="10271" y="13132"/>
                </a:lnTo>
                <a:lnTo>
                  <a:pt x="9978" y="12949"/>
                </a:lnTo>
                <a:lnTo>
                  <a:pt x="9537" y="12619"/>
                </a:lnTo>
                <a:lnTo>
                  <a:pt x="9134" y="12288"/>
                </a:lnTo>
                <a:lnTo>
                  <a:pt x="7557" y="10931"/>
                </a:lnTo>
                <a:lnTo>
                  <a:pt x="6823" y="10271"/>
                </a:lnTo>
                <a:lnTo>
                  <a:pt x="6089" y="9647"/>
                </a:lnTo>
                <a:lnTo>
                  <a:pt x="5686" y="9354"/>
                </a:lnTo>
                <a:lnTo>
                  <a:pt x="5246" y="9097"/>
                </a:lnTo>
                <a:lnTo>
                  <a:pt x="4769" y="8950"/>
                </a:lnTo>
                <a:lnTo>
                  <a:pt x="4549" y="8840"/>
                </a:lnTo>
                <a:lnTo>
                  <a:pt x="4475" y="8767"/>
                </a:lnTo>
                <a:lnTo>
                  <a:pt x="4439" y="8694"/>
                </a:lnTo>
                <a:close/>
                <a:moveTo>
                  <a:pt x="1541" y="13022"/>
                </a:moveTo>
                <a:lnTo>
                  <a:pt x="2091" y="13389"/>
                </a:lnTo>
                <a:lnTo>
                  <a:pt x="2091" y="13572"/>
                </a:lnTo>
                <a:lnTo>
                  <a:pt x="2126" y="13749"/>
                </a:lnTo>
                <a:lnTo>
                  <a:pt x="1504" y="13389"/>
                </a:lnTo>
                <a:lnTo>
                  <a:pt x="1578" y="13352"/>
                </a:lnTo>
                <a:lnTo>
                  <a:pt x="1614" y="13315"/>
                </a:lnTo>
                <a:lnTo>
                  <a:pt x="1614" y="13279"/>
                </a:lnTo>
                <a:lnTo>
                  <a:pt x="1614" y="13205"/>
                </a:lnTo>
                <a:lnTo>
                  <a:pt x="1541" y="13095"/>
                </a:lnTo>
                <a:lnTo>
                  <a:pt x="1541" y="13022"/>
                </a:lnTo>
                <a:close/>
                <a:moveTo>
                  <a:pt x="13206" y="12949"/>
                </a:moveTo>
                <a:lnTo>
                  <a:pt x="13169" y="13022"/>
                </a:lnTo>
                <a:lnTo>
                  <a:pt x="13059" y="13756"/>
                </a:lnTo>
                <a:lnTo>
                  <a:pt x="13059" y="13829"/>
                </a:lnTo>
                <a:lnTo>
                  <a:pt x="13096" y="13866"/>
                </a:lnTo>
                <a:lnTo>
                  <a:pt x="12912" y="14086"/>
                </a:lnTo>
                <a:lnTo>
                  <a:pt x="12912" y="13719"/>
                </a:lnTo>
                <a:lnTo>
                  <a:pt x="12875" y="13352"/>
                </a:lnTo>
                <a:lnTo>
                  <a:pt x="13206" y="12949"/>
                </a:lnTo>
                <a:close/>
                <a:moveTo>
                  <a:pt x="2458" y="13646"/>
                </a:moveTo>
                <a:lnTo>
                  <a:pt x="2641" y="13792"/>
                </a:lnTo>
                <a:lnTo>
                  <a:pt x="2788" y="13902"/>
                </a:lnTo>
                <a:lnTo>
                  <a:pt x="2788" y="14086"/>
                </a:lnTo>
                <a:lnTo>
                  <a:pt x="2825" y="14233"/>
                </a:lnTo>
                <a:lnTo>
                  <a:pt x="2605" y="14086"/>
                </a:lnTo>
                <a:lnTo>
                  <a:pt x="2385" y="13939"/>
                </a:lnTo>
                <a:lnTo>
                  <a:pt x="2495" y="13939"/>
                </a:lnTo>
                <a:lnTo>
                  <a:pt x="2568" y="13866"/>
                </a:lnTo>
                <a:lnTo>
                  <a:pt x="2568" y="13829"/>
                </a:lnTo>
                <a:lnTo>
                  <a:pt x="2568" y="13756"/>
                </a:lnTo>
                <a:lnTo>
                  <a:pt x="2458" y="13646"/>
                </a:lnTo>
                <a:close/>
                <a:moveTo>
                  <a:pt x="3595" y="9794"/>
                </a:moveTo>
                <a:lnTo>
                  <a:pt x="3558" y="9831"/>
                </a:lnTo>
                <a:lnTo>
                  <a:pt x="3522" y="9867"/>
                </a:lnTo>
                <a:lnTo>
                  <a:pt x="3558" y="9977"/>
                </a:lnTo>
                <a:lnTo>
                  <a:pt x="3595" y="10088"/>
                </a:lnTo>
                <a:lnTo>
                  <a:pt x="3815" y="10234"/>
                </a:lnTo>
                <a:lnTo>
                  <a:pt x="4659" y="10821"/>
                </a:lnTo>
                <a:lnTo>
                  <a:pt x="5466" y="11518"/>
                </a:lnTo>
                <a:lnTo>
                  <a:pt x="6236" y="12178"/>
                </a:lnTo>
                <a:lnTo>
                  <a:pt x="7080" y="12839"/>
                </a:lnTo>
                <a:lnTo>
                  <a:pt x="7923" y="13462"/>
                </a:lnTo>
                <a:lnTo>
                  <a:pt x="8730" y="14049"/>
                </a:lnTo>
                <a:lnTo>
                  <a:pt x="9134" y="14343"/>
                </a:lnTo>
                <a:lnTo>
                  <a:pt x="9574" y="14563"/>
                </a:lnTo>
                <a:lnTo>
                  <a:pt x="9684" y="14563"/>
                </a:lnTo>
                <a:lnTo>
                  <a:pt x="9794" y="14526"/>
                </a:lnTo>
                <a:lnTo>
                  <a:pt x="9868" y="14453"/>
                </a:lnTo>
                <a:lnTo>
                  <a:pt x="9904" y="14416"/>
                </a:lnTo>
                <a:lnTo>
                  <a:pt x="9904" y="14379"/>
                </a:lnTo>
                <a:lnTo>
                  <a:pt x="9904" y="14306"/>
                </a:lnTo>
                <a:lnTo>
                  <a:pt x="9868" y="14269"/>
                </a:lnTo>
                <a:lnTo>
                  <a:pt x="9794" y="14196"/>
                </a:lnTo>
                <a:lnTo>
                  <a:pt x="9721" y="14159"/>
                </a:lnTo>
                <a:lnTo>
                  <a:pt x="9501" y="14012"/>
                </a:lnTo>
                <a:lnTo>
                  <a:pt x="9281" y="13866"/>
                </a:lnTo>
                <a:lnTo>
                  <a:pt x="8290" y="13205"/>
                </a:lnTo>
                <a:lnTo>
                  <a:pt x="7373" y="12508"/>
                </a:lnTo>
                <a:lnTo>
                  <a:pt x="6493" y="11812"/>
                </a:lnTo>
                <a:lnTo>
                  <a:pt x="5649" y="11115"/>
                </a:lnTo>
                <a:lnTo>
                  <a:pt x="4769" y="10418"/>
                </a:lnTo>
                <a:lnTo>
                  <a:pt x="4549" y="10234"/>
                </a:lnTo>
                <a:lnTo>
                  <a:pt x="4145" y="9977"/>
                </a:lnTo>
                <a:lnTo>
                  <a:pt x="3925" y="9867"/>
                </a:lnTo>
                <a:lnTo>
                  <a:pt x="3742" y="9794"/>
                </a:lnTo>
                <a:close/>
                <a:moveTo>
                  <a:pt x="3155" y="14122"/>
                </a:moveTo>
                <a:lnTo>
                  <a:pt x="3778" y="14563"/>
                </a:lnTo>
                <a:lnTo>
                  <a:pt x="3742" y="14746"/>
                </a:lnTo>
                <a:lnTo>
                  <a:pt x="3742" y="14856"/>
                </a:lnTo>
                <a:lnTo>
                  <a:pt x="3338" y="14563"/>
                </a:lnTo>
                <a:lnTo>
                  <a:pt x="3338" y="14489"/>
                </a:lnTo>
                <a:lnTo>
                  <a:pt x="3302" y="14416"/>
                </a:lnTo>
                <a:lnTo>
                  <a:pt x="3192" y="14269"/>
                </a:lnTo>
                <a:lnTo>
                  <a:pt x="3155" y="14122"/>
                </a:lnTo>
                <a:close/>
                <a:moveTo>
                  <a:pt x="12692" y="13536"/>
                </a:moveTo>
                <a:lnTo>
                  <a:pt x="12619" y="13976"/>
                </a:lnTo>
                <a:lnTo>
                  <a:pt x="12582" y="14416"/>
                </a:lnTo>
                <a:lnTo>
                  <a:pt x="12582" y="14489"/>
                </a:lnTo>
                <a:lnTo>
                  <a:pt x="12142" y="15040"/>
                </a:lnTo>
                <a:lnTo>
                  <a:pt x="12142" y="14893"/>
                </a:lnTo>
                <a:lnTo>
                  <a:pt x="12142" y="14563"/>
                </a:lnTo>
                <a:lnTo>
                  <a:pt x="12105" y="14269"/>
                </a:lnTo>
                <a:lnTo>
                  <a:pt x="12692" y="13536"/>
                </a:lnTo>
                <a:close/>
                <a:moveTo>
                  <a:pt x="4035" y="14746"/>
                </a:moveTo>
                <a:lnTo>
                  <a:pt x="4402" y="15003"/>
                </a:lnTo>
                <a:lnTo>
                  <a:pt x="4402" y="15040"/>
                </a:lnTo>
                <a:lnTo>
                  <a:pt x="4402" y="15150"/>
                </a:lnTo>
                <a:lnTo>
                  <a:pt x="4439" y="15223"/>
                </a:lnTo>
                <a:lnTo>
                  <a:pt x="4549" y="15370"/>
                </a:lnTo>
                <a:lnTo>
                  <a:pt x="4659" y="15553"/>
                </a:lnTo>
                <a:lnTo>
                  <a:pt x="4255" y="15223"/>
                </a:lnTo>
                <a:lnTo>
                  <a:pt x="4255" y="15150"/>
                </a:lnTo>
                <a:lnTo>
                  <a:pt x="4219" y="15076"/>
                </a:lnTo>
                <a:lnTo>
                  <a:pt x="4109" y="14966"/>
                </a:lnTo>
                <a:lnTo>
                  <a:pt x="4035" y="14856"/>
                </a:lnTo>
                <a:lnTo>
                  <a:pt x="4035" y="14746"/>
                </a:lnTo>
                <a:close/>
                <a:moveTo>
                  <a:pt x="11922" y="14489"/>
                </a:moveTo>
                <a:lnTo>
                  <a:pt x="11885" y="14856"/>
                </a:lnTo>
                <a:lnTo>
                  <a:pt x="11848" y="15113"/>
                </a:lnTo>
                <a:lnTo>
                  <a:pt x="11848" y="15260"/>
                </a:lnTo>
                <a:lnTo>
                  <a:pt x="11848" y="15370"/>
                </a:lnTo>
                <a:lnTo>
                  <a:pt x="11555" y="15700"/>
                </a:lnTo>
                <a:lnTo>
                  <a:pt x="11592" y="15480"/>
                </a:lnTo>
                <a:lnTo>
                  <a:pt x="11555" y="15223"/>
                </a:lnTo>
                <a:lnTo>
                  <a:pt x="11555" y="15150"/>
                </a:lnTo>
                <a:lnTo>
                  <a:pt x="11482" y="15113"/>
                </a:lnTo>
                <a:lnTo>
                  <a:pt x="11445" y="15113"/>
                </a:lnTo>
                <a:lnTo>
                  <a:pt x="11922" y="14489"/>
                </a:lnTo>
                <a:close/>
                <a:moveTo>
                  <a:pt x="4769" y="15223"/>
                </a:moveTo>
                <a:lnTo>
                  <a:pt x="5026" y="15406"/>
                </a:lnTo>
                <a:lnTo>
                  <a:pt x="5576" y="15810"/>
                </a:lnTo>
                <a:lnTo>
                  <a:pt x="5576" y="15883"/>
                </a:lnTo>
                <a:lnTo>
                  <a:pt x="5576" y="16177"/>
                </a:lnTo>
                <a:lnTo>
                  <a:pt x="5576" y="16287"/>
                </a:lnTo>
                <a:lnTo>
                  <a:pt x="4916" y="15773"/>
                </a:lnTo>
                <a:lnTo>
                  <a:pt x="4952" y="15663"/>
                </a:lnTo>
                <a:lnTo>
                  <a:pt x="4952" y="15553"/>
                </a:lnTo>
                <a:lnTo>
                  <a:pt x="4916" y="15480"/>
                </a:lnTo>
                <a:lnTo>
                  <a:pt x="4879" y="15370"/>
                </a:lnTo>
                <a:lnTo>
                  <a:pt x="4769" y="15223"/>
                </a:lnTo>
                <a:close/>
                <a:moveTo>
                  <a:pt x="5833" y="15993"/>
                </a:moveTo>
                <a:lnTo>
                  <a:pt x="6456" y="16507"/>
                </a:lnTo>
                <a:lnTo>
                  <a:pt x="6420" y="16580"/>
                </a:lnTo>
                <a:lnTo>
                  <a:pt x="6383" y="16690"/>
                </a:lnTo>
                <a:lnTo>
                  <a:pt x="6346" y="16874"/>
                </a:lnTo>
                <a:lnTo>
                  <a:pt x="5869" y="16507"/>
                </a:lnTo>
                <a:lnTo>
                  <a:pt x="5869" y="16323"/>
                </a:lnTo>
                <a:lnTo>
                  <a:pt x="5869" y="16140"/>
                </a:lnTo>
                <a:lnTo>
                  <a:pt x="5833" y="15993"/>
                </a:lnTo>
                <a:close/>
                <a:moveTo>
                  <a:pt x="11298" y="15260"/>
                </a:moveTo>
                <a:lnTo>
                  <a:pt x="11298" y="15443"/>
                </a:lnTo>
                <a:lnTo>
                  <a:pt x="11225" y="15957"/>
                </a:lnTo>
                <a:lnTo>
                  <a:pt x="11225" y="16030"/>
                </a:lnTo>
                <a:lnTo>
                  <a:pt x="11261" y="16067"/>
                </a:lnTo>
                <a:lnTo>
                  <a:pt x="10088" y="17387"/>
                </a:lnTo>
                <a:lnTo>
                  <a:pt x="10088" y="17130"/>
                </a:lnTo>
                <a:lnTo>
                  <a:pt x="10088" y="16984"/>
                </a:lnTo>
                <a:lnTo>
                  <a:pt x="10308" y="16653"/>
                </a:lnTo>
                <a:lnTo>
                  <a:pt x="10821" y="15920"/>
                </a:lnTo>
                <a:lnTo>
                  <a:pt x="10785" y="16067"/>
                </a:lnTo>
                <a:lnTo>
                  <a:pt x="10711" y="16287"/>
                </a:lnTo>
                <a:lnTo>
                  <a:pt x="10711" y="16397"/>
                </a:lnTo>
                <a:lnTo>
                  <a:pt x="10711" y="16507"/>
                </a:lnTo>
                <a:lnTo>
                  <a:pt x="10748" y="16543"/>
                </a:lnTo>
                <a:lnTo>
                  <a:pt x="10785" y="16543"/>
                </a:lnTo>
                <a:lnTo>
                  <a:pt x="10895" y="16470"/>
                </a:lnTo>
                <a:lnTo>
                  <a:pt x="10968" y="16360"/>
                </a:lnTo>
                <a:lnTo>
                  <a:pt x="11005" y="16103"/>
                </a:lnTo>
                <a:lnTo>
                  <a:pt x="11005" y="15663"/>
                </a:lnTo>
                <a:lnTo>
                  <a:pt x="11225" y="15370"/>
                </a:lnTo>
                <a:lnTo>
                  <a:pt x="11298" y="15260"/>
                </a:lnTo>
                <a:close/>
                <a:moveTo>
                  <a:pt x="6566" y="16580"/>
                </a:moveTo>
                <a:lnTo>
                  <a:pt x="7006" y="17020"/>
                </a:lnTo>
                <a:lnTo>
                  <a:pt x="7006" y="17240"/>
                </a:lnTo>
                <a:lnTo>
                  <a:pt x="7006" y="17460"/>
                </a:lnTo>
                <a:lnTo>
                  <a:pt x="6896" y="17350"/>
                </a:lnTo>
                <a:lnTo>
                  <a:pt x="6640" y="17130"/>
                </a:lnTo>
                <a:lnTo>
                  <a:pt x="6640" y="17020"/>
                </a:lnTo>
                <a:lnTo>
                  <a:pt x="6603" y="16800"/>
                </a:lnTo>
                <a:lnTo>
                  <a:pt x="6566" y="16580"/>
                </a:lnTo>
                <a:close/>
                <a:moveTo>
                  <a:pt x="9464" y="404"/>
                </a:moveTo>
                <a:lnTo>
                  <a:pt x="9684" y="440"/>
                </a:lnTo>
                <a:lnTo>
                  <a:pt x="9868" y="477"/>
                </a:lnTo>
                <a:lnTo>
                  <a:pt x="10051" y="587"/>
                </a:lnTo>
                <a:lnTo>
                  <a:pt x="10418" y="844"/>
                </a:lnTo>
                <a:lnTo>
                  <a:pt x="10711" y="1064"/>
                </a:lnTo>
                <a:lnTo>
                  <a:pt x="12582" y="2421"/>
                </a:lnTo>
                <a:lnTo>
                  <a:pt x="14489" y="3815"/>
                </a:lnTo>
                <a:lnTo>
                  <a:pt x="15443" y="4512"/>
                </a:lnTo>
                <a:lnTo>
                  <a:pt x="15700" y="4732"/>
                </a:lnTo>
                <a:lnTo>
                  <a:pt x="15847" y="4805"/>
                </a:lnTo>
                <a:lnTo>
                  <a:pt x="15993" y="4879"/>
                </a:lnTo>
                <a:lnTo>
                  <a:pt x="15590" y="5356"/>
                </a:lnTo>
                <a:lnTo>
                  <a:pt x="15223" y="5869"/>
                </a:lnTo>
                <a:lnTo>
                  <a:pt x="15040" y="6089"/>
                </a:lnTo>
                <a:lnTo>
                  <a:pt x="14856" y="6383"/>
                </a:lnTo>
                <a:lnTo>
                  <a:pt x="14783" y="6529"/>
                </a:lnTo>
                <a:lnTo>
                  <a:pt x="14746" y="6639"/>
                </a:lnTo>
                <a:lnTo>
                  <a:pt x="14746" y="6786"/>
                </a:lnTo>
                <a:lnTo>
                  <a:pt x="14856" y="6896"/>
                </a:lnTo>
                <a:lnTo>
                  <a:pt x="14966" y="7006"/>
                </a:lnTo>
                <a:lnTo>
                  <a:pt x="15076" y="7080"/>
                </a:lnTo>
                <a:lnTo>
                  <a:pt x="15370" y="7190"/>
                </a:lnTo>
                <a:lnTo>
                  <a:pt x="15957" y="7300"/>
                </a:lnTo>
                <a:lnTo>
                  <a:pt x="16727" y="7446"/>
                </a:lnTo>
                <a:lnTo>
                  <a:pt x="17021" y="7520"/>
                </a:lnTo>
                <a:lnTo>
                  <a:pt x="16984" y="7593"/>
                </a:lnTo>
                <a:lnTo>
                  <a:pt x="16470" y="8143"/>
                </a:lnTo>
                <a:lnTo>
                  <a:pt x="15993" y="8730"/>
                </a:lnTo>
                <a:lnTo>
                  <a:pt x="15040" y="9904"/>
                </a:lnTo>
                <a:lnTo>
                  <a:pt x="12912" y="12508"/>
                </a:lnTo>
                <a:lnTo>
                  <a:pt x="11848" y="13792"/>
                </a:lnTo>
                <a:lnTo>
                  <a:pt x="10821" y="15113"/>
                </a:lnTo>
                <a:lnTo>
                  <a:pt x="10344" y="15736"/>
                </a:lnTo>
                <a:lnTo>
                  <a:pt x="9904" y="16397"/>
                </a:lnTo>
                <a:lnTo>
                  <a:pt x="9464" y="17057"/>
                </a:lnTo>
                <a:lnTo>
                  <a:pt x="9317" y="17277"/>
                </a:lnTo>
                <a:lnTo>
                  <a:pt x="9207" y="17497"/>
                </a:lnTo>
                <a:lnTo>
                  <a:pt x="8987" y="17387"/>
                </a:lnTo>
                <a:lnTo>
                  <a:pt x="8767" y="17350"/>
                </a:lnTo>
                <a:lnTo>
                  <a:pt x="8290" y="17204"/>
                </a:lnTo>
                <a:lnTo>
                  <a:pt x="7997" y="17094"/>
                </a:lnTo>
                <a:lnTo>
                  <a:pt x="7740" y="16910"/>
                </a:lnTo>
                <a:lnTo>
                  <a:pt x="7483" y="16727"/>
                </a:lnTo>
                <a:lnTo>
                  <a:pt x="7227" y="16507"/>
                </a:lnTo>
                <a:lnTo>
                  <a:pt x="6750" y="16067"/>
                </a:lnTo>
                <a:lnTo>
                  <a:pt x="6273" y="15663"/>
                </a:lnTo>
                <a:lnTo>
                  <a:pt x="5723" y="15296"/>
                </a:lnTo>
                <a:lnTo>
                  <a:pt x="5209" y="14929"/>
                </a:lnTo>
                <a:lnTo>
                  <a:pt x="3045" y="13462"/>
                </a:lnTo>
                <a:lnTo>
                  <a:pt x="1908" y="12619"/>
                </a:lnTo>
                <a:lnTo>
                  <a:pt x="1321" y="12215"/>
                </a:lnTo>
                <a:lnTo>
                  <a:pt x="697" y="11848"/>
                </a:lnTo>
                <a:lnTo>
                  <a:pt x="624" y="11812"/>
                </a:lnTo>
                <a:lnTo>
                  <a:pt x="1614" y="10381"/>
                </a:lnTo>
                <a:lnTo>
                  <a:pt x="2641" y="8950"/>
                </a:lnTo>
                <a:lnTo>
                  <a:pt x="3668" y="7556"/>
                </a:lnTo>
                <a:lnTo>
                  <a:pt x="4732" y="6163"/>
                </a:lnTo>
                <a:lnTo>
                  <a:pt x="6970" y="3338"/>
                </a:lnTo>
                <a:lnTo>
                  <a:pt x="8144" y="1944"/>
                </a:lnTo>
                <a:lnTo>
                  <a:pt x="8730" y="1284"/>
                </a:lnTo>
                <a:lnTo>
                  <a:pt x="9244" y="550"/>
                </a:lnTo>
                <a:lnTo>
                  <a:pt x="9281" y="477"/>
                </a:lnTo>
                <a:lnTo>
                  <a:pt x="9281" y="404"/>
                </a:lnTo>
                <a:close/>
                <a:moveTo>
                  <a:pt x="7227" y="17204"/>
                </a:moveTo>
                <a:lnTo>
                  <a:pt x="7667" y="17460"/>
                </a:lnTo>
                <a:lnTo>
                  <a:pt x="8107" y="17681"/>
                </a:lnTo>
                <a:lnTo>
                  <a:pt x="8070" y="17937"/>
                </a:lnTo>
                <a:lnTo>
                  <a:pt x="8107" y="18194"/>
                </a:lnTo>
                <a:lnTo>
                  <a:pt x="7850" y="18084"/>
                </a:lnTo>
                <a:lnTo>
                  <a:pt x="7447" y="17791"/>
                </a:lnTo>
                <a:lnTo>
                  <a:pt x="7410" y="17644"/>
                </a:lnTo>
                <a:lnTo>
                  <a:pt x="7337" y="17497"/>
                </a:lnTo>
                <a:lnTo>
                  <a:pt x="7227" y="17204"/>
                </a:lnTo>
                <a:close/>
                <a:moveTo>
                  <a:pt x="9831" y="17460"/>
                </a:moveTo>
                <a:lnTo>
                  <a:pt x="9868" y="17534"/>
                </a:lnTo>
                <a:lnTo>
                  <a:pt x="9904" y="17571"/>
                </a:lnTo>
                <a:lnTo>
                  <a:pt x="9464" y="18084"/>
                </a:lnTo>
                <a:lnTo>
                  <a:pt x="9207" y="18341"/>
                </a:lnTo>
                <a:lnTo>
                  <a:pt x="9171" y="18231"/>
                </a:lnTo>
                <a:lnTo>
                  <a:pt x="9134" y="18121"/>
                </a:lnTo>
                <a:lnTo>
                  <a:pt x="9134" y="17974"/>
                </a:lnTo>
                <a:lnTo>
                  <a:pt x="9317" y="17974"/>
                </a:lnTo>
                <a:lnTo>
                  <a:pt x="9317" y="17937"/>
                </a:lnTo>
                <a:lnTo>
                  <a:pt x="9391" y="17937"/>
                </a:lnTo>
                <a:lnTo>
                  <a:pt x="9464" y="17901"/>
                </a:lnTo>
                <a:lnTo>
                  <a:pt x="9574" y="17827"/>
                </a:lnTo>
                <a:lnTo>
                  <a:pt x="9647" y="17681"/>
                </a:lnTo>
                <a:lnTo>
                  <a:pt x="9794" y="17460"/>
                </a:lnTo>
                <a:close/>
                <a:moveTo>
                  <a:pt x="9464" y="0"/>
                </a:moveTo>
                <a:lnTo>
                  <a:pt x="9281" y="37"/>
                </a:lnTo>
                <a:lnTo>
                  <a:pt x="9134" y="110"/>
                </a:lnTo>
                <a:lnTo>
                  <a:pt x="9024" y="147"/>
                </a:lnTo>
                <a:lnTo>
                  <a:pt x="8951" y="257"/>
                </a:lnTo>
                <a:lnTo>
                  <a:pt x="8914" y="294"/>
                </a:lnTo>
                <a:lnTo>
                  <a:pt x="8914" y="330"/>
                </a:lnTo>
                <a:lnTo>
                  <a:pt x="8327" y="954"/>
                </a:lnTo>
                <a:lnTo>
                  <a:pt x="7740" y="1614"/>
                </a:lnTo>
                <a:lnTo>
                  <a:pt x="6640" y="2971"/>
                </a:lnTo>
                <a:lnTo>
                  <a:pt x="5502" y="4365"/>
                </a:lnTo>
                <a:lnTo>
                  <a:pt x="4402" y="5759"/>
                </a:lnTo>
                <a:lnTo>
                  <a:pt x="2421" y="8400"/>
                </a:lnTo>
                <a:lnTo>
                  <a:pt x="477" y="11041"/>
                </a:lnTo>
                <a:lnTo>
                  <a:pt x="330" y="11261"/>
                </a:lnTo>
                <a:lnTo>
                  <a:pt x="37" y="11701"/>
                </a:lnTo>
                <a:lnTo>
                  <a:pt x="0" y="11775"/>
                </a:lnTo>
                <a:lnTo>
                  <a:pt x="0" y="11885"/>
                </a:lnTo>
                <a:lnTo>
                  <a:pt x="37" y="11958"/>
                </a:lnTo>
                <a:lnTo>
                  <a:pt x="74" y="12032"/>
                </a:lnTo>
                <a:lnTo>
                  <a:pt x="147" y="12068"/>
                </a:lnTo>
                <a:lnTo>
                  <a:pt x="220" y="12105"/>
                </a:lnTo>
                <a:lnTo>
                  <a:pt x="294" y="12105"/>
                </a:lnTo>
                <a:lnTo>
                  <a:pt x="404" y="12068"/>
                </a:lnTo>
                <a:lnTo>
                  <a:pt x="440" y="12142"/>
                </a:lnTo>
                <a:lnTo>
                  <a:pt x="697" y="12398"/>
                </a:lnTo>
                <a:lnTo>
                  <a:pt x="587" y="12508"/>
                </a:lnTo>
                <a:lnTo>
                  <a:pt x="514" y="12655"/>
                </a:lnTo>
                <a:lnTo>
                  <a:pt x="440" y="12802"/>
                </a:lnTo>
                <a:lnTo>
                  <a:pt x="404" y="12949"/>
                </a:lnTo>
                <a:lnTo>
                  <a:pt x="404" y="13022"/>
                </a:lnTo>
                <a:lnTo>
                  <a:pt x="440" y="13059"/>
                </a:lnTo>
                <a:lnTo>
                  <a:pt x="514" y="13095"/>
                </a:lnTo>
                <a:lnTo>
                  <a:pt x="550" y="13095"/>
                </a:lnTo>
                <a:lnTo>
                  <a:pt x="624" y="13205"/>
                </a:lnTo>
                <a:lnTo>
                  <a:pt x="697" y="13315"/>
                </a:lnTo>
                <a:lnTo>
                  <a:pt x="881" y="13462"/>
                </a:lnTo>
                <a:lnTo>
                  <a:pt x="1284" y="13719"/>
                </a:lnTo>
                <a:lnTo>
                  <a:pt x="2385" y="14416"/>
                </a:lnTo>
                <a:lnTo>
                  <a:pt x="3558" y="15223"/>
                </a:lnTo>
                <a:lnTo>
                  <a:pt x="4659" y="16103"/>
                </a:lnTo>
                <a:lnTo>
                  <a:pt x="6420" y="17534"/>
                </a:lnTo>
                <a:lnTo>
                  <a:pt x="6420" y="17571"/>
                </a:lnTo>
                <a:lnTo>
                  <a:pt x="6493" y="17644"/>
                </a:lnTo>
                <a:lnTo>
                  <a:pt x="6566" y="17644"/>
                </a:lnTo>
                <a:lnTo>
                  <a:pt x="6823" y="17864"/>
                </a:lnTo>
                <a:lnTo>
                  <a:pt x="7300" y="18231"/>
                </a:lnTo>
                <a:lnTo>
                  <a:pt x="7777" y="18561"/>
                </a:lnTo>
                <a:lnTo>
                  <a:pt x="8034" y="18671"/>
                </a:lnTo>
                <a:lnTo>
                  <a:pt x="8254" y="18781"/>
                </a:lnTo>
                <a:lnTo>
                  <a:pt x="8510" y="18854"/>
                </a:lnTo>
                <a:lnTo>
                  <a:pt x="8620" y="18854"/>
                </a:lnTo>
                <a:lnTo>
                  <a:pt x="8767" y="18818"/>
                </a:lnTo>
                <a:lnTo>
                  <a:pt x="8804" y="18744"/>
                </a:lnTo>
                <a:lnTo>
                  <a:pt x="8840" y="18708"/>
                </a:lnTo>
                <a:lnTo>
                  <a:pt x="8840" y="18634"/>
                </a:lnTo>
                <a:lnTo>
                  <a:pt x="8804" y="18561"/>
                </a:lnTo>
                <a:lnTo>
                  <a:pt x="8730" y="18488"/>
                </a:lnTo>
                <a:lnTo>
                  <a:pt x="8620" y="18414"/>
                </a:lnTo>
                <a:lnTo>
                  <a:pt x="8437" y="18341"/>
                </a:lnTo>
                <a:lnTo>
                  <a:pt x="8400" y="18341"/>
                </a:lnTo>
                <a:lnTo>
                  <a:pt x="8400" y="18157"/>
                </a:lnTo>
                <a:lnTo>
                  <a:pt x="8400" y="17974"/>
                </a:lnTo>
                <a:lnTo>
                  <a:pt x="8364" y="17791"/>
                </a:lnTo>
                <a:lnTo>
                  <a:pt x="8620" y="17864"/>
                </a:lnTo>
                <a:lnTo>
                  <a:pt x="8951" y="17937"/>
                </a:lnTo>
                <a:lnTo>
                  <a:pt x="8877" y="18121"/>
                </a:lnTo>
                <a:lnTo>
                  <a:pt x="8877" y="18267"/>
                </a:lnTo>
                <a:lnTo>
                  <a:pt x="8914" y="18451"/>
                </a:lnTo>
                <a:lnTo>
                  <a:pt x="8987" y="18598"/>
                </a:lnTo>
                <a:lnTo>
                  <a:pt x="8877" y="18781"/>
                </a:lnTo>
                <a:lnTo>
                  <a:pt x="8877" y="18854"/>
                </a:lnTo>
                <a:lnTo>
                  <a:pt x="8914" y="18964"/>
                </a:lnTo>
                <a:lnTo>
                  <a:pt x="9024" y="19001"/>
                </a:lnTo>
                <a:lnTo>
                  <a:pt x="9097" y="18964"/>
                </a:lnTo>
                <a:lnTo>
                  <a:pt x="9281" y="18854"/>
                </a:lnTo>
                <a:lnTo>
                  <a:pt x="9427" y="18708"/>
                </a:lnTo>
                <a:lnTo>
                  <a:pt x="9721" y="18414"/>
                </a:lnTo>
                <a:lnTo>
                  <a:pt x="10344" y="17717"/>
                </a:lnTo>
                <a:lnTo>
                  <a:pt x="11555" y="16397"/>
                </a:lnTo>
                <a:lnTo>
                  <a:pt x="12802" y="14929"/>
                </a:lnTo>
                <a:lnTo>
                  <a:pt x="14013" y="13462"/>
                </a:lnTo>
                <a:lnTo>
                  <a:pt x="15150" y="11958"/>
                </a:lnTo>
                <a:lnTo>
                  <a:pt x="16214" y="10454"/>
                </a:lnTo>
                <a:lnTo>
                  <a:pt x="17314" y="8950"/>
                </a:lnTo>
                <a:lnTo>
                  <a:pt x="17791" y="8253"/>
                </a:lnTo>
                <a:lnTo>
                  <a:pt x="18011" y="7887"/>
                </a:lnTo>
                <a:lnTo>
                  <a:pt x="18231" y="7483"/>
                </a:lnTo>
                <a:lnTo>
                  <a:pt x="18304" y="7483"/>
                </a:lnTo>
                <a:lnTo>
                  <a:pt x="18341" y="7446"/>
                </a:lnTo>
                <a:lnTo>
                  <a:pt x="18378" y="7373"/>
                </a:lnTo>
                <a:lnTo>
                  <a:pt x="18378" y="7300"/>
                </a:lnTo>
                <a:lnTo>
                  <a:pt x="18268" y="7080"/>
                </a:lnTo>
                <a:lnTo>
                  <a:pt x="18158" y="6860"/>
                </a:lnTo>
                <a:lnTo>
                  <a:pt x="17828" y="6493"/>
                </a:lnTo>
                <a:lnTo>
                  <a:pt x="17644" y="6346"/>
                </a:lnTo>
                <a:lnTo>
                  <a:pt x="17424" y="6199"/>
                </a:lnTo>
                <a:lnTo>
                  <a:pt x="17277" y="6126"/>
                </a:lnTo>
                <a:lnTo>
                  <a:pt x="17131" y="6089"/>
                </a:lnTo>
                <a:lnTo>
                  <a:pt x="16910" y="5576"/>
                </a:lnTo>
                <a:lnTo>
                  <a:pt x="16837" y="5319"/>
                </a:lnTo>
                <a:lnTo>
                  <a:pt x="16800" y="5062"/>
                </a:lnTo>
                <a:lnTo>
                  <a:pt x="16800" y="4915"/>
                </a:lnTo>
                <a:lnTo>
                  <a:pt x="16727" y="4769"/>
                </a:lnTo>
                <a:lnTo>
                  <a:pt x="16654" y="4695"/>
                </a:lnTo>
                <a:lnTo>
                  <a:pt x="16470" y="4695"/>
                </a:lnTo>
                <a:lnTo>
                  <a:pt x="16397" y="4732"/>
                </a:lnTo>
                <a:lnTo>
                  <a:pt x="16360" y="4769"/>
                </a:lnTo>
                <a:lnTo>
                  <a:pt x="16397" y="4842"/>
                </a:lnTo>
                <a:lnTo>
                  <a:pt x="16434" y="4879"/>
                </a:lnTo>
                <a:lnTo>
                  <a:pt x="16434" y="4915"/>
                </a:lnTo>
                <a:lnTo>
                  <a:pt x="16434" y="5099"/>
                </a:lnTo>
                <a:lnTo>
                  <a:pt x="16434" y="5356"/>
                </a:lnTo>
                <a:lnTo>
                  <a:pt x="16470" y="5539"/>
                </a:lnTo>
                <a:lnTo>
                  <a:pt x="16544" y="5759"/>
                </a:lnTo>
                <a:lnTo>
                  <a:pt x="16690" y="6126"/>
                </a:lnTo>
                <a:lnTo>
                  <a:pt x="16984" y="7006"/>
                </a:lnTo>
                <a:lnTo>
                  <a:pt x="17021" y="7080"/>
                </a:lnTo>
                <a:lnTo>
                  <a:pt x="16544" y="6970"/>
                </a:lnTo>
                <a:lnTo>
                  <a:pt x="15920" y="6860"/>
                </a:lnTo>
                <a:lnTo>
                  <a:pt x="15296" y="6713"/>
                </a:lnTo>
                <a:lnTo>
                  <a:pt x="15186" y="6639"/>
                </a:lnTo>
                <a:lnTo>
                  <a:pt x="15223" y="6603"/>
                </a:lnTo>
                <a:lnTo>
                  <a:pt x="15333" y="6419"/>
                </a:lnTo>
                <a:lnTo>
                  <a:pt x="15700" y="5906"/>
                </a:lnTo>
                <a:lnTo>
                  <a:pt x="16030" y="5392"/>
                </a:lnTo>
                <a:lnTo>
                  <a:pt x="16287" y="4915"/>
                </a:lnTo>
                <a:lnTo>
                  <a:pt x="16360" y="4842"/>
                </a:lnTo>
                <a:lnTo>
                  <a:pt x="16360" y="4732"/>
                </a:lnTo>
                <a:lnTo>
                  <a:pt x="16324" y="4622"/>
                </a:lnTo>
                <a:lnTo>
                  <a:pt x="16250" y="4512"/>
                </a:lnTo>
                <a:lnTo>
                  <a:pt x="16067" y="4329"/>
                </a:lnTo>
                <a:lnTo>
                  <a:pt x="15590" y="4035"/>
                </a:lnTo>
                <a:lnTo>
                  <a:pt x="14526" y="3265"/>
                </a:lnTo>
                <a:lnTo>
                  <a:pt x="12435" y="1724"/>
                </a:lnTo>
                <a:lnTo>
                  <a:pt x="11445" y="1027"/>
                </a:lnTo>
                <a:lnTo>
                  <a:pt x="10454" y="330"/>
                </a:lnTo>
                <a:lnTo>
                  <a:pt x="10124" y="147"/>
                </a:lnTo>
                <a:lnTo>
                  <a:pt x="9794" y="37"/>
                </a:lnTo>
                <a:lnTo>
                  <a:pt x="9611" y="0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4C2F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33" name="Google Shape;1633;p65"/>
          <p:cNvSpPr/>
          <p:nvPr/>
        </p:nvSpPr>
        <p:spPr>
          <a:xfrm>
            <a:off x="7657068" y="2111732"/>
            <a:ext cx="236871" cy="158343"/>
          </a:xfrm>
          <a:custGeom>
            <a:rect b="b" l="l" r="r" t="t"/>
            <a:pathLst>
              <a:path extrusionOk="0" h="9098" w="1361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4C2F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34" name="Google Shape;1634;p65"/>
          <p:cNvSpPr/>
          <p:nvPr/>
        </p:nvSpPr>
        <p:spPr>
          <a:xfrm>
            <a:off x="8307622" y="2691631"/>
            <a:ext cx="130503" cy="157217"/>
          </a:xfrm>
          <a:custGeom>
            <a:rect b="b" l="l" r="r" t="t"/>
            <a:pathLst>
              <a:path extrusionOk="0" h="17792" w="15627">
                <a:moveTo>
                  <a:pt x="10528" y="1"/>
                </a:moveTo>
                <a:lnTo>
                  <a:pt x="10455" y="37"/>
                </a:lnTo>
                <a:lnTo>
                  <a:pt x="10308" y="221"/>
                </a:lnTo>
                <a:lnTo>
                  <a:pt x="10198" y="441"/>
                </a:lnTo>
                <a:lnTo>
                  <a:pt x="10015" y="881"/>
                </a:lnTo>
                <a:lnTo>
                  <a:pt x="9831" y="1468"/>
                </a:lnTo>
                <a:lnTo>
                  <a:pt x="9685" y="2091"/>
                </a:lnTo>
                <a:lnTo>
                  <a:pt x="9685" y="2201"/>
                </a:lnTo>
                <a:lnTo>
                  <a:pt x="9721" y="2311"/>
                </a:lnTo>
                <a:lnTo>
                  <a:pt x="9795" y="2348"/>
                </a:lnTo>
                <a:lnTo>
                  <a:pt x="9868" y="2385"/>
                </a:lnTo>
                <a:lnTo>
                  <a:pt x="9941" y="2421"/>
                </a:lnTo>
                <a:lnTo>
                  <a:pt x="10051" y="2385"/>
                </a:lnTo>
                <a:lnTo>
                  <a:pt x="10125" y="2311"/>
                </a:lnTo>
                <a:lnTo>
                  <a:pt x="10198" y="2238"/>
                </a:lnTo>
                <a:lnTo>
                  <a:pt x="10235" y="2055"/>
                </a:lnTo>
                <a:lnTo>
                  <a:pt x="10235" y="2018"/>
                </a:lnTo>
                <a:lnTo>
                  <a:pt x="10235" y="1981"/>
                </a:lnTo>
                <a:lnTo>
                  <a:pt x="10455" y="1138"/>
                </a:lnTo>
                <a:lnTo>
                  <a:pt x="10638" y="624"/>
                </a:lnTo>
                <a:lnTo>
                  <a:pt x="10675" y="367"/>
                </a:lnTo>
                <a:lnTo>
                  <a:pt x="10712" y="111"/>
                </a:lnTo>
                <a:lnTo>
                  <a:pt x="10675" y="37"/>
                </a:lnTo>
                <a:lnTo>
                  <a:pt x="10602" y="1"/>
                </a:lnTo>
                <a:close/>
                <a:moveTo>
                  <a:pt x="3559" y="1028"/>
                </a:moveTo>
                <a:lnTo>
                  <a:pt x="3522" y="1064"/>
                </a:lnTo>
                <a:lnTo>
                  <a:pt x="3485" y="1101"/>
                </a:lnTo>
                <a:lnTo>
                  <a:pt x="3485" y="1138"/>
                </a:lnTo>
                <a:lnTo>
                  <a:pt x="3559" y="1321"/>
                </a:lnTo>
                <a:lnTo>
                  <a:pt x="3669" y="1468"/>
                </a:lnTo>
                <a:lnTo>
                  <a:pt x="3889" y="1761"/>
                </a:lnTo>
                <a:lnTo>
                  <a:pt x="4109" y="2055"/>
                </a:lnTo>
                <a:lnTo>
                  <a:pt x="4366" y="2348"/>
                </a:lnTo>
                <a:lnTo>
                  <a:pt x="4476" y="2605"/>
                </a:lnTo>
                <a:lnTo>
                  <a:pt x="4586" y="2862"/>
                </a:lnTo>
                <a:lnTo>
                  <a:pt x="4696" y="2972"/>
                </a:lnTo>
                <a:lnTo>
                  <a:pt x="4769" y="3045"/>
                </a:lnTo>
                <a:lnTo>
                  <a:pt x="4916" y="3082"/>
                </a:lnTo>
                <a:lnTo>
                  <a:pt x="5063" y="3082"/>
                </a:lnTo>
                <a:lnTo>
                  <a:pt x="5136" y="3045"/>
                </a:lnTo>
                <a:lnTo>
                  <a:pt x="5209" y="3008"/>
                </a:lnTo>
                <a:lnTo>
                  <a:pt x="5246" y="2935"/>
                </a:lnTo>
                <a:lnTo>
                  <a:pt x="5246" y="2862"/>
                </a:lnTo>
                <a:lnTo>
                  <a:pt x="5209" y="2715"/>
                </a:lnTo>
                <a:lnTo>
                  <a:pt x="5173" y="2642"/>
                </a:lnTo>
                <a:lnTo>
                  <a:pt x="5099" y="2605"/>
                </a:lnTo>
                <a:lnTo>
                  <a:pt x="4989" y="2605"/>
                </a:lnTo>
                <a:lnTo>
                  <a:pt x="4989" y="2568"/>
                </a:lnTo>
                <a:lnTo>
                  <a:pt x="4989" y="2495"/>
                </a:lnTo>
                <a:lnTo>
                  <a:pt x="4953" y="2385"/>
                </a:lnTo>
                <a:lnTo>
                  <a:pt x="4806" y="2128"/>
                </a:lnTo>
                <a:lnTo>
                  <a:pt x="4623" y="1871"/>
                </a:lnTo>
                <a:lnTo>
                  <a:pt x="4402" y="1615"/>
                </a:lnTo>
                <a:lnTo>
                  <a:pt x="4146" y="1394"/>
                </a:lnTo>
                <a:lnTo>
                  <a:pt x="3889" y="1174"/>
                </a:lnTo>
                <a:lnTo>
                  <a:pt x="3595" y="1028"/>
                </a:lnTo>
                <a:close/>
                <a:moveTo>
                  <a:pt x="15334" y="3999"/>
                </a:moveTo>
                <a:lnTo>
                  <a:pt x="15260" y="4035"/>
                </a:lnTo>
                <a:lnTo>
                  <a:pt x="15187" y="4109"/>
                </a:lnTo>
                <a:lnTo>
                  <a:pt x="15077" y="4182"/>
                </a:lnTo>
                <a:lnTo>
                  <a:pt x="14967" y="4256"/>
                </a:lnTo>
                <a:lnTo>
                  <a:pt x="14820" y="4329"/>
                </a:lnTo>
                <a:lnTo>
                  <a:pt x="14673" y="4329"/>
                </a:lnTo>
                <a:lnTo>
                  <a:pt x="14527" y="4402"/>
                </a:lnTo>
                <a:lnTo>
                  <a:pt x="14490" y="4439"/>
                </a:lnTo>
                <a:lnTo>
                  <a:pt x="14453" y="4549"/>
                </a:lnTo>
                <a:lnTo>
                  <a:pt x="14417" y="4586"/>
                </a:lnTo>
                <a:lnTo>
                  <a:pt x="14380" y="4622"/>
                </a:lnTo>
                <a:lnTo>
                  <a:pt x="14233" y="4732"/>
                </a:lnTo>
                <a:lnTo>
                  <a:pt x="13940" y="4842"/>
                </a:lnTo>
                <a:lnTo>
                  <a:pt x="13720" y="4989"/>
                </a:lnTo>
                <a:lnTo>
                  <a:pt x="13536" y="5173"/>
                </a:lnTo>
                <a:lnTo>
                  <a:pt x="13499" y="5246"/>
                </a:lnTo>
                <a:lnTo>
                  <a:pt x="13499" y="5319"/>
                </a:lnTo>
                <a:lnTo>
                  <a:pt x="13573" y="5356"/>
                </a:lnTo>
                <a:lnTo>
                  <a:pt x="13830" y="5356"/>
                </a:lnTo>
                <a:lnTo>
                  <a:pt x="14013" y="5319"/>
                </a:lnTo>
                <a:lnTo>
                  <a:pt x="14380" y="5173"/>
                </a:lnTo>
                <a:lnTo>
                  <a:pt x="14673" y="5026"/>
                </a:lnTo>
                <a:lnTo>
                  <a:pt x="14783" y="4953"/>
                </a:lnTo>
                <a:lnTo>
                  <a:pt x="14857" y="4806"/>
                </a:lnTo>
                <a:lnTo>
                  <a:pt x="15077" y="4769"/>
                </a:lnTo>
                <a:lnTo>
                  <a:pt x="15260" y="4659"/>
                </a:lnTo>
                <a:lnTo>
                  <a:pt x="15370" y="4696"/>
                </a:lnTo>
                <a:lnTo>
                  <a:pt x="15444" y="4696"/>
                </a:lnTo>
                <a:lnTo>
                  <a:pt x="15554" y="4622"/>
                </a:lnTo>
                <a:lnTo>
                  <a:pt x="15627" y="4549"/>
                </a:lnTo>
                <a:lnTo>
                  <a:pt x="15627" y="4476"/>
                </a:lnTo>
                <a:lnTo>
                  <a:pt x="15590" y="4366"/>
                </a:lnTo>
                <a:lnTo>
                  <a:pt x="15627" y="4329"/>
                </a:lnTo>
                <a:lnTo>
                  <a:pt x="15627" y="4256"/>
                </a:lnTo>
                <a:lnTo>
                  <a:pt x="15590" y="4182"/>
                </a:lnTo>
                <a:lnTo>
                  <a:pt x="15554" y="4109"/>
                </a:lnTo>
                <a:lnTo>
                  <a:pt x="15480" y="4035"/>
                </a:lnTo>
                <a:lnTo>
                  <a:pt x="15407" y="4035"/>
                </a:lnTo>
                <a:lnTo>
                  <a:pt x="15334" y="3999"/>
                </a:lnTo>
                <a:close/>
                <a:moveTo>
                  <a:pt x="2238" y="7447"/>
                </a:moveTo>
                <a:lnTo>
                  <a:pt x="2128" y="7484"/>
                </a:lnTo>
                <a:lnTo>
                  <a:pt x="1064" y="7960"/>
                </a:lnTo>
                <a:lnTo>
                  <a:pt x="477" y="8217"/>
                </a:lnTo>
                <a:lnTo>
                  <a:pt x="257" y="8364"/>
                </a:lnTo>
                <a:lnTo>
                  <a:pt x="147" y="8474"/>
                </a:lnTo>
                <a:lnTo>
                  <a:pt x="111" y="8437"/>
                </a:lnTo>
                <a:lnTo>
                  <a:pt x="74" y="8437"/>
                </a:lnTo>
                <a:lnTo>
                  <a:pt x="1" y="8511"/>
                </a:lnTo>
                <a:lnTo>
                  <a:pt x="1" y="8584"/>
                </a:lnTo>
                <a:lnTo>
                  <a:pt x="37" y="8621"/>
                </a:lnTo>
                <a:lnTo>
                  <a:pt x="111" y="8694"/>
                </a:lnTo>
                <a:lnTo>
                  <a:pt x="221" y="8731"/>
                </a:lnTo>
                <a:lnTo>
                  <a:pt x="367" y="8694"/>
                </a:lnTo>
                <a:lnTo>
                  <a:pt x="514" y="8657"/>
                </a:lnTo>
                <a:lnTo>
                  <a:pt x="808" y="8547"/>
                </a:lnTo>
                <a:lnTo>
                  <a:pt x="1028" y="8474"/>
                </a:lnTo>
                <a:lnTo>
                  <a:pt x="2385" y="7887"/>
                </a:lnTo>
                <a:lnTo>
                  <a:pt x="2458" y="7850"/>
                </a:lnTo>
                <a:lnTo>
                  <a:pt x="2532" y="7777"/>
                </a:lnTo>
                <a:lnTo>
                  <a:pt x="2532" y="7667"/>
                </a:lnTo>
                <a:lnTo>
                  <a:pt x="2495" y="7594"/>
                </a:lnTo>
                <a:lnTo>
                  <a:pt x="2422" y="7520"/>
                </a:lnTo>
                <a:lnTo>
                  <a:pt x="2348" y="7484"/>
                </a:lnTo>
                <a:lnTo>
                  <a:pt x="2238" y="7447"/>
                </a:lnTo>
                <a:close/>
                <a:moveTo>
                  <a:pt x="6677" y="7814"/>
                </a:moveTo>
                <a:lnTo>
                  <a:pt x="6603" y="7887"/>
                </a:lnTo>
                <a:lnTo>
                  <a:pt x="6603" y="7960"/>
                </a:lnTo>
                <a:lnTo>
                  <a:pt x="6603" y="8070"/>
                </a:lnTo>
                <a:lnTo>
                  <a:pt x="6933" y="8474"/>
                </a:lnTo>
                <a:lnTo>
                  <a:pt x="7044" y="8694"/>
                </a:lnTo>
                <a:lnTo>
                  <a:pt x="7154" y="8914"/>
                </a:lnTo>
                <a:lnTo>
                  <a:pt x="7227" y="8951"/>
                </a:lnTo>
                <a:lnTo>
                  <a:pt x="7264" y="8987"/>
                </a:lnTo>
                <a:lnTo>
                  <a:pt x="7410" y="8987"/>
                </a:lnTo>
                <a:lnTo>
                  <a:pt x="7594" y="8877"/>
                </a:lnTo>
                <a:lnTo>
                  <a:pt x="7777" y="8767"/>
                </a:lnTo>
                <a:lnTo>
                  <a:pt x="7924" y="8621"/>
                </a:lnTo>
                <a:lnTo>
                  <a:pt x="7924" y="8657"/>
                </a:lnTo>
                <a:lnTo>
                  <a:pt x="7997" y="8767"/>
                </a:lnTo>
                <a:lnTo>
                  <a:pt x="8071" y="8877"/>
                </a:lnTo>
                <a:lnTo>
                  <a:pt x="8181" y="8951"/>
                </a:lnTo>
                <a:lnTo>
                  <a:pt x="8327" y="9024"/>
                </a:lnTo>
                <a:lnTo>
                  <a:pt x="8584" y="9061"/>
                </a:lnTo>
                <a:lnTo>
                  <a:pt x="8768" y="9061"/>
                </a:lnTo>
                <a:lnTo>
                  <a:pt x="8951" y="8987"/>
                </a:lnTo>
                <a:lnTo>
                  <a:pt x="9281" y="8841"/>
                </a:lnTo>
                <a:lnTo>
                  <a:pt x="9611" y="8657"/>
                </a:lnTo>
                <a:lnTo>
                  <a:pt x="9721" y="8547"/>
                </a:lnTo>
                <a:lnTo>
                  <a:pt x="9758" y="8474"/>
                </a:lnTo>
                <a:lnTo>
                  <a:pt x="9758" y="8364"/>
                </a:lnTo>
                <a:lnTo>
                  <a:pt x="9685" y="8254"/>
                </a:lnTo>
                <a:lnTo>
                  <a:pt x="9648" y="8217"/>
                </a:lnTo>
                <a:lnTo>
                  <a:pt x="9464" y="8217"/>
                </a:lnTo>
                <a:lnTo>
                  <a:pt x="9428" y="8291"/>
                </a:lnTo>
                <a:lnTo>
                  <a:pt x="9244" y="8437"/>
                </a:lnTo>
                <a:lnTo>
                  <a:pt x="8988" y="8547"/>
                </a:lnTo>
                <a:lnTo>
                  <a:pt x="8768" y="8621"/>
                </a:lnTo>
                <a:lnTo>
                  <a:pt x="8584" y="8657"/>
                </a:lnTo>
                <a:lnTo>
                  <a:pt x="8474" y="8657"/>
                </a:lnTo>
                <a:lnTo>
                  <a:pt x="8401" y="8621"/>
                </a:lnTo>
                <a:lnTo>
                  <a:pt x="8364" y="8584"/>
                </a:lnTo>
                <a:lnTo>
                  <a:pt x="8327" y="8547"/>
                </a:lnTo>
                <a:lnTo>
                  <a:pt x="8254" y="8254"/>
                </a:lnTo>
                <a:lnTo>
                  <a:pt x="8181" y="8144"/>
                </a:lnTo>
                <a:lnTo>
                  <a:pt x="8071" y="8107"/>
                </a:lnTo>
                <a:lnTo>
                  <a:pt x="7961" y="8107"/>
                </a:lnTo>
                <a:lnTo>
                  <a:pt x="7887" y="8144"/>
                </a:lnTo>
                <a:lnTo>
                  <a:pt x="7740" y="8254"/>
                </a:lnTo>
                <a:lnTo>
                  <a:pt x="7630" y="8401"/>
                </a:lnTo>
                <a:lnTo>
                  <a:pt x="7410" y="8547"/>
                </a:lnTo>
                <a:lnTo>
                  <a:pt x="7264" y="8364"/>
                </a:lnTo>
                <a:lnTo>
                  <a:pt x="7117" y="8180"/>
                </a:lnTo>
                <a:lnTo>
                  <a:pt x="6970" y="7997"/>
                </a:lnTo>
                <a:lnTo>
                  <a:pt x="6787" y="7850"/>
                </a:lnTo>
                <a:lnTo>
                  <a:pt x="6713" y="7814"/>
                </a:lnTo>
                <a:close/>
                <a:moveTo>
                  <a:pt x="12876" y="11005"/>
                </a:moveTo>
                <a:lnTo>
                  <a:pt x="12803" y="11042"/>
                </a:lnTo>
                <a:lnTo>
                  <a:pt x="12766" y="11078"/>
                </a:lnTo>
                <a:lnTo>
                  <a:pt x="12766" y="11152"/>
                </a:lnTo>
                <a:lnTo>
                  <a:pt x="12729" y="11225"/>
                </a:lnTo>
                <a:lnTo>
                  <a:pt x="12766" y="11298"/>
                </a:lnTo>
                <a:lnTo>
                  <a:pt x="12986" y="11702"/>
                </a:lnTo>
                <a:lnTo>
                  <a:pt x="13279" y="12069"/>
                </a:lnTo>
                <a:lnTo>
                  <a:pt x="13499" y="12399"/>
                </a:lnTo>
                <a:lnTo>
                  <a:pt x="13646" y="12509"/>
                </a:lnTo>
                <a:lnTo>
                  <a:pt x="13830" y="12619"/>
                </a:lnTo>
                <a:lnTo>
                  <a:pt x="13976" y="12619"/>
                </a:lnTo>
                <a:lnTo>
                  <a:pt x="14013" y="12582"/>
                </a:lnTo>
                <a:lnTo>
                  <a:pt x="14086" y="12546"/>
                </a:lnTo>
                <a:lnTo>
                  <a:pt x="14160" y="12436"/>
                </a:lnTo>
                <a:lnTo>
                  <a:pt x="14160" y="12325"/>
                </a:lnTo>
                <a:lnTo>
                  <a:pt x="14160" y="12252"/>
                </a:lnTo>
                <a:lnTo>
                  <a:pt x="14123" y="12142"/>
                </a:lnTo>
                <a:lnTo>
                  <a:pt x="14086" y="12069"/>
                </a:lnTo>
                <a:lnTo>
                  <a:pt x="14050" y="12032"/>
                </a:lnTo>
                <a:lnTo>
                  <a:pt x="13903" y="12032"/>
                </a:lnTo>
                <a:lnTo>
                  <a:pt x="13830" y="11885"/>
                </a:lnTo>
                <a:lnTo>
                  <a:pt x="13573" y="11592"/>
                </a:lnTo>
                <a:lnTo>
                  <a:pt x="13316" y="11298"/>
                </a:lnTo>
                <a:lnTo>
                  <a:pt x="13059" y="11042"/>
                </a:lnTo>
                <a:lnTo>
                  <a:pt x="13023" y="11005"/>
                </a:lnTo>
                <a:close/>
                <a:moveTo>
                  <a:pt x="8181" y="3192"/>
                </a:moveTo>
                <a:lnTo>
                  <a:pt x="8511" y="3228"/>
                </a:lnTo>
                <a:lnTo>
                  <a:pt x="8878" y="3265"/>
                </a:lnTo>
                <a:lnTo>
                  <a:pt x="9208" y="3339"/>
                </a:lnTo>
                <a:lnTo>
                  <a:pt x="9538" y="3412"/>
                </a:lnTo>
                <a:lnTo>
                  <a:pt x="9868" y="3522"/>
                </a:lnTo>
                <a:lnTo>
                  <a:pt x="10198" y="3669"/>
                </a:lnTo>
                <a:lnTo>
                  <a:pt x="10528" y="3852"/>
                </a:lnTo>
                <a:lnTo>
                  <a:pt x="10822" y="4035"/>
                </a:lnTo>
                <a:lnTo>
                  <a:pt x="11078" y="4256"/>
                </a:lnTo>
                <a:lnTo>
                  <a:pt x="11335" y="4476"/>
                </a:lnTo>
                <a:lnTo>
                  <a:pt x="11592" y="4732"/>
                </a:lnTo>
                <a:lnTo>
                  <a:pt x="11812" y="4989"/>
                </a:lnTo>
                <a:lnTo>
                  <a:pt x="11996" y="5319"/>
                </a:lnTo>
                <a:lnTo>
                  <a:pt x="12142" y="5576"/>
                </a:lnTo>
                <a:lnTo>
                  <a:pt x="12252" y="5870"/>
                </a:lnTo>
                <a:lnTo>
                  <a:pt x="12362" y="6200"/>
                </a:lnTo>
                <a:lnTo>
                  <a:pt x="12436" y="6530"/>
                </a:lnTo>
                <a:lnTo>
                  <a:pt x="12509" y="6823"/>
                </a:lnTo>
                <a:lnTo>
                  <a:pt x="12509" y="7153"/>
                </a:lnTo>
                <a:lnTo>
                  <a:pt x="12509" y="7484"/>
                </a:lnTo>
                <a:lnTo>
                  <a:pt x="12472" y="7814"/>
                </a:lnTo>
                <a:lnTo>
                  <a:pt x="12399" y="8144"/>
                </a:lnTo>
                <a:lnTo>
                  <a:pt x="12289" y="8511"/>
                </a:lnTo>
                <a:lnTo>
                  <a:pt x="12142" y="8804"/>
                </a:lnTo>
                <a:lnTo>
                  <a:pt x="11996" y="9134"/>
                </a:lnTo>
                <a:lnTo>
                  <a:pt x="11812" y="9428"/>
                </a:lnTo>
                <a:lnTo>
                  <a:pt x="11592" y="9721"/>
                </a:lnTo>
                <a:lnTo>
                  <a:pt x="11115" y="10271"/>
                </a:lnTo>
                <a:lnTo>
                  <a:pt x="10345" y="11115"/>
                </a:lnTo>
                <a:lnTo>
                  <a:pt x="9941" y="11555"/>
                </a:lnTo>
                <a:lnTo>
                  <a:pt x="9575" y="12032"/>
                </a:lnTo>
                <a:lnTo>
                  <a:pt x="9281" y="12509"/>
                </a:lnTo>
                <a:lnTo>
                  <a:pt x="8988" y="13022"/>
                </a:lnTo>
                <a:lnTo>
                  <a:pt x="8914" y="13279"/>
                </a:lnTo>
                <a:lnTo>
                  <a:pt x="8804" y="13573"/>
                </a:lnTo>
                <a:lnTo>
                  <a:pt x="8768" y="13829"/>
                </a:lnTo>
                <a:lnTo>
                  <a:pt x="8731" y="14123"/>
                </a:lnTo>
                <a:lnTo>
                  <a:pt x="8217" y="14013"/>
                </a:lnTo>
                <a:lnTo>
                  <a:pt x="7704" y="13939"/>
                </a:lnTo>
                <a:lnTo>
                  <a:pt x="8584" y="11665"/>
                </a:lnTo>
                <a:lnTo>
                  <a:pt x="9061" y="10418"/>
                </a:lnTo>
                <a:lnTo>
                  <a:pt x="9318" y="9831"/>
                </a:lnTo>
                <a:lnTo>
                  <a:pt x="9391" y="9538"/>
                </a:lnTo>
                <a:lnTo>
                  <a:pt x="9391" y="9391"/>
                </a:lnTo>
                <a:lnTo>
                  <a:pt x="9354" y="9244"/>
                </a:lnTo>
                <a:lnTo>
                  <a:pt x="9318" y="9208"/>
                </a:lnTo>
                <a:lnTo>
                  <a:pt x="9281" y="9208"/>
                </a:lnTo>
                <a:lnTo>
                  <a:pt x="9171" y="9281"/>
                </a:lnTo>
                <a:lnTo>
                  <a:pt x="9098" y="9391"/>
                </a:lnTo>
                <a:lnTo>
                  <a:pt x="8988" y="9611"/>
                </a:lnTo>
                <a:lnTo>
                  <a:pt x="8768" y="10088"/>
                </a:lnTo>
                <a:lnTo>
                  <a:pt x="8217" y="11445"/>
                </a:lnTo>
                <a:lnTo>
                  <a:pt x="7337" y="13719"/>
                </a:lnTo>
                <a:lnTo>
                  <a:pt x="7227" y="13903"/>
                </a:lnTo>
                <a:lnTo>
                  <a:pt x="6970" y="13829"/>
                </a:lnTo>
                <a:lnTo>
                  <a:pt x="6420" y="13683"/>
                </a:lnTo>
                <a:lnTo>
                  <a:pt x="6420" y="13646"/>
                </a:lnTo>
                <a:lnTo>
                  <a:pt x="6493" y="13389"/>
                </a:lnTo>
                <a:lnTo>
                  <a:pt x="6530" y="13096"/>
                </a:lnTo>
                <a:lnTo>
                  <a:pt x="6530" y="12546"/>
                </a:lnTo>
                <a:lnTo>
                  <a:pt x="6603" y="11372"/>
                </a:lnTo>
                <a:lnTo>
                  <a:pt x="6677" y="10125"/>
                </a:lnTo>
                <a:lnTo>
                  <a:pt x="6713" y="9501"/>
                </a:lnTo>
                <a:lnTo>
                  <a:pt x="6677" y="8877"/>
                </a:lnTo>
                <a:lnTo>
                  <a:pt x="6677" y="8804"/>
                </a:lnTo>
                <a:lnTo>
                  <a:pt x="6640" y="8767"/>
                </a:lnTo>
                <a:lnTo>
                  <a:pt x="6530" y="8694"/>
                </a:lnTo>
                <a:lnTo>
                  <a:pt x="6420" y="8731"/>
                </a:lnTo>
                <a:lnTo>
                  <a:pt x="6383" y="8767"/>
                </a:lnTo>
                <a:lnTo>
                  <a:pt x="6347" y="8841"/>
                </a:lnTo>
                <a:lnTo>
                  <a:pt x="6273" y="9391"/>
                </a:lnTo>
                <a:lnTo>
                  <a:pt x="6237" y="9978"/>
                </a:lnTo>
                <a:lnTo>
                  <a:pt x="6200" y="11115"/>
                </a:lnTo>
                <a:lnTo>
                  <a:pt x="6090" y="12289"/>
                </a:lnTo>
                <a:lnTo>
                  <a:pt x="6016" y="12912"/>
                </a:lnTo>
                <a:lnTo>
                  <a:pt x="6016" y="13206"/>
                </a:lnTo>
                <a:lnTo>
                  <a:pt x="6016" y="13536"/>
                </a:lnTo>
                <a:lnTo>
                  <a:pt x="5540" y="13353"/>
                </a:lnTo>
                <a:lnTo>
                  <a:pt x="5099" y="13206"/>
                </a:lnTo>
                <a:lnTo>
                  <a:pt x="4623" y="13132"/>
                </a:lnTo>
                <a:lnTo>
                  <a:pt x="4182" y="13132"/>
                </a:lnTo>
                <a:lnTo>
                  <a:pt x="4329" y="12876"/>
                </a:lnTo>
                <a:lnTo>
                  <a:pt x="4439" y="12619"/>
                </a:lnTo>
                <a:lnTo>
                  <a:pt x="4549" y="12362"/>
                </a:lnTo>
                <a:lnTo>
                  <a:pt x="4623" y="12069"/>
                </a:lnTo>
                <a:lnTo>
                  <a:pt x="4696" y="11482"/>
                </a:lnTo>
                <a:lnTo>
                  <a:pt x="4696" y="10895"/>
                </a:lnTo>
                <a:lnTo>
                  <a:pt x="4623" y="10161"/>
                </a:lnTo>
                <a:lnTo>
                  <a:pt x="4512" y="9428"/>
                </a:lnTo>
                <a:lnTo>
                  <a:pt x="4366" y="8694"/>
                </a:lnTo>
                <a:lnTo>
                  <a:pt x="4219" y="7960"/>
                </a:lnTo>
                <a:lnTo>
                  <a:pt x="4182" y="7594"/>
                </a:lnTo>
                <a:lnTo>
                  <a:pt x="4182" y="7190"/>
                </a:lnTo>
                <a:lnTo>
                  <a:pt x="4182" y="6823"/>
                </a:lnTo>
                <a:lnTo>
                  <a:pt x="4219" y="6456"/>
                </a:lnTo>
                <a:lnTo>
                  <a:pt x="4292" y="6090"/>
                </a:lnTo>
                <a:lnTo>
                  <a:pt x="4439" y="5760"/>
                </a:lnTo>
                <a:lnTo>
                  <a:pt x="4586" y="5429"/>
                </a:lnTo>
                <a:lnTo>
                  <a:pt x="4769" y="5063"/>
                </a:lnTo>
                <a:lnTo>
                  <a:pt x="5026" y="4769"/>
                </a:lnTo>
                <a:lnTo>
                  <a:pt x="5246" y="4476"/>
                </a:lnTo>
                <a:lnTo>
                  <a:pt x="5503" y="4219"/>
                </a:lnTo>
                <a:lnTo>
                  <a:pt x="5796" y="3999"/>
                </a:lnTo>
                <a:lnTo>
                  <a:pt x="6090" y="3779"/>
                </a:lnTo>
                <a:lnTo>
                  <a:pt x="6420" y="3595"/>
                </a:lnTo>
                <a:lnTo>
                  <a:pt x="6787" y="3449"/>
                </a:lnTo>
                <a:lnTo>
                  <a:pt x="7117" y="3339"/>
                </a:lnTo>
                <a:lnTo>
                  <a:pt x="7484" y="3265"/>
                </a:lnTo>
                <a:lnTo>
                  <a:pt x="7814" y="3228"/>
                </a:lnTo>
                <a:lnTo>
                  <a:pt x="8181" y="3192"/>
                </a:lnTo>
                <a:close/>
                <a:moveTo>
                  <a:pt x="3962" y="13426"/>
                </a:moveTo>
                <a:lnTo>
                  <a:pt x="4623" y="13536"/>
                </a:lnTo>
                <a:lnTo>
                  <a:pt x="5246" y="13719"/>
                </a:lnTo>
                <a:lnTo>
                  <a:pt x="5943" y="13939"/>
                </a:lnTo>
                <a:lnTo>
                  <a:pt x="6603" y="14196"/>
                </a:lnTo>
                <a:lnTo>
                  <a:pt x="6860" y="14270"/>
                </a:lnTo>
                <a:lnTo>
                  <a:pt x="7154" y="14306"/>
                </a:lnTo>
                <a:lnTo>
                  <a:pt x="7704" y="14380"/>
                </a:lnTo>
                <a:lnTo>
                  <a:pt x="8217" y="14490"/>
                </a:lnTo>
                <a:lnTo>
                  <a:pt x="8474" y="14563"/>
                </a:lnTo>
                <a:lnTo>
                  <a:pt x="8731" y="14636"/>
                </a:lnTo>
                <a:lnTo>
                  <a:pt x="8768" y="14783"/>
                </a:lnTo>
                <a:lnTo>
                  <a:pt x="8841" y="14857"/>
                </a:lnTo>
                <a:lnTo>
                  <a:pt x="8951" y="14893"/>
                </a:lnTo>
                <a:lnTo>
                  <a:pt x="9061" y="14893"/>
                </a:lnTo>
                <a:lnTo>
                  <a:pt x="9061" y="15003"/>
                </a:lnTo>
                <a:lnTo>
                  <a:pt x="9024" y="15150"/>
                </a:lnTo>
                <a:lnTo>
                  <a:pt x="8914" y="15223"/>
                </a:lnTo>
                <a:lnTo>
                  <a:pt x="8768" y="15333"/>
                </a:lnTo>
                <a:lnTo>
                  <a:pt x="8034" y="15040"/>
                </a:lnTo>
                <a:lnTo>
                  <a:pt x="6383" y="14490"/>
                </a:lnTo>
                <a:lnTo>
                  <a:pt x="5576" y="14270"/>
                </a:lnTo>
                <a:lnTo>
                  <a:pt x="4769" y="14086"/>
                </a:lnTo>
                <a:lnTo>
                  <a:pt x="4292" y="14013"/>
                </a:lnTo>
                <a:lnTo>
                  <a:pt x="4072" y="14013"/>
                </a:lnTo>
                <a:lnTo>
                  <a:pt x="3852" y="14050"/>
                </a:lnTo>
                <a:lnTo>
                  <a:pt x="3742" y="14013"/>
                </a:lnTo>
                <a:lnTo>
                  <a:pt x="3669" y="13939"/>
                </a:lnTo>
                <a:lnTo>
                  <a:pt x="3632" y="13829"/>
                </a:lnTo>
                <a:lnTo>
                  <a:pt x="3632" y="13719"/>
                </a:lnTo>
                <a:lnTo>
                  <a:pt x="3632" y="13609"/>
                </a:lnTo>
                <a:lnTo>
                  <a:pt x="3705" y="13536"/>
                </a:lnTo>
                <a:lnTo>
                  <a:pt x="3816" y="13463"/>
                </a:lnTo>
                <a:lnTo>
                  <a:pt x="3926" y="13426"/>
                </a:lnTo>
                <a:close/>
                <a:moveTo>
                  <a:pt x="4256" y="15737"/>
                </a:moveTo>
                <a:lnTo>
                  <a:pt x="4696" y="15847"/>
                </a:lnTo>
                <a:lnTo>
                  <a:pt x="4476" y="16067"/>
                </a:lnTo>
                <a:lnTo>
                  <a:pt x="4292" y="16287"/>
                </a:lnTo>
                <a:lnTo>
                  <a:pt x="4292" y="16250"/>
                </a:lnTo>
                <a:lnTo>
                  <a:pt x="4256" y="16140"/>
                </a:lnTo>
                <a:lnTo>
                  <a:pt x="4256" y="15994"/>
                </a:lnTo>
                <a:lnTo>
                  <a:pt x="4256" y="15737"/>
                </a:lnTo>
                <a:close/>
                <a:moveTo>
                  <a:pt x="4843" y="15920"/>
                </a:moveTo>
                <a:lnTo>
                  <a:pt x="4989" y="15957"/>
                </a:lnTo>
                <a:lnTo>
                  <a:pt x="5136" y="15994"/>
                </a:lnTo>
                <a:lnTo>
                  <a:pt x="4879" y="16140"/>
                </a:lnTo>
                <a:lnTo>
                  <a:pt x="4623" y="16360"/>
                </a:lnTo>
                <a:lnTo>
                  <a:pt x="4623" y="16360"/>
                </a:lnTo>
                <a:lnTo>
                  <a:pt x="4733" y="16140"/>
                </a:lnTo>
                <a:lnTo>
                  <a:pt x="4843" y="15920"/>
                </a:lnTo>
                <a:close/>
                <a:moveTo>
                  <a:pt x="4146" y="14453"/>
                </a:moveTo>
                <a:lnTo>
                  <a:pt x="4659" y="14490"/>
                </a:lnTo>
                <a:lnTo>
                  <a:pt x="5356" y="14673"/>
                </a:lnTo>
                <a:lnTo>
                  <a:pt x="6053" y="14857"/>
                </a:lnTo>
                <a:lnTo>
                  <a:pt x="7410" y="15333"/>
                </a:lnTo>
                <a:lnTo>
                  <a:pt x="8034" y="15553"/>
                </a:lnTo>
                <a:lnTo>
                  <a:pt x="8401" y="15663"/>
                </a:lnTo>
                <a:lnTo>
                  <a:pt x="8694" y="15774"/>
                </a:lnTo>
                <a:lnTo>
                  <a:pt x="8731" y="15847"/>
                </a:lnTo>
                <a:lnTo>
                  <a:pt x="8768" y="15884"/>
                </a:lnTo>
                <a:lnTo>
                  <a:pt x="8841" y="15957"/>
                </a:lnTo>
                <a:lnTo>
                  <a:pt x="8951" y="15957"/>
                </a:lnTo>
                <a:lnTo>
                  <a:pt x="8914" y="16067"/>
                </a:lnTo>
                <a:lnTo>
                  <a:pt x="8841" y="16214"/>
                </a:lnTo>
                <a:lnTo>
                  <a:pt x="8694" y="16397"/>
                </a:lnTo>
                <a:lnTo>
                  <a:pt x="8547" y="16507"/>
                </a:lnTo>
                <a:lnTo>
                  <a:pt x="8401" y="16581"/>
                </a:lnTo>
                <a:lnTo>
                  <a:pt x="7227" y="16140"/>
                </a:lnTo>
                <a:lnTo>
                  <a:pt x="6016" y="15774"/>
                </a:lnTo>
                <a:lnTo>
                  <a:pt x="4733" y="15370"/>
                </a:lnTo>
                <a:lnTo>
                  <a:pt x="4072" y="15223"/>
                </a:lnTo>
                <a:lnTo>
                  <a:pt x="3449" y="15113"/>
                </a:lnTo>
                <a:lnTo>
                  <a:pt x="3449" y="15040"/>
                </a:lnTo>
                <a:lnTo>
                  <a:pt x="3449" y="14857"/>
                </a:lnTo>
                <a:lnTo>
                  <a:pt x="3522" y="14673"/>
                </a:lnTo>
                <a:lnTo>
                  <a:pt x="3632" y="14563"/>
                </a:lnTo>
                <a:lnTo>
                  <a:pt x="3705" y="14490"/>
                </a:lnTo>
                <a:lnTo>
                  <a:pt x="3926" y="14490"/>
                </a:lnTo>
                <a:lnTo>
                  <a:pt x="3962" y="14526"/>
                </a:lnTo>
                <a:lnTo>
                  <a:pt x="3999" y="14526"/>
                </a:lnTo>
                <a:lnTo>
                  <a:pt x="4036" y="14490"/>
                </a:lnTo>
                <a:lnTo>
                  <a:pt x="4146" y="14453"/>
                </a:lnTo>
                <a:close/>
                <a:moveTo>
                  <a:pt x="5503" y="16067"/>
                </a:moveTo>
                <a:lnTo>
                  <a:pt x="5723" y="16140"/>
                </a:lnTo>
                <a:lnTo>
                  <a:pt x="5503" y="16287"/>
                </a:lnTo>
                <a:lnTo>
                  <a:pt x="5246" y="16434"/>
                </a:lnTo>
                <a:lnTo>
                  <a:pt x="5026" y="16617"/>
                </a:lnTo>
                <a:lnTo>
                  <a:pt x="4843" y="16837"/>
                </a:lnTo>
                <a:lnTo>
                  <a:pt x="4659" y="16764"/>
                </a:lnTo>
                <a:lnTo>
                  <a:pt x="4733" y="16691"/>
                </a:lnTo>
                <a:lnTo>
                  <a:pt x="5503" y="16067"/>
                </a:lnTo>
                <a:close/>
                <a:moveTo>
                  <a:pt x="5980" y="16214"/>
                </a:moveTo>
                <a:lnTo>
                  <a:pt x="6200" y="16287"/>
                </a:lnTo>
                <a:lnTo>
                  <a:pt x="6200" y="16324"/>
                </a:lnTo>
                <a:lnTo>
                  <a:pt x="5943" y="16434"/>
                </a:lnTo>
                <a:lnTo>
                  <a:pt x="5723" y="16581"/>
                </a:lnTo>
                <a:lnTo>
                  <a:pt x="5540" y="16727"/>
                </a:lnTo>
                <a:lnTo>
                  <a:pt x="5393" y="16947"/>
                </a:lnTo>
                <a:lnTo>
                  <a:pt x="5246" y="16911"/>
                </a:lnTo>
                <a:lnTo>
                  <a:pt x="5613" y="16544"/>
                </a:lnTo>
                <a:lnTo>
                  <a:pt x="5980" y="16214"/>
                </a:lnTo>
                <a:close/>
                <a:moveTo>
                  <a:pt x="6383" y="16360"/>
                </a:moveTo>
                <a:lnTo>
                  <a:pt x="6897" y="16544"/>
                </a:lnTo>
                <a:lnTo>
                  <a:pt x="6420" y="16801"/>
                </a:lnTo>
                <a:lnTo>
                  <a:pt x="6200" y="16947"/>
                </a:lnTo>
                <a:lnTo>
                  <a:pt x="5980" y="17131"/>
                </a:lnTo>
                <a:lnTo>
                  <a:pt x="5796" y="17057"/>
                </a:lnTo>
                <a:lnTo>
                  <a:pt x="5833" y="16984"/>
                </a:lnTo>
                <a:lnTo>
                  <a:pt x="5833" y="16911"/>
                </a:lnTo>
                <a:lnTo>
                  <a:pt x="5833" y="16874"/>
                </a:lnTo>
                <a:lnTo>
                  <a:pt x="6090" y="16617"/>
                </a:lnTo>
                <a:lnTo>
                  <a:pt x="6383" y="16397"/>
                </a:lnTo>
                <a:lnTo>
                  <a:pt x="6383" y="16360"/>
                </a:lnTo>
                <a:close/>
                <a:moveTo>
                  <a:pt x="7080" y="16581"/>
                </a:moveTo>
                <a:lnTo>
                  <a:pt x="7410" y="16691"/>
                </a:lnTo>
                <a:lnTo>
                  <a:pt x="7154" y="16911"/>
                </a:lnTo>
                <a:lnTo>
                  <a:pt x="6787" y="17314"/>
                </a:lnTo>
                <a:lnTo>
                  <a:pt x="6457" y="17241"/>
                </a:lnTo>
                <a:lnTo>
                  <a:pt x="6493" y="17167"/>
                </a:lnTo>
                <a:lnTo>
                  <a:pt x="6457" y="17131"/>
                </a:lnTo>
                <a:lnTo>
                  <a:pt x="6750" y="16837"/>
                </a:lnTo>
                <a:lnTo>
                  <a:pt x="7080" y="16581"/>
                </a:lnTo>
                <a:close/>
                <a:moveTo>
                  <a:pt x="8034" y="2678"/>
                </a:moveTo>
                <a:lnTo>
                  <a:pt x="7704" y="2715"/>
                </a:lnTo>
                <a:lnTo>
                  <a:pt x="7374" y="2752"/>
                </a:lnTo>
                <a:lnTo>
                  <a:pt x="7044" y="2825"/>
                </a:lnTo>
                <a:lnTo>
                  <a:pt x="6750" y="2898"/>
                </a:lnTo>
                <a:lnTo>
                  <a:pt x="6420" y="3008"/>
                </a:lnTo>
                <a:lnTo>
                  <a:pt x="6126" y="3155"/>
                </a:lnTo>
                <a:lnTo>
                  <a:pt x="5833" y="3302"/>
                </a:lnTo>
                <a:lnTo>
                  <a:pt x="5576" y="3522"/>
                </a:lnTo>
                <a:lnTo>
                  <a:pt x="5026" y="3962"/>
                </a:lnTo>
                <a:lnTo>
                  <a:pt x="4806" y="4219"/>
                </a:lnTo>
                <a:lnTo>
                  <a:pt x="4586" y="4512"/>
                </a:lnTo>
                <a:lnTo>
                  <a:pt x="4366" y="4769"/>
                </a:lnTo>
                <a:lnTo>
                  <a:pt x="4182" y="5099"/>
                </a:lnTo>
                <a:lnTo>
                  <a:pt x="3999" y="5393"/>
                </a:lnTo>
                <a:lnTo>
                  <a:pt x="3852" y="5723"/>
                </a:lnTo>
                <a:lnTo>
                  <a:pt x="3742" y="6163"/>
                </a:lnTo>
                <a:lnTo>
                  <a:pt x="3669" y="6603"/>
                </a:lnTo>
                <a:lnTo>
                  <a:pt x="3632" y="7043"/>
                </a:lnTo>
                <a:lnTo>
                  <a:pt x="3632" y="7520"/>
                </a:lnTo>
                <a:lnTo>
                  <a:pt x="3705" y="7960"/>
                </a:lnTo>
                <a:lnTo>
                  <a:pt x="3779" y="8437"/>
                </a:lnTo>
                <a:lnTo>
                  <a:pt x="3962" y="9318"/>
                </a:lnTo>
                <a:lnTo>
                  <a:pt x="4109" y="10308"/>
                </a:lnTo>
                <a:lnTo>
                  <a:pt x="4182" y="10785"/>
                </a:lnTo>
                <a:lnTo>
                  <a:pt x="4219" y="11262"/>
                </a:lnTo>
                <a:lnTo>
                  <a:pt x="4182" y="11739"/>
                </a:lnTo>
                <a:lnTo>
                  <a:pt x="4109" y="12215"/>
                </a:lnTo>
                <a:lnTo>
                  <a:pt x="3999" y="12619"/>
                </a:lnTo>
                <a:lnTo>
                  <a:pt x="3816" y="13059"/>
                </a:lnTo>
                <a:lnTo>
                  <a:pt x="3595" y="13132"/>
                </a:lnTo>
                <a:lnTo>
                  <a:pt x="3449" y="13279"/>
                </a:lnTo>
                <a:lnTo>
                  <a:pt x="3302" y="13426"/>
                </a:lnTo>
                <a:lnTo>
                  <a:pt x="3229" y="13646"/>
                </a:lnTo>
                <a:lnTo>
                  <a:pt x="3229" y="13829"/>
                </a:lnTo>
                <a:lnTo>
                  <a:pt x="3265" y="13976"/>
                </a:lnTo>
                <a:lnTo>
                  <a:pt x="3339" y="14160"/>
                </a:lnTo>
                <a:lnTo>
                  <a:pt x="3412" y="14270"/>
                </a:lnTo>
                <a:lnTo>
                  <a:pt x="3339" y="14343"/>
                </a:lnTo>
                <a:lnTo>
                  <a:pt x="3265" y="14416"/>
                </a:lnTo>
                <a:lnTo>
                  <a:pt x="3192" y="14526"/>
                </a:lnTo>
                <a:lnTo>
                  <a:pt x="3119" y="14673"/>
                </a:lnTo>
                <a:lnTo>
                  <a:pt x="3082" y="14857"/>
                </a:lnTo>
                <a:lnTo>
                  <a:pt x="3045" y="15040"/>
                </a:lnTo>
                <a:lnTo>
                  <a:pt x="3045" y="15187"/>
                </a:lnTo>
                <a:lnTo>
                  <a:pt x="3082" y="15370"/>
                </a:lnTo>
                <a:lnTo>
                  <a:pt x="3192" y="15480"/>
                </a:lnTo>
                <a:lnTo>
                  <a:pt x="3302" y="15590"/>
                </a:lnTo>
                <a:lnTo>
                  <a:pt x="3412" y="15627"/>
                </a:lnTo>
                <a:lnTo>
                  <a:pt x="3485" y="15590"/>
                </a:lnTo>
                <a:lnTo>
                  <a:pt x="3522" y="15553"/>
                </a:lnTo>
                <a:lnTo>
                  <a:pt x="3559" y="15553"/>
                </a:lnTo>
                <a:lnTo>
                  <a:pt x="4072" y="15700"/>
                </a:lnTo>
                <a:lnTo>
                  <a:pt x="3999" y="15810"/>
                </a:lnTo>
                <a:lnTo>
                  <a:pt x="3926" y="15957"/>
                </a:lnTo>
                <a:lnTo>
                  <a:pt x="3926" y="16140"/>
                </a:lnTo>
                <a:lnTo>
                  <a:pt x="3926" y="16324"/>
                </a:lnTo>
                <a:lnTo>
                  <a:pt x="3999" y="16507"/>
                </a:lnTo>
                <a:lnTo>
                  <a:pt x="4072" y="16654"/>
                </a:lnTo>
                <a:lnTo>
                  <a:pt x="4146" y="16801"/>
                </a:lnTo>
                <a:lnTo>
                  <a:pt x="4292" y="16874"/>
                </a:lnTo>
                <a:lnTo>
                  <a:pt x="4256" y="16947"/>
                </a:lnTo>
                <a:lnTo>
                  <a:pt x="4292" y="17021"/>
                </a:lnTo>
                <a:lnTo>
                  <a:pt x="4329" y="17057"/>
                </a:lnTo>
                <a:lnTo>
                  <a:pt x="4402" y="17094"/>
                </a:lnTo>
                <a:lnTo>
                  <a:pt x="4586" y="17167"/>
                </a:lnTo>
                <a:lnTo>
                  <a:pt x="4806" y="17277"/>
                </a:lnTo>
                <a:lnTo>
                  <a:pt x="5283" y="17388"/>
                </a:lnTo>
                <a:lnTo>
                  <a:pt x="5393" y="17424"/>
                </a:lnTo>
                <a:lnTo>
                  <a:pt x="5576" y="17461"/>
                </a:lnTo>
                <a:lnTo>
                  <a:pt x="6310" y="17681"/>
                </a:lnTo>
                <a:lnTo>
                  <a:pt x="6677" y="17754"/>
                </a:lnTo>
                <a:lnTo>
                  <a:pt x="6860" y="17791"/>
                </a:lnTo>
                <a:lnTo>
                  <a:pt x="7044" y="17754"/>
                </a:lnTo>
                <a:lnTo>
                  <a:pt x="7117" y="17718"/>
                </a:lnTo>
                <a:lnTo>
                  <a:pt x="7154" y="17681"/>
                </a:lnTo>
                <a:lnTo>
                  <a:pt x="7154" y="17608"/>
                </a:lnTo>
                <a:lnTo>
                  <a:pt x="7117" y="17534"/>
                </a:lnTo>
                <a:lnTo>
                  <a:pt x="7447" y="17204"/>
                </a:lnTo>
                <a:lnTo>
                  <a:pt x="7594" y="17021"/>
                </a:lnTo>
                <a:lnTo>
                  <a:pt x="7740" y="16837"/>
                </a:lnTo>
                <a:lnTo>
                  <a:pt x="8327" y="17021"/>
                </a:lnTo>
                <a:lnTo>
                  <a:pt x="8437" y="17021"/>
                </a:lnTo>
                <a:lnTo>
                  <a:pt x="8547" y="16984"/>
                </a:lnTo>
                <a:lnTo>
                  <a:pt x="8731" y="16911"/>
                </a:lnTo>
                <a:lnTo>
                  <a:pt x="8914" y="16764"/>
                </a:lnTo>
                <a:lnTo>
                  <a:pt x="9098" y="16581"/>
                </a:lnTo>
                <a:lnTo>
                  <a:pt x="9208" y="16360"/>
                </a:lnTo>
                <a:lnTo>
                  <a:pt x="9281" y="16140"/>
                </a:lnTo>
                <a:lnTo>
                  <a:pt x="9318" y="15884"/>
                </a:lnTo>
                <a:lnTo>
                  <a:pt x="9281" y="15700"/>
                </a:lnTo>
                <a:lnTo>
                  <a:pt x="9208" y="15590"/>
                </a:lnTo>
                <a:lnTo>
                  <a:pt x="9171" y="15517"/>
                </a:lnTo>
                <a:lnTo>
                  <a:pt x="9244" y="15407"/>
                </a:lnTo>
                <a:lnTo>
                  <a:pt x="9354" y="15260"/>
                </a:lnTo>
                <a:lnTo>
                  <a:pt x="9391" y="15113"/>
                </a:lnTo>
                <a:lnTo>
                  <a:pt x="9428" y="15003"/>
                </a:lnTo>
                <a:lnTo>
                  <a:pt x="9501" y="14930"/>
                </a:lnTo>
                <a:lnTo>
                  <a:pt x="9575" y="14857"/>
                </a:lnTo>
                <a:lnTo>
                  <a:pt x="9575" y="14783"/>
                </a:lnTo>
                <a:lnTo>
                  <a:pt x="9538" y="14673"/>
                </a:lnTo>
                <a:lnTo>
                  <a:pt x="9391" y="14526"/>
                </a:lnTo>
                <a:lnTo>
                  <a:pt x="9244" y="14380"/>
                </a:lnTo>
                <a:lnTo>
                  <a:pt x="9244" y="14050"/>
                </a:lnTo>
                <a:lnTo>
                  <a:pt x="9318" y="13683"/>
                </a:lnTo>
                <a:lnTo>
                  <a:pt x="9428" y="13353"/>
                </a:lnTo>
                <a:lnTo>
                  <a:pt x="9538" y="13059"/>
                </a:lnTo>
                <a:lnTo>
                  <a:pt x="9721" y="12766"/>
                </a:lnTo>
                <a:lnTo>
                  <a:pt x="9905" y="12472"/>
                </a:lnTo>
                <a:lnTo>
                  <a:pt x="10308" y="11885"/>
                </a:lnTo>
                <a:lnTo>
                  <a:pt x="10785" y="11335"/>
                </a:lnTo>
                <a:lnTo>
                  <a:pt x="11299" y="10822"/>
                </a:lnTo>
                <a:lnTo>
                  <a:pt x="11775" y="10308"/>
                </a:lnTo>
                <a:lnTo>
                  <a:pt x="12179" y="9758"/>
                </a:lnTo>
                <a:lnTo>
                  <a:pt x="12362" y="9501"/>
                </a:lnTo>
                <a:lnTo>
                  <a:pt x="12546" y="9208"/>
                </a:lnTo>
                <a:lnTo>
                  <a:pt x="12656" y="8951"/>
                </a:lnTo>
                <a:lnTo>
                  <a:pt x="12803" y="8657"/>
                </a:lnTo>
                <a:lnTo>
                  <a:pt x="12876" y="8364"/>
                </a:lnTo>
                <a:lnTo>
                  <a:pt x="12949" y="8034"/>
                </a:lnTo>
                <a:lnTo>
                  <a:pt x="12986" y="7740"/>
                </a:lnTo>
                <a:lnTo>
                  <a:pt x="13023" y="7447"/>
                </a:lnTo>
                <a:lnTo>
                  <a:pt x="13023" y="6823"/>
                </a:lnTo>
                <a:lnTo>
                  <a:pt x="12913" y="6236"/>
                </a:lnTo>
                <a:lnTo>
                  <a:pt x="12729" y="5613"/>
                </a:lnTo>
                <a:lnTo>
                  <a:pt x="12436" y="5026"/>
                </a:lnTo>
                <a:lnTo>
                  <a:pt x="12252" y="4769"/>
                </a:lnTo>
                <a:lnTo>
                  <a:pt x="12069" y="4476"/>
                </a:lnTo>
                <a:lnTo>
                  <a:pt x="11849" y="4256"/>
                </a:lnTo>
                <a:lnTo>
                  <a:pt x="11629" y="3999"/>
                </a:lnTo>
                <a:lnTo>
                  <a:pt x="11372" y="3815"/>
                </a:lnTo>
                <a:lnTo>
                  <a:pt x="11115" y="3595"/>
                </a:lnTo>
                <a:lnTo>
                  <a:pt x="10565" y="3265"/>
                </a:lnTo>
                <a:lnTo>
                  <a:pt x="9978" y="3008"/>
                </a:lnTo>
                <a:lnTo>
                  <a:pt x="9354" y="2825"/>
                </a:lnTo>
                <a:lnTo>
                  <a:pt x="8694" y="2715"/>
                </a:lnTo>
                <a:lnTo>
                  <a:pt x="8034" y="267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4C2F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35" name="Google Shape;1635;p65"/>
          <p:cNvSpPr/>
          <p:nvPr/>
        </p:nvSpPr>
        <p:spPr>
          <a:xfrm flipH="1" rot="10800000">
            <a:off x="7996367" y="4770034"/>
            <a:ext cx="101246" cy="115273"/>
          </a:xfrm>
          <a:custGeom>
            <a:rect b="b" l="l" r="r" t="t"/>
            <a:pathLst>
              <a:path extrusionOk="0" h="17792" w="15627">
                <a:moveTo>
                  <a:pt x="10528" y="1"/>
                </a:moveTo>
                <a:lnTo>
                  <a:pt x="10455" y="37"/>
                </a:lnTo>
                <a:lnTo>
                  <a:pt x="10308" y="221"/>
                </a:lnTo>
                <a:lnTo>
                  <a:pt x="10198" y="441"/>
                </a:lnTo>
                <a:lnTo>
                  <a:pt x="10015" y="881"/>
                </a:lnTo>
                <a:lnTo>
                  <a:pt x="9831" y="1468"/>
                </a:lnTo>
                <a:lnTo>
                  <a:pt x="9685" y="2091"/>
                </a:lnTo>
                <a:lnTo>
                  <a:pt x="9685" y="2201"/>
                </a:lnTo>
                <a:lnTo>
                  <a:pt x="9721" y="2311"/>
                </a:lnTo>
                <a:lnTo>
                  <a:pt x="9795" y="2348"/>
                </a:lnTo>
                <a:lnTo>
                  <a:pt x="9868" y="2385"/>
                </a:lnTo>
                <a:lnTo>
                  <a:pt x="9941" y="2421"/>
                </a:lnTo>
                <a:lnTo>
                  <a:pt x="10051" y="2385"/>
                </a:lnTo>
                <a:lnTo>
                  <a:pt x="10125" y="2311"/>
                </a:lnTo>
                <a:lnTo>
                  <a:pt x="10198" y="2238"/>
                </a:lnTo>
                <a:lnTo>
                  <a:pt x="10235" y="2055"/>
                </a:lnTo>
                <a:lnTo>
                  <a:pt x="10235" y="2018"/>
                </a:lnTo>
                <a:lnTo>
                  <a:pt x="10235" y="1981"/>
                </a:lnTo>
                <a:lnTo>
                  <a:pt x="10455" y="1138"/>
                </a:lnTo>
                <a:lnTo>
                  <a:pt x="10638" y="624"/>
                </a:lnTo>
                <a:lnTo>
                  <a:pt x="10675" y="367"/>
                </a:lnTo>
                <a:lnTo>
                  <a:pt x="10712" y="111"/>
                </a:lnTo>
                <a:lnTo>
                  <a:pt x="10675" y="37"/>
                </a:lnTo>
                <a:lnTo>
                  <a:pt x="10602" y="1"/>
                </a:lnTo>
                <a:close/>
                <a:moveTo>
                  <a:pt x="3559" y="1028"/>
                </a:moveTo>
                <a:lnTo>
                  <a:pt x="3522" y="1064"/>
                </a:lnTo>
                <a:lnTo>
                  <a:pt x="3485" y="1101"/>
                </a:lnTo>
                <a:lnTo>
                  <a:pt x="3485" y="1138"/>
                </a:lnTo>
                <a:lnTo>
                  <a:pt x="3559" y="1321"/>
                </a:lnTo>
                <a:lnTo>
                  <a:pt x="3669" y="1468"/>
                </a:lnTo>
                <a:lnTo>
                  <a:pt x="3889" y="1761"/>
                </a:lnTo>
                <a:lnTo>
                  <a:pt x="4109" y="2055"/>
                </a:lnTo>
                <a:lnTo>
                  <a:pt x="4366" y="2348"/>
                </a:lnTo>
                <a:lnTo>
                  <a:pt x="4476" y="2605"/>
                </a:lnTo>
                <a:lnTo>
                  <a:pt x="4586" y="2862"/>
                </a:lnTo>
                <a:lnTo>
                  <a:pt x="4696" y="2972"/>
                </a:lnTo>
                <a:lnTo>
                  <a:pt x="4769" y="3045"/>
                </a:lnTo>
                <a:lnTo>
                  <a:pt x="4916" y="3082"/>
                </a:lnTo>
                <a:lnTo>
                  <a:pt x="5063" y="3082"/>
                </a:lnTo>
                <a:lnTo>
                  <a:pt x="5136" y="3045"/>
                </a:lnTo>
                <a:lnTo>
                  <a:pt x="5209" y="3008"/>
                </a:lnTo>
                <a:lnTo>
                  <a:pt x="5246" y="2935"/>
                </a:lnTo>
                <a:lnTo>
                  <a:pt x="5246" y="2862"/>
                </a:lnTo>
                <a:lnTo>
                  <a:pt x="5209" y="2715"/>
                </a:lnTo>
                <a:lnTo>
                  <a:pt x="5173" y="2642"/>
                </a:lnTo>
                <a:lnTo>
                  <a:pt x="5099" y="2605"/>
                </a:lnTo>
                <a:lnTo>
                  <a:pt x="4989" y="2605"/>
                </a:lnTo>
                <a:lnTo>
                  <a:pt x="4989" y="2568"/>
                </a:lnTo>
                <a:lnTo>
                  <a:pt x="4989" y="2495"/>
                </a:lnTo>
                <a:lnTo>
                  <a:pt x="4953" y="2385"/>
                </a:lnTo>
                <a:lnTo>
                  <a:pt x="4806" y="2128"/>
                </a:lnTo>
                <a:lnTo>
                  <a:pt x="4623" y="1871"/>
                </a:lnTo>
                <a:lnTo>
                  <a:pt x="4402" y="1615"/>
                </a:lnTo>
                <a:lnTo>
                  <a:pt x="4146" y="1394"/>
                </a:lnTo>
                <a:lnTo>
                  <a:pt x="3889" y="1174"/>
                </a:lnTo>
                <a:lnTo>
                  <a:pt x="3595" y="1028"/>
                </a:lnTo>
                <a:close/>
                <a:moveTo>
                  <a:pt x="15334" y="3999"/>
                </a:moveTo>
                <a:lnTo>
                  <a:pt x="15260" y="4035"/>
                </a:lnTo>
                <a:lnTo>
                  <a:pt x="15187" y="4109"/>
                </a:lnTo>
                <a:lnTo>
                  <a:pt x="15077" y="4182"/>
                </a:lnTo>
                <a:lnTo>
                  <a:pt x="14967" y="4256"/>
                </a:lnTo>
                <a:lnTo>
                  <a:pt x="14820" y="4329"/>
                </a:lnTo>
                <a:lnTo>
                  <a:pt x="14673" y="4329"/>
                </a:lnTo>
                <a:lnTo>
                  <a:pt x="14527" y="4402"/>
                </a:lnTo>
                <a:lnTo>
                  <a:pt x="14490" y="4439"/>
                </a:lnTo>
                <a:lnTo>
                  <a:pt x="14453" y="4549"/>
                </a:lnTo>
                <a:lnTo>
                  <a:pt x="14417" y="4586"/>
                </a:lnTo>
                <a:lnTo>
                  <a:pt x="14380" y="4622"/>
                </a:lnTo>
                <a:lnTo>
                  <a:pt x="14233" y="4732"/>
                </a:lnTo>
                <a:lnTo>
                  <a:pt x="13940" y="4842"/>
                </a:lnTo>
                <a:lnTo>
                  <a:pt x="13720" y="4989"/>
                </a:lnTo>
                <a:lnTo>
                  <a:pt x="13536" y="5173"/>
                </a:lnTo>
                <a:lnTo>
                  <a:pt x="13499" y="5246"/>
                </a:lnTo>
                <a:lnTo>
                  <a:pt x="13499" y="5319"/>
                </a:lnTo>
                <a:lnTo>
                  <a:pt x="13573" y="5356"/>
                </a:lnTo>
                <a:lnTo>
                  <a:pt x="13830" y="5356"/>
                </a:lnTo>
                <a:lnTo>
                  <a:pt x="14013" y="5319"/>
                </a:lnTo>
                <a:lnTo>
                  <a:pt x="14380" y="5173"/>
                </a:lnTo>
                <a:lnTo>
                  <a:pt x="14673" y="5026"/>
                </a:lnTo>
                <a:lnTo>
                  <a:pt x="14783" y="4953"/>
                </a:lnTo>
                <a:lnTo>
                  <a:pt x="14857" y="4806"/>
                </a:lnTo>
                <a:lnTo>
                  <a:pt x="15077" y="4769"/>
                </a:lnTo>
                <a:lnTo>
                  <a:pt x="15260" y="4659"/>
                </a:lnTo>
                <a:lnTo>
                  <a:pt x="15370" y="4696"/>
                </a:lnTo>
                <a:lnTo>
                  <a:pt x="15444" y="4696"/>
                </a:lnTo>
                <a:lnTo>
                  <a:pt x="15554" y="4622"/>
                </a:lnTo>
                <a:lnTo>
                  <a:pt x="15627" y="4549"/>
                </a:lnTo>
                <a:lnTo>
                  <a:pt x="15627" y="4476"/>
                </a:lnTo>
                <a:lnTo>
                  <a:pt x="15590" y="4366"/>
                </a:lnTo>
                <a:lnTo>
                  <a:pt x="15627" y="4329"/>
                </a:lnTo>
                <a:lnTo>
                  <a:pt x="15627" y="4256"/>
                </a:lnTo>
                <a:lnTo>
                  <a:pt x="15590" y="4182"/>
                </a:lnTo>
                <a:lnTo>
                  <a:pt x="15554" y="4109"/>
                </a:lnTo>
                <a:lnTo>
                  <a:pt x="15480" y="4035"/>
                </a:lnTo>
                <a:lnTo>
                  <a:pt x="15407" y="4035"/>
                </a:lnTo>
                <a:lnTo>
                  <a:pt x="15334" y="3999"/>
                </a:lnTo>
                <a:close/>
                <a:moveTo>
                  <a:pt x="2238" y="7447"/>
                </a:moveTo>
                <a:lnTo>
                  <a:pt x="2128" y="7484"/>
                </a:lnTo>
                <a:lnTo>
                  <a:pt x="1064" y="7960"/>
                </a:lnTo>
                <a:lnTo>
                  <a:pt x="477" y="8217"/>
                </a:lnTo>
                <a:lnTo>
                  <a:pt x="257" y="8364"/>
                </a:lnTo>
                <a:lnTo>
                  <a:pt x="147" y="8474"/>
                </a:lnTo>
                <a:lnTo>
                  <a:pt x="111" y="8437"/>
                </a:lnTo>
                <a:lnTo>
                  <a:pt x="74" y="8437"/>
                </a:lnTo>
                <a:lnTo>
                  <a:pt x="1" y="8511"/>
                </a:lnTo>
                <a:lnTo>
                  <a:pt x="1" y="8584"/>
                </a:lnTo>
                <a:lnTo>
                  <a:pt x="37" y="8621"/>
                </a:lnTo>
                <a:lnTo>
                  <a:pt x="111" y="8694"/>
                </a:lnTo>
                <a:lnTo>
                  <a:pt x="221" y="8731"/>
                </a:lnTo>
                <a:lnTo>
                  <a:pt x="367" y="8694"/>
                </a:lnTo>
                <a:lnTo>
                  <a:pt x="514" y="8657"/>
                </a:lnTo>
                <a:lnTo>
                  <a:pt x="808" y="8547"/>
                </a:lnTo>
                <a:lnTo>
                  <a:pt x="1028" y="8474"/>
                </a:lnTo>
                <a:lnTo>
                  <a:pt x="2385" y="7887"/>
                </a:lnTo>
                <a:lnTo>
                  <a:pt x="2458" y="7850"/>
                </a:lnTo>
                <a:lnTo>
                  <a:pt x="2532" y="7777"/>
                </a:lnTo>
                <a:lnTo>
                  <a:pt x="2532" y="7667"/>
                </a:lnTo>
                <a:lnTo>
                  <a:pt x="2495" y="7594"/>
                </a:lnTo>
                <a:lnTo>
                  <a:pt x="2422" y="7520"/>
                </a:lnTo>
                <a:lnTo>
                  <a:pt x="2348" y="7484"/>
                </a:lnTo>
                <a:lnTo>
                  <a:pt x="2238" y="7447"/>
                </a:lnTo>
                <a:close/>
                <a:moveTo>
                  <a:pt x="6677" y="7814"/>
                </a:moveTo>
                <a:lnTo>
                  <a:pt x="6603" y="7887"/>
                </a:lnTo>
                <a:lnTo>
                  <a:pt x="6603" y="7960"/>
                </a:lnTo>
                <a:lnTo>
                  <a:pt x="6603" y="8070"/>
                </a:lnTo>
                <a:lnTo>
                  <a:pt x="6933" y="8474"/>
                </a:lnTo>
                <a:lnTo>
                  <a:pt x="7044" y="8694"/>
                </a:lnTo>
                <a:lnTo>
                  <a:pt x="7154" y="8914"/>
                </a:lnTo>
                <a:lnTo>
                  <a:pt x="7227" y="8951"/>
                </a:lnTo>
                <a:lnTo>
                  <a:pt x="7264" y="8987"/>
                </a:lnTo>
                <a:lnTo>
                  <a:pt x="7410" y="8987"/>
                </a:lnTo>
                <a:lnTo>
                  <a:pt x="7594" y="8877"/>
                </a:lnTo>
                <a:lnTo>
                  <a:pt x="7777" y="8767"/>
                </a:lnTo>
                <a:lnTo>
                  <a:pt x="7924" y="8621"/>
                </a:lnTo>
                <a:lnTo>
                  <a:pt x="7924" y="8657"/>
                </a:lnTo>
                <a:lnTo>
                  <a:pt x="7997" y="8767"/>
                </a:lnTo>
                <a:lnTo>
                  <a:pt x="8071" y="8877"/>
                </a:lnTo>
                <a:lnTo>
                  <a:pt x="8181" y="8951"/>
                </a:lnTo>
                <a:lnTo>
                  <a:pt x="8327" y="9024"/>
                </a:lnTo>
                <a:lnTo>
                  <a:pt x="8584" y="9061"/>
                </a:lnTo>
                <a:lnTo>
                  <a:pt x="8768" y="9061"/>
                </a:lnTo>
                <a:lnTo>
                  <a:pt x="8951" y="8987"/>
                </a:lnTo>
                <a:lnTo>
                  <a:pt x="9281" y="8841"/>
                </a:lnTo>
                <a:lnTo>
                  <a:pt x="9611" y="8657"/>
                </a:lnTo>
                <a:lnTo>
                  <a:pt x="9721" y="8547"/>
                </a:lnTo>
                <a:lnTo>
                  <a:pt x="9758" y="8474"/>
                </a:lnTo>
                <a:lnTo>
                  <a:pt x="9758" y="8364"/>
                </a:lnTo>
                <a:lnTo>
                  <a:pt x="9685" y="8254"/>
                </a:lnTo>
                <a:lnTo>
                  <a:pt x="9648" y="8217"/>
                </a:lnTo>
                <a:lnTo>
                  <a:pt x="9464" y="8217"/>
                </a:lnTo>
                <a:lnTo>
                  <a:pt x="9428" y="8291"/>
                </a:lnTo>
                <a:lnTo>
                  <a:pt x="9244" y="8437"/>
                </a:lnTo>
                <a:lnTo>
                  <a:pt x="8988" y="8547"/>
                </a:lnTo>
                <a:lnTo>
                  <a:pt x="8768" y="8621"/>
                </a:lnTo>
                <a:lnTo>
                  <a:pt x="8584" y="8657"/>
                </a:lnTo>
                <a:lnTo>
                  <a:pt x="8474" y="8657"/>
                </a:lnTo>
                <a:lnTo>
                  <a:pt x="8401" y="8621"/>
                </a:lnTo>
                <a:lnTo>
                  <a:pt x="8364" y="8584"/>
                </a:lnTo>
                <a:lnTo>
                  <a:pt x="8327" y="8547"/>
                </a:lnTo>
                <a:lnTo>
                  <a:pt x="8254" y="8254"/>
                </a:lnTo>
                <a:lnTo>
                  <a:pt x="8181" y="8144"/>
                </a:lnTo>
                <a:lnTo>
                  <a:pt x="8071" y="8107"/>
                </a:lnTo>
                <a:lnTo>
                  <a:pt x="7961" y="8107"/>
                </a:lnTo>
                <a:lnTo>
                  <a:pt x="7887" y="8144"/>
                </a:lnTo>
                <a:lnTo>
                  <a:pt x="7740" y="8254"/>
                </a:lnTo>
                <a:lnTo>
                  <a:pt x="7630" y="8401"/>
                </a:lnTo>
                <a:lnTo>
                  <a:pt x="7410" y="8547"/>
                </a:lnTo>
                <a:lnTo>
                  <a:pt x="7264" y="8364"/>
                </a:lnTo>
                <a:lnTo>
                  <a:pt x="7117" y="8180"/>
                </a:lnTo>
                <a:lnTo>
                  <a:pt x="6970" y="7997"/>
                </a:lnTo>
                <a:lnTo>
                  <a:pt x="6787" y="7850"/>
                </a:lnTo>
                <a:lnTo>
                  <a:pt x="6713" y="7814"/>
                </a:lnTo>
                <a:close/>
                <a:moveTo>
                  <a:pt x="12876" y="11005"/>
                </a:moveTo>
                <a:lnTo>
                  <a:pt x="12803" y="11042"/>
                </a:lnTo>
                <a:lnTo>
                  <a:pt x="12766" y="11078"/>
                </a:lnTo>
                <a:lnTo>
                  <a:pt x="12766" y="11152"/>
                </a:lnTo>
                <a:lnTo>
                  <a:pt x="12729" y="11225"/>
                </a:lnTo>
                <a:lnTo>
                  <a:pt x="12766" y="11298"/>
                </a:lnTo>
                <a:lnTo>
                  <a:pt x="12986" y="11702"/>
                </a:lnTo>
                <a:lnTo>
                  <a:pt x="13279" y="12069"/>
                </a:lnTo>
                <a:lnTo>
                  <a:pt x="13499" y="12399"/>
                </a:lnTo>
                <a:lnTo>
                  <a:pt x="13646" y="12509"/>
                </a:lnTo>
                <a:lnTo>
                  <a:pt x="13830" y="12619"/>
                </a:lnTo>
                <a:lnTo>
                  <a:pt x="13976" y="12619"/>
                </a:lnTo>
                <a:lnTo>
                  <a:pt x="14013" y="12582"/>
                </a:lnTo>
                <a:lnTo>
                  <a:pt x="14086" y="12546"/>
                </a:lnTo>
                <a:lnTo>
                  <a:pt x="14160" y="12436"/>
                </a:lnTo>
                <a:lnTo>
                  <a:pt x="14160" y="12325"/>
                </a:lnTo>
                <a:lnTo>
                  <a:pt x="14160" y="12252"/>
                </a:lnTo>
                <a:lnTo>
                  <a:pt x="14123" y="12142"/>
                </a:lnTo>
                <a:lnTo>
                  <a:pt x="14086" y="12069"/>
                </a:lnTo>
                <a:lnTo>
                  <a:pt x="14050" y="12032"/>
                </a:lnTo>
                <a:lnTo>
                  <a:pt x="13903" y="12032"/>
                </a:lnTo>
                <a:lnTo>
                  <a:pt x="13830" y="11885"/>
                </a:lnTo>
                <a:lnTo>
                  <a:pt x="13573" y="11592"/>
                </a:lnTo>
                <a:lnTo>
                  <a:pt x="13316" y="11298"/>
                </a:lnTo>
                <a:lnTo>
                  <a:pt x="13059" y="11042"/>
                </a:lnTo>
                <a:lnTo>
                  <a:pt x="13023" y="11005"/>
                </a:lnTo>
                <a:close/>
                <a:moveTo>
                  <a:pt x="8181" y="3192"/>
                </a:moveTo>
                <a:lnTo>
                  <a:pt x="8511" y="3228"/>
                </a:lnTo>
                <a:lnTo>
                  <a:pt x="8878" y="3265"/>
                </a:lnTo>
                <a:lnTo>
                  <a:pt x="9208" y="3339"/>
                </a:lnTo>
                <a:lnTo>
                  <a:pt x="9538" y="3412"/>
                </a:lnTo>
                <a:lnTo>
                  <a:pt x="9868" y="3522"/>
                </a:lnTo>
                <a:lnTo>
                  <a:pt x="10198" y="3669"/>
                </a:lnTo>
                <a:lnTo>
                  <a:pt x="10528" y="3852"/>
                </a:lnTo>
                <a:lnTo>
                  <a:pt x="10822" y="4035"/>
                </a:lnTo>
                <a:lnTo>
                  <a:pt x="11078" y="4256"/>
                </a:lnTo>
                <a:lnTo>
                  <a:pt x="11335" y="4476"/>
                </a:lnTo>
                <a:lnTo>
                  <a:pt x="11592" y="4732"/>
                </a:lnTo>
                <a:lnTo>
                  <a:pt x="11812" y="4989"/>
                </a:lnTo>
                <a:lnTo>
                  <a:pt x="11996" y="5319"/>
                </a:lnTo>
                <a:lnTo>
                  <a:pt x="12142" y="5576"/>
                </a:lnTo>
                <a:lnTo>
                  <a:pt x="12252" y="5870"/>
                </a:lnTo>
                <a:lnTo>
                  <a:pt x="12362" y="6200"/>
                </a:lnTo>
                <a:lnTo>
                  <a:pt x="12436" y="6530"/>
                </a:lnTo>
                <a:lnTo>
                  <a:pt x="12509" y="6823"/>
                </a:lnTo>
                <a:lnTo>
                  <a:pt x="12509" y="7153"/>
                </a:lnTo>
                <a:lnTo>
                  <a:pt x="12509" y="7484"/>
                </a:lnTo>
                <a:lnTo>
                  <a:pt x="12472" y="7814"/>
                </a:lnTo>
                <a:lnTo>
                  <a:pt x="12399" y="8144"/>
                </a:lnTo>
                <a:lnTo>
                  <a:pt x="12289" y="8511"/>
                </a:lnTo>
                <a:lnTo>
                  <a:pt x="12142" y="8804"/>
                </a:lnTo>
                <a:lnTo>
                  <a:pt x="11996" y="9134"/>
                </a:lnTo>
                <a:lnTo>
                  <a:pt x="11812" y="9428"/>
                </a:lnTo>
                <a:lnTo>
                  <a:pt x="11592" y="9721"/>
                </a:lnTo>
                <a:lnTo>
                  <a:pt x="11115" y="10271"/>
                </a:lnTo>
                <a:lnTo>
                  <a:pt x="10345" y="11115"/>
                </a:lnTo>
                <a:lnTo>
                  <a:pt x="9941" y="11555"/>
                </a:lnTo>
                <a:lnTo>
                  <a:pt x="9575" y="12032"/>
                </a:lnTo>
                <a:lnTo>
                  <a:pt x="9281" y="12509"/>
                </a:lnTo>
                <a:lnTo>
                  <a:pt x="8988" y="13022"/>
                </a:lnTo>
                <a:lnTo>
                  <a:pt x="8914" y="13279"/>
                </a:lnTo>
                <a:lnTo>
                  <a:pt x="8804" y="13573"/>
                </a:lnTo>
                <a:lnTo>
                  <a:pt x="8768" y="13829"/>
                </a:lnTo>
                <a:lnTo>
                  <a:pt x="8731" y="14123"/>
                </a:lnTo>
                <a:lnTo>
                  <a:pt x="8217" y="14013"/>
                </a:lnTo>
                <a:lnTo>
                  <a:pt x="7704" y="13939"/>
                </a:lnTo>
                <a:lnTo>
                  <a:pt x="8584" y="11665"/>
                </a:lnTo>
                <a:lnTo>
                  <a:pt x="9061" y="10418"/>
                </a:lnTo>
                <a:lnTo>
                  <a:pt x="9318" y="9831"/>
                </a:lnTo>
                <a:lnTo>
                  <a:pt x="9391" y="9538"/>
                </a:lnTo>
                <a:lnTo>
                  <a:pt x="9391" y="9391"/>
                </a:lnTo>
                <a:lnTo>
                  <a:pt x="9354" y="9244"/>
                </a:lnTo>
                <a:lnTo>
                  <a:pt x="9318" y="9208"/>
                </a:lnTo>
                <a:lnTo>
                  <a:pt x="9281" y="9208"/>
                </a:lnTo>
                <a:lnTo>
                  <a:pt x="9171" y="9281"/>
                </a:lnTo>
                <a:lnTo>
                  <a:pt x="9098" y="9391"/>
                </a:lnTo>
                <a:lnTo>
                  <a:pt x="8988" y="9611"/>
                </a:lnTo>
                <a:lnTo>
                  <a:pt x="8768" y="10088"/>
                </a:lnTo>
                <a:lnTo>
                  <a:pt x="8217" y="11445"/>
                </a:lnTo>
                <a:lnTo>
                  <a:pt x="7337" y="13719"/>
                </a:lnTo>
                <a:lnTo>
                  <a:pt x="7227" y="13903"/>
                </a:lnTo>
                <a:lnTo>
                  <a:pt x="6970" y="13829"/>
                </a:lnTo>
                <a:lnTo>
                  <a:pt x="6420" y="13683"/>
                </a:lnTo>
                <a:lnTo>
                  <a:pt x="6420" y="13646"/>
                </a:lnTo>
                <a:lnTo>
                  <a:pt x="6493" y="13389"/>
                </a:lnTo>
                <a:lnTo>
                  <a:pt x="6530" y="13096"/>
                </a:lnTo>
                <a:lnTo>
                  <a:pt x="6530" y="12546"/>
                </a:lnTo>
                <a:lnTo>
                  <a:pt x="6603" y="11372"/>
                </a:lnTo>
                <a:lnTo>
                  <a:pt x="6677" y="10125"/>
                </a:lnTo>
                <a:lnTo>
                  <a:pt x="6713" y="9501"/>
                </a:lnTo>
                <a:lnTo>
                  <a:pt x="6677" y="8877"/>
                </a:lnTo>
                <a:lnTo>
                  <a:pt x="6677" y="8804"/>
                </a:lnTo>
                <a:lnTo>
                  <a:pt x="6640" y="8767"/>
                </a:lnTo>
                <a:lnTo>
                  <a:pt x="6530" y="8694"/>
                </a:lnTo>
                <a:lnTo>
                  <a:pt x="6420" y="8731"/>
                </a:lnTo>
                <a:lnTo>
                  <a:pt x="6383" y="8767"/>
                </a:lnTo>
                <a:lnTo>
                  <a:pt x="6347" y="8841"/>
                </a:lnTo>
                <a:lnTo>
                  <a:pt x="6273" y="9391"/>
                </a:lnTo>
                <a:lnTo>
                  <a:pt x="6237" y="9978"/>
                </a:lnTo>
                <a:lnTo>
                  <a:pt x="6200" y="11115"/>
                </a:lnTo>
                <a:lnTo>
                  <a:pt x="6090" y="12289"/>
                </a:lnTo>
                <a:lnTo>
                  <a:pt x="6016" y="12912"/>
                </a:lnTo>
                <a:lnTo>
                  <a:pt x="6016" y="13206"/>
                </a:lnTo>
                <a:lnTo>
                  <a:pt x="6016" y="13536"/>
                </a:lnTo>
                <a:lnTo>
                  <a:pt x="5540" y="13353"/>
                </a:lnTo>
                <a:lnTo>
                  <a:pt x="5099" y="13206"/>
                </a:lnTo>
                <a:lnTo>
                  <a:pt x="4623" y="13132"/>
                </a:lnTo>
                <a:lnTo>
                  <a:pt x="4182" y="13132"/>
                </a:lnTo>
                <a:lnTo>
                  <a:pt x="4329" y="12876"/>
                </a:lnTo>
                <a:lnTo>
                  <a:pt x="4439" y="12619"/>
                </a:lnTo>
                <a:lnTo>
                  <a:pt x="4549" y="12362"/>
                </a:lnTo>
                <a:lnTo>
                  <a:pt x="4623" y="12069"/>
                </a:lnTo>
                <a:lnTo>
                  <a:pt x="4696" y="11482"/>
                </a:lnTo>
                <a:lnTo>
                  <a:pt x="4696" y="10895"/>
                </a:lnTo>
                <a:lnTo>
                  <a:pt x="4623" y="10161"/>
                </a:lnTo>
                <a:lnTo>
                  <a:pt x="4512" y="9428"/>
                </a:lnTo>
                <a:lnTo>
                  <a:pt x="4366" y="8694"/>
                </a:lnTo>
                <a:lnTo>
                  <a:pt x="4219" y="7960"/>
                </a:lnTo>
                <a:lnTo>
                  <a:pt x="4182" y="7594"/>
                </a:lnTo>
                <a:lnTo>
                  <a:pt x="4182" y="7190"/>
                </a:lnTo>
                <a:lnTo>
                  <a:pt x="4182" y="6823"/>
                </a:lnTo>
                <a:lnTo>
                  <a:pt x="4219" y="6456"/>
                </a:lnTo>
                <a:lnTo>
                  <a:pt x="4292" y="6090"/>
                </a:lnTo>
                <a:lnTo>
                  <a:pt x="4439" y="5760"/>
                </a:lnTo>
                <a:lnTo>
                  <a:pt x="4586" y="5429"/>
                </a:lnTo>
                <a:lnTo>
                  <a:pt x="4769" y="5063"/>
                </a:lnTo>
                <a:lnTo>
                  <a:pt x="5026" y="4769"/>
                </a:lnTo>
                <a:lnTo>
                  <a:pt x="5246" y="4476"/>
                </a:lnTo>
                <a:lnTo>
                  <a:pt x="5503" y="4219"/>
                </a:lnTo>
                <a:lnTo>
                  <a:pt x="5796" y="3999"/>
                </a:lnTo>
                <a:lnTo>
                  <a:pt x="6090" y="3779"/>
                </a:lnTo>
                <a:lnTo>
                  <a:pt x="6420" y="3595"/>
                </a:lnTo>
                <a:lnTo>
                  <a:pt x="6787" y="3449"/>
                </a:lnTo>
                <a:lnTo>
                  <a:pt x="7117" y="3339"/>
                </a:lnTo>
                <a:lnTo>
                  <a:pt x="7484" y="3265"/>
                </a:lnTo>
                <a:lnTo>
                  <a:pt x="7814" y="3228"/>
                </a:lnTo>
                <a:lnTo>
                  <a:pt x="8181" y="3192"/>
                </a:lnTo>
                <a:close/>
                <a:moveTo>
                  <a:pt x="3962" y="13426"/>
                </a:moveTo>
                <a:lnTo>
                  <a:pt x="4623" y="13536"/>
                </a:lnTo>
                <a:lnTo>
                  <a:pt x="5246" y="13719"/>
                </a:lnTo>
                <a:lnTo>
                  <a:pt x="5943" y="13939"/>
                </a:lnTo>
                <a:lnTo>
                  <a:pt x="6603" y="14196"/>
                </a:lnTo>
                <a:lnTo>
                  <a:pt x="6860" y="14270"/>
                </a:lnTo>
                <a:lnTo>
                  <a:pt x="7154" y="14306"/>
                </a:lnTo>
                <a:lnTo>
                  <a:pt x="7704" y="14380"/>
                </a:lnTo>
                <a:lnTo>
                  <a:pt x="8217" y="14490"/>
                </a:lnTo>
                <a:lnTo>
                  <a:pt x="8474" y="14563"/>
                </a:lnTo>
                <a:lnTo>
                  <a:pt x="8731" y="14636"/>
                </a:lnTo>
                <a:lnTo>
                  <a:pt x="8768" y="14783"/>
                </a:lnTo>
                <a:lnTo>
                  <a:pt x="8841" y="14857"/>
                </a:lnTo>
                <a:lnTo>
                  <a:pt x="8951" y="14893"/>
                </a:lnTo>
                <a:lnTo>
                  <a:pt x="9061" y="14893"/>
                </a:lnTo>
                <a:lnTo>
                  <a:pt x="9061" y="15003"/>
                </a:lnTo>
                <a:lnTo>
                  <a:pt x="9024" y="15150"/>
                </a:lnTo>
                <a:lnTo>
                  <a:pt x="8914" y="15223"/>
                </a:lnTo>
                <a:lnTo>
                  <a:pt x="8768" y="15333"/>
                </a:lnTo>
                <a:lnTo>
                  <a:pt x="8034" y="15040"/>
                </a:lnTo>
                <a:lnTo>
                  <a:pt x="6383" y="14490"/>
                </a:lnTo>
                <a:lnTo>
                  <a:pt x="5576" y="14270"/>
                </a:lnTo>
                <a:lnTo>
                  <a:pt x="4769" y="14086"/>
                </a:lnTo>
                <a:lnTo>
                  <a:pt x="4292" y="14013"/>
                </a:lnTo>
                <a:lnTo>
                  <a:pt x="4072" y="14013"/>
                </a:lnTo>
                <a:lnTo>
                  <a:pt x="3852" y="14050"/>
                </a:lnTo>
                <a:lnTo>
                  <a:pt x="3742" y="14013"/>
                </a:lnTo>
                <a:lnTo>
                  <a:pt x="3669" y="13939"/>
                </a:lnTo>
                <a:lnTo>
                  <a:pt x="3632" y="13829"/>
                </a:lnTo>
                <a:lnTo>
                  <a:pt x="3632" y="13719"/>
                </a:lnTo>
                <a:lnTo>
                  <a:pt x="3632" y="13609"/>
                </a:lnTo>
                <a:lnTo>
                  <a:pt x="3705" y="13536"/>
                </a:lnTo>
                <a:lnTo>
                  <a:pt x="3816" y="13463"/>
                </a:lnTo>
                <a:lnTo>
                  <a:pt x="3926" y="13426"/>
                </a:lnTo>
                <a:close/>
                <a:moveTo>
                  <a:pt x="4256" y="15737"/>
                </a:moveTo>
                <a:lnTo>
                  <a:pt x="4696" y="15847"/>
                </a:lnTo>
                <a:lnTo>
                  <a:pt x="4476" y="16067"/>
                </a:lnTo>
                <a:lnTo>
                  <a:pt x="4292" y="16287"/>
                </a:lnTo>
                <a:lnTo>
                  <a:pt x="4292" y="16250"/>
                </a:lnTo>
                <a:lnTo>
                  <a:pt x="4256" y="16140"/>
                </a:lnTo>
                <a:lnTo>
                  <a:pt x="4256" y="15994"/>
                </a:lnTo>
                <a:lnTo>
                  <a:pt x="4256" y="15737"/>
                </a:lnTo>
                <a:close/>
                <a:moveTo>
                  <a:pt x="4843" y="15920"/>
                </a:moveTo>
                <a:lnTo>
                  <a:pt x="4989" y="15957"/>
                </a:lnTo>
                <a:lnTo>
                  <a:pt x="5136" y="15994"/>
                </a:lnTo>
                <a:lnTo>
                  <a:pt x="4879" y="16140"/>
                </a:lnTo>
                <a:lnTo>
                  <a:pt x="4623" y="16360"/>
                </a:lnTo>
                <a:lnTo>
                  <a:pt x="4623" y="16360"/>
                </a:lnTo>
                <a:lnTo>
                  <a:pt x="4733" y="16140"/>
                </a:lnTo>
                <a:lnTo>
                  <a:pt x="4843" y="15920"/>
                </a:lnTo>
                <a:close/>
                <a:moveTo>
                  <a:pt x="4146" y="14453"/>
                </a:moveTo>
                <a:lnTo>
                  <a:pt x="4659" y="14490"/>
                </a:lnTo>
                <a:lnTo>
                  <a:pt x="5356" y="14673"/>
                </a:lnTo>
                <a:lnTo>
                  <a:pt x="6053" y="14857"/>
                </a:lnTo>
                <a:lnTo>
                  <a:pt x="7410" y="15333"/>
                </a:lnTo>
                <a:lnTo>
                  <a:pt x="8034" y="15553"/>
                </a:lnTo>
                <a:lnTo>
                  <a:pt x="8401" y="15663"/>
                </a:lnTo>
                <a:lnTo>
                  <a:pt x="8694" y="15774"/>
                </a:lnTo>
                <a:lnTo>
                  <a:pt x="8731" y="15847"/>
                </a:lnTo>
                <a:lnTo>
                  <a:pt x="8768" y="15884"/>
                </a:lnTo>
                <a:lnTo>
                  <a:pt x="8841" y="15957"/>
                </a:lnTo>
                <a:lnTo>
                  <a:pt x="8951" y="15957"/>
                </a:lnTo>
                <a:lnTo>
                  <a:pt x="8914" y="16067"/>
                </a:lnTo>
                <a:lnTo>
                  <a:pt x="8841" y="16214"/>
                </a:lnTo>
                <a:lnTo>
                  <a:pt x="8694" y="16397"/>
                </a:lnTo>
                <a:lnTo>
                  <a:pt x="8547" y="16507"/>
                </a:lnTo>
                <a:lnTo>
                  <a:pt x="8401" y="16581"/>
                </a:lnTo>
                <a:lnTo>
                  <a:pt x="7227" y="16140"/>
                </a:lnTo>
                <a:lnTo>
                  <a:pt x="6016" y="15774"/>
                </a:lnTo>
                <a:lnTo>
                  <a:pt x="4733" y="15370"/>
                </a:lnTo>
                <a:lnTo>
                  <a:pt x="4072" y="15223"/>
                </a:lnTo>
                <a:lnTo>
                  <a:pt x="3449" y="15113"/>
                </a:lnTo>
                <a:lnTo>
                  <a:pt x="3449" y="15040"/>
                </a:lnTo>
                <a:lnTo>
                  <a:pt x="3449" y="14857"/>
                </a:lnTo>
                <a:lnTo>
                  <a:pt x="3522" y="14673"/>
                </a:lnTo>
                <a:lnTo>
                  <a:pt x="3632" y="14563"/>
                </a:lnTo>
                <a:lnTo>
                  <a:pt x="3705" y="14490"/>
                </a:lnTo>
                <a:lnTo>
                  <a:pt x="3926" y="14490"/>
                </a:lnTo>
                <a:lnTo>
                  <a:pt x="3962" y="14526"/>
                </a:lnTo>
                <a:lnTo>
                  <a:pt x="3999" y="14526"/>
                </a:lnTo>
                <a:lnTo>
                  <a:pt x="4036" y="14490"/>
                </a:lnTo>
                <a:lnTo>
                  <a:pt x="4146" y="14453"/>
                </a:lnTo>
                <a:close/>
                <a:moveTo>
                  <a:pt x="5503" y="16067"/>
                </a:moveTo>
                <a:lnTo>
                  <a:pt x="5723" y="16140"/>
                </a:lnTo>
                <a:lnTo>
                  <a:pt x="5503" y="16287"/>
                </a:lnTo>
                <a:lnTo>
                  <a:pt x="5246" y="16434"/>
                </a:lnTo>
                <a:lnTo>
                  <a:pt x="5026" y="16617"/>
                </a:lnTo>
                <a:lnTo>
                  <a:pt x="4843" y="16837"/>
                </a:lnTo>
                <a:lnTo>
                  <a:pt x="4659" y="16764"/>
                </a:lnTo>
                <a:lnTo>
                  <a:pt x="4733" y="16691"/>
                </a:lnTo>
                <a:lnTo>
                  <a:pt x="5503" y="16067"/>
                </a:lnTo>
                <a:close/>
                <a:moveTo>
                  <a:pt x="5980" y="16214"/>
                </a:moveTo>
                <a:lnTo>
                  <a:pt x="6200" y="16287"/>
                </a:lnTo>
                <a:lnTo>
                  <a:pt x="6200" y="16324"/>
                </a:lnTo>
                <a:lnTo>
                  <a:pt x="5943" y="16434"/>
                </a:lnTo>
                <a:lnTo>
                  <a:pt x="5723" y="16581"/>
                </a:lnTo>
                <a:lnTo>
                  <a:pt x="5540" y="16727"/>
                </a:lnTo>
                <a:lnTo>
                  <a:pt x="5393" y="16947"/>
                </a:lnTo>
                <a:lnTo>
                  <a:pt x="5246" y="16911"/>
                </a:lnTo>
                <a:lnTo>
                  <a:pt x="5613" y="16544"/>
                </a:lnTo>
                <a:lnTo>
                  <a:pt x="5980" y="16214"/>
                </a:lnTo>
                <a:close/>
                <a:moveTo>
                  <a:pt x="6383" y="16360"/>
                </a:moveTo>
                <a:lnTo>
                  <a:pt x="6897" y="16544"/>
                </a:lnTo>
                <a:lnTo>
                  <a:pt x="6420" y="16801"/>
                </a:lnTo>
                <a:lnTo>
                  <a:pt x="6200" y="16947"/>
                </a:lnTo>
                <a:lnTo>
                  <a:pt x="5980" y="17131"/>
                </a:lnTo>
                <a:lnTo>
                  <a:pt x="5796" y="17057"/>
                </a:lnTo>
                <a:lnTo>
                  <a:pt x="5833" y="16984"/>
                </a:lnTo>
                <a:lnTo>
                  <a:pt x="5833" y="16911"/>
                </a:lnTo>
                <a:lnTo>
                  <a:pt x="5833" y="16874"/>
                </a:lnTo>
                <a:lnTo>
                  <a:pt x="6090" y="16617"/>
                </a:lnTo>
                <a:lnTo>
                  <a:pt x="6383" y="16397"/>
                </a:lnTo>
                <a:lnTo>
                  <a:pt x="6383" y="16360"/>
                </a:lnTo>
                <a:close/>
                <a:moveTo>
                  <a:pt x="7080" y="16581"/>
                </a:moveTo>
                <a:lnTo>
                  <a:pt x="7410" y="16691"/>
                </a:lnTo>
                <a:lnTo>
                  <a:pt x="7154" y="16911"/>
                </a:lnTo>
                <a:lnTo>
                  <a:pt x="6787" y="17314"/>
                </a:lnTo>
                <a:lnTo>
                  <a:pt x="6457" y="17241"/>
                </a:lnTo>
                <a:lnTo>
                  <a:pt x="6493" y="17167"/>
                </a:lnTo>
                <a:lnTo>
                  <a:pt x="6457" y="17131"/>
                </a:lnTo>
                <a:lnTo>
                  <a:pt x="6750" y="16837"/>
                </a:lnTo>
                <a:lnTo>
                  <a:pt x="7080" y="16581"/>
                </a:lnTo>
                <a:close/>
                <a:moveTo>
                  <a:pt x="8034" y="2678"/>
                </a:moveTo>
                <a:lnTo>
                  <a:pt x="7704" y="2715"/>
                </a:lnTo>
                <a:lnTo>
                  <a:pt x="7374" y="2752"/>
                </a:lnTo>
                <a:lnTo>
                  <a:pt x="7044" y="2825"/>
                </a:lnTo>
                <a:lnTo>
                  <a:pt x="6750" y="2898"/>
                </a:lnTo>
                <a:lnTo>
                  <a:pt x="6420" y="3008"/>
                </a:lnTo>
                <a:lnTo>
                  <a:pt x="6126" y="3155"/>
                </a:lnTo>
                <a:lnTo>
                  <a:pt x="5833" y="3302"/>
                </a:lnTo>
                <a:lnTo>
                  <a:pt x="5576" y="3522"/>
                </a:lnTo>
                <a:lnTo>
                  <a:pt x="5026" y="3962"/>
                </a:lnTo>
                <a:lnTo>
                  <a:pt x="4806" y="4219"/>
                </a:lnTo>
                <a:lnTo>
                  <a:pt x="4586" y="4512"/>
                </a:lnTo>
                <a:lnTo>
                  <a:pt x="4366" y="4769"/>
                </a:lnTo>
                <a:lnTo>
                  <a:pt x="4182" y="5099"/>
                </a:lnTo>
                <a:lnTo>
                  <a:pt x="3999" y="5393"/>
                </a:lnTo>
                <a:lnTo>
                  <a:pt x="3852" y="5723"/>
                </a:lnTo>
                <a:lnTo>
                  <a:pt x="3742" y="6163"/>
                </a:lnTo>
                <a:lnTo>
                  <a:pt x="3669" y="6603"/>
                </a:lnTo>
                <a:lnTo>
                  <a:pt x="3632" y="7043"/>
                </a:lnTo>
                <a:lnTo>
                  <a:pt x="3632" y="7520"/>
                </a:lnTo>
                <a:lnTo>
                  <a:pt x="3705" y="7960"/>
                </a:lnTo>
                <a:lnTo>
                  <a:pt x="3779" y="8437"/>
                </a:lnTo>
                <a:lnTo>
                  <a:pt x="3962" y="9318"/>
                </a:lnTo>
                <a:lnTo>
                  <a:pt x="4109" y="10308"/>
                </a:lnTo>
                <a:lnTo>
                  <a:pt x="4182" y="10785"/>
                </a:lnTo>
                <a:lnTo>
                  <a:pt x="4219" y="11262"/>
                </a:lnTo>
                <a:lnTo>
                  <a:pt x="4182" y="11739"/>
                </a:lnTo>
                <a:lnTo>
                  <a:pt x="4109" y="12215"/>
                </a:lnTo>
                <a:lnTo>
                  <a:pt x="3999" y="12619"/>
                </a:lnTo>
                <a:lnTo>
                  <a:pt x="3816" y="13059"/>
                </a:lnTo>
                <a:lnTo>
                  <a:pt x="3595" y="13132"/>
                </a:lnTo>
                <a:lnTo>
                  <a:pt x="3449" y="13279"/>
                </a:lnTo>
                <a:lnTo>
                  <a:pt x="3302" y="13426"/>
                </a:lnTo>
                <a:lnTo>
                  <a:pt x="3229" y="13646"/>
                </a:lnTo>
                <a:lnTo>
                  <a:pt x="3229" y="13829"/>
                </a:lnTo>
                <a:lnTo>
                  <a:pt x="3265" y="13976"/>
                </a:lnTo>
                <a:lnTo>
                  <a:pt x="3339" y="14160"/>
                </a:lnTo>
                <a:lnTo>
                  <a:pt x="3412" y="14270"/>
                </a:lnTo>
                <a:lnTo>
                  <a:pt x="3339" y="14343"/>
                </a:lnTo>
                <a:lnTo>
                  <a:pt x="3265" y="14416"/>
                </a:lnTo>
                <a:lnTo>
                  <a:pt x="3192" y="14526"/>
                </a:lnTo>
                <a:lnTo>
                  <a:pt x="3119" y="14673"/>
                </a:lnTo>
                <a:lnTo>
                  <a:pt x="3082" y="14857"/>
                </a:lnTo>
                <a:lnTo>
                  <a:pt x="3045" y="15040"/>
                </a:lnTo>
                <a:lnTo>
                  <a:pt x="3045" y="15187"/>
                </a:lnTo>
                <a:lnTo>
                  <a:pt x="3082" y="15370"/>
                </a:lnTo>
                <a:lnTo>
                  <a:pt x="3192" y="15480"/>
                </a:lnTo>
                <a:lnTo>
                  <a:pt x="3302" y="15590"/>
                </a:lnTo>
                <a:lnTo>
                  <a:pt x="3412" y="15627"/>
                </a:lnTo>
                <a:lnTo>
                  <a:pt x="3485" y="15590"/>
                </a:lnTo>
                <a:lnTo>
                  <a:pt x="3522" y="15553"/>
                </a:lnTo>
                <a:lnTo>
                  <a:pt x="3559" y="15553"/>
                </a:lnTo>
                <a:lnTo>
                  <a:pt x="4072" y="15700"/>
                </a:lnTo>
                <a:lnTo>
                  <a:pt x="3999" y="15810"/>
                </a:lnTo>
                <a:lnTo>
                  <a:pt x="3926" y="15957"/>
                </a:lnTo>
                <a:lnTo>
                  <a:pt x="3926" y="16140"/>
                </a:lnTo>
                <a:lnTo>
                  <a:pt x="3926" y="16324"/>
                </a:lnTo>
                <a:lnTo>
                  <a:pt x="3999" y="16507"/>
                </a:lnTo>
                <a:lnTo>
                  <a:pt x="4072" y="16654"/>
                </a:lnTo>
                <a:lnTo>
                  <a:pt x="4146" y="16801"/>
                </a:lnTo>
                <a:lnTo>
                  <a:pt x="4292" y="16874"/>
                </a:lnTo>
                <a:lnTo>
                  <a:pt x="4256" y="16947"/>
                </a:lnTo>
                <a:lnTo>
                  <a:pt x="4292" y="17021"/>
                </a:lnTo>
                <a:lnTo>
                  <a:pt x="4329" y="17057"/>
                </a:lnTo>
                <a:lnTo>
                  <a:pt x="4402" y="17094"/>
                </a:lnTo>
                <a:lnTo>
                  <a:pt x="4586" y="17167"/>
                </a:lnTo>
                <a:lnTo>
                  <a:pt x="4806" y="17277"/>
                </a:lnTo>
                <a:lnTo>
                  <a:pt x="5283" y="17388"/>
                </a:lnTo>
                <a:lnTo>
                  <a:pt x="5393" y="17424"/>
                </a:lnTo>
                <a:lnTo>
                  <a:pt x="5576" y="17461"/>
                </a:lnTo>
                <a:lnTo>
                  <a:pt x="6310" y="17681"/>
                </a:lnTo>
                <a:lnTo>
                  <a:pt x="6677" y="17754"/>
                </a:lnTo>
                <a:lnTo>
                  <a:pt x="6860" y="17791"/>
                </a:lnTo>
                <a:lnTo>
                  <a:pt x="7044" y="17754"/>
                </a:lnTo>
                <a:lnTo>
                  <a:pt x="7117" y="17718"/>
                </a:lnTo>
                <a:lnTo>
                  <a:pt x="7154" y="17681"/>
                </a:lnTo>
                <a:lnTo>
                  <a:pt x="7154" y="17608"/>
                </a:lnTo>
                <a:lnTo>
                  <a:pt x="7117" y="17534"/>
                </a:lnTo>
                <a:lnTo>
                  <a:pt x="7447" y="17204"/>
                </a:lnTo>
                <a:lnTo>
                  <a:pt x="7594" y="17021"/>
                </a:lnTo>
                <a:lnTo>
                  <a:pt x="7740" y="16837"/>
                </a:lnTo>
                <a:lnTo>
                  <a:pt x="8327" y="17021"/>
                </a:lnTo>
                <a:lnTo>
                  <a:pt x="8437" y="17021"/>
                </a:lnTo>
                <a:lnTo>
                  <a:pt x="8547" y="16984"/>
                </a:lnTo>
                <a:lnTo>
                  <a:pt x="8731" y="16911"/>
                </a:lnTo>
                <a:lnTo>
                  <a:pt x="8914" y="16764"/>
                </a:lnTo>
                <a:lnTo>
                  <a:pt x="9098" y="16581"/>
                </a:lnTo>
                <a:lnTo>
                  <a:pt x="9208" y="16360"/>
                </a:lnTo>
                <a:lnTo>
                  <a:pt x="9281" y="16140"/>
                </a:lnTo>
                <a:lnTo>
                  <a:pt x="9318" y="15884"/>
                </a:lnTo>
                <a:lnTo>
                  <a:pt x="9281" y="15700"/>
                </a:lnTo>
                <a:lnTo>
                  <a:pt x="9208" y="15590"/>
                </a:lnTo>
                <a:lnTo>
                  <a:pt x="9171" y="15517"/>
                </a:lnTo>
                <a:lnTo>
                  <a:pt x="9244" y="15407"/>
                </a:lnTo>
                <a:lnTo>
                  <a:pt x="9354" y="15260"/>
                </a:lnTo>
                <a:lnTo>
                  <a:pt x="9391" y="15113"/>
                </a:lnTo>
                <a:lnTo>
                  <a:pt x="9428" y="15003"/>
                </a:lnTo>
                <a:lnTo>
                  <a:pt x="9501" y="14930"/>
                </a:lnTo>
                <a:lnTo>
                  <a:pt x="9575" y="14857"/>
                </a:lnTo>
                <a:lnTo>
                  <a:pt x="9575" y="14783"/>
                </a:lnTo>
                <a:lnTo>
                  <a:pt x="9538" y="14673"/>
                </a:lnTo>
                <a:lnTo>
                  <a:pt x="9391" y="14526"/>
                </a:lnTo>
                <a:lnTo>
                  <a:pt x="9244" y="14380"/>
                </a:lnTo>
                <a:lnTo>
                  <a:pt x="9244" y="14050"/>
                </a:lnTo>
                <a:lnTo>
                  <a:pt x="9318" y="13683"/>
                </a:lnTo>
                <a:lnTo>
                  <a:pt x="9428" y="13353"/>
                </a:lnTo>
                <a:lnTo>
                  <a:pt x="9538" y="13059"/>
                </a:lnTo>
                <a:lnTo>
                  <a:pt x="9721" y="12766"/>
                </a:lnTo>
                <a:lnTo>
                  <a:pt x="9905" y="12472"/>
                </a:lnTo>
                <a:lnTo>
                  <a:pt x="10308" y="11885"/>
                </a:lnTo>
                <a:lnTo>
                  <a:pt x="10785" y="11335"/>
                </a:lnTo>
                <a:lnTo>
                  <a:pt x="11299" y="10822"/>
                </a:lnTo>
                <a:lnTo>
                  <a:pt x="11775" y="10308"/>
                </a:lnTo>
                <a:lnTo>
                  <a:pt x="12179" y="9758"/>
                </a:lnTo>
                <a:lnTo>
                  <a:pt x="12362" y="9501"/>
                </a:lnTo>
                <a:lnTo>
                  <a:pt x="12546" y="9208"/>
                </a:lnTo>
                <a:lnTo>
                  <a:pt x="12656" y="8951"/>
                </a:lnTo>
                <a:lnTo>
                  <a:pt x="12803" y="8657"/>
                </a:lnTo>
                <a:lnTo>
                  <a:pt x="12876" y="8364"/>
                </a:lnTo>
                <a:lnTo>
                  <a:pt x="12949" y="8034"/>
                </a:lnTo>
                <a:lnTo>
                  <a:pt x="12986" y="7740"/>
                </a:lnTo>
                <a:lnTo>
                  <a:pt x="13023" y="7447"/>
                </a:lnTo>
                <a:lnTo>
                  <a:pt x="13023" y="6823"/>
                </a:lnTo>
                <a:lnTo>
                  <a:pt x="12913" y="6236"/>
                </a:lnTo>
                <a:lnTo>
                  <a:pt x="12729" y="5613"/>
                </a:lnTo>
                <a:lnTo>
                  <a:pt x="12436" y="5026"/>
                </a:lnTo>
                <a:lnTo>
                  <a:pt x="12252" y="4769"/>
                </a:lnTo>
                <a:lnTo>
                  <a:pt x="12069" y="4476"/>
                </a:lnTo>
                <a:lnTo>
                  <a:pt x="11849" y="4256"/>
                </a:lnTo>
                <a:lnTo>
                  <a:pt x="11629" y="3999"/>
                </a:lnTo>
                <a:lnTo>
                  <a:pt x="11372" y="3815"/>
                </a:lnTo>
                <a:lnTo>
                  <a:pt x="11115" y="3595"/>
                </a:lnTo>
                <a:lnTo>
                  <a:pt x="10565" y="3265"/>
                </a:lnTo>
                <a:lnTo>
                  <a:pt x="9978" y="3008"/>
                </a:lnTo>
                <a:lnTo>
                  <a:pt x="9354" y="2825"/>
                </a:lnTo>
                <a:lnTo>
                  <a:pt x="8694" y="2715"/>
                </a:lnTo>
                <a:lnTo>
                  <a:pt x="8034" y="267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4C2F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36" name="Google Shape;1636;p65"/>
          <p:cNvSpPr/>
          <p:nvPr/>
        </p:nvSpPr>
        <p:spPr>
          <a:xfrm>
            <a:off x="7938773" y="2759203"/>
            <a:ext cx="147968" cy="152993"/>
          </a:xfrm>
          <a:custGeom>
            <a:rect b="b" l="l" r="r" t="t"/>
            <a:pathLst>
              <a:path extrusionOk="0" h="19002" w="18378">
                <a:moveTo>
                  <a:pt x="13793" y="5429"/>
                </a:moveTo>
                <a:lnTo>
                  <a:pt x="13682" y="5466"/>
                </a:lnTo>
                <a:lnTo>
                  <a:pt x="13572" y="5502"/>
                </a:lnTo>
                <a:lnTo>
                  <a:pt x="13499" y="5576"/>
                </a:lnTo>
                <a:lnTo>
                  <a:pt x="13352" y="5759"/>
                </a:lnTo>
                <a:lnTo>
                  <a:pt x="13352" y="5869"/>
                </a:lnTo>
                <a:lnTo>
                  <a:pt x="13352" y="5979"/>
                </a:lnTo>
                <a:lnTo>
                  <a:pt x="13389" y="6016"/>
                </a:lnTo>
                <a:lnTo>
                  <a:pt x="13426" y="6053"/>
                </a:lnTo>
                <a:lnTo>
                  <a:pt x="13499" y="6053"/>
                </a:lnTo>
                <a:lnTo>
                  <a:pt x="13572" y="5979"/>
                </a:lnTo>
                <a:lnTo>
                  <a:pt x="13646" y="5943"/>
                </a:lnTo>
                <a:lnTo>
                  <a:pt x="13719" y="5796"/>
                </a:lnTo>
                <a:lnTo>
                  <a:pt x="13829" y="5649"/>
                </a:lnTo>
                <a:lnTo>
                  <a:pt x="13903" y="5502"/>
                </a:lnTo>
                <a:lnTo>
                  <a:pt x="13903" y="5466"/>
                </a:lnTo>
                <a:lnTo>
                  <a:pt x="13903" y="5429"/>
                </a:lnTo>
                <a:close/>
                <a:moveTo>
                  <a:pt x="13242" y="6089"/>
                </a:moveTo>
                <a:lnTo>
                  <a:pt x="13169" y="6126"/>
                </a:lnTo>
                <a:lnTo>
                  <a:pt x="13022" y="6309"/>
                </a:lnTo>
                <a:lnTo>
                  <a:pt x="12912" y="6493"/>
                </a:lnTo>
                <a:lnTo>
                  <a:pt x="12875" y="6529"/>
                </a:lnTo>
                <a:lnTo>
                  <a:pt x="12875" y="6603"/>
                </a:lnTo>
                <a:lnTo>
                  <a:pt x="12949" y="6676"/>
                </a:lnTo>
                <a:lnTo>
                  <a:pt x="13022" y="6713"/>
                </a:lnTo>
                <a:lnTo>
                  <a:pt x="13096" y="6676"/>
                </a:lnTo>
                <a:lnTo>
                  <a:pt x="13132" y="6639"/>
                </a:lnTo>
                <a:lnTo>
                  <a:pt x="13242" y="6456"/>
                </a:lnTo>
                <a:lnTo>
                  <a:pt x="13352" y="6273"/>
                </a:lnTo>
                <a:lnTo>
                  <a:pt x="13389" y="6199"/>
                </a:lnTo>
                <a:lnTo>
                  <a:pt x="13316" y="6126"/>
                </a:lnTo>
                <a:lnTo>
                  <a:pt x="13242" y="6089"/>
                </a:lnTo>
                <a:close/>
                <a:moveTo>
                  <a:pt x="17241" y="6419"/>
                </a:moveTo>
                <a:lnTo>
                  <a:pt x="17534" y="6713"/>
                </a:lnTo>
                <a:lnTo>
                  <a:pt x="17497" y="6713"/>
                </a:lnTo>
                <a:lnTo>
                  <a:pt x="17387" y="6823"/>
                </a:lnTo>
                <a:lnTo>
                  <a:pt x="17351" y="6676"/>
                </a:lnTo>
                <a:lnTo>
                  <a:pt x="17241" y="6419"/>
                </a:lnTo>
                <a:close/>
                <a:moveTo>
                  <a:pt x="12692" y="6786"/>
                </a:moveTo>
                <a:lnTo>
                  <a:pt x="12582" y="6860"/>
                </a:lnTo>
                <a:lnTo>
                  <a:pt x="12435" y="6970"/>
                </a:lnTo>
                <a:lnTo>
                  <a:pt x="12399" y="7116"/>
                </a:lnTo>
                <a:lnTo>
                  <a:pt x="12362" y="7190"/>
                </a:lnTo>
                <a:lnTo>
                  <a:pt x="12399" y="7226"/>
                </a:lnTo>
                <a:lnTo>
                  <a:pt x="12472" y="7300"/>
                </a:lnTo>
                <a:lnTo>
                  <a:pt x="12582" y="7300"/>
                </a:lnTo>
                <a:lnTo>
                  <a:pt x="12619" y="7263"/>
                </a:lnTo>
                <a:lnTo>
                  <a:pt x="12655" y="7190"/>
                </a:lnTo>
                <a:lnTo>
                  <a:pt x="12729" y="7043"/>
                </a:lnTo>
                <a:lnTo>
                  <a:pt x="12802" y="7006"/>
                </a:lnTo>
                <a:lnTo>
                  <a:pt x="12839" y="6933"/>
                </a:lnTo>
                <a:lnTo>
                  <a:pt x="12875" y="6860"/>
                </a:lnTo>
                <a:lnTo>
                  <a:pt x="12875" y="6823"/>
                </a:lnTo>
                <a:lnTo>
                  <a:pt x="12839" y="6823"/>
                </a:lnTo>
                <a:lnTo>
                  <a:pt x="12765" y="6786"/>
                </a:lnTo>
                <a:close/>
                <a:moveTo>
                  <a:pt x="17571" y="6750"/>
                </a:moveTo>
                <a:lnTo>
                  <a:pt x="17828" y="7043"/>
                </a:lnTo>
                <a:lnTo>
                  <a:pt x="18048" y="7373"/>
                </a:lnTo>
                <a:lnTo>
                  <a:pt x="17828" y="7593"/>
                </a:lnTo>
                <a:lnTo>
                  <a:pt x="17828" y="7520"/>
                </a:lnTo>
                <a:lnTo>
                  <a:pt x="17864" y="7336"/>
                </a:lnTo>
                <a:lnTo>
                  <a:pt x="17828" y="7116"/>
                </a:lnTo>
                <a:lnTo>
                  <a:pt x="17828" y="7080"/>
                </a:lnTo>
                <a:lnTo>
                  <a:pt x="17754" y="7006"/>
                </a:lnTo>
                <a:lnTo>
                  <a:pt x="17681" y="7006"/>
                </a:lnTo>
                <a:lnTo>
                  <a:pt x="17644" y="7043"/>
                </a:lnTo>
                <a:lnTo>
                  <a:pt x="17681" y="7080"/>
                </a:lnTo>
                <a:lnTo>
                  <a:pt x="17644" y="7226"/>
                </a:lnTo>
                <a:lnTo>
                  <a:pt x="17607" y="7446"/>
                </a:lnTo>
                <a:lnTo>
                  <a:pt x="17534" y="7667"/>
                </a:lnTo>
                <a:lnTo>
                  <a:pt x="17534" y="7887"/>
                </a:lnTo>
                <a:lnTo>
                  <a:pt x="17534" y="7960"/>
                </a:lnTo>
                <a:lnTo>
                  <a:pt x="17131" y="8584"/>
                </a:lnTo>
                <a:lnTo>
                  <a:pt x="17167" y="8217"/>
                </a:lnTo>
                <a:lnTo>
                  <a:pt x="17241" y="7850"/>
                </a:lnTo>
                <a:lnTo>
                  <a:pt x="17387" y="7630"/>
                </a:lnTo>
                <a:lnTo>
                  <a:pt x="17387" y="7593"/>
                </a:lnTo>
                <a:lnTo>
                  <a:pt x="17387" y="7520"/>
                </a:lnTo>
                <a:lnTo>
                  <a:pt x="17461" y="7483"/>
                </a:lnTo>
                <a:lnTo>
                  <a:pt x="17497" y="7446"/>
                </a:lnTo>
                <a:lnTo>
                  <a:pt x="17534" y="7373"/>
                </a:lnTo>
                <a:lnTo>
                  <a:pt x="17534" y="7263"/>
                </a:lnTo>
                <a:lnTo>
                  <a:pt x="17497" y="7080"/>
                </a:lnTo>
                <a:lnTo>
                  <a:pt x="17571" y="6750"/>
                </a:lnTo>
                <a:close/>
                <a:moveTo>
                  <a:pt x="16874" y="8840"/>
                </a:moveTo>
                <a:lnTo>
                  <a:pt x="16947" y="8877"/>
                </a:lnTo>
                <a:lnTo>
                  <a:pt x="16874" y="8950"/>
                </a:lnTo>
                <a:lnTo>
                  <a:pt x="16874" y="8877"/>
                </a:lnTo>
                <a:lnTo>
                  <a:pt x="16874" y="8840"/>
                </a:lnTo>
                <a:close/>
                <a:moveTo>
                  <a:pt x="11445" y="8584"/>
                </a:moveTo>
                <a:lnTo>
                  <a:pt x="11408" y="8620"/>
                </a:lnTo>
                <a:lnTo>
                  <a:pt x="11298" y="8657"/>
                </a:lnTo>
                <a:lnTo>
                  <a:pt x="11188" y="8804"/>
                </a:lnTo>
                <a:lnTo>
                  <a:pt x="11188" y="8840"/>
                </a:lnTo>
                <a:lnTo>
                  <a:pt x="11188" y="8914"/>
                </a:lnTo>
                <a:lnTo>
                  <a:pt x="11188" y="8987"/>
                </a:lnTo>
                <a:lnTo>
                  <a:pt x="11225" y="9024"/>
                </a:lnTo>
                <a:lnTo>
                  <a:pt x="11408" y="9024"/>
                </a:lnTo>
                <a:lnTo>
                  <a:pt x="11445" y="8987"/>
                </a:lnTo>
                <a:lnTo>
                  <a:pt x="11555" y="8804"/>
                </a:lnTo>
                <a:lnTo>
                  <a:pt x="11555" y="8730"/>
                </a:lnTo>
                <a:lnTo>
                  <a:pt x="11555" y="8657"/>
                </a:lnTo>
                <a:lnTo>
                  <a:pt x="11518" y="8620"/>
                </a:lnTo>
                <a:lnTo>
                  <a:pt x="11445" y="8584"/>
                </a:lnTo>
                <a:close/>
                <a:moveTo>
                  <a:pt x="16580" y="8804"/>
                </a:moveTo>
                <a:lnTo>
                  <a:pt x="16580" y="8877"/>
                </a:lnTo>
                <a:lnTo>
                  <a:pt x="16580" y="9060"/>
                </a:lnTo>
                <a:lnTo>
                  <a:pt x="16617" y="9170"/>
                </a:lnTo>
                <a:lnTo>
                  <a:pt x="16654" y="9244"/>
                </a:lnTo>
                <a:lnTo>
                  <a:pt x="16397" y="9611"/>
                </a:lnTo>
                <a:lnTo>
                  <a:pt x="16360" y="9391"/>
                </a:lnTo>
                <a:lnTo>
                  <a:pt x="16324" y="9170"/>
                </a:lnTo>
                <a:lnTo>
                  <a:pt x="16324" y="9097"/>
                </a:lnTo>
                <a:lnTo>
                  <a:pt x="16580" y="8804"/>
                </a:lnTo>
                <a:close/>
                <a:moveTo>
                  <a:pt x="16067" y="9391"/>
                </a:moveTo>
                <a:lnTo>
                  <a:pt x="16067" y="9684"/>
                </a:lnTo>
                <a:lnTo>
                  <a:pt x="16103" y="9794"/>
                </a:lnTo>
                <a:lnTo>
                  <a:pt x="16177" y="9941"/>
                </a:lnTo>
                <a:lnTo>
                  <a:pt x="15993" y="10161"/>
                </a:lnTo>
                <a:lnTo>
                  <a:pt x="15920" y="10308"/>
                </a:lnTo>
                <a:lnTo>
                  <a:pt x="15957" y="9867"/>
                </a:lnTo>
                <a:lnTo>
                  <a:pt x="15920" y="9794"/>
                </a:lnTo>
                <a:lnTo>
                  <a:pt x="15847" y="9757"/>
                </a:lnTo>
                <a:lnTo>
                  <a:pt x="15810" y="9721"/>
                </a:lnTo>
                <a:lnTo>
                  <a:pt x="16067" y="9391"/>
                </a:lnTo>
                <a:close/>
                <a:moveTo>
                  <a:pt x="9611" y="2348"/>
                </a:moveTo>
                <a:lnTo>
                  <a:pt x="9574" y="2421"/>
                </a:lnTo>
                <a:lnTo>
                  <a:pt x="9134" y="2861"/>
                </a:lnTo>
                <a:lnTo>
                  <a:pt x="8767" y="3375"/>
                </a:lnTo>
                <a:lnTo>
                  <a:pt x="7997" y="4365"/>
                </a:lnTo>
                <a:lnTo>
                  <a:pt x="7630" y="4879"/>
                </a:lnTo>
                <a:lnTo>
                  <a:pt x="7227" y="5356"/>
                </a:lnTo>
                <a:lnTo>
                  <a:pt x="6823" y="5832"/>
                </a:lnTo>
                <a:lnTo>
                  <a:pt x="6346" y="6273"/>
                </a:lnTo>
                <a:lnTo>
                  <a:pt x="6273" y="6346"/>
                </a:lnTo>
                <a:lnTo>
                  <a:pt x="6273" y="6456"/>
                </a:lnTo>
                <a:lnTo>
                  <a:pt x="6236" y="6456"/>
                </a:lnTo>
                <a:lnTo>
                  <a:pt x="6163" y="6493"/>
                </a:lnTo>
                <a:lnTo>
                  <a:pt x="6163" y="6566"/>
                </a:lnTo>
                <a:lnTo>
                  <a:pt x="6199" y="6603"/>
                </a:lnTo>
                <a:lnTo>
                  <a:pt x="6309" y="6786"/>
                </a:lnTo>
                <a:lnTo>
                  <a:pt x="6493" y="6970"/>
                </a:lnTo>
                <a:lnTo>
                  <a:pt x="6823" y="7263"/>
                </a:lnTo>
                <a:lnTo>
                  <a:pt x="7593" y="7813"/>
                </a:lnTo>
                <a:lnTo>
                  <a:pt x="8437" y="8363"/>
                </a:lnTo>
                <a:lnTo>
                  <a:pt x="8620" y="8510"/>
                </a:lnTo>
                <a:lnTo>
                  <a:pt x="8767" y="8694"/>
                </a:lnTo>
                <a:lnTo>
                  <a:pt x="9061" y="9060"/>
                </a:lnTo>
                <a:lnTo>
                  <a:pt x="9207" y="9207"/>
                </a:lnTo>
                <a:lnTo>
                  <a:pt x="9391" y="9354"/>
                </a:lnTo>
                <a:lnTo>
                  <a:pt x="9758" y="9574"/>
                </a:lnTo>
                <a:lnTo>
                  <a:pt x="10638" y="10161"/>
                </a:lnTo>
                <a:lnTo>
                  <a:pt x="11482" y="10784"/>
                </a:lnTo>
                <a:lnTo>
                  <a:pt x="12289" y="11408"/>
                </a:lnTo>
                <a:lnTo>
                  <a:pt x="12362" y="11445"/>
                </a:lnTo>
                <a:lnTo>
                  <a:pt x="12472" y="11445"/>
                </a:lnTo>
                <a:lnTo>
                  <a:pt x="12545" y="11408"/>
                </a:lnTo>
                <a:lnTo>
                  <a:pt x="12582" y="11371"/>
                </a:lnTo>
                <a:lnTo>
                  <a:pt x="12619" y="11298"/>
                </a:lnTo>
                <a:lnTo>
                  <a:pt x="12655" y="11188"/>
                </a:lnTo>
                <a:lnTo>
                  <a:pt x="12619" y="11115"/>
                </a:lnTo>
                <a:lnTo>
                  <a:pt x="12545" y="11041"/>
                </a:lnTo>
                <a:lnTo>
                  <a:pt x="11775" y="10418"/>
                </a:lnTo>
                <a:lnTo>
                  <a:pt x="11812" y="10381"/>
                </a:lnTo>
                <a:lnTo>
                  <a:pt x="11922" y="10198"/>
                </a:lnTo>
                <a:lnTo>
                  <a:pt x="11995" y="10014"/>
                </a:lnTo>
                <a:lnTo>
                  <a:pt x="11995" y="9941"/>
                </a:lnTo>
                <a:lnTo>
                  <a:pt x="11958" y="9904"/>
                </a:lnTo>
                <a:lnTo>
                  <a:pt x="11885" y="9904"/>
                </a:lnTo>
                <a:lnTo>
                  <a:pt x="11738" y="10051"/>
                </a:lnTo>
                <a:lnTo>
                  <a:pt x="11592" y="10234"/>
                </a:lnTo>
                <a:lnTo>
                  <a:pt x="11555" y="10271"/>
                </a:lnTo>
                <a:lnTo>
                  <a:pt x="11005" y="9867"/>
                </a:lnTo>
                <a:lnTo>
                  <a:pt x="10821" y="9757"/>
                </a:lnTo>
                <a:lnTo>
                  <a:pt x="10858" y="9684"/>
                </a:lnTo>
                <a:lnTo>
                  <a:pt x="10895" y="9611"/>
                </a:lnTo>
                <a:lnTo>
                  <a:pt x="11041" y="9464"/>
                </a:lnTo>
                <a:lnTo>
                  <a:pt x="11078" y="9427"/>
                </a:lnTo>
                <a:lnTo>
                  <a:pt x="11078" y="9354"/>
                </a:lnTo>
                <a:lnTo>
                  <a:pt x="11078" y="9317"/>
                </a:lnTo>
                <a:lnTo>
                  <a:pt x="11005" y="9281"/>
                </a:lnTo>
                <a:lnTo>
                  <a:pt x="10968" y="9317"/>
                </a:lnTo>
                <a:lnTo>
                  <a:pt x="10895" y="9281"/>
                </a:lnTo>
                <a:lnTo>
                  <a:pt x="10821" y="9317"/>
                </a:lnTo>
                <a:lnTo>
                  <a:pt x="10711" y="9427"/>
                </a:lnTo>
                <a:lnTo>
                  <a:pt x="10601" y="9574"/>
                </a:lnTo>
                <a:lnTo>
                  <a:pt x="10124" y="9281"/>
                </a:lnTo>
                <a:lnTo>
                  <a:pt x="10051" y="9207"/>
                </a:lnTo>
                <a:lnTo>
                  <a:pt x="10234" y="8914"/>
                </a:lnTo>
                <a:lnTo>
                  <a:pt x="10234" y="8840"/>
                </a:lnTo>
                <a:lnTo>
                  <a:pt x="10234" y="8804"/>
                </a:lnTo>
                <a:lnTo>
                  <a:pt x="10198" y="8730"/>
                </a:lnTo>
                <a:lnTo>
                  <a:pt x="10088" y="8694"/>
                </a:lnTo>
                <a:lnTo>
                  <a:pt x="10051" y="8730"/>
                </a:lnTo>
                <a:lnTo>
                  <a:pt x="10014" y="8767"/>
                </a:lnTo>
                <a:lnTo>
                  <a:pt x="9758" y="9060"/>
                </a:lnTo>
                <a:lnTo>
                  <a:pt x="9537" y="8877"/>
                </a:lnTo>
                <a:lnTo>
                  <a:pt x="9354" y="8694"/>
                </a:lnTo>
                <a:lnTo>
                  <a:pt x="9134" y="8437"/>
                </a:lnTo>
                <a:lnTo>
                  <a:pt x="9207" y="8327"/>
                </a:lnTo>
                <a:lnTo>
                  <a:pt x="9281" y="8217"/>
                </a:lnTo>
                <a:lnTo>
                  <a:pt x="9354" y="7960"/>
                </a:lnTo>
                <a:lnTo>
                  <a:pt x="9354" y="7887"/>
                </a:lnTo>
                <a:lnTo>
                  <a:pt x="9317" y="7850"/>
                </a:lnTo>
                <a:lnTo>
                  <a:pt x="9244" y="7850"/>
                </a:lnTo>
                <a:lnTo>
                  <a:pt x="9171" y="7887"/>
                </a:lnTo>
                <a:lnTo>
                  <a:pt x="8987" y="8107"/>
                </a:lnTo>
                <a:lnTo>
                  <a:pt x="8951" y="8180"/>
                </a:lnTo>
                <a:lnTo>
                  <a:pt x="8767" y="8033"/>
                </a:lnTo>
                <a:lnTo>
                  <a:pt x="8327" y="7740"/>
                </a:lnTo>
                <a:lnTo>
                  <a:pt x="8364" y="7446"/>
                </a:lnTo>
                <a:lnTo>
                  <a:pt x="8364" y="7410"/>
                </a:lnTo>
                <a:lnTo>
                  <a:pt x="8327" y="7336"/>
                </a:lnTo>
                <a:lnTo>
                  <a:pt x="8290" y="7300"/>
                </a:lnTo>
                <a:lnTo>
                  <a:pt x="8180" y="7300"/>
                </a:lnTo>
                <a:lnTo>
                  <a:pt x="8107" y="7336"/>
                </a:lnTo>
                <a:lnTo>
                  <a:pt x="8070" y="7446"/>
                </a:lnTo>
                <a:lnTo>
                  <a:pt x="8034" y="7556"/>
                </a:lnTo>
                <a:lnTo>
                  <a:pt x="7960" y="7520"/>
                </a:lnTo>
                <a:lnTo>
                  <a:pt x="7410" y="7116"/>
                </a:lnTo>
                <a:lnTo>
                  <a:pt x="7447" y="7080"/>
                </a:lnTo>
                <a:lnTo>
                  <a:pt x="7520" y="6970"/>
                </a:lnTo>
                <a:lnTo>
                  <a:pt x="7520" y="6896"/>
                </a:lnTo>
                <a:lnTo>
                  <a:pt x="7520" y="6860"/>
                </a:lnTo>
                <a:lnTo>
                  <a:pt x="7557" y="6750"/>
                </a:lnTo>
                <a:lnTo>
                  <a:pt x="7520" y="6713"/>
                </a:lnTo>
                <a:lnTo>
                  <a:pt x="7483" y="6713"/>
                </a:lnTo>
                <a:lnTo>
                  <a:pt x="7410" y="6750"/>
                </a:lnTo>
                <a:lnTo>
                  <a:pt x="7337" y="6750"/>
                </a:lnTo>
                <a:lnTo>
                  <a:pt x="7227" y="6823"/>
                </a:lnTo>
                <a:lnTo>
                  <a:pt x="7116" y="6896"/>
                </a:lnTo>
                <a:lnTo>
                  <a:pt x="6640" y="6639"/>
                </a:lnTo>
                <a:lnTo>
                  <a:pt x="6640" y="6603"/>
                </a:lnTo>
                <a:lnTo>
                  <a:pt x="7116" y="6163"/>
                </a:lnTo>
                <a:lnTo>
                  <a:pt x="7557" y="5649"/>
                </a:lnTo>
                <a:lnTo>
                  <a:pt x="7593" y="5722"/>
                </a:lnTo>
                <a:lnTo>
                  <a:pt x="7630" y="5759"/>
                </a:lnTo>
                <a:lnTo>
                  <a:pt x="7740" y="5759"/>
                </a:lnTo>
                <a:lnTo>
                  <a:pt x="8034" y="5576"/>
                </a:lnTo>
                <a:lnTo>
                  <a:pt x="8327" y="5392"/>
                </a:lnTo>
                <a:lnTo>
                  <a:pt x="8620" y="5209"/>
                </a:lnTo>
                <a:lnTo>
                  <a:pt x="8914" y="5025"/>
                </a:lnTo>
                <a:lnTo>
                  <a:pt x="9244" y="4879"/>
                </a:lnTo>
                <a:lnTo>
                  <a:pt x="9574" y="4732"/>
                </a:lnTo>
                <a:lnTo>
                  <a:pt x="9941" y="4659"/>
                </a:lnTo>
                <a:lnTo>
                  <a:pt x="10308" y="4622"/>
                </a:lnTo>
                <a:lnTo>
                  <a:pt x="10491" y="4622"/>
                </a:lnTo>
                <a:lnTo>
                  <a:pt x="10675" y="4659"/>
                </a:lnTo>
                <a:lnTo>
                  <a:pt x="10821" y="4732"/>
                </a:lnTo>
                <a:lnTo>
                  <a:pt x="10931" y="4842"/>
                </a:lnTo>
                <a:lnTo>
                  <a:pt x="11041" y="4989"/>
                </a:lnTo>
                <a:lnTo>
                  <a:pt x="11078" y="5136"/>
                </a:lnTo>
                <a:lnTo>
                  <a:pt x="11151" y="5502"/>
                </a:lnTo>
                <a:lnTo>
                  <a:pt x="11151" y="5906"/>
                </a:lnTo>
                <a:lnTo>
                  <a:pt x="11151" y="6309"/>
                </a:lnTo>
                <a:lnTo>
                  <a:pt x="11151" y="6676"/>
                </a:lnTo>
                <a:lnTo>
                  <a:pt x="11188" y="7006"/>
                </a:lnTo>
                <a:lnTo>
                  <a:pt x="11261" y="7373"/>
                </a:lnTo>
                <a:lnTo>
                  <a:pt x="11445" y="7703"/>
                </a:lnTo>
                <a:lnTo>
                  <a:pt x="11408" y="7813"/>
                </a:lnTo>
                <a:lnTo>
                  <a:pt x="11372" y="7923"/>
                </a:lnTo>
                <a:lnTo>
                  <a:pt x="11372" y="8033"/>
                </a:lnTo>
                <a:lnTo>
                  <a:pt x="11372" y="8143"/>
                </a:lnTo>
                <a:lnTo>
                  <a:pt x="11445" y="8253"/>
                </a:lnTo>
                <a:lnTo>
                  <a:pt x="11482" y="8327"/>
                </a:lnTo>
                <a:lnTo>
                  <a:pt x="11592" y="8400"/>
                </a:lnTo>
                <a:lnTo>
                  <a:pt x="11665" y="8474"/>
                </a:lnTo>
                <a:lnTo>
                  <a:pt x="11775" y="8510"/>
                </a:lnTo>
                <a:lnTo>
                  <a:pt x="12105" y="8510"/>
                </a:lnTo>
                <a:lnTo>
                  <a:pt x="12435" y="8694"/>
                </a:lnTo>
                <a:lnTo>
                  <a:pt x="12765" y="8840"/>
                </a:lnTo>
                <a:lnTo>
                  <a:pt x="13022" y="8877"/>
                </a:lnTo>
                <a:lnTo>
                  <a:pt x="13316" y="8877"/>
                </a:lnTo>
                <a:lnTo>
                  <a:pt x="13646" y="8804"/>
                </a:lnTo>
                <a:lnTo>
                  <a:pt x="13939" y="8694"/>
                </a:lnTo>
                <a:lnTo>
                  <a:pt x="14233" y="8584"/>
                </a:lnTo>
                <a:lnTo>
                  <a:pt x="14489" y="8400"/>
                </a:lnTo>
                <a:lnTo>
                  <a:pt x="14746" y="8217"/>
                </a:lnTo>
                <a:lnTo>
                  <a:pt x="14930" y="8033"/>
                </a:lnTo>
                <a:lnTo>
                  <a:pt x="14966" y="7997"/>
                </a:lnTo>
                <a:lnTo>
                  <a:pt x="14966" y="7923"/>
                </a:lnTo>
                <a:lnTo>
                  <a:pt x="14930" y="7813"/>
                </a:lnTo>
                <a:lnTo>
                  <a:pt x="14820" y="7777"/>
                </a:lnTo>
                <a:lnTo>
                  <a:pt x="14710" y="7777"/>
                </a:lnTo>
                <a:lnTo>
                  <a:pt x="14123" y="8143"/>
                </a:lnTo>
                <a:lnTo>
                  <a:pt x="13829" y="8290"/>
                </a:lnTo>
                <a:lnTo>
                  <a:pt x="13462" y="8400"/>
                </a:lnTo>
                <a:lnTo>
                  <a:pt x="13206" y="8474"/>
                </a:lnTo>
                <a:lnTo>
                  <a:pt x="12912" y="8437"/>
                </a:lnTo>
                <a:lnTo>
                  <a:pt x="12692" y="8363"/>
                </a:lnTo>
                <a:lnTo>
                  <a:pt x="12472" y="8217"/>
                </a:lnTo>
                <a:lnTo>
                  <a:pt x="12545" y="8107"/>
                </a:lnTo>
                <a:lnTo>
                  <a:pt x="12582" y="7960"/>
                </a:lnTo>
                <a:lnTo>
                  <a:pt x="12582" y="7850"/>
                </a:lnTo>
                <a:lnTo>
                  <a:pt x="12545" y="7777"/>
                </a:lnTo>
                <a:lnTo>
                  <a:pt x="12509" y="7740"/>
                </a:lnTo>
                <a:lnTo>
                  <a:pt x="12325" y="7630"/>
                </a:lnTo>
                <a:lnTo>
                  <a:pt x="12142" y="7520"/>
                </a:lnTo>
                <a:lnTo>
                  <a:pt x="11812" y="7520"/>
                </a:lnTo>
                <a:lnTo>
                  <a:pt x="11628" y="7116"/>
                </a:lnTo>
                <a:lnTo>
                  <a:pt x="11518" y="6713"/>
                </a:lnTo>
                <a:lnTo>
                  <a:pt x="11518" y="6346"/>
                </a:lnTo>
                <a:lnTo>
                  <a:pt x="11518" y="6016"/>
                </a:lnTo>
                <a:lnTo>
                  <a:pt x="11555" y="5649"/>
                </a:lnTo>
                <a:lnTo>
                  <a:pt x="11518" y="5282"/>
                </a:lnTo>
                <a:lnTo>
                  <a:pt x="11445" y="4989"/>
                </a:lnTo>
                <a:lnTo>
                  <a:pt x="11335" y="4732"/>
                </a:lnTo>
                <a:lnTo>
                  <a:pt x="11188" y="4549"/>
                </a:lnTo>
                <a:lnTo>
                  <a:pt x="11005" y="4402"/>
                </a:lnTo>
                <a:lnTo>
                  <a:pt x="10785" y="4329"/>
                </a:lnTo>
                <a:lnTo>
                  <a:pt x="10565" y="4255"/>
                </a:lnTo>
                <a:lnTo>
                  <a:pt x="10051" y="4255"/>
                </a:lnTo>
                <a:lnTo>
                  <a:pt x="9758" y="4292"/>
                </a:lnTo>
                <a:lnTo>
                  <a:pt x="9464" y="4365"/>
                </a:lnTo>
                <a:lnTo>
                  <a:pt x="8914" y="4585"/>
                </a:lnTo>
                <a:lnTo>
                  <a:pt x="8400" y="4879"/>
                </a:lnTo>
                <a:lnTo>
                  <a:pt x="7960" y="5209"/>
                </a:lnTo>
                <a:lnTo>
                  <a:pt x="8290" y="4769"/>
                </a:lnTo>
                <a:lnTo>
                  <a:pt x="9061" y="3742"/>
                </a:lnTo>
                <a:lnTo>
                  <a:pt x="9464" y="3191"/>
                </a:lnTo>
                <a:lnTo>
                  <a:pt x="9831" y="2641"/>
                </a:lnTo>
                <a:lnTo>
                  <a:pt x="9868" y="2568"/>
                </a:lnTo>
                <a:lnTo>
                  <a:pt x="9868" y="2531"/>
                </a:lnTo>
                <a:lnTo>
                  <a:pt x="9794" y="2421"/>
                </a:lnTo>
                <a:lnTo>
                  <a:pt x="9721" y="2384"/>
                </a:lnTo>
                <a:lnTo>
                  <a:pt x="9684" y="2348"/>
                </a:lnTo>
                <a:close/>
                <a:moveTo>
                  <a:pt x="15663" y="9867"/>
                </a:moveTo>
                <a:lnTo>
                  <a:pt x="15700" y="9904"/>
                </a:lnTo>
                <a:lnTo>
                  <a:pt x="15627" y="10381"/>
                </a:lnTo>
                <a:lnTo>
                  <a:pt x="15663" y="10418"/>
                </a:lnTo>
                <a:lnTo>
                  <a:pt x="15663" y="10454"/>
                </a:lnTo>
                <a:lnTo>
                  <a:pt x="15773" y="10491"/>
                </a:lnTo>
                <a:lnTo>
                  <a:pt x="15443" y="10895"/>
                </a:lnTo>
                <a:lnTo>
                  <a:pt x="15443" y="10821"/>
                </a:lnTo>
                <a:lnTo>
                  <a:pt x="15333" y="10491"/>
                </a:lnTo>
                <a:lnTo>
                  <a:pt x="15296" y="10454"/>
                </a:lnTo>
                <a:lnTo>
                  <a:pt x="15260" y="10454"/>
                </a:lnTo>
                <a:lnTo>
                  <a:pt x="15223" y="10491"/>
                </a:lnTo>
                <a:lnTo>
                  <a:pt x="15223" y="10528"/>
                </a:lnTo>
                <a:lnTo>
                  <a:pt x="15186" y="10821"/>
                </a:lnTo>
                <a:lnTo>
                  <a:pt x="15186" y="11188"/>
                </a:lnTo>
                <a:lnTo>
                  <a:pt x="15223" y="11225"/>
                </a:lnTo>
                <a:lnTo>
                  <a:pt x="14746" y="11848"/>
                </a:lnTo>
                <a:lnTo>
                  <a:pt x="14746" y="11591"/>
                </a:lnTo>
                <a:lnTo>
                  <a:pt x="14746" y="11371"/>
                </a:lnTo>
                <a:lnTo>
                  <a:pt x="14746" y="11115"/>
                </a:lnTo>
                <a:lnTo>
                  <a:pt x="14710" y="11078"/>
                </a:lnTo>
                <a:lnTo>
                  <a:pt x="15333" y="10308"/>
                </a:lnTo>
                <a:lnTo>
                  <a:pt x="15663" y="9867"/>
                </a:lnTo>
                <a:close/>
                <a:moveTo>
                  <a:pt x="14526" y="11298"/>
                </a:moveTo>
                <a:lnTo>
                  <a:pt x="14453" y="11555"/>
                </a:lnTo>
                <a:lnTo>
                  <a:pt x="14416" y="11775"/>
                </a:lnTo>
                <a:lnTo>
                  <a:pt x="14453" y="11885"/>
                </a:lnTo>
                <a:lnTo>
                  <a:pt x="14489" y="11958"/>
                </a:lnTo>
                <a:lnTo>
                  <a:pt x="14563" y="11995"/>
                </a:lnTo>
                <a:lnTo>
                  <a:pt x="14600" y="11995"/>
                </a:lnTo>
                <a:lnTo>
                  <a:pt x="14123" y="12619"/>
                </a:lnTo>
                <a:lnTo>
                  <a:pt x="14049" y="12655"/>
                </a:lnTo>
                <a:lnTo>
                  <a:pt x="14049" y="12362"/>
                </a:lnTo>
                <a:lnTo>
                  <a:pt x="14049" y="12142"/>
                </a:lnTo>
                <a:lnTo>
                  <a:pt x="14049" y="12032"/>
                </a:lnTo>
                <a:lnTo>
                  <a:pt x="14013" y="11922"/>
                </a:lnTo>
                <a:lnTo>
                  <a:pt x="14526" y="11298"/>
                </a:lnTo>
                <a:close/>
                <a:moveTo>
                  <a:pt x="4806" y="7997"/>
                </a:moveTo>
                <a:lnTo>
                  <a:pt x="4769" y="8033"/>
                </a:lnTo>
                <a:lnTo>
                  <a:pt x="4769" y="8070"/>
                </a:lnTo>
                <a:lnTo>
                  <a:pt x="4952" y="8217"/>
                </a:lnTo>
                <a:lnTo>
                  <a:pt x="5099" y="8327"/>
                </a:lnTo>
                <a:lnTo>
                  <a:pt x="5576" y="8584"/>
                </a:lnTo>
                <a:lnTo>
                  <a:pt x="6126" y="8840"/>
                </a:lnTo>
                <a:lnTo>
                  <a:pt x="6640" y="9134"/>
                </a:lnTo>
                <a:lnTo>
                  <a:pt x="7116" y="9501"/>
                </a:lnTo>
                <a:lnTo>
                  <a:pt x="7557" y="9831"/>
                </a:lnTo>
                <a:lnTo>
                  <a:pt x="8437" y="10638"/>
                </a:lnTo>
                <a:lnTo>
                  <a:pt x="9244" y="11371"/>
                </a:lnTo>
                <a:lnTo>
                  <a:pt x="10088" y="12105"/>
                </a:lnTo>
                <a:lnTo>
                  <a:pt x="10344" y="12325"/>
                </a:lnTo>
                <a:lnTo>
                  <a:pt x="10748" y="12655"/>
                </a:lnTo>
                <a:lnTo>
                  <a:pt x="10931" y="12765"/>
                </a:lnTo>
                <a:lnTo>
                  <a:pt x="11115" y="12839"/>
                </a:lnTo>
                <a:lnTo>
                  <a:pt x="11225" y="12839"/>
                </a:lnTo>
                <a:lnTo>
                  <a:pt x="11298" y="12802"/>
                </a:lnTo>
                <a:lnTo>
                  <a:pt x="11335" y="12765"/>
                </a:lnTo>
                <a:lnTo>
                  <a:pt x="11372" y="12692"/>
                </a:lnTo>
                <a:lnTo>
                  <a:pt x="11372" y="12582"/>
                </a:lnTo>
                <a:lnTo>
                  <a:pt x="11335" y="12472"/>
                </a:lnTo>
                <a:lnTo>
                  <a:pt x="11151" y="12325"/>
                </a:lnTo>
                <a:lnTo>
                  <a:pt x="10711" y="11995"/>
                </a:lnTo>
                <a:lnTo>
                  <a:pt x="10271" y="11628"/>
                </a:lnTo>
                <a:lnTo>
                  <a:pt x="9391" y="10858"/>
                </a:lnTo>
                <a:lnTo>
                  <a:pt x="8547" y="10051"/>
                </a:lnTo>
                <a:lnTo>
                  <a:pt x="8107" y="9684"/>
                </a:lnTo>
                <a:lnTo>
                  <a:pt x="7703" y="9354"/>
                </a:lnTo>
                <a:lnTo>
                  <a:pt x="7227" y="9024"/>
                </a:lnTo>
                <a:lnTo>
                  <a:pt x="6786" y="8694"/>
                </a:lnTo>
                <a:lnTo>
                  <a:pt x="6309" y="8437"/>
                </a:lnTo>
                <a:lnTo>
                  <a:pt x="5833" y="8217"/>
                </a:lnTo>
                <a:lnTo>
                  <a:pt x="5356" y="8033"/>
                </a:lnTo>
                <a:lnTo>
                  <a:pt x="5209" y="7997"/>
                </a:lnTo>
                <a:close/>
                <a:moveTo>
                  <a:pt x="954" y="12582"/>
                </a:moveTo>
                <a:lnTo>
                  <a:pt x="1101" y="12692"/>
                </a:lnTo>
                <a:lnTo>
                  <a:pt x="1064" y="12765"/>
                </a:lnTo>
                <a:lnTo>
                  <a:pt x="1064" y="12839"/>
                </a:lnTo>
                <a:lnTo>
                  <a:pt x="1064" y="12875"/>
                </a:lnTo>
                <a:lnTo>
                  <a:pt x="1101" y="12839"/>
                </a:lnTo>
                <a:lnTo>
                  <a:pt x="1211" y="12912"/>
                </a:lnTo>
                <a:lnTo>
                  <a:pt x="1247" y="12985"/>
                </a:lnTo>
                <a:lnTo>
                  <a:pt x="1247" y="13059"/>
                </a:lnTo>
                <a:lnTo>
                  <a:pt x="1284" y="13242"/>
                </a:lnTo>
                <a:lnTo>
                  <a:pt x="991" y="13095"/>
                </a:lnTo>
                <a:lnTo>
                  <a:pt x="844" y="13059"/>
                </a:lnTo>
                <a:lnTo>
                  <a:pt x="697" y="13022"/>
                </a:lnTo>
                <a:lnTo>
                  <a:pt x="844" y="12765"/>
                </a:lnTo>
                <a:lnTo>
                  <a:pt x="954" y="12582"/>
                </a:lnTo>
                <a:close/>
                <a:moveTo>
                  <a:pt x="2715" y="10858"/>
                </a:moveTo>
                <a:lnTo>
                  <a:pt x="2641" y="10931"/>
                </a:lnTo>
                <a:lnTo>
                  <a:pt x="2641" y="10968"/>
                </a:lnTo>
                <a:lnTo>
                  <a:pt x="2788" y="11151"/>
                </a:lnTo>
                <a:lnTo>
                  <a:pt x="2935" y="11261"/>
                </a:lnTo>
                <a:lnTo>
                  <a:pt x="3302" y="11445"/>
                </a:lnTo>
                <a:lnTo>
                  <a:pt x="3778" y="11775"/>
                </a:lnTo>
                <a:lnTo>
                  <a:pt x="4255" y="12105"/>
                </a:lnTo>
                <a:lnTo>
                  <a:pt x="5099" y="12765"/>
                </a:lnTo>
                <a:lnTo>
                  <a:pt x="5539" y="13095"/>
                </a:lnTo>
                <a:lnTo>
                  <a:pt x="5759" y="13242"/>
                </a:lnTo>
                <a:lnTo>
                  <a:pt x="5869" y="13279"/>
                </a:lnTo>
                <a:lnTo>
                  <a:pt x="6053" y="13279"/>
                </a:lnTo>
                <a:lnTo>
                  <a:pt x="6126" y="13242"/>
                </a:lnTo>
                <a:lnTo>
                  <a:pt x="6163" y="13169"/>
                </a:lnTo>
                <a:lnTo>
                  <a:pt x="6126" y="13059"/>
                </a:lnTo>
                <a:lnTo>
                  <a:pt x="6089" y="12985"/>
                </a:lnTo>
                <a:lnTo>
                  <a:pt x="6016" y="12875"/>
                </a:lnTo>
                <a:lnTo>
                  <a:pt x="5869" y="12729"/>
                </a:lnTo>
                <a:lnTo>
                  <a:pt x="5502" y="12472"/>
                </a:lnTo>
                <a:lnTo>
                  <a:pt x="4512" y="11738"/>
                </a:lnTo>
                <a:lnTo>
                  <a:pt x="4035" y="11408"/>
                </a:lnTo>
                <a:lnTo>
                  <a:pt x="3522" y="11078"/>
                </a:lnTo>
                <a:lnTo>
                  <a:pt x="3338" y="11005"/>
                </a:lnTo>
                <a:lnTo>
                  <a:pt x="3118" y="10895"/>
                </a:lnTo>
                <a:lnTo>
                  <a:pt x="2935" y="10858"/>
                </a:lnTo>
                <a:close/>
                <a:moveTo>
                  <a:pt x="13756" y="12252"/>
                </a:moveTo>
                <a:lnTo>
                  <a:pt x="13719" y="12362"/>
                </a:lnTo>
                <a:lnTo>
                  <a:pt x="13719" y="12619"/>
                </a:lnTo>
                <a:lnTo>
                  <a:pt x="13719" y="12912"/>
                </a:lnTo>
                <a:lnTo>
                  <a:pt x="13756" y="12985"/>
                </a:lnTo>
                <a:lnTo>
                  <a:pt x="13793" y="13022"/>
                </a:lnTo>
                <a:lnTo>
                  <a:pt x="13719" y="13095"/>
                </a:lnTo>
                <a:lnTo>
                  <a:pt x="13389" y="13536"/>
                </a:lnTo>
                <a:lnTo>
                  <a:pt x="13426" y="13132"/>
                </a:lnTo>
                <a:lnTo>
                  <a:pt x="13462" y="12912"/>
                </a:lnTo>
                <a:lnTo>
                  <a:pt x="13462" y="12765"/>
                </a:lnTo>
                <a:lnTo>
                  <a:pt x="13426" y="12655"/>
                </a:lnTo>
                <a:lnTo>
                  <a:pt x="13756" y="12252"/>
                </a:lnTo>
                <a:close/>
                <a:moveTo>
                  <a:pt x="4402" y="8694"/>
                </a:moveTo>
                <a:lnTo>
                  <a:pt x="4329" y="8730"/>
                </a:lnTo>
                <a:lnTo>
                  <a:pt x="4255" y="8804"/>
                </a:lnTo>
                <a:lnTo>
                  <a:pt x="4255" y="8877"/>
                </a:lnTo>
                <a:lnTo>
                  <a:pt x="4255" y="8987"/>
                </a:lnTo>
                <a:lnTo>
                  <a:pt x="4292" y="9060"/>
                </a:lnTo>
                <a:lnTo>
                  <a:pt x="4365" y="9134"/>
                </a:lnTo>
                <a:lnTo>
                  <a:pt x="4512" y="9207"/>
                </a:lnTo>
                <a:lnTo>
                  <a:pt x="4842" y="9354"/>
                </a:lnTo>
                <a:lnTo>
                  <a:pt x="5136" y="9501"/>
                </a:lnTo>
                <a:lnTo>
                  <a:pt x="5392" y="9647"/>
                </a:lnTo>
                <a:lnTo>
                  <a:pt x="5869" y="10014"/>
                </a:lnTo>
                <a:lnTo>
                  <a:pt x="6346" y="10418"/>
                </a:lnTo>
                <a:lnTo>
                  <a:pt x="6786" y="10858"/>
                </a:lnTo>
                <a:lnTo>
                  <a:pt x="8584" y="12398"/>
                </a:lnTo>
                <a:lnTo>
                  <a:pt x="9501" y="13169"/>
                </a:lnTo>
                <a:lnTo>
                  <a:pt x="9721" y="13315"/>
                </a:lnTo>
                <a:lnTo>
                  <a:pt x="9941" y="13462"/>
                </a:lnTo>
                <a:lnTo>
                  <a:pt x="10161" y="13572"/>
                </a:lnTo>
                <a:lnTo>
                  <a:pt x="10271" y="13609"/>
                </a:lnTo>
                <a:lnTo>
                  <a:pt x="10381" y="13609"/>
                </a:lnTo>
                <a:lnTo>
                  <a:pt x="10454" y="13572"/>
                </a:lnTo>
                <a:lnTo>
                  <a:pt x="10491" y="13536"/>
                </a:lnTo>
                <a:lnTo>
                  <a:pt x="10528" y="13462"/>
                </a:lnTo>
                <a:lnTo>
                  <a:pt x="10491" y="13389"/>
                </a:lnTo>
                <a:lnTo>
                  <a:pt x="10418" y="13242"/>
                </a:lnTo>
                <a:lnTo>
                  <a:pt x="10271" y="13132"/>
                </a:lnTo>
                <a:lnTo>
                  <a:pt x="9978" y="12949"/>
                </a:lnTo>
                <a:lnTo>
                  <a:pt x="9537" y="12619"/>
                </a:lnTo>
                <a:lnTo>
                  <a:pt x="9134" y="12288"/>
                </a:lnTo>
                <a:lnTo>
                  <a:pt x="7557" y="10931"/>
                </a:lnTo>
                <a:lnTo>
                  <a:pt x="6823" y="10271"/>
                </a:lnTo>
                <a:lnTo>
                  <a:pt x="6089" y="9647"/>
                </a:lnTo>
                <a:lnTo>
                  <a:pt x="5686" y="9354"/>
                </a:lnTo>
                <a:lnTo>
                  <a:pt x="5246" y="9097"/>
                </a:lnTo>
                <a:lnTo>
                  <a:pt x="4769" y="8950"/>
                </a:lnTo>
                <a:lnTo>
                  <a:pt x="4549" y="8840"/>
                </a:lnTo>
                <a:lnTo>
                  <a:pt x="4475" y="8767"/>
                </a:lnTo>
                <a:lnTo>
                  <a:pt x="4439" y="8694"/>
                </a:lnTo>
                <a:close/>
                <a:moveTo>
                  <a:pt x="1541" y="13022"/>
                </a:moveTo>
                <a:lnTo>
                  <a:pt x="2091" y="13389"/>
                </a:lnTo>
                <a:lnTo>
                  <a:pt x="2091" y="13572"/>
                </a:lnTo>
                <a:lnTo>
                  <a:pt x="2126" y="13749"/>
                </a:lnTo>
                <a:lnTo>
                  <a:pt x="1504" y="13389"/>
                </a:lnTo>
                <a:lnTo>
                  <a:pt x="1578" y="13352"/>
                </a:lnTo>
                <a:lnTo>
                  <a:pt x="1614" y="13315"/>
                </a:lnTo>
                <a:lnTo>
                  <a:pt x="1614" y="13279"/>
                </a:lnTo>
                <a:lnTo>
                  <a:pt x="1614" y="13205"/>
                </a:lnTo>
                <a:lnTo>
                  <a:pt x="1541" y="13095"/>
                </a:lnTo>
                <a:lnTo>
                  <a:pt x="1541" y="13022"/>
                </a:lnTo>
                <a:close/>
                <a:moveTo>
                  <a:pt x="13206" y="12949"/>
                </a:moveTo>
                <a:lnTo>
                  <a:pt x="13169" y="13022"/>
                </a:lnTo>
                <a:lnTo>
                  <a:pt x="13059" y="13756"/>
                </a:lnTo>
                <a:lnTo>
                  <a:pt x="13059" y="13829"/>
                </a:lnTo>
                <a:lnTo>
                  <a:pt x="13096" y="13866"/>
                </a:lnTo>
                <a:lnTo>
                  <a:pt x="12912" y="14086"/>
                </a:lnTo>
                <a:lnTo>
                  <a:pt x="12912" y="13719"/>
                </a:lnTo>
                <a:lnTo>
                  <a:pt x="12875" y="13352"/>
                </a:lnTo>
                <a:lnTo>
                  <a:pt x="13206" y="12949"/>
                </a:lnTo>
                <a:close/>
                <a:moveTo>
                  <a:pt x="2458" y="13646"/>
                </a:moveTo>
                <a:lnTo>
                  <a:pt x="2641" y="13792"/>
                </a:lnTo>
                <a:lnTo>
                  <a:pt x="2788" y="13902"/>
                </a:lnTo>
                <a:lnTo>
                  <a:pt x="2788" y="14086"/>
                </a:lnTo>
                <a:lnTo>
                  <a:pt x="2825" y="14233"/>
                </a:lnTo>
                <a:lnTo>
                  <a:pt x="2605" y="14086"/>
                </a:lnTo>
                <a:lnTo>
                  <a:pt x="2385" y="13939"/>
                </a:lnTo>
                <a:lnTo>
                  <a:pt x="2495" y="13939"/>
                </a:lnTo>
                <a:lnTo>
                  <a:pt x="2568" y="13866"/>
                </a:lnTo>
                <a:lnTo>
                  <a:pt x="2568" y="13829"/>
                </a:lnTo>
                <a:lnTo>
                  <a:pt x="2568" y="13756"/>
                </a:lnTo>
                <a:lnTo>
                  <a:pt x="2458" y="13646"/>
                </a:lnTo>
                <a:close/>
                <a:moveTo>
                  <a:pt x="3595" y="9794"/>
                </a:moveTo>
                <a:lnTo>
                  <a:pt x="3558" y="9831"/>
                </a:lnTo>
                <a:lnTo>
                  <a:pt x="3522" y="9867"/>
                </a:lnTo>
                <a:lnTo>
                  <a:pt x="3558" y="9977"/>
                </a:lnTo>
                <a:lnTo>
                  <a:pt x="3595" y="10088"/>
                </a:lnTo>
                <a:lnTo>
                  <a:pt x="3815" y="10234"/>
                </a:lnTo>
                <a:lnTo>
                  <a:pt x="4659" y="10821"/>
                </a:lnTo>
                <a:lnTo>
                  <a:pt x="5466" y="11518"/>
                </a:lnTo>
                <a:lnTo>
                  <a:pt x="6236" y="12178"/>
                </a:lnTo>
                <a:lnTo>
                  <a:pt x="7080" y="12839"/>
                </a:lnTo>
                <a:lnTo>
                  <a:pt x="7923" y="13462"/>
                </a:lnTo>
                <a:lnTo>
                  <a:pt x="8730" y="14049"/>
                </a:lnTo>
                <a:lnTo>
                  <a:pt x="9134" y="14343"/>
                </a:lnTo>
                <a:lnTo>
                  <a:pt x="9574" y="14563"/>
                </a:lnTo>
                <a:lnTo>
                  <a:pt x="9684" y="14563"/>
                </a:lnTo>
                <a:lnTo>
                  <a:pt x="9794" y="14526"/>
                </a:lnTo>
                <a:lnTo>
                  <a:pt x="9868" y="14453"/>
                </a:lnTo>
                <a:lnTo>
                  <a:pt x="9904" y="14416"/>
                </a:lnTo>
                <a:lnTo>
                  <a:pt x="9904" y="14379"/>
                </a:lnTo>
                <a:lnTo>
                  <a:pt x="9904" y="14306"/>
                </a:lnTo>
                <a:lnTo>
                  <a:pt x="9868" y="14269"/>
                </a:lnTo>
                <a:lnTo>
                  <a:pt x="9794" y="14196"/>
                </a:lnTo>
                <a:lnTo>
                  <a:pt x="9721" y="14159"/>
                </a:lnTo>
                <a:lnTo>
                  <a:pt x="9501" y="14012"/>
                </a:lnTo>
                <a:lnTo>
                  <a:pt x="9281" y="13866"/>
                </a:lnTo>
                <a:lnTo>
                  <a:pt x="8290" y="13205"/>
                </a:lnTo>
                <a:lnTo>
                  <a:pt x="7373" y="12508"/>
                </a:lnTo>
                <a:lnTo>
                  <a:pt x="6493" y="11812"/>
                </a:lnTo>
                <a:lnTo>
                  <a:pt x="5649" y="11115"/>
                </a:lnTo>
                <a:lnTo>
                  <a:pt x="4769" y="10418"/>
                </a:lnTo>
                <a:lnTo>
                  <a:pt x="4549" y="10234"/>
                </a:lnTo>
                <a:lnTo>
                  <a:pt x="4145" y="9977"/>
                </a:lnTo>
                <a:lnTo>
                  <a:pt x="3925" y="9867"/>
                </a:lnTo>
                <a:lnTo>
                  <a:pt x="3742" y="9794"/>
                </a:lnTo>
                <a:close/>
                <a:moveTo>
                  <a:pt x="3155" y="14122"/>
                </a:moveTo>
                <a:lnTo>
                  <a:pt x="3778" y="14563"/>
                </a:lnTo>
                <a:lnTo>
                  <a:pt x="3742" y="14746"/>
                </a:lnTo>
                <a:lnTo>
                  <a:pt x="3742" y="14856"/>
                </a:lnTo>
                <a:lnTo>
                  <a:pt x="3338" y="14563"/>
                </a:lnTo>
                <a:lnTo>
                  <a:pt x="3338" y="14489"/>
                </a:lnTo>
                <a:lnTo>
                  <a:pt x="3302" y="14416"/>
                </a:lnTo>
                <a:lnTo>
                  <a:pt x="3192" y="14269"/>
                </a:lnTo>
                <a:lnTo>
                  <a:pt x="3155" y="14122"/>
                </a:lnTo>
                <a:close/>
                <a:moveTo>
                  <a:pt x="12692" y="13536"/>
                </a:moveTo>
                <a:lnTo>
                  <a:pt x="12619" y="13976"/>
                </a:lnTo>
                <a:lnTo>
                  <a:pt x="12582" y="14416"/>
                </a:lnTo>
                <a:lnTo>
                  <a:pt x="12582" y="14489"/>
                </a:lnTo>
                <a:lnTo>
                  <a:pt x="12142" y="15040"/>
                </a:lnTo>
                <a:lnTo>
                  <a:pt x="12142" y="14893"/>
                </a:lnTo>
                <a:lnTo>
                  <a:pt x="12142" y="14563"/>
                </a:lnTo>
                <a:lnTo>
                  <a:pt x="12105" y="14269"/>
                </a:lnTo>
                <a:lnTo>
                  <a:pt x="12692" y="13536"/>
                </a:lnTo>
                <a:close/>
                <a:moveTo>
                  <a:pt x="4035" y="14746"/>
                </a:moveTo>
                <a:lnTo>
                  <a:pt x="4402" y="15003"/>
                </a:lnTo>
                <a:lnTo>
                  <a:pt x="4402" y="15040"/>
                </a:lnTo>
                <a:lnTo>
                  <a:pt x="4402" y="15150"/>
                </a:lnTo>
                <a:lnTo>
                  <a:pt x="4439" y="15223"/>
                </a:lnTo>
                <a:lnTo>
                  <a:pt x="4549" y="15370"/>
                </a:lnTo>
                <a:lnTo>
                  <a:pt x="4659" y="15553"/>
                </a:lnTo>
                <a:lnTo>
                  <a:pt x="4255" y="15223"/>
                </a:lnTo>
                <a:lnTo>
                  <a:pt x="4255" y="15150"/>
                </a:lnTo>
                <a:lnTo>
                  <a:pt x="4219" y="15076"/>
                </a:lnTo>
                <a:lnTo>
                  <a:pt x="4109" y="14966"/>
                </a:lnTo>
                <a:lnTo>
                  <a:pt x="4035" y="14856"/>
                </a:lnTo>
                <a:lnTo>
                  <a:pt x="4035" y="14746"/>
                </a:lnTo>
                <a:close/>
                <a:moveTo>
                  <a:pt x="11922" y="14489"/>
                </a:moveTo>
                <a:lnTo>
                  <a:pt x="11885" y="14856"/>
                </a:lnTo>
                <a:lnTo>
                  <a:pt x="11848" y="15113"/>
                </a:lnTo>
                <a:lnTo>
                  <a:pt x="11848" y="15260"/>
                </a:lnTo>
                <a:lnTo>
                  <a:pt x="11848" y="15370"/>
                </a:lnTo>
                <a:lnTo>
                  <a:pt x="11555" y="15700"/>
                </a:lnTo>
                <a:lnTo>
                  <a:pt x="11592" y="15480"/>
                </a:lnTo>
                <a:lnTo>
                  <a:pt x="11555" y="15223"/>
                </a:lnTo>
                <a:lnTo>
                  <a:pt x="11555" y="15150"/>
                </a:lnTo>
                <a:lnTo>
                  <a:pt x="11482" y="15113"/>
                </a:lnTo>
                <a:lnTo>
                  <a:pt x="11445" y="15113"/>
                </a:lnTo>
                <a:lnTo>
                  <a:pt x="11922" y="14489"/>
                </a:lnTo>
                <a:close/>
                <a:moveTo>
                  <a:pt x="4769" y="15223"/>
                </a:moveTo>
                <a:lnTo>
                  <a:pt x="5026" y="15406"/>
                </a:lnTo>
                <a:lnTo>
                  <a:pt x="5576" y="15810"/>
                </a:lnTo>
                <a:lnTo>
                  <a:pt x="5576" y="15883"/>
                </a:lnTo>
                <a:lnTo>
                  <a:pt x="5576" y="16177"/>
                </a:lnTo>
                <a:lnTo>
                  <a:pt x="5576" y="16287"/>
                </a:lnTo>
                <a:lnTo>
                  <a:pt x="4916" y="15773"/>
                </a:lnTo>
                <a:lnTo>
                  <a:pt x="4952" y="15663"/>
                </a:lnTo>
                <a:lnTo>
                  <a:pt x="4952" y="15553"/>
                </a:lnTo>
                <a:lnTo>
                  <a:pt x="4916" y="15480"/>
                </a:lnTo>
                <a:lnTo>
                  <a:pt x="4879" y="15370"/>
                </a:lnTo>
                <a:lnTo>
                  <a:pt x="4769" y="15223"/>
                </a:lnTo>
                <a:close/>
                <a:moveTo>
                  <a:pt x="5833" y="15993"/>
                </a:moveTo>
                <a:lnTo>
                  <a:pt x="6456" y="16507"/>
                </a:lnTo>
                <a:lnTo>
                  <a:pt x="6420" y="16580"/>
                </a:lnTo>
                <a:lnTo>
                  <a:pt x="6383" y="16690"/>
                </a:lnTo>
                <a:lnTo>
                  <a:pt x="6346" y="16874"/>
                </a:lnTo>
                <a:lnTo>
                  <a:pt x="5869" y="16507"/>
                </a:lnTo>
                <a:lnTo>
                  <a:pt x="5869" y="16323"/>
                </a:lnTo>
                <a:lnTo>
                  <a:pt x="5869" y="16140"/>
                </a:lnTo>
                <a:lnTo>
                  <a:pt x="5833" y="15993"/>
                </a:lnTo>
                <a:close/>
                <a:moveTo>
                  <a:pt x="11298" y="15260"/>
                </a:moveTo>
                <a:lnTo>
                  <a:pt x="11298" y="15443"/>
                </a:lnTo>
                <a:lnTo>
                  <a:pt x="11225" y="15957"/>
                </a:lnTo>
                <a:lnTo>
                  <a:pt x="11225" y="16030"/>
                </a:lnTo>
                <a:lnTo>
                  <a:pt x="11261" y="16067"/>
                </a:lnTo>
                <a:lnTo>
                  <a:pt x="10088" y="17387"/>
                </a:lnTo>
                <a:lnTo>
                  <a:pt x="10088" y="17130"/>
                </a:lnTo>
                <a:lnTo>
                  <a:pt x="10088" y="16984"/>
                </a:lnTo>
                <a:lnTo>
                  <a:pt x="10308" y="16653"/>
                </a:lnTo>
                <a:lnTo>
                  <a:pt x="10821" y="15920"/>
                </a:lnTo>
                <a:lnTo>
                  <a:pt x="10785" y="16067"/>
                </a:lnTo>
                <a:lnTo>
                  <a:pt x="10711" y="16287"/>
                </a:lnTo>
                <a:lnTo>
                  <a:pt x="10711" y="16397"/>
                </a:lnTo>
                <a:lnTo>
                  <a:pt x="10711" y="16507"/>
                </a:lnTo>
                <a:lnTo>
                  <a:pt x="10748" y="16543"/>
                </a:lnTo>
                <a:lnTo>
                  <a:pt x="10785" y="16543"/>
                </a:lnTo>
                <a:lnTo>
                  <a:pt x="10895" y="16470"/>
                </a:lnTo>
                <a:lnTo>
                  <a:pt x="10968" y="16360"/>
                </a:lnTo>
                <a:lnTo>
                  <a:pt x="11005" y="16103"/>
                </a:lnTo>
                <a:lnTo>
                  <a:pt x="11005" y="15663"/>
                </a:lnTo>
                <a:lnTo>
                  <a:pt x="11225" y="15370"/>
                </a:lnTo>
                <a:lnTo>
                  <a:pt x="11298" y="15260"/>
                </a:lnTo>
                <a:close/>
                <a:moveTo>
                  <a:pt x="6566" y="16580"/>
                </a:moveTo>
                <a:lnTo>
                  <a:pt x="7006" y="17020"/>
                </a:lnTo>
                <a:lnTo>
                  <a:pt x="7006" y="17240"/>
                </a:lnTo>
                <a:lnTo>
                  <a:pt x="7006" y="17460"/>
                </a:lnTo>
                <a:lnTo>
                  <a:pt x="6896" y="17350"/>
                </a:lnTo>
                <a:lnTo>
                  <a:pt x="6640" y="17130"/>
                </a:lnTo>
                <a:lnTo>
                  <a:pt x="6640" y="17020"/>
                </a:lnTo>
                <a:lnTo>
                  <a:pt x="6603" y="16800"/>
                </a:lnTo>
                <a:lnTo>
                  <a:pt x="6566" y="16580"/>
                </a:lnTo>
                <a:close/>
                <a:moveTo>
                  <a:pt x="9464" y="404"/>
                </a:moveTo>
                <a:lnTo>
                  <a:pt x="9684" y="440"/>
                </a:lnTo>
                <a:lnTo>
                  <a:pt x="9868" y="477"/>
                </a:lnTo>
                <a:lnTo>
                  <a:pt x="10051" y="587"/>
                </a:lnTo>
                <a:lnTo>
                  <a:pt x="10418" y="844"/>
                </a:lnTo>
                <a:lnTo>
                  <a:pt x="10711" y="1064"/>
                </a:lnTo>
                <a:lnTo>
                  <a:pt x="12582" y="2421"/>
                </a:lnTo>
                <a:lnTo>
                  <a:pt x="14489" y="3815"/>
                </a:lnTo>
                <a:lnTo>
                  <a:pt x="15443" y="4512"/>
                </a:lnTo>
                <a:lnTo>
                  <a:pt x="15700" y="4732"/>
                </a:lnTo>
                <a:lnTo>
                  <a:pt x="15847" y="4805"/>
                </a:lnTo>
                <a:lnTo>
                  <a:pt x="15993" y="4879"/>
                </a:lnTo>
                <a:lnTo>
                  <a:pt x="15590" y="5356"/>
                </a:lnTo>
                <a:lnTo>
                  <a:pt x="15223" y="5869"/>
                </a:lnTo>
                <a:lnTo>
                  <a:pt x="15040" y="6089"/>
                </a:lnTo>
                <a:lnTo>
                  <a:pt x="14856" y="6383"/>
                </a:lnTo>
                <a:lnTo>
                  <a:pt x="14783" y="6529"/>
                </a:lnTo>
                <a:lnTo>
                  <a:pt x="14746" y="6639"/>
                </a:lnTo>
                <a:lnTo>
                  <a:pt x="14746" y="6786"/>
                </a:lnTo>
                <a:lnTo>
                  <a:pt x="14856" y="6896"/>
                </a:lnTo>
                <a:lnTo>
                  <a:pt x="14966" y="7006"/>
                </a:lnTo>
                <a:lnTo>
                  <a:pt x="15076" y="7080"/>
                </a:lnTo>
                <a:lnTo>
                  <a:pt x="15370" y="7190"/>
                </a:lnTo>
                <a:lnTo>
                  <a:pt x="15957" y="7300"/>
                </a:lnTo>
                <a:lnTo>
                  <a:pt x="16727" y="7446"/>
                </a:lnTo>
                <a:lnTo>
                  <a:pt x="17021" y="7520"/>
                </a:lnTo>
                <a:lnTo>
                  <a:pt x="16984" y="7593"/>
                </a:lnTo>
                <a:lnTo>
                  <a:pt x="16470" y="8143"/>
                </a:lnTo>
                <a:lnTo>
                  <a:pt x="15993" y="8730"/>
                </a:lnTo>
                <a:lnTo>
                  <a:pt x="15040" y="9904"/>
                </a:lnTo>
                <a:lnTo>
                  <a:pt x="12912" y="12508"/>
                </a:lnTo>
                <a:lnTo>
                  <a:pt x="11848" y="13792"/>
                </a:lnTo>
                <a:lnTo>
                  <a:pt x="10821" y="15113"/>
                </a:lnTo>
                <a:lnTo>
                  <a:pt x="10344" y="15736"/>
                </a:lnTo>
                <a:lnTo>
                  <a:pt x="9904" y="16397"/>
                </a:lnTo>
                <a:lnTo>
                  <a:pt x="9464" y="17057"/>
                </a:lnTo>
                <a:lnTo>
                  <a:pt x="9317" y="17277"/>
                </a:lnTo>
                <a:lnTo>
                  <a:pt x="9207" y="17497"/>
                </a:lnTo>
                <a:lnTo>
                  <a:pt x="8987" y="17387"/>
                </a:lnTo>
                <a:lnTo>
                  <a:pt x="8767" y="17350"/>
                </a:lnTo>
                <a:lnTo>
                  <a:pt x="8290" y="17204"/>
                </a:lnTo>
                <a:lnTo>
                  <a:pt x="7997" y="17094"/>
                </a:lnTo>
                <a:lnTo>
                  <a:pt x="7740" y="16910"/>
                </a:lnTo>
                <a:lnTo>
                  <a:pt x="7483" y="16727"/>
                </a:lnTo>
                <a:lnTo>
                  <a:pt x="7227" y="16507"/>
                </a:lnTo>
                <a:lnTo>
                  <a:pt x="6750" y="16067"/>
                </a:lnTo>
                <a:lnTo>
                  <a:pt x="6273" y="15663"/>
                </a:lnTo>
                <a:lnTo>
                  <a:pt x="5723" y="15296"/>
                </a:lnTo>
                <a:lnTo>
                  <a:pt x="5209" y="14929"/>
                </a:lnTo>
                <a:lnTo>
                  <a:pt x="3045" y="13462"/>
                </a:lnTo>
                <a:lnTo>
                  <a:pt x="1908" y="12619"/>
                </a:lnTo>
                <a:lnTo>
                  <a:pt x="1321" y="12215"/>
                </a:lnTo>
                <a:lnTo>
                  <a:pt x="697" y="11848"/>
                </a:lnTo>
                <a:lnTo>
                  <a:pt x="624" y="11812"/>
                </a:lnTo>
                <a:lnTo>
                  <a:pt x="1614" y="10381"/>
                </a:lnTo>
                <a:lnTo>
                  <a:pt x="2641" y="8950"/>
                </a:lnTo>
                <a:lnTo>
                  <a:pt x="3668" y="7556"/>
                </a:lnTo>
                <a:lnTo>
                  <a:pt x="4732" y="6163"/>
                </a:lnTo>
                <a:lnTo>
                  <a:pt x="6970" y="3338"/>
                </a:lnTo>
                <a:lnTo>
                  <a:pt x="8144" y="1944"/>
                </a:lnTo>
                <a:lnTo>
                  <a:pt x="8730" y="1284"/>
                </a:lnTo>
                <a:lnTo>
                  <a:pt x="9244" y="550"/>
                </a:lnTo>
                <a:lnTo>
                  <a:pt x="9281" y="477"/>
                </a:lnTo>
                <a:lnTo>
                  <a:pt x="9281" y="404"/>
                </a:lnTo>
                <a:close/>
                <a:moveTo>
                  <a:pt x="7227" y="17204"/>
                </a:moveTo>
                <a:lnTo>
                  <a:pt x="7667" y="17460"/>
                </a:lnTo>
                <a:lnTo>
                  <a:pt x="8107" y="17681"/>
                </a:lnTo>
                <a:lnTo>
                  <a:pt x="8070" y="17937"/>
                </a:lnTo>
                <a:lnTo>
                  <a:pt x="8107" y="18194"/>
                </a:lnTo>
                <a:lnTo>
                  <a:pt x="7850" y="18084"/>
                </a:lnTo>
                <a:lnTo>
                  <a:pt x="7447" y="17791"/>
                </a:lnTo>
                <a:lnTo>
                  <a:pt x="7410" y="17644"/>
                </a:lnTo>
                <a:lnTo>
                  <a:pt x="7337" y="17497"/>
                </a:lnTo>
                <a:lnTo>
                  <a:pt x="7227" y="17204"/>
                </a:lnTo>
                <a:close/>
                <a:moveTo>
                  <a:pt x="9831" y="17460"/>
                </a:moveTo>
                <a:lnTo>
                  <a:pt x="9868" y="17534"/>
                </a:lnTo>
                <a:lnTo>
                  <a:pt x="9904" y="17571"/>
                </a:lnTo>
                <a:lnTo>
                  <a:pt x="9464" y="18084"/>
                </a:lnTo>
                <a:lnTo>
                  <a:pt x="9207" y="18341"/>
                </a:lnTo>
                <a:lnTo>
                  <a:pt x="9171" y="18231"/>
                </a:lnTo>
                <a:lnTo>
                  <a:pt x="9134" y="18121"/>
                </a:lnTo>
                <a:lnTo>
                  <a:pt x="9134" y="17974"/>
                </a:lnTo>
                <a:lnTo>
                  <a:pt x="9317" y="17974"/>
                </a:lnTo>
                <a:lnTo>
                  <a:pt x="9317" y="17937"/>
                </a:lnTo>
                <a:lnTo>
                  <a:pt x="9391" y="17937"/>
                </a:lnTo>
                <a:lnTo>
                  <a:pt x="9464" y="17901"/>
                </a:lnTo>
                <a:lnTo>
                  <a:pt x="9574" y="17827"/>
                </a:lnTo>
                <a:lnTo>
                  <a:pt x="9647" y="17681"/>
                </a:lnTo>
                <a:lnTo>
                  <a:pt x="9794" y="17460"/>
                </a:lnTo>
                <a:close/>
                <a:moveTo>
                  <a:pt x="9464" y="0"/>
                </a:moveTo>
                <a:lnTo>
                  <a:pt x="9281" y="37"/>
                </a:lnTo>
                <a:lnTo>
                  <a:pt x="9134" y="110"/>
                </a:lnTo>
                <a:lnTo>
                  <a:pt x="9024" y="147"/>
                </a:lnTo>
                <a:lnTo>
                  <a:pt x="8951" y="257"/>
                </a:lnTo>
                <a:lnTo>
                  <a:pt x="8914" y="294"/>
                </a:lnTo>
                <a:lnTo>
                  <a:pt x="8914" y="330"/>
                </a:lnTo>
                <a:lnTo>
                  <a:pt x="8327" y="954"/>
                </a:lnTo>
                <a:lnTo>
                  <a:pt x="7740" y="1614"/>
                </a:lnTo>
                <a:lnTo>
                  <a:pt x="6640" y="2971"/>
                </a:lnTo>
                <a:lnTo>
                  <a:pt x="5502" y="4365"/>
                </a:lnTo>
                <a:lnTo>
                  <a:pt x="4402" y="5759"/>
                </a:lnTo>
                <a:lnTo>
                  <a:pt x="2421" y="8400"/>
                </a:lnTo>
                <a:lnTo>
                  <a:pt x="477" y="11041"/>
                </a:lnTo>
                <a:lnTo>
                  <a:pt x="330" y="11261"/>
                </a:lnTo>
                <a:lnTo>
                  <a:pt x="37" y="11701"/>
                </a:lnTo>
                <a:lnTo>
                  <a:pt x="0" y="11775"/>
                </a:lnTo>
                <a:lnTo>
                  <a:pt x="0" y="11885"/>
                </a:lnTo>
                <a:lnTo>
                  <a:pt x="37" y="11958"/>
                </a:lnTo>
                <a:lnTo>
                  <a:pt x="74" y="12032"/>
                </a:lnTo>
                <a:lnTo>
                  <a:pt x="147" y="12068"/>
                </a:lnTo>
                <a:lnTo>
                  <a:pt x="220" y="12105"/>
                </a:lnTo>
                <a:lnTo>
                  <a:pt x="294" y="12105"/>
                </a:lnTo>
                <a:lnTo>
                  <a:pt x="404" y="12068"/>
                </a:lnTo>
                <a:lnTo>
                  <a:pt x="440" y="12142"/>
                </a:lnTo>
                <a:lnTo>
                  <a:pt x="697" y="12398"/>
                </a:lnTo>
                <a:lnTo>
                  <a:pt x="587" y="12508"/>
                </a:lnTo>
                <a:lnTo>
                  <a:pt x="514" y="12655"/>
                </a:lnTo>
                <a:lnTo>
                  <a:pt x="440" y="12802"/>
                </a:lnTo>
                <a:lnTo>
                  <a:pt x="404" y="12949"/>
                </a:lnTo>
                <a:lnTo>
                  <a:pt x="404" y="13022"/>
                </a:lnTo>
                <a:lnTo>
                  <a:pt x="440" y="13059"/>
                </a:lnTo>
                <a:lnTo>
                  <a:pt x="514" y="13095"/>
                </a:lnTo>
                <a:lnTo>
                  <a:pt x="550" y="13095"/>
                </a:lnTo>
                <a:lnTo>
                  <a:pt x="624" y="13205"/>
                </a:lnTo>
                <a:lnTo>
                  <a:pt x="697" y="13315"/>
                </a:lnTo>
                <a:lnTo>
                  <a:pt x="881" y="13462"/>
                </a:lnTo>
                <a:lnTo>
                  <a:pt x="1284" y="13719"/>
                </a:lnTo>
                <a:lnTo>
                  <a:pt x="2385" y="14416"/>
                </a:lnTo>
                <a:lnTo>
                  <a:pt x="3558" y="15223"/>
                </a:lnTo>
                <a:lnTo>
                  <a:pt x="4659" y="16103"/>
                </a:lnTo>
                <a:lnTo>
                  <a:pt x="6420" y="17534"/>
                </a:lnTo>
                <a:lnTo>
                  <a:pt x="6420" y="17571"/>
                </a:lnTo>
                <a:lnTo>
                  <a:pt x="6493" y="17644"/>
                </a:lnTo>
                <a:lnTo>
                  <a:pt x="6566" y="17644"/>
                </a:lnTo>
                <a:lnTo>
                  <a:pt x="6823" y="17864"/>
                </a:lnTo>
                <a:lnTo>
                  <a:pt x="7300" y="18231"/>
                </a:lnTo>
                <a:lnTo>
                  <a:pt x="7777" y="18561"/>
                </a:lnTo>
                <a:lnTo>
                  <a:pt x="8034" y="18671"/>
                </a:lnTo>
                <a:lnTo>
                  <a:pt x="8254" y="18781"/>
                </a:lnTo>
                <a:lnTo>
                  <a:pt x="8510" y="18854"/>
                </a:lnTo>
                <a:lnTo>
                  <a:pt x="8620" y="18854"/>
                </a:lnTo>
                <a:lnTo>
                  <a:pt x="8767" y="18818"/>
                </a:lnTo>
                <a:lnTo>
                  <a:pt x="8804" y="18744"/>
                </a:lnTo>
                <a:lnTo>
                  <a:pt x="8840" y="18708"/>
                </a:lnTo>
                <a:lnTo>
                  <a:pt x="8840" y="18634"/>
                </a:lnTo>
                <a:lnTo>
                  <a:pt x="8804" y="18561"/>
                </a:lnTo>
                <a:lnTo>
                  <a:pt x="8730" y="18488"/>
                </a:lnTo>
                <a:lnTo>
                  <a:pt x="8620" y="18414"/>
                </a:lnTo>
                <a:lnTo>
                  <a:pt x="8437" y="18341"/>
                </a:lnTo>
                <a:lnTo>
                  <a:pt x="8400" y="18341"/>
                </a:lnTo>
                <a:lnTo>
                  <a:pt x="8400" y="18157"/>
                </a:lnTo>
                <a:lnTo>
                  <a:pt x="8400" y="17974"/>
                </a:lnTo>
                <a:lnTo>
                  <a:pt x="8364" y="17791"/>
                </a:lnTo>
                <a:lnTo>
                  <a:pt x="8620" y="17864"/>
                </a:lnTo>
                <a:lnTo>
                  <a:pt x="8951" y="17937"/>
                </a:lnTo>
                <a:lnTo>
                  <a:pt x="8877" y="18121"/>
                </a:lnTo>
                <a:lnTo>
                  <a:pt x="8877" y="18267"/>
                </a:lnTo>
                <a:lnTo>
                  <a:pt x="8914" y="18451"/>
                </a:lnTo>
                <a:lnTo>
                  <a:pt x="8987" y="18598"/>
                </a:lnTo>
                <a:lnTo>
                  <a:pt x="8877" y="18781"/>
                </a:lnTo>
                <a:lnTo>
                  <a:pt x="8877" y="18854"/>
                </a:lnTo>
                <a:lnTo>
                  <a:pt x="8914" y="18964"/>
                </a:lnTo>
                <a:lnTo>
                  <a:pt x="9024" y="19001"/>
                </a:lnTo>
                <a:lnTo>
                  <a:pt x="9097" y="18964"/>
                </a:lnTo>
                <a:lnTo>
                  <a:pt x="9281" y="18854"/>
                </a:lnTo>
                <a:lnTo>
                  <a:pt x="9427" y="18708"/>
                </a:lnTo>
                <a:lnTo>
                  <a:pt x="9721" y="18414"/>
                </a:lnTo>
                <a:lnTo>
                  <a:pt x="10344" y="17717"/>
                </a:lnTo>
                <a:lnTo>
                  <a:pt x="11555" y="16397"/>
                </a:lnTo>
                <a:lnTo>
                  <a:pt x="12802" y="14929"/>
                </a:lnTo>
                <a:lnTo>
                  <a:pt x="14013" y="13462"/>
                </a:lnTo>
                <a:lnTo>
                  <a:pt x="15150" y="11958"/>
                </a:lnTo>
                <a:lnTo>
                  <a:pt x="16214" y="10454"/>
                </a:lnTo>
                <a:lnTo>
                  <a:pt x="17314" y="8950"/>
                </a:lnTo>
                <a:lnTo>
                  <a:pt x="17791" y="8253"/>
                </a:lnTo>
                <a:lnTo>
                  <a:pt x="18011" y="7887"/>
                </a:lnTo>
                <a:lnTo>
                  <a:pt x="18231" y="7483"/>
                </a:lnTo>
                <a:lnTo>
                  <a:pt x="18304" y="7483"/>
                </a:lnTo>
                <a:lnTo>
                  <a:pt x="18341" y="7446"/>
                </a:lnTo>
                <a:lnTo>
                  <a:pt x="18378" y="7373"/>
                </a:lnTo>
                <a:lnTo>
                  <a:pt x="18378" y="7300"/>
                </a:lnTo>
                <a:lnTo>
                  <a:pt x="18268" y="7080"/>
                </a:lnTo>
                <a:lnTo>
                  <a:pt x="18158" y="6860"/>
                </a:lnTo>
                <a:lnTo>
                  <a:pt x="17828" y="6493"/>
                </a:lnTo>
                <a:lnTo>
                  <a:pt x="17644" y="6346"/>
                </a:lnTo>
                <a:lnTo>
                  <a:pt x="17424" y="6199"/>
                </a:lnTo>
                <a:lnTo>
                  <a:pt x="17277" y="6126"/>
                </a:lnTo>
                <a:lnTo>
                  <a:pt x="17131" y="6089"/>
                </a:lnTo>
                <a:lnTo>
                  <a:pt x="16910" y="5576"/>
                </a:lnTo>
                <a:lnTo>
                  <a:pt x="16837" y="5319"/>
                </a:lnTo>
                <a:lnTo>
                  <a:pt x="16800" y="5062"/>
                </a:lnTo>
                <a:lnTo>
                  <a:pt x="16800" y="4915"/>
                </a:lnTo>
                <a:lnTo>
                  <a:pt x="16727" y="4769"/>
                </a:lnTo>
                <a:lnTo>
                  <a:pt x="16654" y="4695"/>
                </a:lnTo>
                <a:lnTo>
                  <a:pt x="16470" y="4695"/>
                </a:lnTo>
                <a:lnTo>
                  <a:pt x="16397" y="4732"/>
                </a:lnTo>
                <a:lnTo>
                  <a:pt x="16360" y="4769"/>
                </a:lnTo>
                <a:lnTo>
                  <a:pt x="16397" y="4842"/>
                </a:lnTo>
                <a:lnTo>
                  <a:pt x="16434" y="4879"/>
                </a:lnTo>
                <a:lnTo>
                  <a:pt x="16434" y="4915"/>
                </a:lnTo>
                <a:lnTo>
                  <a:pt x="16434" y="5099"/>
                </a:lnTo>
                <a:lnTo>
                  <a:pt x="16434" y="5356"/>
                </a:lnTo>
                <a:lnTo>
                  <a:pt x="16470" y="5539"/>
                </a:lnTo>
                <a:lnTo>
                  <a:pt x="16544" y="5759"/>
                </a:lnTo>
                <a:lnTo>
                  <a:pt x="16690" y="6126"/>
                </a:lnTo>
                <a:lnTo>
                  <a:pt x="16984" y="7006"/>
                </a:lnTo>
                <a:lnTo>
                  <a:pt x="17021" y="7080"/>
                </a:lnTo>
                <a:lnTo>
                  <a:pt x="16544" y="6970"/>
                </a:lnTo>
                <a:lnTo>
                  <a:pt x="15920" y="6860"/>
                </a:lnTo>
                <a:lnTo>
                  <a:pt x="15296" y="6713"/>
                </a:lnTo>
                <a:lnTo>
                  <a:pt x="15186" y="6639"/>
                </a:lnTo>
                <a:lnTo>
                  <a:pt x="15223" y="6603"/>
                </a:lnTo>
                <a:lnTo>
                  <a:pt x="15333" y="6419"/>
                </a:lnTo>
                <a:lnTo>
                  <a:pt x="15700" y="5906"/>
                </a:lnTo>
                <a:lnTo>
                  <a:pt x="16030" y="5392"/>
                </a:lnTo>
                <a:lnTo>
                  <a:pt x="16287" y="4915"/>
                </a:lnTo>
                <a:lnTo>
                  <a:pt x="16360" y="4842"/>
                </a:lnTo>
                <a:lnTo>
                  <a:pt x="16360" y="4732"/>
                </a:lnTo>
                <a:lnTo>
                  <a:pt x="16324" y="4622"/>
                </a:lnTo>
                <a:lnTo>
                  <a:pt x="16250" y="4512"/>
                </a:lnTo>
                <a:lnTo>
                  <a:pt x="16067" y="4329"/>
                </a:lnTo>
                <a:lnTo>
                  <a:pt x="15590" y="4035"/>
                </a:lnTo>
                <a:lnTo>
                  <a:pt x="14526" y="3265"/>
                </a:lnTo>
                <a:lnTo>
                  <a:pt x="12435" y="1724"/>
                </a:lnTo>
                <a:lnTo>
                  <a:pt x="11445" y="1027"/>
                </a:lnTo>
                <a:lnTo>
                  <a:pt x="10454" y="330"/>
                </a:lnTo>
                <a:lnTo>
                  <a:pt x="10124" y="147"/>
                </a:lnTo>
                <a:lnTo>
                  <a:pt x="9794" y="37"/>
                </a:lnTo>
                <a:lnTo>
                  <a:pt x="9611" y="0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4C2F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37" name="Google Shape;1637;p65"/>
          <p:cNvSpPr/>
          <p:nvPr/>
        </p:nvSpPr>
        <p:spPr>
          <a:xfrm>
            <a:off x="8839625" y="2375380"/>
            <a:ext cx="128062" cy="101660"/>
          </a:xfrm>
          <a:custGeom>
            <a:rect b="b" l="l" r="r" t="t"/>
            <a:pathLst>
              <a:path extrusionOk="0" h="14124" w="17792">
                <a:moveTo>
                  <a:pt x="10565" y="2275"/>
                </a:moveTo>
                <a:lnTo>
                  <a:pt x="10785" y="2312"/>
                </a:lnTo>
                <a:lnTo>
                  <a:pt x="11189" y="2422"/>
                </a:lnTo>
                <a:lnTo>
                  <a:pt x="11555" y="2605"/>
                </a:lnTo>
                <a:lnTo>
                  <a:pt x="11445" y="2605"/>
                </a:lnTo>
                <a:lnTo>
                  <a:pt x="10638" y="2899"/>
                </a:lnTo>
                <a:lnTo>
                  <a:pt x="9868" y="3192"/>
                </a:lnTo>
                <a:lnTo>
                  <a:pt x="9245" y="3449"/>
                </a:lnTo>
                <a:lnTo>
                  <a:pt x="8584" y="3706"/>
                </a:lnTo>
                <a:lnTo>
                  <a:pt x="7961" y="4036"/>
                </a:lnTo>
                <a:lnTo>
                  <a:pt x="7667" y="4219"/>
                </a:lnTo>
                <a:lnTo>
                  <a:pt x="7410" y="4439"/>
                </a:lnTo>
                <a:lnTo>
                  <a:pt x="7631" y="4073"/>
                </a:lnTo>
                <a:lnTo>
                  <a:pt x="7887" y="3743"/>
                </a:lnTo>
                <a:lnTo>
                  <a:pt x="8144" y="3412"/>
                </a:lnTo>
                <a:lnTo>
                  <a:pt x="8438" y="3156"/>
                </a:lnTo>
                <a:lnTo>
                  <a:pt x="8768" y="2899"/>
                </a:lnTo>
                <a:lnTo>
                  <a:pt x="9098" y="2679"/>
                </a:lnTo>
                <a:lnTo>
                  <a:pt x="9501" y="2495"/>
                </a:lnTo>
                <a:lnTo>
                  <a:pt x="9905" y="2349"/>
                </a:lnTo>
                <a:lnTo>
                  <a:pt x="10125" y="2312"/>
                </a:lnTo>
                <a:lnTo>
                  <a:pt x="10345" y="2275"/>
                </a:lnTo>
                <a:close/>
                <a:moveTo>
                  <a:pt x="1285" y="2129"/>
                </a:moveTo>
                <a:lnTo>
                  <a:pt x="1248" y="2165"/>
                </a:lnTo>
                <a:lnTo>
                  <a:pt x="1101" y="2275"/>
                </a:lnTo>
                <a:lnTo>
                  <a:pt x="991" y="2422"/>
                </a:lnTo>
                <a:lnTo>
                  <a:pt x="808" y="2715"/>
                </a:lnTo>
                <a:lnTo>
                  <a:pt x="588" y="2605"/>
                </a:lnTo>
                <a:lnTo>
                  <a:pt x="441" y="2422"/>
                </a:lnTo>
                <a:lnTo>
                  <a:pt x="258" y="2239"/>
                </a:lnTo>
                <a:lnTo>
                  <a:pt x="184" y="2202"/>
                </a:lnTo>
                <a:lnTo>
                  <a:pt x="111" y="2202"/>
                </a:lnTo>
                <a:lnTo>
                  <a:pt x="37" y="2239"/>
                </a:lnTo>
                <a:lnTo>
                  <a:pt x="1" y="2312"/>
                </a:lnTo>
                <a:lnTo>
                  <a:pt x="1" y="2495"/>
                </a:lnTo>
                <a:lnTo>
                  <a:pt x="74" y="2642"/>
                </a:lnTo>
                <a:lnTo>
                  <a:pt x="147" y="2789"/>
                </a:lnTo>
                <a:lnTo>
                  <a:pt x="258" y="2936"/>
                </a:lnTo>
                <a:lnTo>
                  <a:pt x="404" y="3046"/>
                </a:lnTo>
                <a:lnTo>
                  <a:pt x="588" y="3119"/>
                </a:lnTo>
                <a:lnTo>
                  <a:pt x="294" y="3706"/>
                </a:lnTo>
                <a:lnTo>
                  <a:pt x="74" y="4293"/>
                </a:lnTo>
                <a:lnTo>
                  <a:pt x="74" y="4403"/>
                </a:lnTo>
                <a:lnTo>
                  <a:pt x="74" y="4476"/>
                </a:lnTo>
                <a:lnTo>
                  <a:pt x="147" y="4549"/>
                </a:lnTo>
                <a:lnTo>
                  <a:pt x="221" y="4586"/>
                </a:lnTo>
                <a:lnTo>
                  <a:pt x="294" y="4623"/>
                </a:lnTo>
                <a:lnTo>
                  <a:pt x="368" y="4586"/>
                </a:lnTo>
                <a:lnTo>
                  <a:pt x="441" y="4549"/>
                </a:lnTo>
                <a:lnTo>
                  <a:pt x="514" y="4476"/>
                </a:lnTo>
                <a:lnTo>
                  <a:pt x="991" y="3339"/>
                </a:lnTo>
                <a:lnTo>
                  <a:pt x="1248" y="2789"/>
                </a:lnTo>
                <a:lnTo>
                  <a:pt x="1321" y="2495"/>
                </a:lnTo>
                <a:lnTo>
                  <a:pt x="1395" y="2202"/>
                </a:lnTo>
                <a:lnTo>
                  <a:pt x="1358" y="2165"/>
                </a:lnTo>
                <a:lnTo>
                  <a:pt x="1321" y="2129"/>
                </a:lnTo>
                <a:close/>
                <a:moveTo>
                  <a:pt x="11702" y="2715"/>
                </a:moveTo>
                <a:lnTo>
                  <a:pt x="11959" y="2936"/>
                </a:lnTo>
                <a:lnTo>
                  <a:pt x="12142" y="3156"/>
                </a:lnTo>
                <a:lnTo>
                  <a:pt x="12216" y="3266"/>
                </a:lnTo>
                <a:lnTo>
                  <a:pt x="11812" y="3412"/>
                </a:lnTo>
                <a:lnTo>
                  <a:pt x="11445" y="3559"/>
                </a:lnTo>
                <a:lnTo>
                  <a:pt x="9758" y="4183"/>
                </a:lnTo>
                <a:lnTo>
                  <a:pt x="8254" y="4770"/>
                </a:lnTo>
                <a:lnTo>
                  <a:pt x="7484" y="5100"/>
                </a:lnTo>
                <a:lnTo>
                  <a:pt x="7117" y="5283"/>
                </a:lnTo>
                <a:lnTo>
                  <a:pt x="6787" y="5503"/>
                </a:lnTo>
                <a:lnTo>
                  <a:pt x="7337" y="4549"/>
                </a:lnTo>
                <a:lnTo>
                  <a:pt x="7374" y="4549"/>
                </a:lnTo>
                <a:lnTo>
                  <a:pt x="8364" y="4073"/>
                </a:lnTo>
                <a:lnTo>
                  <a:pt x="9355" y="3632"/>
                </a:lnTo>
                <a:lnTo>
                  <a:pt x="11409" y="2862"/>
                </a:lnTo>
                <a:lnTo>
                  <a:pt x="11445" y="2936"/>
                </a:lnTo>
                <a:lnTo>
                  <a:pt x="11519" y="2972"/>
                </a:lnTo>
                <a:lnTo>
                  <a:pt x="11592" y="3009"/>
                </a:lnTo>
                <a:lnTo>
                  <a:pt x="11666" y="2972"/>
                </a:lnTo>
                <a:lnTo>
                  <a:pt x="11739" y="2899"/>
                </a:lnTo>
                <a:lnTo>
                  <a:pt x="11739" y="2789"/>
                </a:lnTo>
                <a:lnTo>
                  <a:pt x="11702" y="2715"/>
                </a:lnTo>
                <a:close/>
                <a:moveTo>
                  <a:pt x="12326" y="3522"/>
                </a:moveTo>
                <a:lnTo>
                  <a:pt x="12399" y="3596"/>
                </a:lnTo>
                <a:lnTo>
                  <a:pt x="12436" y="3596"/>
                </a:lnTo>
                <a:lnTo>
                  <a:pt x="12583" y="3926"/>
                </a:lnTo>
                <a:lnTo>
                  <a:pt x="12546" y="3926"/>
                </a:lnTo>
                <a:lnTo>
                  <a:pt x="12473" y="3963"/>
                </a:lnTo>
                <a:lnTo>
                  <a:pt x="12289" y="4109"/>
                </a:lnTo>
                <a:lnTo>
                  <a:pt x="12106" y="4219"/>
                </a:lnTo>
                <a:lnTo>
                  <a:pt x="11702" y="4403"/>
                </a:lnTo>
                <a:lnTo>
                  <a:pt x="11262" y="4586"/>
                </a:lnTo>
                <a:lnTo>
                  <a:pt x="10822" y="4733"/>
                </a:lnTo>
                <a:lnTo>
                  <a:pt x="9941" y="5026"/>
                </a:lnTo>
                <a:lnTo>
                  <a:pt x="9061" y="5393"/>
                </a:lnTo>
                <a:lnTo>
                  <a:pt x="8217" y="5723"/>
                </a:lnTo>
                <a:lnTo>
                  <a:pt x="7374" y="6127"/>
                </a:lnTo>
                <a:lnTo>
                  <a:pt x="6750" y="6384"/>
                </a:lnTo>
                <a:lnTo>
                  <a:pt x="6420" y="6567"/>
                </a:lnTo>
                <a:lnTo>
                  <a:pt x="6090" y="6750"/>
                </a:lnTo>
                <a:lnTo>
                  <a:pt x="6310" y="6384"/>
                </a:lnTo>
                <a:lnTo>
                  <a:pt x="6677" y="5650"/>
                </a:lnTo>
                <a:lnTo>
                  <a:pt x="7410" y="5467"/>
                </a:lnTo>
                <a:lnTo>
                  <a:pt x="8107" y="5173"/>
                </a:lnTo>
                <a:lnTo>
                  <a:pt x="9465" y="4623"/>
                </a:lnTo>
                <a:lnTo>
                  <a:pt x="10932" y="4073"/>
                </a:lnTo>
                <a:lnTo>
                  <a:pt x="11629" y="3816"/>
                </a:lnTo>
                <a:lnTo>
                  <a:pt x="12326" y="3522"/>
                </a:lnTo>
                <a:close/>
                <a:moveTo>
                  <a:pt x="5100" y="8401"/>
                </a:moveTo>
                <a:lnTo>
                  <a:pt x="4989" y="8438"/>
                </a:lnTo>
                <a:lnTo>
                  <a:pt x="4953" y="8474"/>
                </a:lnTo>
                <a:lnTo>
                  <a:pt x="4953" y="8511"/>
                </a:lnTo>
                <a:lnTo>
                  <a:pt x="4916" y="8768"/>
                </a:lnTo>
                <a:lnTo>
                  <a:pt x="4879" y="8988"/>
                </a:lnTo>
                <a:lnTo>
                  <a:pt x="4879" y="9245"/>
                </a:lnTo>
                <a:lnTo>
                  <a:pt x="4916" y="9355"/>
                </a:lnTo>
                <a:lnTo>
                  <a:pt x="4989" y="9465"/>
                </a:lnTo>
                <a:lnTo>
                  <a:pt x="5026" y="9501"/>
                </a:lnTo>
                <a:lnTo>
                  <a:pt x="5173" y="9501"/>
                </a:lnTo>
                <a:lnTo>
                  <a:pt x="5210" y="9465"/>
                </a:lnTo>
                <a:lnTo>
                  <a:pt x="5283" y="9391"/>
                </a:lnTo>
                <a:lnTo>
                  <a:pt x="5320" y="9281"/>
                </a:lnTo>
                <a:lnTo>
                  <a:pt x="5320" y="9061"/>
                </a:lnTo>
                <a:lnTo>
                  <a:pt x="5320" y="8768"/>
                </a:lnTo>
                <a:lnTo>
                  <a:pt x="5283" y="8511"/>
                </a:lnTo>
                <a:lnTo>
                  <a:pt x="5246" y="8474"/>
                </a:lnTo>
                <a:lnTo>
                  <a:pt x="5210" y="8438"/>
                </a:lnTo>
                <a:lnTo>
                  <a:pt x="5100" y="8401"/>
                </a:lnTo>
                <a:close/>
                <a:moveTo>
                  <a:pt x="5210" y="9685"/>
                </a:moveTo>
                <a:lnTo>
                  <a:pt x="5136" y="9722"/>
                </a:lnTo>
                <a:lnTo>
                  <a:pt x="5063" y="9758"/>
                </a:lnTo>
                <a:lnTo>
                  <a:pt x="5026" y="9795"/>
                </a:lnTo>
                <a:lnTo>
                  <a:pt x="4989" y="9905"/>
                </a:lnTo>
                <a:lnTo>
                  <a:pt x="4989" y="9978"/>
                </a:lnTo>
                <a:lnTo>
                  <a:pt x="4916" y="10308"/>
                </a:lnTo>
                <a:lnTo>
                  <a:pt x="4916" y="10639"/>
                </a:lnTo>
                <a:lnTo>
                  <a:pt x="4953" y="10749"/>
                </a:lnTo>
                <a:lnTo>
                  <a:pt x="4989" y="10785"/>
                </a:lnTo>
                <a:lnTo>
                  <a:pt x="5063" y="10822"/>
                </a:lnTo>
                <a:lnTo>
                  <a:pt x="5173" y="10822"/>
                </a:lnTo>
                <a:lnTo>
                  <a:pt x="5246" y="10785"/>
                </a:lnTo>
                <a:lnTo>
                  <a:pt x="5283" y="10749"/>
                </a:lnTo>
                <a:lnTo>
                  <a:pt x="5283" y="10639"/>
                </a:lnTo>
                <a:lnTo>
                  <a:pt x="5283" y="10272"/>
                </a:lnTo>
                <a:lnTo>
                  <a:pt x="5356" y="9905"/>
                </a:lnTo>
                <a:lnTo>
                  <a:pt x="5356" y="9832"/>
                </a:lnTo>
                <a:lnTo>
                  <a:pt x="5320" y="9758"/>
                </a:lnTo>
                <a:lnTo>
                  <a:pt x="5283" y="9722"/>
                </a:lnTo>
                <a:lnTo>
                  <a:pt x="5210" y="9685"/>
                </a:lnTo>
                <a:close/>
                <a:moveTo>
                  <a:pt x="14600" y="9501"/>
                </a:moveTo>
                <a:lnTo>
                  <a:pt x="14563" y="9575"/>
                </a:lnTo>
                <a:lnTo>
                  <a:pt x="14490" y="9868"/>
                </a:lnTo>
                <a:lnTo>
                  <a:pt x="14417" y="10125"/>
                </a:lnTo>
                <a:lnTo>
                  <a:pt x="14380" y="10712"/>
                </a:lnTo>
                <a:lnTo>
                  <a:pt x="14417" y="10785"/>
                </a:lnTo>
                <a:lnTo>
                  <a:pt x="14453" y="10859"/>
                </a:lnTo>
                <a:lnTo>
                  <a:pt x="14527" y="10895"/>
                </a:lnTo>
                <a:lnTo>
                  <a:pt x="14600" y="10932"/>
                </a:lnTo>
                <a:lnTo>
                  <a:pt x="14673" y="10932"/>
                </a:lnTo>
                <a:lnTo>
                  <a:pt x="14747" y="10895"/>
                </a:lnTo>
                <a:lnTo>
                  <a:pt x="14783" y="10859"/>
                </a:lnTo>
                <a:lnTo>
                  <a:pt x="14820" y="10785"/>
                </a:lnTo>
                <a:lnTo>
                  <a:pt x="14820" y="10639"/>
                </a:lnTo>
                <a:lnTo>
                  <a:pt x="14820" y="10088"/>
                </a:lnTo>
                <a:lnTo>
                  <a:pt x="14820" y="9832"/>
                </a:lnTo>
                <a:lnTo>
                  <a:pt x="14747" y="9575"/>
                </a:lnTo>
                <a:lnTo>
                  <a:pt x="14710" y="9501"/>
                </a:lnTo>
                <a:close/>
                <a:moveTo>
                  <a:pt x="12729" y="4183"/>
                </a:moveTo>
                <a:lnTo>
                  <a:pt x="12986" y="4880"/>
                </a:lnTo>
                <a:lnTo>
                  <a:pt x="12766" y="4990"/>
                </a:lnTo>
                <a:lnTo>
                  <a:pt x="12509" y="5100"/>
                </a:lnTo>
                <a:lnTo>
                  <a:pt x="12032" y="5320"/>
                </a:lnTo>
                <a:lnTo>
                  <a:pt x="10969" y="5833"/>
                </a:lnTo>
                <a:lnTo>
                  <a:pt x="9978" y="6310"/>
                </a:lnTo>
                <a:lnTo>
                  <a:pt x="8988" y="6714"/>
                </a:lnTo>
                <a:lnTo>
                  <a:pt x="8071" y="7007"/>
                </a:lnTo>
                <a:lnTo>
                  <a:pt x="7117" y="7301"/>
                </a:lnTo>
                <a:lnTo>
                  <a:pt x="6677" y="7484"/>
                </a:lnTo>
                <a:lnTo>
                  <a:pt x="6237" y="7704"/>
                </a:lnTo>
                <a:lnTo>
                  <a:pt x="5796" y="7924"/>
                </a:lnTo>
                <a:lnTo>
                  <a:pt x="5430" y="8218"/>
                </a:lnTo>
                <a:lnTo>
                  <a:pt x="5393" y="8254"/>
                </a:lnTo>
                <a:lnTo>
                  <a:pt x="5393" y="8291"/>
                </a:lnTo>
                <a:lnTo>
                  <a:pt x="5430" y="8328"/>
                </a:lnTo>
                <a:lnTo>
                  <a:pt x="5466" y="8328"/>
                </a:lnTo>
                <a:lnTo>
                  <a:pt x="6420" y="7961"/>
                </a:lnTo>
                <a:lnTo>
                  <a:pt x="7337" y="7594"/>
                </a:lnTo>
                <a:lnTo>
                  <a:pt x="8364" y="7264"/>
                </a:lnTo>
                <a:lnTo>
                  <a:pt x="9391" y="6897"/>
                </a:lnTo>
                <a:lnTo>
                  <a:pt x="10345" y="6530"/>
                </a:lnTo>
                <a:lnTo>
                  <a:pt x="11262" y="6090"/>
                </a:lnTo>
                <a:lnTo>
                  <a:pt x="12326" y="5577"/>
                </a:lnTo>
                <a:lnTo>
                  <a:pt x="12729" y="5393"/>
                </a:lnTo>
                <a:lnTo>
                  <a:pt x="12913" y="5283"/>
                </a:lnTo>
                <a:lnTo>
                  <a:pt x="13133" y="5210"/>
                </a:lnTo>
                <a:lnTo>
                  <a:pt x="13169" y="5356"/>
                </a:lnTo>
                <a:lnTo>
                  <a:pt x="13426" y="5870"/>
                </a:lnTo>
                <a:lnTo>
                  <a:pt x="13390" y="5870"/>
                </a:lnTo>
                <a:lnTo>
                  <a:pt x="13353" y="5797"/>
                </a:lnTo>
                <a:lnTo>
                  <a:pt x="13280" y="5760"/>
                </a:lnTo>
                <a:lnTo>
                  <a:pt x="13206" y="5723"/>
                </a:lnTo>
                <a:lnTo>
                  <a:pt x="13133" y="5760"/>
                </a:lnTo>
                <a:lnTo>
                  <a:pt x="12216" y="6237"/>
                </a:lnTo>
                <a:lnTo>
                  <a:pt x="11299" y="6677"/>
                </a:lnTo>
                <a:lnTo>
                  <a:pt x="10345" y="7081"/>
                </a:lnTo>
                <a:lnTo>
                  <a:pt x="9428" y="7484"/>
                </a:lnTo>
                <a:lnTo>
                  <a:pt x="8474" y="7851"/>
                </a:lnTo>
                <a:lnTo>
                  <a:pt x="7520" y="8181"/>
                </a:lnTo>
                <a:lnTo>
                  <a:pt x="6640" y="8474"/>
                </a:lnTo>
                <a:lnTo>
                  <a:pt x="6163" y="8658"/>
                </a:lnTo>
                <a:lnTo>
                  <a:pt x="5980" y="8768"/>
                </a:lnTo>
                <a:lnTo>
                  <a:pt x="5760" y="8878"/>
                </a:lnTo>
                <a:lnTo>
                  <a:pt x="5760" y="8915"/>
                </a:lnTo>
                <a:lnTo>
                  <a:pt x="5760" y="8951"/>
                </a:lnTo>
                <a:lnTo>
                  <a:pt x="6273" y="8951"/>
                </a:lnTo>
                <a:lnTo>
                  <a:pt x="6713" y="8805"/>
                </a:lnTo>
                <a:lnTo>
                  <a:pt x="7631" y="8511"/>
                </a:lnTo>
                <a:lnTo>
                  <a:pt x="8621" y="8144"/>
                </a:lnTo>
                <a:lnTo>
                  <a:pt x="9611" y="7777"/>
                </a:lnTo>
                <a:lnTo>
                  <a:pt x="10528" y="7411"/>
                </a:lnTo>
                <a:lnTo>
                  <a:pt x="11409" y="7007"/>
                </a:lnTo>
                <a:lnTo>
                  <a:pt x="12289" y="6604"/>
                </a:lnTo>
                <a:lnTo>
                  <a:pt x="13133" y="6163"/>
                </a:lnTo>
                <a:lnTo>
                  <a:pt x="13206" y="6200"/>
                </a:lnTo>
                <a:lnTo>
                  <a:pt x="13316" y="6200"/>
                </a:lnTo>
                <a:lnTo>
                  <a:pt x="13390" y="6163"/>
                </a:lnTo>
                <a:lnTo>
                  <a:pt x="13463" y="6090"/>
                </a:lnTo>
                <a:lnTo>
                  <a:pt x="13500" y="6053"/>
                </a:lnTo>
                <a:lnTo>
                  <a:pt x="13866" y="6714"/>
                </a:lnTo>
                <a:lnTo>
                  <a:pt x="13646" y="6787"/>
                </a:lnTo>
                <a:lnTo>
                  <a:pt x="13463" y="6860"/>
                </a:lnTo>
                <a:lnTo>
                  <a:pt x="12913" y="7081"/>
                </a:lnTo>
                <a:lnTo>
                  <a:pt x="12399" y="7337"/>
                </a:lnTo>
                <a:lnTo>
                  <a:pt x="11225" y="7961"/>
                </a:lnTo>
                <a:lnTo>
                  <a:pt x="10675" y="8254"/>
                </a:lnTo>
                <a:lnTo>
                  <a:pt x="10052" y="8548"/>
                </a:lnTo>
                <a:lnTo>
                  <a:pt x="9428" y="8768"/>
                </a:lnTo>
                <a:lnTo>
                  <a:pt x="8804" y="8951"/>
                </a:lnTo>
                <a:lnTo>
                  <a:pt x="7520" y="9318"/>
                </a:lnTo>
                <a:lnTo>
                  <a:pt x="6200" y="9722"/>
                </a:lnTo>
                <a:lnTo>
                  <a:pt x="5796" y="9868"/>
                </a:lnTo>
                <a:lnTo>
                  <a:pt x="5650" y="10015"/>
                </a:lnTo>
                <a:lnTo>
                  <a:pt x="5576" y="10052"/>
                </a:lnTo>
                <a:lnTo>
                  <a:pt x="5576" y="10015"/>
                </a:lnTo>
                <a:lnTo>
                  <a:pt x="5540" y="9978"/>
                </a:lnTo>
                <a:lnTo>
                  <a:pt x="5540" y="10015"/>
                </a:lnTo>
                <a:lnTo>
                  <a:pt x="5503" y="10088"/>
                </a:lnTo>
                <a:lnTo>
                  <a:pt x="5503" y="10198"/>
                </a:lnTo>
                <a:lnTo>
                  <a:pt x="5540" y="10235"/>
                </a:lnTo>
                <a:lnTo>
                  <a:pt x="5576" y="10235"/>
                </a:lnTo>
                <a:lnTo>
                  <a:pt x="5796" y="10125"/>
                </a:lnTo>
                <a:lnTo>
                  <a:pt x="6017" y="10052"/>
                </a:lnTo>
                <a:lnTo>
                  <a:pt x="6530" y="9942"/>
                </a:lnTo>
                <a:lnTo>
                  <a:pt x="7704" y="9575"/>
                </a:lnTo>
                <a:lnTo>
                  <a:pt x="8878" y="9281"/>
                </a:lnTo>
                <a:lnTo>
                  <a:pt x="9465" y="9098"/>
                </a:lnTo>
                <a:lnTo>
                  <a:pt x="10015" y="8878"/>
                </a:lnTo>
                <a:lnTo>
                  <a:pt x="10528" y="8695"/>
                </a:lnTo>
                <a:lnTo>
                  <a:pt x="11005" y="8438"/>
                </a:lnTo>
                <a:lnTo>
                  <a:pt x="11959" y="7924"/>
                </a:lnTo>
                <a:lnTo>
                  <a:pt x="12473" y="7667"/>
                </a:lnTo>
                <a:lnTo>
                  <a:pt x="12986" y="7411"/>
                </a:lnTo>
                <a:lnTo>
                  <a:pt x="13573" y="7191"/>
                </a:lnTo>
                <a:lnTo>
                  <a:pt x="13756" y="7117"/>
                </a:lnTo>
                <a:lnTo>
                  <a:pt x="14013" y="7044"/>
                </a:lnTo>
                <a:lnTo>
                  <a:pt x="14050" y="7081"/>
                </a:lnTo>
                <a:lnTo>
                  <a:pt x="14160" y="7081"/>
                </a:lnTo>
                <a:lnTo>
                  <a:pt x="14197" y="7191"/>
                </a:lnTo>
                <a:lnTo>
                  <a:pt x="13830" y="7374"/>
                </a:lnTo>
                <a:lnTo>
                  <a:pt x="13500" y="7594"/>
                </a:lnTo>
                <a:lnTo>
                  <a:pt x="12436" y="8218"/>
                </a:lnTo>
                <a:lnTo>
                  <a:pt x="11335" y="8768"/>
                </a:lnTo>
                <a:lnTo>
                  <a:pt x="10198" y="9245"/>
                </a:lnTo>
                <a:lnTo>
                  <a:pt x="9061" y="9685"/>
                </a:lnTo>
                <a:lnTo>
                  <a:pt x="7887" y="10088"/>
                </a:lnTo>
                <a:lnTo>
                  <a:pt x="6750" y="10455"/>
                </a:lnTo>
                <a:lnTo>
                  <a:pt x="6200" y="10639"/>
                </a:lnTo>
                <a:lnTo>
                  <a:pt x="5906" y="10749"/>
                </a:lnTo>
                <a:lnTo>
                  <a:pt x="5650" y="10895"/>
                </a:lnTo>
                <a:lnTo>
                  <a:pt x="5613" y="10932"/>
                </a:lnTo>
                <a:lnTo>
                  <a:pt x="5613" y="10969"/>
                </a:lnTo>
                <a:lnTo>
                  <a:pt x="5613" y="11005"/>
                </a:lnTo>
                <a:lnTo>
                  <a:pt x="5686" y="11042"/>
                </a:lnTo>
                <a:lnTo>
                  <a:pt x="5943" y="11005"/>
                </a:lnTo>
                <a:lnTo>
                  <a:pt x="6200" y="10969"/>
                </a:lnTo>
                <a:lnTo>
                  <a:pt x="6713" y="10822"/>
                </a:lnTo>
                <a:lnTo>
                  <a:pt x="7337" y="10602"/>
                </a:lnTo>
                <a:lnTo>
                  <a:pt x="7961" y="10419"/>
                </a:lnTo>
                <a:lnTo>
                  <a:pt x="9208" y="10015"/>
                </a:lnTo>
                <a:lnTo>
                  <a:pt x="10418" y="9538"/>
                </a:lnTo>
                <a:lnTo>
                  <a:pt x="11445" y="9061"/>
                </a:lnTo>
                <a:lnTo>
                  <a:pt x="12473" y="8584"/>
                </a:lnTo>
                <a:lnTo>
                  <a:pt x="13573" y="7961"/>
                </a:lnTo>
                <a:lnTo>
                  <a:pt x="14013" y="7741"/>
                </a:lnTo>
                <a:lnTo>
                  <a:pt x="14233" y="7594"/>
                </a:lnTo>
                <a:lnTo>
                  <a:pt x="14417" y="7447"/>
                </a:lnTo>
                <a:lnTo>
                  <a:pt x="14527" y="7594"/>
                </a:lnTo>
                <a:lnTo>
                  <a:pt x="14527" y="7631"/>
                </a:lnTo>
                <a:lnTo>
                  <a:pt x="14417" y="7961"/>
                </a:lnTo>
                <a:lnTo>
                  <a:pt x="14417" y="8328"/>
                </a:lnTo>
                <a:lnTo>
                  <a:pt x="14343" y="8254"/>
                </a:lnTo>
                <a:lnTo>
                  <a:pt x="14233" y="8254"/>
                </a:lnTo>
                <a:lnTo>
                  <a:pt x="13830" y="8438"/>
                </a:lnTo>
                <a:lnTo>
                  <a:pt x="13426" y="8658"/>
                </a:lnTo>
                <a:lnTo>
                  <a:pt x="12693" y="9135"/>
                </a:lnTo>
                <a:lnTo>
                  <a:pt x="12252" y="9428"/>
                </a:lnTo>
                <a:lnTo>
                  <a:pt x="11776" y="9685"/>
                </a:lnTo>
                <a:lnTo>
                  <a:pt x="11299" y="9942"/>
                </a:lnTo>
                <a:lnTo>
                  <a:pt x="10822" y="10125"/>
                </a:lnTo>
                <a:lnTo>
                  <a:pt x="8658" y="10822"/>
                </a:lnTo>
                <a:lnTo>
                  <a:pt x="7741" y="11115"/>
                </a:lnTo>
                <a:lnTo>
                  <a:pt x="7300" y="11262"/>
                </a:lnTo>
                <a:lnTo>
                  <a:pt x="6860" y="11446"/>
                </a:lnTo>
                <a:lnTo>
                  <a:pt x="5283" y="11409"/>
                </a:lnTo>
                <a:lnTo>
                  <a:pt x="5246" y="11189"/>
                </a:lnTo>
                <a:lnTo>
                  <a:pt x="5173" y="11115"/>
                </a:lnTo>
                <a:lnTo>
                  <a:pt x="5026" y="11115"/>
                </a:lnTo>
                <a:lnTo>
                  <a:pt x="4989" y="11189"/>
                </a:lnTo>
                <a:lnTo>
                  <a:pt x="4953" y="11409"/>
                </a:lnTo>
                <a:lnTo>
                  <a:pt x="4182" y="11336"/>
                </a:lnTo>
                <a:lnTo>
                  <a:pt x="3816" y="11336"/>
                </a:lnTo>
                <a:lnTo>
                  <a:pt x="3412" y="11372"/>
                </a:lnTo>
                <a:lnTo>
                  <a:pt x="3119" y="11409"/>
                </a:lnTo>
                <a:lnTo>
                  <a:pt x="2862" y="11556"/>
                </a:lnTo>
                <a:lnTo>
                  <a:pt x="2825" y="11005"/>
                </a:lnTo>
                <a:lnTo>
                  <a:pt x="2715" y="9428"/>
                </a:lnTo>
                <a:lnTo>
                  <a:pt x="2715" y="9171"/>
                </a:lnTo>
                <a:lnTo>
                  <a:pt x="2972" y="9171"/>
                </a:lnTo>
                <a:lnTo>
                  <a:pt x="3265" y="9135"/>
                </a:lnTo>
                <a:lnTo>
                  <a:pt x="3522" y="9061"/>
                </a:lnTo>
                <a:lnTo>
                  <a:pt x="3779" y="8988"/>
                </a:lnTo>
                <a:lnTo>
                  <a:pt x="4036" y="8841"/>
                </a:lnTo>
                <a:lnTo>
                  <a:pt x="4293" y="8695"/>
                </a:lnTo>
                <a:lnTo>
                  <a:pt x="4733" y="8401"/>
                </a:lnTo>
                <a:lnTo>
                  <a:pt x="5063" y="8108"/>
                </a:lnTo>
                <a:lnTo>
                  <a:pt x="5356" y="7777"/>
                </a:lnTo>
                <a:lnTo>
                  <a:pt x="5613" y="7447"/>
                </a:lnTo>
                <a:lnTo>
                  <a:pt x="5870" y="7117"/>
                </a:lnTo>
                <a:lnTo>
                  <a:pt x="6273" y="7007"/>
                </a:lnTo>
                <a:lnTo>
                  <a:pt x="6640" y="6824"/>
                </a:lnTo>
                <a:lnTo>
                  <a:pt x="7410" y="6420"/>
                </a:lnTo>
                <a:lnTo>
                  <a:pt x="8401" y="5980"/>
                </a:lnTo>
                <a:lnTo>
                  <a:pt x="9355" y="5577"/>
                </a:lnTo>
                <a:lnTo>
                  <a:pt x="10308" y="5246"/>
                </a:lnTo>
                <a:lnTo>
                  <a:pt x="11262" y="4880"/>
                </a:lnTo>
                <a:lnTo>
                  <a:pt x="12032" y="4623"/>
                </a:lnTo>
                <a:lnTo>
                  <a:pt x="12436" y="4403"/>
                </a:lnTo>
                <a:lnTo>
                  <a:pt x="12619" y="4219"/>
                </a:lnTo>
                <a:lnTo>
                  <a:pt x="12729" y="4183"/>
                </a:lnTo>
                <a:close/>
                <a:moveTo>
                  <a:pt x="2385" y="1"/>
                </a:moveTo>
                <a:lnTo>
                  <a:pt x="2238" y="38"/>
                </a:lnTo>
                <a:lnTo>
                  <a:pt x="2202" y="74"/>
                </a:lnTo>
                <a:lnTo>
                  <a:pt x="2165" y="111"/>
                </a:lnTo>
                <a:lnTo>
                  <a:pt x="2055" y="368"/>
                </a:lnTo>
                <a:lnTo>
                  <a:pt x="1982" y="515"/>
                </a:lnTo>
                <a:lnTo>
                  <a:pt x="1578" y="1432"/>
                </a:lnTo>
                <a:lnTo>
                  <a:pt x="1541" y="1542"/>
                </a:lnTo>
                <a:lnTo>
                  <a:pt x="1578" y="1615"/>
                </a:lnTo>
                <a:lnTo>
                  <a:pt x="1615" y="1688"/>
                </a:lnTo>
                <a:lnTo>
                  <a:pt x="1688" y="1762"/>
                </a:lnTo>
                <a:lnTo>
                  <a:pt x="1761" y="1798"/>
                </a:lnTo>
                <a:lnTo>
                  <a:pt x="1835" y="1798"/>
                </a:lnTo>
                <a:lnTo>
                  <a:pt x="1908" y="1762"/>
                </a:lnTo>
                <a:lnTo>
                  <a:pt x="1982" y="1652"/>
                </a:lnTo>
                <a:lnTo>
                  <a:pt x="2128" y="1358"/>
                </a:lnTo>
                <a:lnTo>
                  <a:pt x="2092" y="2165"/>
                </a:lnTo>
                <a:lnTo>
                  <a:pt x="2092" y="2972"/>
                </a:lnTo>
                <a:lnTo>
                  <a:pt x="2055" y="4073"/>
                </a:lnTo>
                <a:lnTo>
                  <a:pt x="1982" y="4109"/>
                </a:lnTo>
                <a:lnTo>
                  <a:pt x="1835" y="4073"/>
                </a:lnTo>
                <a:lnTo>
                  <a:pt x="1725" y="3999"/>
                </a:lnTo>
                <a:lnTo>
                  <a:pt x="1615" y="3999"/>
                </a:lnTo>
                <a:lnTo>
                  <a:pt x="1541" y="4036"/>
                </a:lnTo>
                <a:lnTo>
                  <a:pt x="1505" y="4109"/>
                </a:lnTo>
                <a:lnTo>
                  <a:pt x="1541" y="4219"/>
                </a:lnTo>
                <a:lnTo>
                  <a:pt x="1651" y="4293"/>
                </a:lnTo>
                <a:lnTo>
                  <a:pt x="1761" y="4366"/>
                </a:lnTo>
                <a:lnTo>
                  <a:pt x="1908" y="4403"/>
                </a:lnTo>
                <a:lnTo>
                  <a:pt x="2055" y="4439"/>
                </a:lnTo>
                <a:lnTo>
                  <a:pt x="2055" y="5540"/>
                </a:lnTo>
                <a:lnTo>
                  <a:pt x="1908" y="5577"/>
                </a:lnTo>
                <a:lnTo>
                  <a:pt x="1651" y="5613"/>
                </a:lnTo>
                <a:lnTo>
                  <a:pt x="1615" y="5687"/>
                </a:lnTo>
                <a:lnTo>
                  <a:pt x="1541" y="5723"/>
                </a:lnTo>
                <a:lnTo>
                  <a:pt x="1541" y="5760"/>
                </a:lnTo>
                <a:lnTo>
                  <a:pt x="1505" y="5797"/>
                </a:lnTo>
                <a:lnTo>
                  <a:pt x="1541" y="5833"/>
                </a:lnTo>
                <a:lnTo>
                  <a:pt x="1578" y="5833"/>
                </a:lnTo>
                <a:lnTo>
                  <a:pt x="1651" y="5907"/>
                </a:lnTo>
                <a:lnTo>
                  <a:pt x="2055" y="5907"/>
                </a:lnTo>
                <a:lnTo>
                  <a:pt x="2092" y="6200"/>
                </a:lnTo>
                <a:lnTo>
                  <a:pt x="2092" y="7154"/>
                </a:lnTo>
                <a:lnTo>
                  <a:pt x="1835" y="7227"/>
                </a:lnTo>
                <a:lnTo>
                  <a:pt x="1541" y="7374"/>
                </a:lnTo>
                <a:lnTo>
                  <a:pt x="1505" y="7411"/>
                </a:lnTo>
                <a:lnTo>
                  <a:pt x="1505" y="7447"/>
                </a:lnTo>
                <a:lnTo>
                  <a:pt x="1541" y="7484"/>
                </a:lnTo>
                <a:lnTo>
                  <a:pt x="1578" y="7521"/>
                </a:lnTo>
                <a:lnTo>
                  <a:pt x="2092" y="7521"/>
                </a:lnTo>
                <a:lnTo>
                  <a:pt x="2165" y="8951"/>
                </a:lnTo>
                <a:lnTo>
                  <a:pt x="2165" y="8988"/>
                </a:lnTo>
                <a:lnTo>
                  <a:pt x="1982" y="8951"/>
                </a:lnTo>
                <a:lnTo>
                  <a:pt x="1578" y="8951"/>
                </a:lnTo>
                <a:lnTo>
                  <a:pt x="1505" y="8988"/>
                </a:lnTo>
                <a:lnTo>
                  <a:pt x="1468" y="9061"/>
                </a:lnTo>
                <a:lnTo>
                  <a:pt x="1468" y="9135"/>
                </a:lnTo>
                <a:lnTo>
                  <a:pt x="1541" y="9208"/>
                </a:lnTo>
                <a:lnTo>
                  <a:pt x="1688" y="9245"/>
                </a:lnTo>
                <a:lnTo>
                  <a:pt x="1835" y="9318"/>
                </a:lnTo>
                <a:lnTo>
                  <a:pt x="2202" y="9391"/>
                </a:lnTo>
                <a:lnTo>
                  <a:pt x="2238" y="10419"/>
                </a:lnTo>
                <a:lnTo>
                  <a:pt x="2018" y="10419"/>
                </a:lnTo>
                <a:lnTo>
                  <a:pt x="1798" y="10455"/>
                </a:lnTo>
                <a:lnTo>
                  <a:pt x="1725" y="10529"/>
                </a:lnTo>
                <a:lnTo>
                  <a:pt x="1651" y="10602"/>
                </a:lnTo>
                <a:lnTo>
                  <a:pt x="1578" y="10675"/>
                </a:lnTo>
                <a:lnTo>
                  <a:pt x="1615" y="10749"/>
                </a:lnTo>
                <a:lnTo>
                  <a:pt x="1688" y="10822"/>
                </a:lnTo>
                <a:lnTo>
                  <a:pt x="2128" y="10822"/>
                </a:lnTo>
                <a:lnTo>
                  <a:pt x="2275" y="10859"/>
                </a:lnTo>
                <a:lnTo>
                  <a:pt x="2275" y="10895"/>
                </a:lnTo>
                <a:lnTo>
                  <a:pt x="2312" y="11702"/>
                </a:lnTo>
                <a:lnTo>
                  <a:pt x="2348" y="11959"/>
                </a:lnTo>
                <a:lnTo>
                  <a:pt x="2385" y="12106"/>
                </a:lnTo>
                <a:lnTo>
                  <a:pt x="2495" y="12216"/>
                </a:lnTo>
                <a:lnTo>
                  <a:pt x="2568" y="12253"/>
                </a:lnTo>
                <a:lnTo>
                  <a:pt x="2679" y="12253"/>
                </a:lnTo>
                <a:lnTo>
                  <a:pt x="2752" y="12216"/>
                </a:lnTo>
                <a:lnTo>
                  <a:pt x="2789" y="12143"/>
                </a:lnTo>
                <a:lnTo>
                  <a:pt x="2825" y="12106"/>
                </a:lnTo>
                <a:lnTo>
                  <a:pt x="3009" y="11959"/>
                </a:lnTo>
                <a:lnTo>
                  <a:pt x="3265" y="11886"/>
                </a:lnTo>
                <a:lnTo>
                  <a:pt x="3486" y="11849"/>
                </a:lnTo>
                <a:lnTo>
                  <a:pt x="3742" y="11849"/>
                </a:lnTo>
                <a:lnTo>
                  <a:pt x="3742" y="12033"/>
                </a:lnTo>
                <a:lnTo>
                  <a:pt x="3742" y="12216"/>
                </a:lnTo>
                <a:lnTo>
                  <a:pt x="3816" y="12363"/>
                </a:lnTo>
                <a:lnTo>
                  <a:pt x="3889" y="12509"/>
                </a:lnTo>
                <a:lnTo>
                  <a:pt x="3962" y="12583"/>
                </a:lnTo>
                <a:lnTo>
                  <a:pt x="4036" y="12546"/>
                </a:lnTo>
                <a:lnTo>
                  <a:pt x="4109" y="12509"/>
                </a:lnTo>
                <a:lnTo>
                  <a:pt x="4146" y="12436"/>
                </a:lnTo>
                <a:lnTo>
                  <a:pt x="4072" y="12216"/>
                </a:lnTo>
                <a:lnTo>
                  <a:pt x="4036" y="12069"/>
                </a:lnTo>
                <a:lnTo>
                  <a:pt x="4036" y="11886"/>
                </a:lnTo>
                <a:lnTo>
                  <a:pt x="5063" y="11922"/>
                </a:lnTo>
                <a:lnTo>
                  <a:pt x="5063" y="12143"/>
                </a:lnTo>
                <a:lnTo>
                  <a:pt x="5100" y="12619"/>
                </a:lnTo>
                <a:lnTo>
                  <a:pt x="5136" y="12693"/>
                </a:lnTo>
                <a:lnTo>
                  <a:pt x="5173" y="12766"/>
                </a:lnTo>
                <a:lnTo>
                  <a:pt x="5320" y="12766"/>
                </a:lnTo>
                <a:lnTo>
                  <a:pt x="5466" y="12729"/>
                </a:lnTo>
                <a:lnTo>
                  <a:pt x="5503" y="12619"/>
                </a:lnTo>
                <a:lnTo>
                  <a:pt x="5540" y="12473"/>
                </a:lnTo>
                <a:lnTo>
                  <a:pt x="5466" y="12363"/>
                </a:lnTo>
                <a:lnTo>
                  <a:pt x="5393" y="12326"/>
                </a:lnTo>
                <a:lnTo>
                  <a:pt x="5356" y="12106"/>
                </a:lnTo>
                <a:lnTo>
                  <a:pt x="5283" y="11922"/>
                </a:lnTo>
                <a:lnTo>
                  <a:pt x="5906" y="11959"/>
                </a:lnTo>
                <a:lnTo>
                  <a:pt x="6493" y="11959"/>
                </a:lnTo>
                <a:lnTo>
                  <a:pt x="6493" y="11996"/>
                </a:lnTo>
                <a:lnTo>
                  <a:pt x="6457" y="12179"/>
                </a:lnTo>
                <a:lnTo>
                  <a:pt x="6420" y="12399"/>
                </a:lnTo>
                <a:lnTo>
                  <a:pt x="6457" y="12583"/>
                </a:lnTo>
                <a:lnTo>
                  <a:pt x="6567" y="12766"/>
                </a:lnTo>
                <a:lnTo>
                  <a:pt x="6603" y="12840"/>
                </a:lnTo>
                <a:lnTo>
                  <a:pt x="6677" y="12876"/>
                </a:lnTo>
                <a:lnTo>
                  <a:pt x="6750" y="12876"/>
                </a:lnTo>
                <a:lnTo>
                  <a:pt x="6824" y="12840"/>
                </a:lnTo>
                <a:lnTo>
                  <a:pt x="6897" y="12766"/>
                </a:lnTo>
                <a:lnTo>
                  <a:pt x="6897" y="12729"/>
                </a:lnTo>
                <a:lnTo>
                  <a:pt x="6897" y="12656"/>
                </a:lnTo>
                <a:lnTo>
                  <a:pt x="6824" y="12619"/>
                </a:lnTo>
                <a:lnTo>
                  <a:pt x="6787" y="12583"/>
                </a:lnTo>
                <a:lnTo>
                  <a:pt x="6713" y="12399"/>
                </a:lnTo>
                <a:lnTo>
                  <a:pt x="6677" y="12216"/>
                </a:lnTo>
                <a:lnTo>
                  <a:pt x="6640" y="11996"/>
                </a:lnTo>
                <a:lnTo>
                  <a:pt x="6640" y="11959"/>
                </a:lnTo>
                <a:lnTo>
                  <a:pt x="7924" y="11996"/>
                </a:lnTo>
                <a:lnTo>
                  <a:pt x="7851" y="12033"/>
                </a:lnTo>
                <a:lnTo>
                  <a:pt x="7814" y="12106"/>
                </a:lnTo>
                <a:lnTo>
                  <a:pt x="7777" y="12253"/>
                </a:lnTo>
                <a:lnTo>
                  <a:pt x="7777" y="12399"/>
                </a:lnTo>
                <a:lnTo>
                  <a:pt x="7777" y="12509"/>
                </a:lnTo>
                <a:lnTo>
                  <a:pt x="7814" y="12619"/>
                </a:lnTo>
                <a:lnTo>
                  <a:pt x="7887" y="12729"/>
                </a:lnTo>
                <a:lnTo>
                  <a:pt x="7961" y="12766"/>
                </a:lnTo>
                <a:lnTo>
                  <a:pt x="8034" y="12729"/>
                </a:lnTo>
                <a:lnTo>
                  <a:pt x="8107" y="12693"/>
                </a:lnTo>
                <a:lnTo>
                  <a:pt x="8144" y="12619"/>
                </a:lnTo>
                <a:lnTo>
                  <a:pt x="8107" y="12473"/>
                </a:lnTo>
                <a:lnTo>
                  <a:pt x="8071" y="12289"/>
                </a:lnTo>
                <a:lnTo>
                  <a:pt x="8071" y="12179"/>
                </a:lnTo>
                <a:lnTo>
                  <a:pt x="8034" y="12106"/>
                </a:lnTo>
                <a:lnTo>
                  <a:pt x="8034" y="12033"/>
                </a:lnTo>
                <a:lnTo>
                  <a:pt x="8034" y="11996"/>
                </a:lnTo>
                <a:lnTo>
                  <a:pt x="9391" y="11996"/>
                </a:lnTo>
                <a:lnTo>
                  <a:pt x="9318" y="12216"/>
                </a:lnTo>
                <a:lnTo>
                  <a:pt x="9318" y="12473"/>
                </a:lnTo>
                <a:lnTo>
                  <a:pt x="9355" y="12546"/>
                </a:lnTo>
                <a:lnTo>
                  <a:pt x="9428" y="12583"/>
                </a:lnTo>
                <a:lnTo>
                  <a:pt x="9611" y="12583"/>
                </a:lnTo>
                <a:lnTo>
                  <a:pt x="9685" y="12546"/>
                </a:lnTo>
                <a:lnTo>
                  <a:pt x="9721" y="12473"/>
                </a:lnTo>
                <a:lnTo>
                  <a:pt x="9721" y="12436"/>
                </a:lnTo>
                <a:lnTo>
                  <a:pt x="9721" y="12363"/>
                </a:lnTo>
                <a:lnTo>
                  <a:pt x="9611" y="12326"/>
                </a:lnTo>
                <a:lnTo>
                  <a:pt x="9611" y="11996"/>
                </a:lnTo>
                <a:lnTo>
                  <a:pt x="10638" y="11996"/>
                </a:lnTo>
                <a:lnTo>
                  <a:pt x="10675" y="12253"/>
                </a:lnTo>
                <a:lnTo>
                  <a:pt x="10748" y="12509"/>
                </a:lnTo>
                <a:lnTo>
                  <a:pt x="10822" y="12583"/>
                </a:lnTo>
                <a:lnTo>
                  <a:pt x="10969" y="12583"/>
                </a:lnTo>
                <a:lnTo>
                  <a:pt x="11005" y="12509"/>
                </a:lnTo>
                <a:lnTo>
                  <a:pt x="11042" y="12399"/>
                </a:lnTo>
                <a:lnTo>
                  <a:pt x="10969" y="12179"/>
                </a:lnTo>
                <a:lnTo>
                  <a:pt x="10895" y="11996"/>
                </a:lnTo>
                <a:lnTo>
                  <a:pt x="12106" y="11996"/>
                </a:lnTo>
                <a:lnTo>
                  <a:pt x="12069" y="12069"/>
                </a:lnTo>
                <a:lnTo>
                  <a:pt x="12032" y="12143"/>
                </a:lnTo>
                <a:lnTo>
                  <a:pt x="11996" y="12363"/>
                </a:lnTo>
                <a:lnTo>
                  <a:pt x="12032" y="12473"/>
                </a:lnTo>
                <a:lnTo>
                  <a:pt x="12069" y="12619"/>
                </a:lnTo>
                <a:lnTo>
                  <a:pt x="12142" y="12729"/>
                </a:lnTo>
                <a:lnTo>
                  <a:pt x="12216" y="12803"/>
                </a:lnTo>
                <a:lnTo>
                  <a:pt x="12289" y="12840"/>
                </a:lnTo>
                <a:lnTo>
                  <a:pt x="12362" y="12803"/>
                </a:lnTo>
                <a:lnTo>
                  <a:pt x="12399" y="12766"/>
                </a:lnTo>
                <a:lnTo>
                  <a:pt x="12399" y="12693"/>
                </a:lnTo>
                <a:lnTo>
                  <a:pt x="12362" y="12546"/>
                </a:lnTo>
                <a:lnTo>
                  <a:pt x="12289" y="12363"/>
                </a:lnTo>
                <a:lnTo>
                  <a:pt x="12252" y="12179"/>
                </a:lnTo>
                <a:lnTo>
                  <a:pt x="12252" y="11959"/>
                </a:lnTo>
                <a:lnTo>
                  <a:pt x="13353" y="11959"/>
                </a:lnTo>
                <a:lnTo>
                  <a:pt x="13280" y="12106"/>
                </a:lnTo>
                <a:lnTo>
                  <a:pt x="13243" y="12253"/>
                </a:lnTo>
                <a:lnTo>
                  <a:pt x="13243" y="12436"/>
                </a:lnTo>
                <a:lnTo>
                  <a:pt x="13316" y="12583"/>
                </a:lnTo>
                <a:lnTo>
                  <a:pt x="13353" y="12619"/>
                </a:lnTo>
                <a:lnTo>
                  <a:pt x="13426" y="12656"/>
                </a:lnTo>
                <a:lnTo>
                  <a:pt x="13500" y="12656"/>
                </a:lnTo>
                <a:lnTo>
                  <a:pt x="13573" y="12583"/>
                </a:lnTo>
                <a:lnTo>
                  <a:pt x="13610" y="12436"/>
                </a:lnTo>
                <a:lnTo>
                  <a:pt x="13536" y="12216"/>
                </a:lnTo>
                <a:lnTo>
                  <a:pt x="13536" y="12069"/>
                </a:lnTo>
                <a:lnTo>
                  <a:pt x="13573" y="11922"/>
                </a:lnTo>
                <a:lnTo>
                  <a:pt x="14563" y="11886"/>
                </a:lnTo>
                <a:lnTo>
                  <a:pt x="14563" y="11886"/>
                </a:lnTo>
                <a:lnTo>
                  <a:pt x="14527" y="12363"/>
                </a:lnTo>
                <a:lnTo>
                  <a:pt x="14563" y="12436"/>
                </a:lnTo>
                <a:lnTo>
                  <a:pt x="14637" y="12509"/>
                </a:lnTo>
                <a:lnTo>
                  <a:pt x="14747" y="12509"/>
                </a:lnTo>
                <a:lnTo>
                  <a:pt x="14820" y="12473"/>
                </a:lnTo>
                <a:lnTo>
                  <a:pt x="14893" y="12399"/>
                </a:lnTo>
                <a:lnTo>
                  <a:pt x="14967" y="12289"/>
                </a:lnTo>
                <a:lnTo>
                  <a:pt x="14967" y="12179"/>
                </a:lnTo>
                <a:lnTo>
                  <a:pt x="14967" y="12069"/>
                </a:lnTo>
                <a:lnTo>
                  <a:pt x="14930" y="11996"/>
                </a:lnTo>
                <a:lnTo>
                  <a:pt x="14857" y="11959"/>
                </a:lnTo>
                <a:lnTo>
                  <a:pt x="14857" y="11886"/>
                </a:lnTo>
                <a:lnTo>
                  <a:pt x="16618" y="11776"/>
                </a:lnTo>
                <a:lnTo>
                  <a:pt x="16654" y="11812"/>
                </a:lnTo>
                <a:lnTo>
                  <a:pt x="16544" y="11996"/>
                </a:lnTo>
                <a:lnTo>
                  <a:pt x="16361" y="12179"/>
                </a:lnTo>
                <a:lnTo>
                  <a:pt x="16287" y="12289"/>
                </a:lnTo>
                <a:lnTo>
                  <a:pt x="16251" y="12363"/>
                </a:lnTo>
                <a:lnTo>
                  <a:pt x="16287" y="12436"/>
                </a:lnTo>
                <a:lnTo>
                  <a:pt x="16324" y="12509"/>
                </a:lnTo>
                <a:lnTo>
                  <a:pt x="16397" y="12546"/>
                </a:lnTo>
                <a:lnTo>
                  <a:pt x="16471" y="12583"/>
                </a:lnTo>
                <a:lnTo>
                  <a:pt x="16544" y="12583"/>
                </a:lnTo>
                <a:lnTo>
                  <a:pt x="16581" y="12546"/>
                </a:lnTo>
                <a:lnTo>
                  <a:pt x="16728" y="12473"/>
                </a:lnTo>
                <a:lnTo>
                  <a:pt x="16801" y="12363"/>
                </a:lnTo>
                <a:lnTo>
                  <a:pt x="16984" y="12106"/>
                </a:lnTo>
                <a:lnTo>
                  <a:pt x="17461" y="11482"/>
                </a:lnTo>
                <a:lnTo>
                  <a:pt x="17461" y="11409"/>
                </a:lnTo>
                <a:lnTo>
                  <a:pt x="17461" y="11336"/>
                </a:lnTo>
                <a:lnTo>
                  <a:pt x="17461" y="11262"/>
                </a:lnTo>
                <a:lnTo>
                  <a:pt x="17425" y="11189"/>
                </a:lnTo>
                <a:lnTo>
                  <a:pt x="17058" y="10895"/>
                </a:lnTo>
                <a:lnTo>
                  <a:pt x="16728" y="10639"/>
                </a:lnTo>
                <a:lnTo>
                  <a:pt x="16654" y="10602"/>
                </a:lnTo>
                <a:lnTo>
                  <a:pt x="16581" y="10602"/>
                </a:lnTo>
                <a:lnTo>
                  <a:pt x="16544" y="10639"/>
                </a:lnTo>
                <a:lnTo>
                  <a:pt x="16471" y="10675"/>
                </a:lnTo>
                <a:lnTo>
                  <a:pt x="16434" y="10785"/>
                </a:lnTo>
                <a:lnTo>
                  <a:pt x="16434" y="10859"/>
                </a:lnTo>
                <a:lnTo>
                  <a:pt x="16471" y="10932"/>
                </a:lnTo>
                <a:lnTo>
                  <a:pt x="16801" y="11226"/>
                </a:lnTo>
                <a:lnTo>
                  <a:pt x="13940" y="11372"/>
                </a:lnTo>
                <a:lnTo>
                  <a:pt x="14050" y="11336"/>
                </a:lnTo>
                <a:lnTo>
                  <a:pt x="14270" y="11189"/>
                </a:lnTo>
                <a:lnTo>
                  <a:pt x="14343" y="11115"/>
                </a:lnTo>
                <a:lnTo>
                  <a:pt x="14417" y="11005"/>
                </a:lnTo>
                <a:lnTo>
                  <a:pt x="14417" y="10932"/>
                </a:lnTo>
                <a:lnTo>
                  <a:pt x="14380" y="10895"/>
                </a:lnTo>
                <a:lnTo>
                  <a:pt x="14233" y="10895"/>
                </a:lnTo>
                <a:lnTo>
                  <a:pt x="14123" y="10932"/>
                </a:lnTo>
                <a:lnTo>
                  <a:pt x="13903" y="11079"/>
                </a:lnTo>
                <a:lnTo>
                  <a:pt x="13720" y="11226"/>
                </a:lnTo>
                <a:lnTo>
                  <a:pt x="13573" y="11409"/>
                </a:lnTo>
                <a:lnTo>
                  <a:pt x="12289" y="11446"/>
                </a:lnTo>
                <a:lnTo>
                  <a:pt x="12546" y="11336"/>
                </a:lnTo>
                <a:lnTo>
                  <a:pt x="12839" y="11226"/>
                </a:lnTo>
                <a:lnTo>
                  <a:pt x="13169" y="11079"/>
                </a:lnTo>
                <a:lnTo>
                  <a:pt x="13500" y="10895"/>
                </a:lnTo>
                <a:lnTo>
                  <a:pt x="13793" y="10675"/>
                </a:lnTo>
                <a:lnTo>
                  <a:pt x="14050" y="10419"/>
                </a:lnTo>
                <a:lnTo>
                  <a:pt x="14087" y="10308"/>
                </a:lnTo>
                <a:lnTo>
                  <a:pt x="14050" y="10235"/>
                </a:lnTo>
                <a:lnTo>
                  <a:pt x="13976" y="10198"/>
                </a:lnTo>
                <a:lnTo>
                  <a:pt x="13903" y="10235"/>
                </a:lnTo>
                <a:lnTo>
                  <a:pt x="13646" y="10382"/>
                </a:lnTo>
                <a:lnTo>
                  <a:pt x="13390" y="10565"/>
                </a:lnTo>
                <a:lnTo>
                  <a:pt x="13133" y="10749"/>
                </a:lnTo>
                <a:lnTo>
                  <a:pt x="12876" y="10895"/>
                </a:lnTo>
                <a:lnTo>
                  <a:pt x="12583" y="11042"/>
                </a:lnTo>
                <a:lnTo>
                  <a:pt x="12289" y="11152"/>
                </a:lnTo>
                <a:lnTo>
                  <a:pt x="11996" y="11299"/>
                </a:lnTo>
                <a:lnTo>
                  <a:pt x="11702" y="11446"/>
                </a:lnTo>
                <a:lnTo>
                  <a:pt x="10162" y="11482"/>
                </a:lnTo>
                <a:lnTo>
                  <a:pt x="10602" y="11299"/>
                </a:lnTo>
                <a:lnTo>
                  <a:pt x="12216" y="10639"/>
                </a:lnTo>
                <a:lnTo>
                  <a:pt x="12766" y="10455"/>
                </a:lnTo>
                <a:lnTo>
                  <a:pt x="13316" y="10162"/>
                </a:lnTo>
                <a:lnTo>
                  <a:pt x="13573" y="10015"/>
                </a:lnTo>
                <a:lnTo>
                  <a:pt x="13793" y="9832"/>
                </a:lnTo>
                <a:lnTo>
                  <a:pt x="13976" y="9612"/>
                </a:lnTo>
                <a:lnTo>
                  <a:pt x="14087" y="9355"/>
                </a:lnTo>
                <a:lnTo>
                  <a:pt x="14087" y="9245"/>
                </a:lnTo>
                <a:lnTo>
                  <a:pt x="14050" y="9208"/>
                </a:lnTo>
                <a:lnTo>
                  <a:pt x="13940" y="9171"/>
                </a:lnTo>
                <a:lnTo>
                  <a:pt x="13866" y="9208"/>
                </a:lnTo>
                <a:lnTo>
                  <a:pt x="13463" y="9612"/>
                </a:lnTo>
                <a:lnTo>
                  <a:pt x="13243" y="9795"/>
                </a:lnTo>
                <a:lnTo>
                  <a:pt x="12986" y="9978"/>
                </a:lnTo>
                <a:lnTo>
                  <a:pt x="12693" y="10125"/>
                </a:lnTo>
                <a:lnTo>
                  <a:pt x="12399" y="10235"/>
                </a:lnTo>
                <a:lnTo>
                  <a:pt x="11776" y="10492"/>
                </a:lnTo>
                <a:lnTo>
                  <a:pt x="10418" y="11042"/>
                </a:lnTo>
                <a:lnTo>
                  <a:pt x="9905" y="11262"/>
                </a:lnTo>
                <a:lnTo>
                  <a:pt x="9428" y="11482"/>
                </a:lnTo>
                <a:lnTo>
                  <a:pt x="7667" y="11482"/>
                </a:lnTo>
                <a:lnTo>
                  <a:pt x="8621" y="11152"/>
                </a:lnTo>
                <a:lnTo>
                  <a:pt x="10895" y="10419"/>
                </a:lnTo>
                <a:lnTo>
                  <a:pt x="11335" y="10235"/>
                </a:lnTo>
                <a:lnTo>
                  <a:pt x="11776" y="10052"/>
                </a:lnTo>
                <a:lnTo>
                  <a:pt x="12179" y="9832"/>
                </a:lnTo>
                <a:lnTo>
                  <a:pt x="12583" y="9575"/>
                </a:lnTo>
                <a:lnTo>
                  <a:pt x="13426" y="9025"/>
                </a:lnTo>
                <a:lnTo>
                  <a:pt x="13866" y="8768"/>
                </a:lnTo>
                <a:lnTo>
                  <a:pt x="14307" y="8548"/>
                </a:lnTo>
                <a:lnTo>
                  <a:pt x="14380" y="8511"/>
                </a:lnTo>
                <a:lnTo>
                  <a:pt x="14417" y="8474"/>
                </a:lnTo>
                <a:lnTo>
                  <a:pt x="14417" y="8841"/>
                </a:lnTo>
                <a:lnTo>
                  <a:pt x="14453" y="8915"/>
                </a:lnTo>
                <a:lnTo>
                  <a:pt x="14490" y="8951"/>
                </a:lnTo>
                <a:lnTo>
                  <a:pt x="14527" y="8988"/>
                </a:lnTo>
                <a:lnTo>
                  <a:pt x="14600" y="9025"/>
                </a:lnTo>
                <a:lnTo>
                  <a:pt x="14673" y="8988"/>
                </a:lnTo>
                <a:lnTo>
                  <a:pt x="14747" y="8951"/>
                </a:lnTo>
                <a:lnTo>
                  <a:pt x="14783" y="8915"/>
                </a:lnTo>
                <a:lnTo>
                  <a:pt x="14783" y="8841"/>
                </a:lnTo>
                <a:lnTo>
                  <a:pt x="14783" y="8291"/>
                </a:lnTo>
                <a:lnTo>
                  <a:pt x="14747" y="8034"/>
                </a:lnTo>
                <a:lnTo>
                  <a:pt x="14673" y="7777"/>
                </a:lnTo>
                <a:lnTo>
                  <a:pt x="15077" y="8181"/>
                </a:lnTo>
                <a:lnTo>
                  <a:pt x="15517" y="8584"/>
                </a:lnTo>
                <a:lnTo>
                  <a:pt x="15737" y="8768"/>
                </a:lnTo>
                <a:lnTo>
                  <a:pt x="15847" y="8841"/>
                </a:lnTo>
                <a:lnTo>
                  <a:pt x="15994" y="8878"/>
                </a:lnTo>
                <a:lnTo>
                  <a:pt x="16361" y="8915"/>
                </a:lnTo>
                <a:lnTo>
                  <a:pt x="16764" y="8915"/>
                </a:lnTo>
                <a:lnTo>
                  <a:pt x="17204" y="8878"/>
                </a:lnTo>
                <a:lnTo>
                  <a:pt x="17608" y="8731"/>
                </a:lnTo>
                <a:lnTo>
                  <a:pt x="17681" y="8695"/>
                </a:lnTo>
                <a:lnTo>
                  <a:pt x="17755" y="8584"/>
                </a:lnTo>
                <a:lnTo>
                  <a:pt x="17791" y="8511"/>
                </a:lnTo>
                <a:lnTo>
                  <a:pt x="17755" y="8438"/>
                </a:lnTo>
                <a:lnTo>
                  <a:pt x="17718" y="8328"/>
                </a:lnTo>
                <a:lnTo>
                  <a:pt x="17681" y="8291"/>
                </a:lnTo>
                <a:lnTo>
                  <a:pt x="17571" y="8254"/>
                </a:lnTo>
                <a:lnTo>
                  <a:pt x="17461" y="8254"/>
                </a:lnTo>
                <a:lnTo>
                  <a:pt x="17131" y="8364"/>
                </a:lnTo>
                <a:lnTo>
                  <a:pt x="16764" y="8401"/>
                </a:lnTo>
                <a:lnTo>
                  <a:pt x="16397" y="8438"/>
                </a:lnTo>
                <a:lnTo>
                  <a:pt x="16177" y="8401"/>
                </a:lnTo>
                <a:lnTo>
                  <a:pt x="16031" y="8364"/>
                </a:lnTo>
                <a:lnTo>
                  <a:pt x="15480" y="7888"/>
                </a:lnTo>
                <a:lnTo>
                  <a:pt x="15004" y="7374"/>
                </a:lnTo>
                <a:lnTo>
                  <a:pt x="14563" y="6824"/>
                </a:lnTo>
                <a:lnTo>
                  <a:pt x="14160" y="6237"/>
                </a:lnTo>
                <a:lnTo>
                  <a:pt x="13830" y="5613"/>
                </a:lnTo>
                <a:lnTo>
                  <a:pt x="13536" y="4990"/>
                </a:lnTo>
                <a:lnTo>
                  <a:pt x="13096" y="3926"/>
                </a:lnTo>
                <a:lnTo>
                  <a:pt x="12803" y="3412"/>
                </a:lnTo>
                <a:lnTo>
                  <a:pt x="12509" y="2936"/>
                </a:lnTo>
                <a:lnTo>
                  <a:pt x="12326" y="2752"/>
                </a:lnTo>
                <a:lnTo>
                  <a:pt x="12142" y="2532"/>
                </a:lnTo>
                <a:lnTo>
                  <a:pt x="11959" y="2349"/>
                </a:lnTo>
                <a:lnTo>
                  <a:pt x="11739" y="2202"/>
                </a:lnTo>
                <a:lnTo>
                  <a:pt x="11482" y="2092"/>
                </a:lnTo>
                <a:lnTo>
                  <a:pt x="11225" y="1982"/>
                </a:lnTo>
                <a:lnTo>
                  <a:pt x="10932" y="1908"/>
                </a:lnTo>
                <a:lnTo>
                  <a:pt x="10602" y="1872"/>
                </a:lnTo>
                <a:lnTo>
                  <a:pt x="10308" y="1872"/>
                </a:lnTo>
                <a:lnTo>
                  <a:pt x="9978" y="1908"/>
                </a:lnTo>
                <a:lnTo>
                  <a:pt x="9685" y="1982"/>
                </a:lnTo>
                <a:lnTo>
                  <a:pt x="9391" y="2055"/>
                </a:lnTo>
                <a:lnTo>
                  <a:pt x="9098" y="2202"/>
                </a:lnTo>
                <a:lnTo>
                  <a:pt x="8841" y="2349"/>
                </a:lnTo>
                <a:lnTo>
                  <a:pt x="8584" y="2495"/>
                </a:lnTo>
                <a:lnTo>
                  <a:pt x="8327" y="2715"/>
                </a:lnTo>
                <a:lnTo>
                  <a:pt x="7887" y="3119"/>
                </a:lnTo>
                <a:lnTo>
                  <a:pt x="7484" y="3632"/>
                </a:lnTo>
                <a:lnTo>
                  <a:pt x="7117" y="4146"/>
                </a:lnTo>
                <a:lnTo>
                  <a:pt x="6787" y="4660"/>
                </a:lnTo>
                <a:lnTo>
                  <a:pt x="6127" y="5833"/>
                </a:lnTo>
                <a:lnTo>
                  <a:pt x="5796" y="6457"/>
                </a:lnTo>
                <a:lnTo>
                  <a:pt x="5430" y="7044"/>
                </a:lnTo>
                <a:lnTo>
                  <a:pt x="4989" y="7594"/>
                </a:lnTo>
                <a:lnTo>
                  <a:pt x="4769" y="7851"/>
                </a:lnTo>
                <a:lnTo>
                  <a:pt x="4513" y="8071"/>
                </a:lnTo>
                <a:lnTo>
                  <a:pt x="4256" y="8291"/>
                </a:lnTo>
                <a:lnTo>
                  <a:pt x="3962" y="8474"/>
                </a:lnTo>
                <a:lnTo>
                  <a:pt x="3669" y="8621"/>
                </a:lnTo>
                <a:lnTo>
                  <a:pt x="3339" y="8731"/>
                </a:lnTo>
                <a:lnTo>
                  <a:pt x="3009" y="8841"/>
                </a:lnTo>
                <a:lnTo>
                  <a:pt x="2715" y="8915"/>
                </a:lnTo>
                <a:lnTo>
                  <a:pt x="2605" y="6200"/>
                </a:lnTo>
                <a:lnTo>
                  <a:pt x="2568" y="3119"/>
                </a:lnTo>
                <a:lnTo>
                  <a:pt x="2605" y="1505"/>
                </a:lnTo>
                <a:lnTo>
                  <a:pt x="2568" y="1138"/>
                </a:lnTo>
                <a:lnTo>
                  <a:pt x="2715" y="1395"/>
                </a:lnTo>
                <a:lnTo>
                  <a:pt x="2862" y="1652"/>
                </a:lnTo>
                <a:lnTo>
                  <a:pt x="2899" y="1725"/>
                </a:lnTo>
                <a:lnTo>
                  <a:pt x="2972" y="1762"/>
                </a:lnTo>
                <a:lnTo>
                  <a:pt x="3119" y="1762"/>
                </a:lnTo>
                <a:lnTo>
                  <a:pt x="3192" y="1688"/>
                </a:lnTo>
                <a:lnTo>
                  <a:pt x="3229" y="1652"/>
                </a:lnTo>
                <a:lnTo>
                  <a:pt x="3265" y="1578"/>
                </a:lnTo>
                <a:lnTo>
                  <a:pt x="3265" y="1505"/>
                </a:lnTo>
                <a:lnTo>
                  <a:pt x="3155" y="1138"/>
                </a:lnTo>
                <a:lnTo>
                  <a:pt x="2972" y="771"/>
                </a:lnTo>
                <a:lnTo>
                  <a:pt x="2568" y="111"/>
                </a:lnTo>
                <a:lnTo>
                  <a:pt x="2495" y="38"/>
                </a:lnTo>
                <a:lnTo>
                  <a:pt x="2385" y="1"/>
                </a:lnTo>
                <a:close/>
                <a:moveTo>
                  <a:pt x="15554" y="12546"/>
                </a:moveTo>
                <a:lnTo>
                  <a:pt x="15480" y="12583"/>
                </a:lnTo>
                <a:lnTo>
                  <a:pt x="15370" y="12619"/>
                </a:lnTo>
                <a:lnTo>
                  <a:pt x="15224" y="12766"/>
                </a:lnTo>
                <a:lnTo>
                  <a:pt x="15077" y="12913"/>
                </a:lnTo>
                <a:lnTo>
                  <a:pt x="15077" y="12950"/>
                </a:lnTo>
                <a:lnTo>
                  <a:pt x="14820" y="12803"/>
                </a:lnTo>
                <a:lnTo>
                  <a:pt x="14527" y="12693"/>
                </a:lnTo>
                <a:lnTo>
                  <a:pt x="14453" y="12693"/>
                </a:lnTo>
                <a:lnTo>
                  <a:pt x="14417" y="12729"/>
                </a:lnTo>
                <a:lnTo>
                  <a:pt x="14380" y="12803"/>
                </a:lnTo>
                <a:lnTo>
                  <a:pt x="14380" y="12876"/>
                </a:lnTo>
                <a:lnTo>
                  <a:pt x="14563" y="13096"/>
                </a:lnTo>
                <a:lnTo>
                  <a:pt x="14783" y="13316"/>
                </a:lnTo>
                <a:lnTo>
                  <a:pt x="14673" y="13463"/>
                </a:lnTo>
                <a:lnTo>
                  <a:pt x="14490" y="13720"/>
                </a:lnTo>
                <a:lnTo>
                  <a:pt x="14417" y="13867"/>
                </a:lnTo>
                <a:lnTo>
                  <a:pt x="14417" y="14013"/>
                </a:lnTo>
                <a:lnTo>
                  <a:pt x="14453" y="14087"/>
                </a:lnTo>
                <a:lnTo>
                  <a:pt x="14490" y="14123"/>
                </a:lnTo>
                <a:lnTo>
                  <a:pt x="14600" y="14123"/>
                </a:lnTo>
                <a:lnTo>
                  <a:pt x="14673" y="14087"/>
                </a:lnTo>
                <a:lnTo>
                  <a:pt x="14783" y="14050"/>
                </a:lnTo>
                <a:lnTo>
                  <a:pt x="14893" y="13903"/>
                </a:lnTo>
                <a:lnTo>
                  <a:pt x="15150" y="13573"/>
                </a:lnTo>
                <a:lnTo>
                  <a:pt x="15590" y="13903"/>
                </a:lnTo>
                <a:lnTo>
                  <a:pt x="15700" y="13940"/>
                </a:lnTo>
                <a:lnTo>
                  <a:pt x="15774" y="13940"/>
                </a:lnTo>
                <a:lnTo>
                  <a:pt x="15847" y="13903"/>
                </a:lnTo>
                <a:lnTo>
                  <a:pt x="15884" y="13830"/>
                </a:lnTo>
                <a:lnTo>
                  <a:pt x="15921" y="13757"/>
                </a:lnTo>
                <a:lnTo>
                  <a:pt x="15921" y="13647"/>
                </a:lnTo>
                <a:lnTo>
                  <a:pt x="15921" y="13573"/>
                </a:lnTo>
                <a:lnTo>
                  <a:pt x="15847" y="13500"/>
                </a:lnTo>
                <a:lnTo>
                  <a:pt x="15407" y="13170"/>
                </a:lnTo>
                <a:lnTo>
                  <a:pt x="15480" y="13096"/>
                </a:lnTo>
                <a:lnTo>
                  <a:pt x="15590" y="12876"/>
                </a:lnTo>
                <a:lnTo>
                  <a:pt x="15664" y="12803"/>
                </a:lnTo>
                <a:lnTo>
                  <a:pt x="15737" y="12766"/>
                </a:lnTo>
                <a:lnTo>
                  <a:pt x="15774" y="12729"/>
                </a:lnTo>
                <a:lnTo>
                  <a:pt x="15811" y="12693"/>
                </a:lnTo>
                <a:lnTo>
                  <a:pt x="15811" y="12656"/>
                </a:lnTo>
                <a:lnTo>
                  <a:pt x="15774" y="12656"/>
                </a:lnTo>
                <a:lnTo>
                  <a:pt x="15664" y="12583"/>
                </a:lnTo>
                <a:lnTo>
                  <a:pt x="15554" y="12546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4C2F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38" name="Google Shape;1638;p65"/>
          <p:cNvSpPr/>
          <p:nvPr/>
        </p:nvSpPr>
        <p:spPr>
          <a:xfrm>
            <a:off x="7831900" y="1220971"/>
            <a:ext cx="203212" cy="78098"/>
          </a:xfrm>
          <a:custGeom>
            <a:rect b="b" l="l" r="r" t="t"/>
            <a:pathLst>
              <a:path extrusionOk="0" h="6274" w="16325">
                <a:moveTo>
                  <a:pt x="14710" y="1"/>
                </a:moveTo>
                <a:lnTo>
                  <a:pt x="14527" y="74"/>
                </a:lnTo>
                <a:lnTo>
                  <a:pt x="14380" y="147"/>
                </a:lnTo>
                <a:lnTo>
                  <a:pt x="14270" y="221"/>
                </a:lnTo>
                <a:lnTo>
                  <a:pt x="14270" y="257"/>
                </a:lnTo>
                <a:lnTo>
                  <a:pt x="14197" y="221"/>
                </a:lnTo>
                <a:lnTo>
                  <a:pt x="14087" y="221"/>
                </a:lnTo>
                <a:lnTo>
                  <a:pt x="14013" y="294"/>
                </a:lnTo>
                <a:lnTo>
                  <a:pt x="13977" y="331"/>
                </a:lnTo>
                <a:lnTo>
                  <a:pt x="13977" y="441"/>
                </a:lnTo>
                <a:lnTo>
                  <a:pt x="14013" y="551"/>
                </a:lnTo>
                <a:lnTo>
                  <a:pt x="14050" y="587"/>
                </a:lnTo>
                <a:lnTo>
                  <a:pt x="14123" y="624"/>
                </a:lnTo>
                <a:lnTo>
                  <a:pt x="14343" y="624"/>
                </a:lnTo>
                <a:lnTo>
                  <a:pt x="14527" y="551"/>
                </a:lnTo>
                <a:lnTo>
                  <a:pt x="14710" y="477"/>
                </a:lnTo>
                <a:lnTo>
                  <a:pt x="14894" y="441"/>
                </a:lnTo>
                <a:lnTo>
                  <a:pt x="14967" y="477"/>
                </a:lnTo>
                <a:lnTo>
                  <a:pt x="15004" y="514"/>
                </a:lnTo>
                <a:lnTo>
                  <a:pt x="14967" y="587"/>
                </a:lnTo>
                <a:lnTo>
                  <a:pt x="14930" y="661"/>
                </a:lnTo>
                <a:lnTo>
                  <a:pt x="14747" y="881"/>
                </a:lnTo>
                <a:lnTo>
                  <a:pt x="14123" y="1725"/>
                </a:lnTo>
                <a:lnTo>
                  <a:pt x="14123" y="1798"/>
                </a:lnTo>
                <a:lnTo>
                  <a:pt x="14087" y="1871"/>
                </a:lnTo>
                <a:lnTo>
                  <a:pt x="14123" y="1981"/>
                </a:lnTo>
                <a:lnTo>
                  <a:pt x="14233" y="2055"/>
                </a:lnTo>
                <a:lnTo>
                  <a:pt x="14343" y="2091"/>
                </a:lnTo>
                <a:lnTo>
                  <a:pt x="14820" y="2091"/>
                </a:lnTo>
                <a:lnTo>
                  <a:pt x="15260" y="2055"/>
                </a:lnTo>
                <a:lnTo>
                  <a:pt x="15774" y="1945"/>
                </a:lnTo>
                <a:lnTo>
                  <a:pt x="16031" y="1871"/>
                </a:lnTo>
                <a:lnTo>
                  <a:pt x="16251" y="1761"/>
                </a:lnTo>
                <a:lnTo>
                  <a:pt x="16324" y="1651"/>
                </a:lnTo>
                <a:lnTo>
                  <a:pt x="16324" y="1541"/>
                </a:lnTo>
                <a:lnTo>
                  <a:pt x="16288" y="1468"/>
                </a:lnTo>
                <a:lnTo>
                  <a:pt x="16214" y="1431"/>
                </a:lnTo>
                <a:lnTo>
                  <a:pt x="16141" y="1394"/>
                </a:lnTo>
                <a:lnTo>
                  <a:pt x="15957" y="1431"/>
                </a:lnTo>
                <a:lnTo>
                  <a:pt x="15774" y="1468"/>
                </a:lnTo>
                <a:lnTo>
                  <a:pt x="15370" y="1541"/>
                </a:lnTo>
                <a:lnTo>
                  <a:pt x="14820" y="1615"/>
                </a:lnTo>
                <a:lnTo>
                  <a:pt x="14820" y="1615"/>
                </a:lnTo>
                <a:lnTo>
                  <a:pt x="15260" y="1028"/>
                </a:lnTo>
                <a:lnTo>
                  <a:pt x="15370" y="844"/>
                </a:lnTo>
                <a:lnTo>
                  <a:pt x="15481" y="698"/>
                </a:lnTo>
                <a:lnTo>
                  <a:pt x="15517" y="477"/>
                </a:lnTo>
                <a:lnTo>
                  <a:pt x="15517" y="404"/>
                </a:lnTo>
                <a:lnTo>
                  <a:pt x="15481" y="294"/>
                </a:lnTo>
                <a:lnTo>
                  <a:pt x="15370" y="184"/>
                </a:lnTo>
                <a:lnTo>
                  <a:pt x="15224" y="74"/>
                </a:lnTo>
                <a:lnTo>
                  <a:pt x="15077" y="37"/>
                </a:lnTo>
                <a:lnTo>
                  <a:pt x="14894" y="1"/>
                </a:lnTo>
                <a:close/>
                <a:moveTo>
                  <a:pt x="6604" y="2788"/>
                </a:moveTo>
                <a:lnTo>
                  <a:pt x="6163" y="2898"/>
                </a:lnTo>
                <a:lnTo>
                  <a:pt x="5576" y="2972"/>
                </a:lnTo>
                <a:lnTo>
                  <a:pt x="5283" y="3045"/>
                </a:lnTo>
                <a:lnTo>
                  <a:pt x="4990" y="3118"/>
                </a:lnTo>
                <a:lnTo>
                  <a:pt x="4953" y="3155"/>
                </a:lnTo>
                <a:lnTo>
                  <a:pt x="4880" y="3229"/>
                </a:lnTo>
                <a:lnTo>
                  <a:pt x="4880" y="3302"/>
                </a:lnTo>
                <a:lnTo>
                  <a:pt x="4880" y="3339"/>
                </a:lnTo>
                <a:lnTo>
                  <a:pt x="4880" y="3412"/>
                </a:lnTo>
                <a:lnTo>
                  <a:pt x="4916" y="3485"/>
                </a:lnTo>
                <a:lnTo>
                  <a:pt x="4990" y="3522"/>
                </a:lnTo>
                <a:lnTo>
                  <a:pt x="5063" y="3522"/>
                </a:lnTo>
                <a:lnTo>
                  <a:pt x="5613" y="3485"/>
                </a:lnTo>
                <a:lnTo>
                  <a:pt x="6163" y="3412"/>
                </a:lnTo>
                <a:lnTo>
                  <a:pt x="6640" y="3339"/>
                </a:lnTo>
                <a:lnTo>
                  <a:pt x="6860" y="3265"/>
                </a:lnTo>
                <a:lnTo>
                  <a:pt x="6970" y="3192"/>
                </a:lnTo>
                <a:lnTo>
                  <a:pt x="7044" y="3118"/>
                </a:lnTo>
                <a:lnTo>
                  <a:pt x="7044" y="3008"/>
                </a:lnTo>
                <a:lnTo>
                  <a:pt x="7044" y="2972"/>
                </a:lnTo>
                <a:lnTo>
                  <a:pt x="7007" y="2898"/>
                </a:lnTo>
                <a:lnTo>
                  <a:pt x="6897" y="2862"/>
                </a:lnTo>
                <a:lnTo>
                  <a:pt x="6824" y="2825"/>
                </a:lnTo>
                <a:lnTo>
                  <a:pt x="6604" y="2788"/>
                </a:lnTo>
                <a:close/>
                <a:moveTo>
                  <a:pt x="13500" y="1945"/>
                </a:moveTo>
                <a:lnTo>
                  <a:pt x="13280" y="1981"/>
                </a:lnTo>
                <a:lnTo>
                  <a:pt x="13060" y="2018"/>
                </a:lnTo>
                <a:lnTo>
                  <a:pt x="12876" y="2055"/>
                </a:lnTo>
                <a:lnTo>
                  <a:pt x="12693" y="2201"/>
                </a:lnTo>
                <a:lnTo>
                  <a:pt x="12546" y="2275"/>
                </a:lnTo>
                <a:lnTo>
                  <a:pt x="12436" y="2422"/>
                </a:lnTo>
                <a:lnTo>
                  <a:pt x="12289" y="2678"/>
                </a:lnTo>
                <a:lnTo>
                  <a:pt x="12179" y="3008"/>
                </a:lnTo>
                <a:lnTo>
                  <a:pt x="12179" y="3339"/>
                </a:lnTo>
                <a:lnTo>
                  <a:pt x="12179" y="3522"/>
                </a:lnTo>
                <a:lnTo>
                  <a:pt x="12216" y="3669"/>
                </a:lnTo>
                <a:lnTo>
                  <a:pt x="12289" y="3815"/>
                </a:lnTo>
                <a:lnTo>
                  <a:pt x="12363" y="3962"/>
                </a:lnTo>
                <a:lnTo>
                  <a:pt x="12473" y="4109"/>
                </a:lnTo>
                <a:lnTo>
                  <a:pt x="12583" y="4219"/>
                </a:lnTo>
                <a:lnTo>
                  <a:pt x="12729" y="4292"/>
                </a:lnTo>
                <a:lnTo>
                  <a:pt x="12876" y="4366"/>
                </a:lnTo>
                <a:lnTo>
                  <a:pt x="12986" y="4402"/>
                </a:lnTo>
                <a:lnTo>
                  <a:pt x="13096" y="4402"/>
                </a:lnTo>
                <a:lnTo>
                  <a:pt x="13353" y="4329"/>
                </a:lnTo>
                <a:lnTo>
                  <a:pt x="13757" y="4146"/>
                </a:lnTo>
                <a:lnTo>
                  <a:pt x="14197" y="3999"/>
                </a:lnTo>
                <a:lnTo>
                  <a:pt x="14417" y="3852"/>
                </a:lnTo>
                <a:lnTo>
                  <a:pt x="14564" y="3705"/>
                </a:lnTo>
                <a:lnTo>
                  <a:pt x="14600" y="3632"/>
                </a:lnTo>
                <a:lnTo>
                  <a:pt x="14564" y="3559"/>
                </a:lnTo>
                <a:lnTo>
                  <a:pt x="14527" y="3485"/>
                </a:lnTo>
                <a:lnTo>
                  <a:pt x="14453" y="3449"/>
                </a:lnTo>
                <a:lnTo>
                  <a:pt x="14343" y="3412"/>
                </a:lnTo>
                <a:lnTo>
                  <a:pt x="14197" y="3449"/>
                </a:lnTo>
                <a:lnTo>
                  <a:pt x="13940" y="3522"/>
                </a:lnTo>
                <a:lnTo>
                  <a:pt x="13426" y="3742"/>
                </a:lnTo>
                <a:lnTo>
                  <a:pt x="13280" y="3815"/>
                </a:lnTo>
                <a:lnTo>
                  <a:pt x="13133" y="3852"/>
                </a:lnTo>
                <a:lnTo>
                  <a:pt x="12986" y="3852"/>
                </a:lnTo>
                <a:lnTo>
                  <a:pt x="12839" y="3779"/>
                </a:lnTo>
                <a:lnTo>
                  <a:pt x="12766" y="3669"/>
                </a:lnTo>
                <a:lnTo>
                  <a:pt x="12729" y="3559"/>
                </a:lnTo>
                <a:lnTo>
                  <a:pt x="12656" y="3339"/>
                </a:lnTo>
                <a:lnTo>
                  <a:pt x="12656" y="3118"/>
                </a:lnTo>
                <a:lnTo>
                  <a:pt x="12729" y="2898"/>
                </a:lnTo>
                <a:lnTo>
                  <a:pt x="12839" y="2715"/>
                </a:lnTo>
                <a:lnTo>
                  <a:pt x="12986" y="2532"/>
                </a:lnTo>
                <a:lnTo>
                  <a:pt x="13133" y="2458"/>
                </a:lnTo>
                <a:lnTo>
                  <a:pt x="13280" y="2422"/>
                </a:lnTo>
                <a:lnTo>
                  <a:pt x="13610" y="2385"/>
                </a:lnTo>
                <a:lnTo>
                  <a:pt x="13940" y="2348"/>
                </a:lnTo>
                <a:lnTo>
                  <a:pt x="14307" y="2348"/>
                </a:lnTo>
                <a:lnTo>
                  <a:pt x="14307" y="2311"/>
                </a:lnTo>
                <a:lnTo>
                  <a:pt x="14307" y="2275"/>
                </a:lnTo>
                <a:lnTo>
                  <a:pt x="14307" y="2238"/>
                </a:lnTo>
                <a:lnTo>
                  <a:pt x="14123" y="2128"/>
                </a:lnTo>
                <a:lnTo>
                  <a:pt x="13903" y="2055"/>
                </a:lnTo>
                <a:lnTo>
                  <a:pt x="13720" y="1981"/>
                </a:lnTo>
                <a:lnTo>
                  <a:pt x="13500" y="1945"/>
                </a:lnTo>
                <a:close/>
                <a:moveTo>
                  <a:pt x="6787" y="4182"/>
                </a:moveTo>
                <a:lnTo>
                  <a:pt x="6347" y="4292"/>
                </a:lnTo>
                <a:lnTo>
                  <a:pt x="5907" y="4366"/>
                </a:lnTo>
                <a:lnTo>
                  <a:pt x="5466" y="4439"/>
                </a:lnTo>
                <a:lnTo>
                  <a:pt x="5063" y="4549"/>
                </a:lnTo>
                <a:lnTo>
                  <a:pt x="4990" y="4622"/>
                </a:lnTo>
                <a:lnTo>
                  <a:pt x="4953" y="4696"/>
                </a:lnTo>
                <a:lnTo>
                  <a:pt x="4953" y="4806"/>
                </a:lnTo>
                <a:lnTo>
                  <a:pt x="5063" y="4843"/>
                </a:lnTo>
                <a:lnTo>
                  <a:pt x="5283" y="4879"/>
                </a:lnTo>
                <a:lnTo>
                  <a:pt x="5980" y="4879"/>
                </a:lnTo>
                <a:lnTo>
                  <a:pt x="6457" y="4769"/>
                </a:lnTo>
                <a:lnTo>
                  <a:pt x="6897" y="4659"/>
                </a:lnTo>
                <a:lnTo>
                  <a:pt x="6970" y="4622"/>
                </a:lnTo>
                <a:lnTo>
                  <a:pt x="7044" y="4586"/>
                </a:lnTo>
                <a:lnTo>
                  <a:pt x="7080" y="4512"/>
                </a:lnTo>
                <a:lnTo>
                  <a:pt x="7117" y="4439"/>
                </a:lnTo>
                <a:lnTo>
                  <a:pt x="7080" y="4292"/>
                </a:lnTo>
                <a:lnTo>
                  <a:pt x="7007" y="4219"/>
                </a:lnTo>
                <a:lnTo>
                  <a:pt x="6934" y="4182"/>
                </a:lnTo>
                <a:close/>
                <a:moveTo>
                  <a:pt x="11079" y="2055"/>
                </a:moveTo>
                <a:lnTo>
                  <a:pt x="10785" y="2091"/>
                </a:lnTo>
                <a:lnTo>
                  <a:pt x="10565" y="2165"/>
                </a:lnTo>
                <a:lnTo>
                  <a:pt x="10382" y="2311"/>
                </a:lnTo>
                <a:lnTo>
                  <a:pt x="10235" y="2495"/>
                </a:lnTo>
                <a:lnTo>
                  <a:pt x="10198" y="2385"/>
                </a:lnTo>
                <a:lnTo>
                  <a:pt x="10088" y="2348"/>
                </a:lnTo>
                <a:lnTo>
                  <a:pt x="9942" y="2311"/>
                </a:lnTo>
                <a:lnTo>
                  <a:pt x="9611" y="2311"/>
                </a:lnTo>
                <a:lnTo>
                  <a:pt x="9501" y="2348"/>
                </a:lnTo>
                <a:lnTo>
                  <a:pt x="9208" y="2495"/>
                </a:lnTo>
                <a:lnTo>
                  <a:pt x="8988" y="2678"/>
                </a:lnTo>
                <a:lnTo>
                  <a:pt x="8951" y="2568"/>
                </a:lnTo>
                <a:lnTo>
                  <a:pt x="8915" y="2532"/>
                </a:lnTo>
                <a:lnTo>
                  <a:pt x="8878" y="2532"/>
                </a:lnTo>
                <a:lnTo>
                  <a:pt x="8804" y="2568"/>
                </a:lnTo>
                <a:lnTo>
                  <a:pt x="8731" y="2752"/>
                </a:lnTo>
                <a:lnTo>
                  <a:pt x="8658" y="2935"/>
                </a:lnTo>
                <a:lnTo>
                  <a:pt x="8621" y="3339"/>
                </a:lnTo>
                <a:lnTo>
                  <a:pt x="8584" y="3705"/>
                </a:lnTo>
                <a:lnTo>
                  <a:pt x="8621" y="4072"/>
                </a:lnTo>
                <a:lnTo>
                  <a:pt x="8694" y="4439"/>
                </a:lnTo>
                <a:lnTo>
                  <a:pt x="8768" y="4806"/>
                </a:lnTo>
                <a:lnTo>
                  <a:pt x="8804" y="4879"/>
                </a:lnTo>
                <a:lnTo>
                  <a:pt x="8878" y="4953"/>
                </a:lnTo>
                <a:lnTo>
                  <a:pt x="8951" y="4989"/>
                </a:lnTo>
                <a:lnTo>
                  <a:pt x="9061" y="4953"/>
                </a:lnTo>
                <a:lnTo>
                  <a:pt x="9135" y="4916"/>
                </a:lnTo>
                <a:lnTo>
                  <a:pt x="9208" y="4879"/>
                </a:lnTo>
                <a:lnTo>
                  <a:pt x="9245" y="4769"/>
                </a:lnTo>
                <a:lnTo>
                  <a:pt x="9208" y="4659"/>
                </a:lnTo>
                <a:lnTo>
                  <a:pt x="9135" y="4182"/>
                </a:lnTo>
                <a:lnTo>
                  <a:pt x="9098" y="3669"/>
                </a:lnTo>
                <a:lnTo>
                  <a:pt x="9135" y="3339"/>
                </a:lnTo>
                <a:lnTo>
                  <a:pt x="9208" y="3118"/>
                </a:lnTo>
                <a:lnTo>
                  <a:pt x="9391" y="2972"/>
                </a:lnTo>
                <a:lnTo>
                  <a:pt x="9575" y="2825"/>
                </a:lnTo>
                <a:lnTo>
                  <a:pt x="9795" y="2788"/>
                </a:lnTo>
                <a:lnTo>
                  <a:pt x="9868" y="4072"/>
                </a:lnTo>
                <a:lnTo>
                  <a:pt x="9905" y="4146"/>
                </a:lnTo>
                <a:lnTo>
                  <a:pt x="9942" y="4219"/>
                </a:lnTo>
                <a:lnTo>
                  <a:pt x="10015" y="4292"/>
                </a:lnTo>
                <a:lnTo>
                  <a:pt x="10125" y="4292"/>
                </a:lnTo>
                <a:lnTo>
                  <a:pt x="10198" y="4329"/>
                </a:lnTo>
                <a:lnTo>
                  <a:pt x="10272" y="4292"/>
                </a:lnTo>
                <a:lnTo>
                  <a:pt x="10308" y="4219"/>
                </a:lnTo>
                <a:lnTo>
                  <a:pt x="10345" y="4146"/>
                </a:lnTo>
                <a:lnTo>
                  <a:pt x="10455" y="3559"/>
                </a:lnTo>
                <a:lnTo>
                  <a:pt x="10565" y="3008"/>
                </a:lnTo>
                <a:lnTo>
                  <a:pt x="10602" y="2862"/>
                </a:lnTo>
                <a:lnTo>
                  <a:pt x="10675" y="2752"/>
                </a:lnTo>
                <a:lnTo>
                  <a:pt x="10785" y="2642"/>
                </a:lnTo>
                <a:lnTo>
                  <a:pt x="10895" y="2568"/>
                </a:lnTo>
                <a:lnTo>
                  <a:pt x="11079" y="2568"/>
                </a:lnTo>
                <a:lnTo>
                  <a:pt x="11115" y="2642"/>
                </a:lnTo>
                <a:lnTo>
                  <a:pt x="11115" y="2752"/>
                </a:lnTo>
                <a:lnTo>
                  <a:pt x="11115" y="2862"/>
                </a:lnTo>
                <a:lnTo>
                  <a:pt x="11189" y="3449"/>
                </a:lnTo>
                <a:lnTo>
                  <a:pt x="11299" y="4036"/>
                </a:lnTo>
                <a:lnTo>
                  <a:pt x="11372" y="4256"/>
                </a:lnTo>
                <a:lnTo>
                  <a:pt x="11446" y="4512"/>
                </a:lnTo>
                <a:lnTo>
                  <a:pt x="11556" y="4732"/>
                </a:lnTo>
                <a:lnTo>
                  <a:pt x="11629" y="4806"/>
                </a:lnTo>
                <a:lnTo>
                  <a:pt x="11739" y="4843"/>
                </a:lnTo>
                <a:lnTo>
                  <a:pt x="11849" y="4843"/>
                </a:lnTo>
                <a:lnTo>
                  <a:pt x="11922" y="4806"/>
                </a:lnTo>
                <a:lnTo>
                  <a:pt x="11996" y="4769"/>
                </a:lnTo>
                <a:lnTo>
                  <a:pt x="12032" y="4696"/>
                </a:lnTo>
                <a:lnTo>
                  <a:pt x="12069" y="4586"/>
                </a:lnTo>
                <a:lnTo>
                  <a:pt x="11996" y="4476"/>
                </a:lnTo>
                <a:lnTo>
                  <a:pt x="11922" y="4402"/>
                </a:lnTo>
                <a:lnTo>
                  <a:pt x="11886" y="4256"/>
                </a:lnTo>
                <a:lnTo>
                  <a:pt x="11812" y="4072"/>
                </a:lnTo>
                <a:lnTo>
                  <a:pt x="11776" y="3779"/>
                </a:lnTo>
                <a:lnTo>
                  <a:pt x="11666" y="3339"/>
                </a:lnTo>
                <a:lnTo>
                  <a:pt x="11629" y="2862"/>
                </a:lnTo>
                <a:lnTo>
                  <a:pt x="11629" y="2532"/>
                </a:lnTo>
                <a:lnTo>
                  <a:pt x="11592" y="2385"/>
                </a:lnTo>
                <a:lnTo>
                  <a:pt x="11482" y="2275"/>
                </a:lnTo>
                <a:lnTo>
                  <a:pt x="11299" y="2128"/>
                </a:lnTo>
                <a:lnTo>
                  <a:pt x="11189" y="2091"/>
                </a:lnTo>
                <a:lnTo>
                  <a:pt x="11079" y="2055"/>
                </a:lnTo>
                <a:close/>
                <a:moveTo>
                  <a:pt x="2715" y="1138"/>
                </a:moveTo>
                <a:lnTo>
                  <a:pt x="2569" y="1174"/>
                </a:lnTo>
                <a:lnTo>
                  <a:pt x="2422" y="1284"/>
                </a:lnTo>
                <a:lnTo>
                  <a:pt x="2385" y="1358"/>
                </a:lnTo>
                <a:lnTo>
                  <a:pt x="2165" y="1284"/>
                </a:lnTo>
                <a:lnTo>
                  <a:pt x="1762" y="1284"/>
                </a:lnTo>
                <a:lnTo>
                  <a:pt x="1542" y="1358"/>
                </a:lnTo>
                <a:lnTo>
                  <a:pt x="771" y="1504"/>
                </a:lnTo>
                <a:lnTo>
                  <a:pt x="368" y="1651"/>
                </a:lnTo>
                <a:lnTo>
                  <a:pt x="184" y="1725"/>
                </a:lnTo>
                <a:lnTo>
                  <a:pt x="38" y="1835"/>
                </a:lnTo>
                <a:lnTo>
                  <a:pt x="1" y="1908"/>
                </a:lnTo>
                <a:lnTo>
                  <a:pt x="1" y="1981"/>
                </a:lnTo>
                <a:lnTo>
                  <a:pt x="38" y="2018"/>
                </a:lnTo>
                <a:lnTo>
                  <a:pt x="111" y="2055"/>
                </a:lnTo>
                <a:lnTo>
                  <a:pt x="74" y="2348"/>
                </a:lnTo>
                <a:lnTo>
                  <a:pt x="74" y="2642"/>
                </a:lnTo>
                <a:lnTo>
                  <a:pt x="74" y="3705"/>
                </a:lnTo>
                <a:lnTo>
                  <a:pt x="111" y="4843"/>
                </a:lnTo>
                <a:lnTo>
                  <a:pt x="148" y="5980"/>
                </a:lnTo>
                <a:lnTo>
                  <a:pt x="184" y="6090"/>
                </a:lnTo>
                <a:lnTo>
                  <a:pt x="294" y="6200"/>
                </a:lnTo>
                <a:lnTo>
                  <a:pt x="404" y="6236"/>
                </a:lnTo>
                <a:lnTo>
                  <a:pt x="514" y="6200"/>
                </a:lnTo>
                <a:lnTo>
                  <a:pt x="624" y="6236"/>
                </a:lnTo>
                <a:lnTo>
                  <a:pt x="845" y="6273"/>
                </a:lnTo>
                <a:lnTo>
                  <a:pt x="1028" y="6236"/>
                </a:lnTo>
                <a:lnTo>
                  <a:pt x="1395" y="6163"/>
                </a:lnTo>
                <a:lnTo>
                  <a:pt x="2385" y="5980"/>
                </a:lnTo>
                <a:lnTo>
                  <a:pt x="2605" y="5943"/>
                </a:lnTo>
                <a:lnTo>
                  <a:pt x="2752" y="5906"/>
                </a:lnTo>
                <a:lnTo>
                  <a:pt x="2899" y="5833"/>
                </a:lnTo>
                <a:lnTo>
                  <a:pt x="2972" y="5686"/>
                </a:lnTo>
                <a:lnTo>
                  <a:pt x="2972" y="5576"/>
                </a:lnTo>
                <a:lnTo>
                  <a:pt x="2935" y="5503"/>
                </a:lnTo>
                <a:lnTo>
                  <a:pt x="2825" y="5429"/>
                </a:lnTo>
                <a:lnTo>
                  <a:pt x="2679" y="5393"/>
                </a:lnTo>
                <a:lnTo>
                  <a:pt x="2532" y="5393"/>
                </a:lnTo>
                <a:lnTo>
                  <a:pt x="2385" y="5429"/>
                </a:lnTo>
                <a:lnTo>
                  <a:pt x="2055" y="5503"/>
                </a:lnTo>
                <a:lnTo>
                  <a:pt x="1762" y="5576"/>
                </a:lnTo>
                <a:lnTo>
                  <a:pt x="1028" y="5723"/>
                </a:lnTo>
                <a:lnTo>
                  <a:pt x="698" y="5796"/>
                </a:lnTo>
                <a:lnTo>
                  <a:pt x="661" y="4953"/>
                </a:lnTo>
                <a:lnTo>
                  <a:pt x="624" y="4109"/>
                </a:lnTo>
                <a:lnTo>
                  <a:pt x="845" y="4109"/>
                </a:lnTo>
                <a:lnTo>
                  <a:pt x="1028" y="4072"/>
                </a:lnTo>
                <a:lnTo>
                  <a:pt x="1431" y="3962"/>
                </a:lnTo>
                <a:lnTo>
                  <a:pt x="2459" y="3742"/>
                </a:lnTo>
                <a:lnTo>
                  <a:pt x="2495" y="3779"/>
                </a:lnTo>
                <a:lnTo>
                  <a:pt x="2605" y="3779"/>
                </a:lnTo>
                <a:lnTo>
                  <a:pt x="2679" y="3742"/>
                </a:lnTo>
                <a:lnTo>
                  <a:pt x="2752" y="3705"/>
                </a:lnTo>
                <a:lnTo>
                  <a:pt x="2789" y="3669"/>
                </a:lnTo>
                <a:lnTo>
                  <a:pt x="2862" y="3559"/>
                </a:lnTo>
                <a:lnTo>
                  <a:pt x="2899" y="3485"/>
                </a:lnTo>
                <a:lnTo>
                  <a:pt x="2899" y="3412"/>
                </a:lnTo>
                <a:lnTo>
                  <a:pt x="2862" y="3339"/>
                </a:lnTo>
                <a:lnTo>
                  <a:pt x="2825" y="3265"/>
                </a:lnTo>
                <a:lnTo>
                  <a:pt x="2715" y="3155"/>
                </a:lnTo>
                <a:lnTo>
                  <a:pt x="2532" y="3155"/>
                </a:lnTo>
                <a:lnTo>
                  <a:pt x="1431" y="3449"/>
                </a:lnTo>
                <a:lnTo>
                  <a:pt x="1028" y="3522"/>
                </a:lnTo>
                <a:lnTo>
                  <a:pt x="808" y="3595"/>
                </a:lnTo>
                <a:lnTo>
                  <a:pt x="624" y="3632"/>
                </a:lnTo>
                <a:lnTo>
                  <a:pt x="588" y="2788"/>
                </a:lnTo>
                <a:lnTo>
                  <a:pt x="588" y="2458"/>
                </a:lnTo>
                <a:lnTo>
                  <a:pt x="551" y="2091"/>
                </a:lnTo>
                <a:lnTo>
                  <a:pt x="1065" y="1981"/>
                </a:lnTo>
                <a:lnTo>
                  <a:pt x="1615" y="1835"/>
                </a:lnTo>
                <a:lnTo>
                  <a:pt x="1798" y="1798"/>
                </a:lnTo>
                <a:lnTo>
                  <a:pt x="2055" y="1798"/>
                </a:lnTo>
                <a:lnTo>
                  <a:pt x="2165" y="1871"/>
                </a:lnTo>
                <a:lnTo>
                  <a:pt x="2238" y="1908"/>
                </a:lnTo>
                <a:lnTo>
                  <a:pt x="2312" y="1945"/>
                </a:lnTo>
                <a:lnTo>
                  <a:pt x="2422" y="1945"/>
                </a:lnTo>
                <a:lnTo>
                  <a:pt x="2495" y="1908"/>
                </a:lnTo>
                <a:lnTo>
                  <a:pt x="3009" y="1651"/>
                </a:lnTo>
                <a:lnTo>
                  <a:pt x="3082" y="1615"/>
                </a:lnTo>
                <a:lnTo>
                  <a:pt x="3119" y="1578"/>
                </a:lnTo>
                <a:lnTo>
                  <a:pt x="3156" y="1431"/>
                </a:lnTo>
                <a:lnTo>
                  <a:pt x="3119" y="1284"/>
                </a:lnTo>
                <a:lnTo>
                  <a:pt x="3082" y="1248"/>
                </a:lnTo>
                <a:lnTo>
                  <a:pt x="3009" y="1174"/>
                </a:lnTo>
                <a:lnTo>
                  <a:pt x="2862" y="1138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4C2F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39" name="Google Shape;1639;p65"/>
          <p:cNvSpPr/>
          <p:nvPr/>
        </p:nvSpPr>
        <p:spPr>
          <a:xfrm rot="-7844266">
            <a:off x="8870301" y="5230160"/>
            <a:ext cx="117837" cy="121785"/>
          </a:xfrm>
          <a:custGeom>
            <a:rect b="b" l="l" r="r" t="t"/>
            <a:pathLst>
              <a:path extrusionOk="0" h="13573" w="13133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4C2F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40" name="Google Shape;1640;p65"/>
          <p:cNvSpPr/>
          <p:nvPr/>
        </p:nvSpPr>
        <p:spPr>
          <a:xfrm rot="996552">
            <a:off x="8907497" y="5812162"/>
            <a:ext cx="86954" cy="111204"/>
          </a:xfrm>
          <a:custGeom>
            <a:rect b="b" l="l" r="r" t="t"/>
            <a:pathLst>
              <a:path extrusionOk="0" h="12620" w="9868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4C2F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41" name="Google Shape;1641;p65"/>
          <p:cNvSpPr/>
          <p:nvPr/>
        </p:nvSpPr>
        <p:spPr>
          <a:xfrm>
            <a:off x="8936458" y="5601002"/>
            <a:ext cx="90115" cy="88764"/>
          </a:xfrm>
          <a:custGeom>
            <a:rect b="b" l="l" r="r" t="t"/>
            <a:pathLst>
              <a:path extrusionOk="0" h="14454" w="14674">
                <a:moveTo>
                  <a:pt x="7887" y="3779"/>
                </a:moveTo>
                <a:lnTo>
                  <a:pt x="7961" y="3816"/>
                </a:lnTo>
                <a:lnTo>
                  <a:pt x="8071" y="3889"/>
                </a:lnTo>
                <a:lnTo>
                  <a:pt x="8218" y="4072"/>
                </a:lnTo>
                <a:lnTo>
                  <a:pt x="8291" y="4292"/>
                </a:lnTo>
                <a:lnTo>
                  <a:pt x="8364" y="4513"/>
                </a:lnTo>
                <a:lnTo>
                  <a:pt x="8401" y="4696"/>
                </a:lnTo>
                <a:lnTo>
                  <a:pt x="8401" y="4916"/>
                </a:lnTo>
                <a:lnTo>
                  <a:pt x="8401" y="5099"/>
                </a:lnTo>
                <a:lnTo>
                  <a:pt x="8291" y="5283"/>
                </a:lnTo>
                <a:lnTo>
                  <a:pt x="8144" y="4659"/>
                </a:lnTo>
                <a:lnTo>
                  <a:pt x="8034" y="4219"/>
                </a:lnTo>
                <a:lnTo>
                  <a:pt x="7961" y="3999"/>
                </a:lnTo>
                <a:lnTo>
                  <a:pt x="7887" y="3779"/>
                </a:lnTo>
                <a:close/>
                <a:moveTo>
                  <a:pt x="4329" y="5063"/>
                </a:moveTo>
                <a:lnTo>
                  <a:pt x="4476" y="5209"/>
                </a:lnTo>
                <a:lnTo>
                  <a:pt x="4586" y="5356"/>
                </a:lnTo>
                <a:lnTo>
                  <a:pt x="4696" y="5503"/>
                </a:lnTo>
                <a:lnTo>
                  <a:pt x="4769" y="5686"/>
                </a:lnTo>
                <a:lnTo>
                  <a:pt x="4769" y="5870"/>
                </a:lnTo>
                <a:lnTo>
                  <a:pt x="4769" y="6053"/>
                </a:lnTo>
                <a:lnTo>
                  <a:pt x="4659" y="6126"/>
                </a:lnTo>
                <a:lnTo>
                  <a:pt x="4549" y="6237"/>
                </a:lnTo>
                <a:lnTo>
                  <a:pt x="4439" y="5980"/>
                </a:lnTo>
                <a:lnTo>
                  <a:pt x="4329" y="5686"/>
                </a:lnTo>
                <a:lnTo>
                  <a:pt x="4293" y="5393"/>
                </a:lnTo>
                <a:lnTo>
                  <a:pt x="4293" y="5209"/>
                </a:lnTo>
                <a:lnTo>
                  <a:pt x="4293" y="5136"/>
                </a:lnTo>
                <a:lnTo>
                  <a:pt x="4329" y="5063"/>
                </a:lnTo>
                <a:close/>
                <a:moveTo>
                  <a:pt x="6604" y="7594"/>
                </a:moveTo>
                <a:lnTo>
                  <a:pt x="6714" y="7667"/>
                </a:lnTo>
                <a:lnTo>
                  <a:pt x="6787" y="7814"/>
                </a:lnTo>
                <a:lnTo>
                  <a:pt x="6934" y="8071"/>
                </a:lnTo>
                <a:lnTo>
                  <a:pt x="7337" y="8694"/>
                </a:lnTo>
                <a:lnTo>
                  <a:pt x="7117" y="8878"/>
                </a:lnTo>
                <a:lnTo>
                  <a:pt x="7080" y="8768"/>
                </a:lnTo>
                <a:lnTo>
                  <a:pt x="6860" y="8474"/>
                </a:lnTo>
                <a:lnTo>
                  <a:pt x="6677" y="8144"/>
                </a:lnTo>
                <a:lnTo>
                  <a:pt x="6567" y="7887"/>
                </a:lnTo>
                <a:lnTo>
                  <a:pt x="6420" y="7667"/>
                </a:lnTo>
                <a:lnTo>
                  <a:pt x="6604" y="7594"/>
                </a:lnTo>
                <a:close/>
                <a:moveTo>
                  <a:pt x="5283" y="8107"/>
                </a:moveTo>
                <a:lnTo>
                  <a:pt x="5356" y="8144"/>
                </a:lnTo>
                <a:lnTo>
                  <a:pt x="5833" y="9428"/>
                </a:lnTo>
                <a:lnTo>
                  <a:pt x="5650" y="9501"/>
                </a:lnTo>
                <a:lnTo>
                  <a:pt x="5686" y="9318"/>
                </a:lnTo>
                <a:lnTo>
                  <a:pt x="5650" y="9208"/>
                </a:lnTo>
                <a:lnTo>
                  <a:pt x="5613" y="9061"/>
                </a:lnTo>
                <a:lnTo>
                  <a:pt x="5503" y="8768"/>
                </a:lnTo>
                <a:lnTo>
                  <a:pt x="5246" y="8107"/>
                </a:lnTo>
                <a:close/>
                <a:moveTo>
                  <a:pt x="7337" y="9905"/>
                </a:moveTo>
                <a:lnTo>
                  <a:pt x="7337" y="10235"/>
                </a:lnTo>
                <a:lnTo>
                  <a:pt x="7190" y="9978"/>
                </a:lnTo>
                <a:lnTo>
                  <a:pt x="7337" y="9905"/>
                </a:lnTo>
                <a:close/>
                <a:moveTo>
                  <a:pt x="9721" y="9061"/>
                </a:moveTo>
                <a:lnTo>
                  <a:pt x="9832" y="9281"/>
                </a:lnTo>
                <a:lnTo>
                  <a:pt x="9942" y="9501"/>
                </a:lnTo>
                <a:lnTo>
                  <a:pt x="10052" y="9685"/>
                </a:lnTo>
                <a:lnTo>
                  <a:pt x="10162" y="9868"/>
                </a:lnTo>
                <a:lnTo>
                  <a:pt x="10198" y="10015"/>
                </a:lnTo>
                <a:lnTo>
                  <a:pt x="10198" y="10161"/>
                </a:lnTo>
                <a:lnTo>
                  <a:pt x="10198" y="10308"/>
                </a:lnTo>
                <a:lnTo>
                  <a:pt x="10125" y="10455"/>
                </a:lnTo>
                <a:lnTo>
                  <a:pt x="10052" y="10345"/>
                </a:lnTo>
                <a:lnTo>
                  <a:pt x="9978" y="10308"/>
                </a:lnTo>
                <a:lnTo>
                  <a:pt x="9758" y="9758"/>
                </a:lnTo>
                <a:lnTo>
                  <a:pt x="9685" y="9464"/>
                </a:lnTo>
                <a:lnTo>
                  <a:pt x="9575" y="9171"/>
                </a:lnTo>
                <a:lnTo>
                  <a:pt x="9648" y="9134"/>
                </a:lnTo>
                <a:lnTo>
                  <a:pt x="9721" y="9061"/>
                </a:lnTo>
                <a:close/>
                <a:moveTo>
                  <a:pt x="7667" y="9758"/>
                </a:moveTo>
                <a:lnTo>
                  <a:pt x="7777" y="9795"/>
                </a:lnTo>
                <a:lnTo>
                  <a:pt x="7924" y="9868"/>
                </a:lnTo>
                <a:lnTo>
                  <a:pt x="8071" y="10015"/>
                </a:lnTo>
                <a:lnTo>
                  <a:pt x="8181" y="10235"/>
                </a:lnTo>
                <a:lnTo>
                  <a:pt x="8291" y="10638"/>
                </a:lnTo>
                <a:lnTo>
                  <a:pt x="8328" y="10822"/>
                </a:lnTo>
                <a:lnTo>
                  <a:pt x="8328" y="10968"/>
                </a:lnTo>
                <a:lnTo>
                  <a:pt x="8291" y="11115"/>
                </a:lnTo>
                <a:lnTo>
                  <a:pt x="8181" y="11189"/>
                </a:lnTo>
                <a:lnTo>
                  <a:pt x="8181" y="11115"/>
                </a:lnTo>
                <a:lnTo>
                  <a:pt x="8144" y="11005"/>
                </a:lnTo>
                <a:lnTo>
                  <a:pt x="8071" y="10968"/>
                </a:lnTo>
                <a:lnTo>
                  <a:pt x="7997" y="10895"/>
                </a:lnTo>
                <a:lnTo>
                  <a:pt x="7887" y="10675"/>
                </a:lnTo>
                <a:lnTo>
                  <a:pt x="7814" y="10382"/>
                </a:lnTo>
                <a:lnTo>
                  <a:pt x="7741" y="9831"/>
                </a:lnTo>
                <a:lnTo>
                  <a:pt x="7667" y="9758"/>
                </a:lnTo>
                <a:close/>
                <a:moveTo>
                  <a:pt x="10162" y="1321"/>
                </a:moveTo>
                <a:lnTo>
                  <a:pt x="10198" y="1541"/>
                </a:lnTo>
                <a:lnTo>
                  <a:pt x="10272" y="1725"/>
                </a:lnTo>
                <a:lnTo>
                  <a:pt x="10455" y="2092"/>
                </a:lnTo>
                <a:lnTo>
                  <a:pt x="10932" y="3229"/>
                </a:lnTo>
                <a:lnTo>
                  <a:pt x="10969" y="3302"/>
                </a:lnTo>
                <a:lnTo>
                  <a:pt x="10749" y="3375"/>
                </a:lnTo>
                <a:lnTo>
                  <a:pt x="10528" y="3449"/>
                </a:lnTo>
                <a:lnTo>
                  <a:pt x="9758" y="3742"/>
                </a:lnTo>
                <a:lnTo>
                  <a:pt x="8988" y="4146"/>
                </a:lnTo>
                <a:lnTo>
                  <a:pt x="8841" y="4219"/>
                </a:lnTo>
                <a:lnTo>
                  <a:pt x="8731" y="4329"/>
                </a:lnTo>
                <a:lnTo>
                  <a:pt x="8658" y="4072"/>
                </a:lnTo>
                <a:lnTo>
                  <a:pt x="8511" y="3816"/>
                </a:lnTo>
                <a:lnTo>
                  <a:pt x="8364" y="3595"/>
                </a:lnTo>
                <a:lnTo>
                  <a:pt x="8254" y="3522"/>
                </a:lnTo>
                <a:lnTo>
                  <a:pt x="8144" y="3449"/>
                </a:lnTo>
                <a:lnTo>
                  <a:pt x="7997" y="3412"/>
                </a:lnTo>
                <a:lnTo>
                  <a:pt x="7851" y="3375"/>
                </a:lnTo>
                <a:lnTo>
                  <a:pt x="7777" y="3375"/>
                </a:lnTo>
                <a:lnTo>
                  <a:pt x="7704" y="3412"/>
                </a:lnTo>
                <a:lnTo>
                  <a:pt x="7667" y="3485"/>
                </a:lnTo>
                <a:lnTo>
                  <a:pt x="7667" y="3559"/>
                </a:lnTo>
                <a:lnTo>
                  <a:pt x="7484" y="3595"/>
                </a:lnTo>
                <a:lnTo>
                  <a:pt x="7337" y="3706"/>
                </a:lnTo>
                <a:lnTo>
                  <a:pt x="7190" y="3852"/>
                </a:lnTo>
                <a:lnTo>
                  <a:pt x="7044" y="3999"/>
                </a:lnTo>
                <a:lnTo>
                  <a:pt x="7007" y="4109"/>
                </a:lnTo>
                <a:lnTo>
                  <a:pt x="7044" y="4219"/>
                </a:lnTo>
                <a:lnTo>
                  <a:pt x="7264" y="4696"/>
                </a:lnTo>
                <a:lnTo>
                  <a:pt x="7080" y="4769"/>
                </a:lnTo>
                <a:lnTo>
                  <a:pt x="6310" y="5026"/>
                </a:lnTo>
                <a:lnTo>
                  <a:pt x="5576" y="5283"/>
                </a:lnTo>
                <a:lnTo>
                  <a:pt x="5320" y="5356"/>
                </a:lnTo>
                <a:lnTo>
                  <a:pt x="5210" y="5393"/>
                </a:lnTo>
                <a:lnTo>
                  <a:pt x="5136" y="5466"/>
                </a:lnTo>
                <a:lnTo>
                  <a:pt x="5100" y="5356"/>
                </a:lnTo>
                <a:lnTo>
                  <a:pt x="4916" y="5063"/>
                </a:lnTo>
                <a:lnTo>
                  <a:pt x="4806" y="4879"/>
                </a:lnTo>
                <a:lnTo>
                  <a:pt x="4659" y="4733"/>
                </a:lnTo>
                <a:lnTo>
                  <a:pt x="4513" y="4623"/>
                </a:lnTo>
                <a:lnTo>
                  <a:pt x="4329" y="4549"/>
                </a:lnTo>
                <a:lnTo>
                  <a:pt x="4183" y="4513"/>
                </a:lnTo>
                <a:lnTo>
                  <a:pt x="4036" y="4586"/>
                </a:lnTo>
                <a:lnTo>
                  <a:pt x="3852" y="4586"/>
                </a:lnTo>
                <a:lnTo>
                  <a:pt x="3779" y="4623"/>
                </a:lnTo>
                <a:lnTo>
                  <a:pt x="3742" y="4696"/>
                </a:lnTo>
                <a:lnTo>
                  <a:pt x="3706" y="4989"/>
                </a:lnTo>
                <a:lnTo>
                  <a:pt x="3706" y="5283"/>
                </a:lnTo>
                <a:lnTo>
                  <a:pt x="3742" y="5576"/>
                </a:lnTo>
                <a:lnTo>
                  <a:pt x="3816" y="5870"/>
                </a:lnTo>
                <a:lnTo>
                  <a:pt x="3596" y="5833"/>
                </a:lnTo>
                <a:lnTo>
                  <a:pt x="3376" y="5870"/>
                </a:lnTo>
                <a:lnTo>
                  <a:pt x="2972" y="6016"/>
                </a:lnTo>
                <a:lnTo>
                  <a:pt x="2422" y="6163"/>
                </a:lnTo>
                <a:lnTo>
                  <a:pt x="2165" y="6273"/>
                </a:lnTo>
                <a:lnTo>
                  <a:pt x="2055" y="6347"/>
                </a:lnTo>
                <a:lnTo>
                  <a:pt x="1945" y="6457"/>
                </a:lnTo>
                <a:lnTo>
                  <a:pt x="1945" y="6530"/>
                </a:lnTo>
                <a:lnTo>
                  <a:pt x="1982" y="6567"/>
                </a:lnTo>
                <a:lnTo>
                  <a:pt x="2238" y="6603"/>
                </a:lnTo>
                <a:lnTo>
                  <a:pt x="2459" y="6567"/>
                </a:lnTo>
                <a:lnTo>
                  <a:pt x="2972" y="6457"/>
                </a:lnTo>
                <a:lnTo>
                  <a:pt x="3449" y="6347"/>
                </a:lnTo>
                <a:lnTo>
                  <a:pt x="3706" y="6237"/>
                </a:lnTo>
                <a:lnTo>
                  <a:pt x="3816" y="6163"/>
                </a:lnTo>
                <a:lnTo>
                  <a:pt x="3889" y="6090"/>
                </a:lnTo>
                <a:lnTo>
                  <a:pt x="4073" y="6383"/>
                </a:lnTo>
                <a:lnTo>
                  <a:pt x="4256" y="6677"/>
                </a:lnTo>
                <a:lnTo>
                  <a:pt x="4293" y="6713"/>
                </a:lnTo>
                <a:lnTo>
                  <a:pt x="4366" y="6823"/>
                </a:lnTo>
                <a:lnTo>
                  <a:pt x="4549" y="6970"/>
                </a:lnTo>
                <a:lnTo>
                  <a:pt x="4659" y="7007"/>
                </a:lnTo>
                <a:lnTo>
                  <a:pt x="4733" y="7044"/>
                </a:lnTo>
                <a:lnTo>
                  <a:pt x="4806" y="7007"/>
                </a:lnTo>
                <a:lnTo>
                  <a:pt x="4879" y="6933"/>
                </a:lnTo>
                <a:lnTo>
                  <a:pt x="5063" y="6640"/>
                </a:lnTo>
                <a:lnTo>
                  <a:pt x="5173" y="6347"/>
                </a:lnTo>
                <a:lnTo>
                  <a:pt x="5210" y="6053"/>
                </a:lnTo>
                <a:lnTo>
                  <a:pt x="5210" y="5760"/>
                </a:lnTo>
                <a:lnTo>
                  <a:pt x="5320" y="5760"/>
                </a:lnTo>
                <a:lnTo>
                  <a:pt x="5430" y="5723"/>
                </a:lnTo>
                <a:lnTo>
                  <a:pt x="5686" y="5650"/>
                </a:lnTo>
                <a:lnTo>
                  <a:pt x="6457" y="5430"/>
                </a:lnTo>
                <a:lnTo>
                  <a:pt x="7190" y="5173"/>
                </a:lnTo>
                <a:lnTo>
                  <a:pt x="7447" y="5063"/>
                </a:lnTo>
                <a:lnTo>
                  <a:pt x="7631" y="5430"/>
                </a:lnTo>
                <a:lnTo>
                  <a:pt x="7704" y="5613"/>
                </a:lnTo>
                <a:lnTo>
                  <a:pt x="7814" y="5760"/>
                </a:lnTo>
                <a:lnTo>
                  <a:pt x="7924" y="5833"/>
                </a:lnTo>
                <a:lnTo>
                  <a:pt x="8218" y="5833"/>
                </a:lnTo>
                <a:lnTo>
                  <a:pt x="8328" y="5760"/>
                </a:lnTo>
                <a:lnTo>
                  <a:pt x="8548" y="5576"/>
                </a:lnTo>
                <a:lnTo>
                  <a:pt x="8731" y="5356"/>
                </a:lnTo>
                <a:lnTo>
                  <a:pt x="8804" y="5173"/>
                </a:lnTo>
                <a:lnTo>
                  <a:pt x="8841" y="4989"/>
                </a:lnTo>
                <a:lnTo>
                  <a:pt x="8841" y="4806"/>
                </a:lnTo>
                <a:lnTo>
                  <a:pt x="8804" y="4586"/>
                </a:lnTo>
                <a:lnTo>
                  <a:pt x="8914" y="4586"/>
                </a:lnTo>
                <a:lnTo>
                  <a:pt x="9061" y="4513"/>
                </a:lnTo>
                <a:lnTo>
                  <a:pt x="9942" y="4109"/>
                </a:lnTo>
                <a:lnTo>
                  <a:pt x="10639" y="3852"/>
                </a:lnTo>
                <a:lnTo>
                  <a:pt x="10895" y="3742"/>
                </a:lnTo>
                <a:lnTo>
                  <a:pt x="11115" y="3669"/>
                </a:lnTo>
                <a:lnTo>
                  <a:pt x="11519" y="4586"/>
                </a:lnTo>
                <a:lnTo>
                  <a:pt x="11849" y="5540"/>
                </a:lnTo>
                <a:lnTo>
                  <a:pt x="12069" y="6237"/>
                </a:lnTo>
                <a:lnTo>
                  <a:pt x="12032" y="6347"/>
                </a:lnTo>
                <a:lnTo>
                  <a:pt x="11996" y="6457"/>
                </a:lnTo>
                <a:lnTo>
                  <a:pt x="11959" y="6457"/>
                </a:lnTo>
                <a:lnTo>
                  <a:pt x="11592" y="6603"/>
                </a:lnTo>
                <a:lnTo>
                  <a:pt x="10969" y="6787"/>
                </a:lnTo>
                <a:lnTo>
                  <a:pt x="9685" y="7227"/>
                </a:lnTo>
                <a:lnTo>
                  <a:pt x="8438" y="7630"/>
                </a:lnTo>
                <a:lnTo>
                  <a:pt x="7887" y="7777"/>
                </a:lnTo>
                <a:lnTo>
                  <a:pt x="7631" y="7924"/>
                </a:lnTo>
                <a:lnTo>
                  <a:pt x="7521" y="7997"/>
                </a:lnTo>
                <a:lnTo>
                  <a:pt x="7447" y="8107"/>
                </a:lnTo>
                <a:lnTo>
                  <a:pt x="7447" y="8144"/>
                </a:lnTo>
                <a:lnTo>
                  <a:pt x="7631" y="8181"/>
                </a:lnTo>
                <a:lnTo>
                  <a:pt x="7997" y="8181"/>
                </a:lnTo>
                <a:lnTo>
                  <a:pt x="8181" y="8107"/>
                </a:lnTo>
                <a:lnTo>
                  <a:pt x="8914" y="7887"/>
                </a:lnTo>
                <a:lnTo>
                  <a:pt x="10565" y="7374"/>
                </a:lnTo>
                <a:lnTo>
                  <a:pt x="12216" y="6860"/>
                </a:lnTo>
                <a:lnTo>
                  <a:pt x="12289" y="6823"/>
                </a:lnTo>
                <a:lnTo>
                  <a:pt x="12546" y="7777"/>
                </a:lnTo>
                <a:lnTo>
                  <a:pt x="12766" y="8474"/>
                </a:lnTo>
                <a:lnTo>
                  <a:pt x="12729" y="8511"/>
                </a:lnTo>
                <a:lnTo>
                  <a:pt x="12693" y="8584"/>
                </a:lnTo>
                <a:lnTo>
                  <a:pt x="11629" y="8988"/>
                </a:lnTo>
                <a:lnTo>
                  <a:pt x="11042" y="9208"/>
                </a:lnTo>
                <a:lnTo>
                  <a:pt x="10859" y="9281"/>
                </a:lnTo>
                <a:lnTo>
                  <a:pt x="10749" y="9391"/>
                </a:lnTo>
                <a:lnTo>
                  <a:pt x="10455" y="9575"/>
                </a:lnTo>
                <a:lnTo>
                  <a:pt x="10455" y="9611"/>
                </a:lnTo>
                <a:lnTo>
                  <a:pt x="10418" y="9501"/>
                </a:lnTo>
                <a:lnTo>
                  <a:pt x="10198" y="9024"/>
                </a:lnTo>
                <a:lnTo>
                  <a:pt x="10052" y="8804"/>
                </a:lnTo>
                <a:lnTo>
                  <a:pt x="9942" y="8731"/>
                </a:lnTo>
                <a:lnTo>
                  <a:pt x="9832" y="8694"/>
                </a:lnTo>
                <a:lnTo>
                  <a:pt x="9758" y="8694"/>
                </a:lnTo>
                <a:lnTo>
                  <a:pt x="9721" y="8768"/>
                </a:lnTo>
                <a:lnTo>
                  <a:pt x="9685" y="8841"/>
                </a:lnTo>
                <a:lnTo>
                  <a:pt x="9501" y="8841"/>
                </a:lnTo>
                <a:lnTo>
                  <a:pt x="9355" y="8804"/>
                </a:lnTo>
                <a:lnTo>
                  <a:pt x="9208" y="8841"/>
                </a:lnTo>
                <a:lnTo>
                  <a:pt x="9061" y="8878"/>
                </a:lnTo>
                <a:lnTo>
                  <a:pt x="8988" y="8988"/>
                </a:lnTo>
                <a:lnTo>
                  <a:pt x="8914" y="9098"/>
                </a:lnTo>
                <a:lnTo>
                  <a:pt x="8914" y="9208"/>
                </a:lnTo>
                <a:lnTo>
                  <a:pt x="9025" y="9611"/>
                </a:lnTo>
                <a:lnTo>
                  <a:pt x="9135" y="10051"/>
                </a:lnTo>
                <a:lnTo>
                  <a:pt x="8694" y="10161"/>
                </a:lnTo>
                <a:lnTo>
                  <a:pt x="8658" y="10198"/>
                </a:lnTo>
                <a:lnTo>
                  <a:pt x="8621" y="10235"/>
                </a:lnTo>
                <a:lnTo>
                  <a:pt x="8584" y="10345"/>
                </a:lnTo>
                <a:lnTo>
                  <a:pt x="8511" y="10125"/>
                </a:lnTo>
                <a:lnTo>
                  <a:pt x="8401" y="9905"/>
                </a:lnTo>
                <a:lnTo>
                  <a:pt x="8254" y="9685"/>
                </a:lnTo>
                <a:lnTo>
                  <a:pt x="8034" y="9501"/>
                </a:lnTo>
                <a:lnTo>
                  <a:pt x="7777" y="9391"/>
                </a:lnTo>
                <a:lnTo>
                  <a:pt x="7557" y="9391"/>
                </a:lnTo>
                <a:lnTo>
                  <a:pt x="7411" y="9428"/>
                </a:lnTo>
                <a:lnTo>
                  <a:pt x="7300" y="9464"/>
                </a:lnTo>
                <a:lnTo>
                  <a:pt x="7190" y="9538"/>
                </a:lnTo>
                <a:lnTo>
                  <a:pt x="7080" y="9611"/>
                </a:lnTo>
                <a:lnTo>
                  <a:pt x="7044" y="9721"/>
                </a:lnTo>
                <a:lnTo>
                  <a:pt x="7007" y="9868"/>
                </a:lnTo>
                <a:lnTo>
                  <a:pt x="7044" y="9941"/>
                </a:lnTo>
                <a:lnTo>
                  <a:pt x="7117" y="9978"/>
                </a:lnTo>
                <a:lnTo>
                  <a:pt x="7044" y="10235"/>
                </a:lnTo>
                <a:lnTo>
                  <a:pt x="7080" y="10492"/>
                </a:lnTo>
                <a:lnTo>
                  <a:pt x="4806" y="11152"/>
                </a:lnTo>
                <a:lnTo>
                  <a:pt x="4219" y="11335"/>
                </a:lnTo>
                <a:lnTo>
                  <a:pt x="3632" y="11519"/>
                </a:lnTo>
                <a:lnTo>
                  <a:pt x="3449" y="11629"/>
                </a:lnTo>
                <a:lnTo>
                  <a:pt x="3192" y="10602"/>
                </a:lnTo>
                <a:lnTo>
                  <a:pt x="2862" y="9611"/>
                </a:lnTo>
                <a:lnTo>
                  <a:pt x="3339" y="9538"/>
                </a:lnTo>
                <a:lnTo>
                  <a:pt x="3816" y="9428"/>
                </a:lnTo>
                <a:lnTo>
                  <a:pt x="4769" y="9134"/>
                </a:lnTo>
                <a:lnTo>
                  <a:pt x="4843" y="9318"/>
                </a:lnTo>
                <a:lnTo>
                  <a:pt x="4953" y="9501"/>
                </a:lnTo>
                <a:lnTo>
                  <a:pt x="5063" y="9685"/>
                </a:lnTo>
                <a:lnTo>
                  <a:pt x="5246" y="9831"/>
                </a:lnTo>
                <a:lnTo>
                  <a:pt x="5356" y="9868"/>
                </a:lnTo>
                <a:lnTo>
                  <a:pt x="5466" y="9905"/>
                </a:lnTo>
                <a:lnTo>
                  <a:pt x="5613" y="9905"/>
                </a:lnTo>
                <a:lnTo>
                  <a:pt x="5723" y="9868"/>
                </a:lnTo>
                <a:lnTo>
                  <a:pt x="5980" y="9758"/>
                </a:lnTo>
                <a:lnTo>
                  <a:pt x="6163" y="9648"/>
                </a:lnTo>
                <a:lnTo>
                  <a:pt x="6237" y="9538"/>
                </a:lnTo>
                <a:lnTo>
                  <a:pt x="6273" y="9501"/>
                </a:lnTo>
                <a:lnTo>
                  <a:pt x="6237" y="9428"/>
                </a:lnTo>
                <a:lnTo>
                  <a:pt x="5980" y="8731"/>
                </a:lnTo>
                <a:lnTo>
                  <a:pt x="6200" y="8731"/>
                </a:lnTo>
                <a:lnTo>
                  <a:pt x="6383" y="8658"/>
                </a:lnTo>
                <a:lnTo>
                  <a:pt x="6604" y="9244"/>
                </a:lnTo>
                <a:lnTo>
                  <a:pt x="6677" y="9318"/>
                </a:lnTo>
                <a:lnTo>
                  <a:pt x="6714" y="9354"/>
                </a:lnTo>
                <a:lnTo>
                  <a:pt x="6787" y="9354"/>
                </a:lnTo>
                <a:lnTo>
                  <a:pt x="7044" y="9318"/>
                </a:lnTo>
                <a:lnTo>
                  <a:pt x="7300" y="9208"/>
                </a:lnTo>
                <a:lnTo>
                  <a:pt x="7521" y="9061"/>
                </a:lnTo>
                <a:lnTo>
                  <a:pt x="7704" y="8878"/>
                </a:lnTo>
                <a:lnTo>
                  <a:pt x="7741" y="8841"/>
                </a:lnTo>
                <a:lnTo>
                  <a:pt x="7777" y="8768"/>
                </a:lnTo>
                <a:lnTo>
                  <a:pt x="7741" y="8658"/>
                </a:lnTo>
                <a:lnTo>
                  <a:pt x="7264" y="7887"/>
                </a:lnTo>
                <a:lnTo>
                  <a:pt x="7080" y="7520"/>
                </a:lnTo>
                <a:lnTo>
                  <a:pt x="6970" y="7337"/>
                </a:lnTo>
                <a:lnTo>
                  <a:pt x="6824" y="7227"/>
                </a:lnTo>
                <a:lnTo>
                  <a:pt x="6640" y="7154"/>
                </a:lnTo>
                <a:lnTo>
                  <a:pt x="6457" y="7190"/>
                </a:lnTo>
                <a:lnTo>
                  <a:pt x="6383" y="7227"/>
                </a:lnTo>
                <a:lnTo>
                  <a:pt x="6310" y="7264"/>
                </a:lnTo>
                <a:lnTo>
                  <a:pt x="6237" y="7337"/>
                </a:lnTo>
                <a:lnTo>
                  <a:pt x="6200" y="7410"/>
                </a:lnTo>
                <a:lnTo>
                  <a:pt x="6017" y="7447"/>
                </a:lnTo>
                <a:lnTo>
                  <a:pt x="5980" y="7484"/>
                </a:lnTo>
                <a:lnTo>
                  <a:pt x="5943" y="7520"/>
                </a:lnTo>
                <a:lnTo>
                  <a:pt x="5907" y="7594"/>
                </a:lnTo>
                <a:lnTo>
                  <a:pt x="5907" y="7667"/>
                </a:lnTo>
                <a:lnTo>
                  <a:pt x="6200" y="8291"/>
                </a:lnTo>
                <a:lnTo>
                  <a:pt x="6163" y="8364"/>
                </a:lnTo>
                <a:lnTo>
                  <a:pt x="6127" y="8401"/>
                </a:lnTo>
                <a:lnTo>
                  <a:pt x="6090" y="8401"/>
                </a:lnTo>
                <a:lnTo>
                  <a:pt x="6053" y="8437"/>
                </a:lnTo>
                <a:lnTo>
                  <a:pt x="5943" y="8474"/>
                </a:lnTo>
                <a:lnTo>
                  <a:pt x="5907" y="8511"/>
                </a:lnTo>
                <a:lnTo>
                  <a:pt x="5613" y="7814"/>
                </a:lnTo>
                <a:lnTo>
                  <a:pt x="5576" y="7777"/>
                </a:lnTo>
                <a:lnTo>
                  <a:pt x="5540" y="7704"/>
                </a:lnTo>
                <a:lnTo>
                  <a:pt x="5393" y="7704"/>
                </a:lnTo>
                <a:lnTo>
                  <a:pt x="5356" y="7667"/>
                </a:lnTo>
                <a:lnTo>
                  <a:pt x="5173" y="7667"/>
                </a:lnTo>
                <a:lnTo>
                  <a:pt x="4990" y="7704"/>
                </a:lnTo>
                <a:lnTo>
                  <a:pt x="4843" y="7814"/>
                </a:lnTo>
                <a:lnTo>
                  <a:pt x="4733" y="7961"/>
                </a:lnTo>
                <a:lnTo>
                  <a:pt x="4659" y="8144"/>
                </a:lnTo>
                <a:lnTo>
                  <a:pt x="4623" y="8327"/>
                </a:lnTo>
                <a:lnTo>
                  <a:pt x="4623" y="8511"/>
                </a:lnTo>
                <a:lnTo>
                  <a:pt x="4623" y="8694"/>
                </a:lnTo>
                <a:lnTo>
                  <a:pt x="3669" y="8951"/>
                </a:lnTo>
                <a:lnTo>
                  <a:pt x="3229" y="9134"/>
                </a:lnTo>
                <a:lnTo>
                  <a:pt x="2752" y="9318"/>
                </a:lnTo>
                <a:lnTo>
                  <a:pt x="2348" y="7997"/>
                </a:lnTo>
                <a:lnTo>
                  <a:pt x="1908" y="6677"/>
                </a:lnTo>
                <a:lnTo>
                  <a:pt x="1541" y="5356"/>
                </a:lnTo>
                <a:lnTo>
                  <a:pt x="1395" y="4696"/>
                </a:lnTo>
                <a:lnTo>
                  <a:pt x="1285" y="3999"/>
                </a:lnTo>
                <a:lnTo>
                  <a:pt x="1505" y="3962"/>
                </a:lnTo>
                <a:lnTo>
                  <a:pt x="1725" y="3926"/>
                </a:lnTo>
                <a:lnTo>
                  <a:pt x="2165" y="3816"/>
                </a:lnTo>
                <a:lnTo>
                  <a:pt x="3302" y="3485"/>
                </a:lnTo>
                <a:lnTo>
                  <a:pt x="5760" y="2825"/>
                </a:lnTo>
                <a:lnTo>
                  <a:pt x="6934" y="2495"/>
                </a:lnTo>
                <a:lnTo>
                  <a:pt x="8071" y="2092"/>
                </a:lnTo>
                <a:lnTo>
                  <a:pt x="9135" y="1725"/>
                </a:lnTo>
                <a:lnTo>
                  <a:pt x="9758" y="1505"/>
                </a:lnTo>
                <a:lnTo>
                  <a:pt x="9978" y="1395"/>
                </a:lnTo>
                <a:lnTo>
                  <a:pt x="10088" y="1358"/>
                </a:lnTo>
                <a:lnTo>
                  <a:pt x="10162" y="1321"/>
                </a:lnTo>
                <a:close/>
                <a:moveTo>
                  <a:pt x="12876" y="8988"/>
                </a:moveTo>
                <a:lnTo>
                  <a:pt x="13023" y="9575"/>
                </a:lnTo>
                <a:lnTo>
                  <a:pt x="13096" y="9905"/>
                </a:lnTo>
                <a:lnTo>
                  <a:pt x="13206" y="10198"/>
                </a:lnTo>
                <a:lnTo>
                  <a:pt x="12619" y="10271"/>
                </a:lnTo>
                <a:lnTo>
                  <a:pt x="12069" y="10418"/>
                </a:lnTo>
                <a:lnTo>
                  <a:pt x="11519" y="10565"/>
                </a:lnTo>
                <a:lnTo>
                  <a:pt x="10969" y="10748"/>
                </a:lnTo>
                <a:lnTo>
                  <a:pt x="9685" y="11225"/>
                </a:lnTo>
                <a:lnTo>
                  <a:pt x="8438" y="11702"/>
                </a:lnTo>
                <a:lnTo>
                  <a:pt x="5980" y="12619"/>
                </a:lnTo>
                <a:lnTo>
                  <a:pt x="4879" y="13023"/>
                </a:lnTo>
                <a:lnTo>
                  <a:pt x="4329" y="13243"/>
                </a:lnTo>
                <a:lnTo>
                  <a:pt x="3816" y="13499"/>
                </a:lnTo>
                <a:lnTo>
                  <a:pt x="3669" y="12692"/>
                </a:lnTo>
                <a:lnTo>
                  <a:pt x="3522" y="11885"/>
                </a:lnTo>
                <a:lnTo>
                  <a:pt x="3742" y="11885"/>
                </a:lnTo>
                <a:lnTo>
                  <a:pt x="3999" y="11812"/>
                </a:lnTo>
                <a:lnTo>
                  <a:pt x="5173" y="11482"/>
                </a:lnTo>
                <a:lnTo>
                  <a:pt x="7190" y="10932"/>
                </a:lnTo>
                <a:lnTo>
                  <a:pt x="7374" y="11335"/>
                </a:lnTo>
                <a:lnTo>
                  <a:pt x="7594" y="11702"/>
                </a:lnTo>
                <a:lnTo>
                  <a:pt x="7631" y="11775"/>
                </a:lnTo>
                <a:lnTo>
                  <a:pt x="7814" y="11775"/>
                </a:lnTo>
                <a:lnTo>
                  <a:pt x="7887" y="11702"/>
                </a:lnTo>
                <a:lnTo>
                  <a:pt x="7961" y="11629"/>
                </a:lnTo>
                <a:lnTo>
                  <a:pt x="8107" y="11592"/>
                </a:lnTo>
                <a:lnTo>
                  <a:pt x="8401" y="11519"/>
                </a:lnTo>
                <a:lnTo>
                  <a:pt x="8474" y="11445"/>
                </a:lnTo>
                <a:lnTo>
                  <a:pt x="8548" y="11372"/>
                </a:lnTo>
                <a:lnTo>
                  <a:pt x="8658" y="11189"/>
                </a:lnTo>
                <a:lnTo>
                  <a:pt x="8694" y="11005"/>
                </a:lnTo>
                <a:lnTo>
                  <a:pt x="8694" y="10785"/>
                </a:lnTo>
                <a:lnTo>
                  <a:pt x="8658" y="10602"/>
                </a:lnTo>
                <a:lnTo>
                  <a:pt x="8621" y="10418"/>
                </a:lnTo>
                <a:lnTo>
                  <a:pt x="8658" y="10492"/>
                </a:lnTo>
                <a:lnTo>
                  <a:pt x="8768" y="10528"/>
                </a:lnTo>
                <a:lnTo>
                  <a:pt x="9025" y="10492"/>
                </a:lnTo>
                <a:lnTo>
                  <a:pt x="9281" y="10418"/>
                </a:lnTo>
                <a:lnTo>
                  <a:pt x="9428" y="10638"/>
                </a:lnTo>
                <a:lnTo>
                  <a:pt x="9611" y="10822"/>
                </a:lnTo>
                <a:lnTo>
                  <a:pt x="9758" y="10895"/>
                </a:lnTo>
                <a:lnTo>
                  <a:pt x="9942" y="10932"/>
                </a:lnTo>
                <a:lnTo>
                  <a:pt x="10088" y="10932"/>
                </a:lnTo>
                <a:lnTo>
                  <a:pt x="10235" y="10858"/>
                </a:lnTo>
                <a:lnTo>
                  <a:pt x="10382" y="10785"/>
                </a:lnTo>
                <a:lnTo>
                  <a:pt x="10492" y="10638"/>
                </a:lnTo>
                <a:lnTo>
                  <a:pt x="10565" y="10492"/>
                </a:lnTo>
                <a:lnTo>
                  <a:pt x="10602" y="10345"/>
                </a:lnTo>
                <a:lnTo>
                  <a:pt x="10639" y="10161"/>
                </a:lnTo>
                <a:lnTo>
                  <a:pt x="10602" y="9978"/>
                </a:lnTo>
                <a:lnTo>
                  <a:pt x="10492" y="9648"/>
                </a:lnTo>
                <a:lnTo>
                  <a:pt x="10749" y="9648"/>
                </a:lnTo>
                <a:lnTo>
                  <a:pt x="11005" y="9611"/>
                </a:lnTo>
                <a:lnTo>
                  <a:pt x="11629" y="9428"/>
                </a:lnTo>
                <a:lnTo>
                  <a:pt x="12876" y="8988"/>
                </a:lnTo>
                <a:close/>
                <a:moveTo>
                  <a:pt x="13206" y="10675"/>
                </a:moveTo>
                <a:lnTo>
                  <a:pt x="13096" y="10712"/>
                </a:lnTo>
                <a:lnTo>
                  <a:pt x="11592" y="11262"/>
                </a:lnTo>
                <a:lnTo>
                  <a:pt x="8731" y="12362"/>
                </a:lnTo>
                <a:lnTo>
                  <a:pt x="7300" y="12876"/>
                </a:lnTo>
                <a:lnTo>
                  <a:pt x="6604" y="13133"/>
                </a:lnTo>
                <a:lnTo>
                  <a:pt x="5870" y="13316"/>
                </a:lnTo>
                <a:lnTo>
                  <a:pt x="4696" y="13573"/>
                </a:lnTo>
                <a:lnTo>
                  <a:pt x="5393" y="13279"/>
                </a:lnTo>
                <a:lnTo>
                  <a:pt x="6090" y="13023"/>
                </a:lnTo>
                <a:lnTo>
                  <a:pt x="8438" y="12179"/>
                </a:lnTo>
                <a:lnTo>
                  <a:pt x="9611" y="11702"/>
                </a:lnTo>
                <a:lnTo>
                  <a:pt x="10822" y="11299"/>
                </a:lnTo>
                <a:lnTo>
                  <a:pt x="11409" y="11078"/>
                </a:lnTo>
                <a:lnTo>
                  <a:pt x="11996" y="10895"/>
                </a:lnTo>
                <a:lnTo>
                  <a:pt x="12619" y="10748"/>
                </a:lnTo>
                <a:lnTo>
                  <a:pt x="13206" y="10675"/>
                </a:lnTo>
                <a:close/>
                <a:moveTo>
                  <a:pt x="10492" y="478"/>
                </a:moveTo>
                <a:lnTo>
                  <a:pt x="10712" y="1064"/>
                </a:lnTo>
                <a:lnTo>
                  <a:pt x="10969" y="1688"/>
                </a:lnTo>
                <a:lnTo>
                  <a:pt x="11482" y="2862"/>
                </a:lnTo>
                <a:lnTo>
                  <a:pt x="11996" y="4182"/>
                </a:lnTo>
                <a:lnTo>
                  <a:pt x="12473" y="5466"/>
                </a:lnTo>
                <a:lnTo>
                  <a:pt x="12876" y="6713"/>
                </a:lnTo>
                <a:lnTo>
                  <a:pt x="13280" y="7924"/>
                </a:lnTo>
                <a:lnTo>
                  <a:pt x="13683" y="9171"/>
                </a:lnTo>
                <a:lnTo>
                  <a:pt x="14013" y="10418"/>
                </a:lnTo>
                <a:lnTo>
                  <a:pt x="13793" y="10418"/>
                </a:lnTo>
                <a:lnTo>
                  <a:pt x="13573" y="10492"/>
                </a:lnTo>
                <a:lnTo>
                  <a:pt x="13573" y="10418"/>
                </a:lnTo>
                <a:lnTo>
                  <a:pt x="13573" y="10308"/>
                </a:lnTo>
                <a:lnTo>
                  <a:pt x="13646" y="10235"/>
                </a:lnTo>
                <a:lnTo>
                  <a:pt x="13646" y="10125"/>
                </a:lnTo>
                <a:lnTo>
                  <a:pt x="13610" y="9831"/>
                </a:lnTo>
                <a:lnTo>
                  <a:pt x="13610" y="9758"/>
                </a:lnTo>
                <a:lnTo>
                  <a:pt x="13610" y="9721"/>
                </a:lnTo>
                <a:lnTo>
                  <a:pt x="13426" y="9024"/>
                </a:lnTo>
                <a:lnTo>
                  <a:pt x="13096" y="7777"/>
                </a:lnTo>
                <a:lnTo>
                  <a:pt x="12693" y="6603"/>
                </a:lnTo>
                <a:lnTo>
                  <a:pt x="12289" y="5430"/>
                </a:lnTo>
                <a:lnTo>
                  <a:pt x="11849" y="4256"/>
                </a:lnTo>
                <a:lnTo>
                  <a:pt x="11372" y="3119"/>
                </a:lnTo>
                <a:lnTo>
                  <a:pt x="10859" y="1981"/>
                </a:lnTo>
                <a:lnTo>
                  <a:pt x="10675" y="1651"/>
                </a:lnTo>
                <a:lnTo>
                  <a:pt x="10492" y="1358"/>
                </a:lnTo>
                <a:lnTo>
                  <a:pt x="10602" y="1285"/>
                </a:lnTo>
                <a:lnTo>
                  <a:pt x="10639" y="1174"/>
                </a:lnTo>
                <a:lnTo>
                  <a:pt x="10602" y="1064"/>
                </a:lnTo>
                <a:lnTo>
                  <a:pt x="10565" y="991"/>
                </a:lnTo>
                <a:lnTo>
                  <a:pt x="10528" y="954"/>
                </a:lnTo>
                <a:lnTo>
                  <a:pt x="10455" y="918"/>
                </a:lnTo>
                <a:lnTo>
                  <a:pt x="10272" y="881"/>
                </a:lnTo>
                <a:lnTo>
                  <a:pt x="10088" y="918"/>
                </a:lnTo>
                <a:lnTo>
                  <a:pt x="9391" y="1138"/>
                </a:lnTo>
                <a:lnTo>
                  <a:pt x="8658" y="1431"/>
                </a:lnTo>
                <a:lnTo>
                  <a:pt x="7924" y="1688"/>
                </a:lnTo>
                <a:lnTo>
                  <a:pt x="7190" y="1945"/>
                </a:lnTo>
                <a:lnTo>
                  <a:pt x="5650" y="2422"/>
                </a:lnTo>
                <a:lnTo>
                  <a:pt x="4109" y="2862"/>
                </a:lnTo>
                <a:lnTo>
                  <a:pt x="2569" y="3265"/>
                </a:lnTo>
                <a:lnTo>
                  <a:pt x="1762" y="3485"/>
                </a:lnTo>
                <a:lnTo>
                  <a:pt x="1358" y="3632"/>
                </a:lnTo>
                <a:lnTo>
                  <a:pt x="1175" y="3706"/>
                </a:lnTo>
                <a:lnTo>
                  <a:pt x="1028" y="3816"/>
                </a:lnTo>
                <a:lnTo>
                  <a:pt x="991" y="3816"/>
                </a:lnTo>
                <a:lnTo>
                  <a:pt x="955" y="3889"/>
                </a:lnTo>
                <a:lnTo>
                  <a:pt x="918" y="3962"/>
                </a:lnTo>
                <a:lnTo>
                  <a:pt x="991" y="4586"/>
                </a:lnTo>
                <a:lnTo>
                  <a:pt x="1101" y="5209"/>
                </a:lnTo>
                <a:lnTo>
                  <a:pt x="1248" y="5796"/>
                </a:lnTo>
                <a:lnTo>
                  <a:pt x="1395" y="6420"/>
                </a:lnTo>
                <a:lnTo>
                  <a:pt x="1725" y="7594"/>
                </a:lnTo>
                <a:lnTo>
                  <a:pt x="2128" y="8768"/>
                </a:lnTo>
                <a:lnTo>
                  <a:pt x="2532" y="9978"/>
                </a:lnTo>
                <a:lnTo>
                  <a:pt x="2899" y="11152"/>
                </a:lnTo>
                <a:lnTo>
                  <a:pt x="3045" y="11739"/>
                </a:lnTo>
                <a:lnTo>
                  <a:pt x="3192" y="12362"/>
                </a:lnTo>
                <a:lnTo>
                  <a:pt x="3302" y="12949"/>
                </a:lnTo>
                <a:lnTo>
                  <a:pt x="3412" y="13573"/>
                </a:lnTo>
                <a:lnTo>
                  <a:pt x="3412" y="13683"/>
                </a:lnTo>
                <a:lnTo>
                  <a:pt x="3486" y="13720"/>
                </a:lnTo>
                <a:lnTo>
                  <a:pt x="3559" y="13756"/>
                </a:lnTo>
                <a:lnTo>
                  <a:pt x="3632" y="13793"/>
                </a:lnTo>
                <a:lnTo>
                  <a:pt x="3669" y="13830"/>
                </a:lnTo>
                <a:lnTo>
                  <a:pt x="3742" y="13830"/>
                </a:lnTo>
                <a:lnTo>
                  <a:pt x="4036" y="13756"/>
                </a:lnTo>
                <a:lnTo>
                  <a:pt x="3706" y="13903"/>
                </a:lnTo>
                <a:lnTo>
                  <a:pt x="3412" y="14086"/>
                </a:lnTo>
                <a:lnTo>
                  <a:pt x="2569" y="11115"/>
                </a:lnTo>
                <a:lnTo>
                  <a:pt x="2128" y="9611"/>
                </a:lnTo>
                <a:lnTo>
                  <a:pt x="1725" y="8144"/>
                </a:lnTo>
                <a:lnTo>
                  <a:pt x="955" y="5136"/>
                </a:lnTo>
                <a:lnTo>
                  <a:pt x="808" y="4439"/>
                </a:lnTo>
                <a:lnTo>
                  <a:pt x="661" y="3999"/>
                </a:lnTo>
                <a:lnTo>
                  <a:pt x="588" y="3779"/>
                </a:lnTo>
                <a:lnTo>
                  <a:pt x="478" y="3632"/>
                </a:lnTo>
                <a:lnTo>
                  <a:pt x="1065" y="3522"/>
                </a:lnTo>
                <a:lnTo>
                  <a:pt x="1652" y="3412"/>
                </a:lnTo>
                <a:lnTo>
                  <a:pt x="2825" y="3045"/>
                </a:lnTo>
                <a:lnTo>
                  <a:pt x="4183" y="2642"/>
                </a:lnTo>
                <a:lnTo>
                  <a:pt x="5503" y="2202"/>
                </a:lnTo>
                <a:lnTo>
                  <a:pt x="8034" y="1358"/>
                </a:lnTo>
                <a:lnTo>
                  <a:pt x="9281" y="918"/>
                </a:lnTo>
                <a:lnTo>
                  <a:pt x="9905" y="734"/>
                </a:lnTo>
                <a:lnTo>
                  <a:pt x="10198" y="624"/>
                </a:lnTo>
                <a:lnTo>
                  <a:pt x="10492" y="478"/>
                </a:lnTo>
                <a:close/>
                <a:moveTo>
                  <a:pt x="10455" y="1"/>
                </a:moveTo>
                <a:lnTo>
                  <a:pt x="10162" y="37"/>
                </a:lnTo>
                <a:lnTo>
                  <a:pt x="9832" y="147"/>
                </a:lnTo>
                <a:lnTo>
                  <a:pt x="9245" y="367"/>
                </a:lnTo>
                <a:lnTo>
                  <a:pt x="7997" y="808"/>
                </a:lnTo>
                <a:lnTo>
                  <a:pt x="5503" y="1651"/>
                </a:lnTo>
                <a:lnTo>
                  <a:pt x="2935" y="2495"/>
                </a:lnTo>
                <a:lnTo>
                  <a:pt x="1615" y="2899"/>
                </a:lnTo>
                <a:lnTo>
                  <a:pt x="918" y="3082"/>
                </a:lnTo>
                <a:lnTo>
                  <a:pt x="258" y="3339"/>
                </a:lnTo>
                <a:lnTo>
                  <a:pt x="184" y="3412"/>
                </a:lnTo>
                <a:lnTo>
                  <a:pt x="148" y="3522"/>
                </a:lnTo>
                <a:lnTo>
                  <a:pt x="38" y="3559"/>
                </a:lnTo>
                <a:lnTo>
                  <a:pt x="1" y="3595"/>
                </a:lnTo>
                <a:lnTo>
                  <a:pt x="1" y="3632"/>
                </a:lnTo>
                <a:lnTo>
                  <a:pt x="38" y="3779"/>
                </a:lnTo>
                <a:lnTo>
                  <a:pt x="111" y="3926"/>
                </a:lnTo>
                <a:lnTo>
                  <a:pt x="184" y="4036"/>
                </a:lnTo>
                <a:lnTo>
                  <a:pt x="221" y="4146"/>
                </a:lnTo>
                <a:lnTo>
                  <a:pt x="294" y="4366"/>
                </a:lnTo>
                <a:lnTo>
                  <a:pt x="588" y="5796"/>
                </a:lnTo>
                <a:lnTo>
                  <a:pt x="955" y="7227"/>
                </a:lnTo>
                <a:lnTo>
                  <a:pt x="1285" y="8658"/>
                </a:lnTo>
                <a:lnTo>
                  <a:pt x="2055" y="11482"/>
                </a:lnTo>
                <a:lnTo>
                  <a:pt x="2459" y="12876"/>
                </a:lnTo>
                <a:lnTo>
                  <a:pt x="2899" y="14233"/>
                </a:lnTo>
                <a:lnTo>
                  <a:pt x="2935" y="14380"/>
                </a:lnTo>
                <a:lnTo>
                  <a:pt x="3045" y="14416"/>
                </a:lnTo>
                <a:lnTo>
                  <a:pt x="3155" y="14453"/>
                </a:lnTo>
                <a:lnTo>
                  <a:pt x="3302" y="14416"/>
                </a:lnTo>
                <a:lnTo>
                  <a:pt x="3596" y="14343"/>
                </a:lnTo>
                <a:lnTo>
                  <a:pt x="3889" y="14270"/>
                </a:lnTo>
                <a:lnTo>
                  <a:pt x="4513" y="14086"/>
                </a:lnTo>
                <a:lnTo>
                  <a:pt x="5980" y="13793"/>
                </a:lnTo>
                <a:lnTo>
                  <a:pt x="6714" y="13610"/>
                </a:lnTo>
                <a:lnTo>
                  <a:pt x="7447" y="13353"/>
                </a:lnTo>
                <a:lnTo>
                  <a:pt x="8878" y="12839"/>
                </a:lnTo>
                <a:lnTo>
                  <a:pt x="11739" y="11775"/>
                </a:lnTo>
                <a:lnTo>
                  <a:pt x="13133" y="11225"/>
                </a:lnTo>
                <a:lnTo>
                  <a:pt x="13646" y="11078"/>
                </a:lnTo>
                <a:lnTo>
                  <a:pt x="13903" y="10968"/>
                </a:lnTo>
                <a:lnTo>
                  <a:pt x="14160" y="10822"/>
                </a:lnTo>
                <a:lnTo>
                  <a:pt x="14197" y="10932"/>
                </a:lnTo>
                <a:lnTo>
                  <a:pt x="14270" y="10968"/>
                </a:lnTo>
                <a:lnTo>
                  <a:pt x="14380" y="11005"/>
                </a:lnTo>
                <a:lnTo>
                  <a:pt x="14490" y="11005"/>
                </a:lnTo>
                <a:lnTo>
                  <a:pt x="14563" y="10932"/>
                </a:lnTo>
                <a:lnTo>
                  <a:pt x="14637" y="10895"/>
                </a:lnTo>
                <a:lnTo>
                  <a:pt x="14674" y="10785"/>
                </a:lnTo>
                <a:lnTo>
                  <a:pt x="14637" y="10675"/>
                </a:lnTo>
                <a:lnTo>
                  <a:pt x="14270" y="9318"/>
                </a:lnTo>
                <a:lnTo>
                  <a:pt x="13867" y="7997"/>
                </a:lnTo>
                <a:lnTo>
                  <a:pt x="13426" y="6640"/>
                </a:lnTo>
                <a:lnTo>
                  <a:pt x="12949" y="5356"/>
                </a:lnTo>
                <a:lnTo>
                  <a:pt x="12473" y="4036"/>
                </a:lnTo>
                <a:lnTo>
                  <a:pt x="11922" y="2752"/>
                </a:lnTo>
                <a:lnTo>
                  <a:pt x="11409" y="1468"/>
                </a:lnTo>
                <a:lnTo>
                  <a:pt x="11115" y="881"/>
                </a:lnTo>
                <a:lnTo>
                  <a:pt x="10785" y="257"/>
                </a:lnTo>
                <a:lnTo>
                  <a:pt x="10749" y="221"/>
                </a:lnTo>
                <a:lnTo>
                  <a:pt x="10675" y="184"/>
                </a:lnTo>
                <a:lnTo>
                  <a:pt x="10639" y="111"/>
                </a:lnTo>
                <a:lnTo>
                  <a:pt x="10602" y="74"/>
                </a:lnTo>
                <a:lnTo>
                  <a:pt x="10528" y="37"/>
                </a:lnTo>
                <a:lnTo>
                  <a:pt x="10455" y="1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4C2F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42" name="Google Shape;1642;p65"/>
          <p:cNvSpPr/>
          <p:nvPr/>
        </p:nvSpPr>
        <p:spPr>
          <a:xfrm flipH="1">
            <a:off x="7596377" y="3902661"/>
            <a:ext cx="137678" cy="155514"/>
          </a:xfrm>
          <a:custGeom>
            <a:rect b="b" l="l" r="r" t="t"/>
            <a:pathLst>
              <a:path extrusionOk="0" h="15041" w="13316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4C2F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43" name="Google Shape;1643;p65"/>
          <p:cNvSpPr/>
          <p:nvPr/>
        </p:nvSpPr>
        <p:spPr>
          <a:xfrm flipH="1">
            <a:off x="8255176" y="5496295"/>
            <a:ext cx="137678" cy="155514"/>
          </a:xfrm>
          <a:custGeom>
            <a:rect b="b" l="l" r="r" t="t"/>
            <a:pathLst>
              <a:path extrusionOk="0" h="15041" w="13316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4C2F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44" name="Google Shape;1644;p65"/>
          <p:cNvSpPr/>
          <p:nvPr/>
        </p:nvSpPr>
        <p:spPr>
          <a:xfrm>
            <a:off x="6713791" y="1778438"/>
            <a:ext cx="189863" cy="178516"/>
          </a:xfrm>
          <a:custGeom>
            <a:rect b="b" l="l" r="r" t="t"/>
            <a:pathLst>
              <a:path extrusionOk="0" h="15590" w="16581">
                <a:moveTo>
                  <a:pt x="13793" y="2568"/>
                </a:moveTo>
                <a:lnTo>
                  <a:pt x="14123" y="2641"/>
                </a:lnTo>
                <a:lnTo>
                  <a:pt x="14123" y="2678"/>
                </a:lnTo>
                <a:lnTo>
                  <a:pt x="14086" y="2825"/>
                </a:lnTo>
                <a:lnTo>
                  <a:pt x="14013" y="2935"/>
                </a:lnTo>
                <a:lnTo>
                  <a:pt x="13866" y="3045"/>
                </a:lnTo>
                <a:lnTo>
                  <a:pt x="13756" y="3081"/>
                </a:lnTo>
                <a:lnTo>
                  <a:pt x="13573" y="2971"/>
                </a:lnTo>
                <a:lnTo>
                  <a:pt x="13609" y="2788"/>
                </a:lnTo>
                <a:lnTo>
                  <a:pt x="13683" y="2678"/>
                </a:lnTo>
                <a:lnTo>
                  <a:pt x="13720" y="2605"/>
                </a:lnTo>
                <a:lnTo>
                  <a:pt x="13793" y="2568"/>
                </a:lnTo>
                <a:close/>
                <a:moveTo>
                  <a:pt x="9428" y="3705"/>
                </a:moveTo>
                <a:lnTo>
                  <a:pt x="9831" y="4475"/>
                </a:lnTo>
                <a:lnTo>
                  <a:pt x="10161" y="5246"/>
                </a:lnTo>
                <a:lnTo>
                  <a:pt x="8327" y="4402"/>
                </a:lnTo>
                <a:lnTo>
                  <a:pt x="8878" y="4035"/>
                </a:lnTo>
                <a:lnTo>
                  <a:pt x="9428" y="3705"/>
                </a:lnTo>
                <a:close/>
                <a:moveTo>
                  <a:pt x="5283" y="3668"/>
                </a:moveTo>
                <a:lnTo>
                  <a:pt x="6383" y="4072"/>
                </a:lnTo>
                <a:lnTo>
                  <a:pt x="7410" y="4512"/>
                </a:lnTo>
                <a:lnTo>
                  <a:pt x="6383" y="5319"/>
                </a:lnTo>
                <a:lnTo>
                  <a:pt x="5393" y="6163"/>
                </a:lnTo>
                <a:lnTo>
                  <a:pt x="5319" y="5282"/>
                </a:lnTo>
                <a:lnTo>
                  <a:pt x="5283" y="4365"/>
                </a:lnTo>
                <a:lnTo>
                  <a:pt x="5283" y="3668"/>
                </a:lnTo>
                <a:close/>
                <a:moveTo>
                  <a:pt x="13096" y="2494"/>
                </a:moveTo>
                <a:lnTo>
                  <a:pt x="13023" y="2641"/>
                </a:lnTo>
                <a:lnTo>
                  <a:pt x="12986" y="2825"/>
                </a:lnTo>
                <a:lnTo>
                  <a:pt x="12949" y="3008"/>
                </a:lnTo>
                <a:lnTo>
                  <a:pt x="12986" y="3191"/>
                </a:lnTo>
                <a:lnTo>
                  <a:pt x="13096" y="3412"/>
                </a:lnTo>
                <a:lnTo>
                  <a:pt x="13243" y="3595"/>
                </a:lnTo>
                <a:lnTo>
                  <a:pt x="13426" y="3705"/>
                </a:lnTo>
                <a:lnTo>
                  <a:pt x="13646" y="3778"/>
                </a:lnTo>
                <a:lnTo>
                  <a:pt x="13793" y="3815"/>
                </a:lnTo>
                <a:lnTo>
                  <a:pt x="13536" y="4512"/>
                </a:lnTo>
                <a:lnTo>
                  <a:pt x="13243" y="5209"/>
                </a:lnTo>
                <a:lnTo>
                  <a:pt x="12913" y="5869"/>
                </a:lnTo>
                <a:lnTo>
                  <a:pt x="12546" y="6529"/>
                </a:lnTo>
                <a:lnTo>
                  <a:pt x="11665" y="6016"/>
                </a:lnTo>
                <a:lnTo>
                  <a:pt x="10785" y="5576"/>
                </a:lnTo>
                <a:lnTo>
                  <a:pt x="10602" y="5026"/>
                </a:lnTo>
                <a:lnTo>
                  <a:pt x="10345" y="4475"/>
                </a:lnTo>
                <a:lnTo>
                  <a:pt x="10125" y="3962"/>
                </a:lnTo>
                <a:lnTo>
                  <a:pt x="9831" y="3448"/>
                </a:lnTo>
                <a:lnTo>
                  <a:pt x="10602" y="3045"/>
                </a:lnTo>
                <a:lnTo>
                  <a:pt x="11005" y="2898"/>
                </a:lnTo>
                <a:lnTo>
                  <a:pt x="11409" y="2751"/>
                </a:lnTo>
                <a:lnTo>
                  <a:pt x="11849" y="2641"/>
                </a:lnTo>
                <a:lnTo>
                  <a:pt x="12252" y="2568"/>
                </a:lnTo>
                <a:lnTo>
                  <a:pt x="12692" y="2494"/>
                </a:lnTo>
                <a:close/>
                <a:moveTo>
                  <a:pt x="2605" y="6713"/>
                </a:moveTo>
                <a:lnTo>
                  <a:pt x="2678" y="6750"/>
                </a:lnTo>
                <a:lnTo>
                  <a:pt x="2752" y="6823"/>
                </a:lnTo>
                <a:lnTo>
                  <a:pt x="2788" y="6970"/>
                </a:lnTo>
                <a:lnTo>
                  <a:pt x="2752" y="7116"/>
                </a:lnTo>
                <a:lnTo>
                  <a:pt x="2715" y="7153"/>
                </a:lnTo>
                <a:lnTo>
                  <a:pt x="2605" y="7226"/>
                </a:lnTo>
                <a:lnTo>
                  <a:pt x="2458" y="7336"/>
                </a:lnTo>
                <a:lnTo>
                  <a:pt x="2165" y="7116"/>
                </a:lnTo>
                <a:lnTo>
                  <a:pt x="2275" y="6970"/>
                </a:lnTo>
                <a:lnTo>
                  <a:pt x="2275" y="6896"/>
                </a:lnTo>
                <a:lnTo>
                  <a:pt x="2458" y="6860"/>
                </a:lnTo>
                <a:lnTo>
                  <a:pt x="2715" y="6860"/>
                </a:lnTo>
                <a:lnTo>
                  <a:pt x="2715" y="6823"/>
                </a:lnTo>
                <a:lnTo>
                  <a:pt x="2678" y="6786"/>
                </a:lnTo>
                <a:lnTo>
                  <a:pt x="2605" y="6713"/>
                </a:lnTo>
                <a:close/>
                <a:moveTo>
                  <a:pt x="8364" y="6529"/>
                </a:moveTo>
                <a:lnTo>
                  <a:pt x="8547" y="6566"/>
                </a:lnTo>
                <a:lnTo>
                  <a:pt x="8657" y="6603"/>
                </a:lnTo>
                <a:lnTo>
                  <a:pt x="8657" y="6713"/>
                </a:lnTo>
                <a:lnTo>
                  <a:pt x="8694" y="6860"/>
                </a:lnTo>
                <a:lnTo>
                  <a:pt x="8694" y="6970"/>
                </a:lnTo>
                <a:lnTo>
                  <a:pt x="8694" y="7116"/>
                </a:lnTo>
                <a:lnTo>
                  <a:pt x="8657" y="7226"/>
                </a:lnTo>
                <a:lnTo>
                  <a:pt x="8621" y="7336"/>
                </a:lnTo>
                <a:lnTo>
                  <a:pt x="8547" y="7446"/>
                </a:lnTo>
                <a:lnTo>
                  <a:pt x="8364" y="7446"/>
                </a:lnTo>
                <a:lnTo>
                  <a:pt x="8107" y="7520"/>
                </a:lnTo>
                <a:lnTo>
                  <a:pt x="7850" y="7593"/>
                </a:lnTo>
                <a:lnTo>
                  <a:pt x="7704" y="7483"/>
                </a:lnTo>
                <a:lnTo>
                  <a:pt x="7630" y="7336"/>
                </a:lnTo>
                <a:lnTo>
                  <a:pt x="7557" y="7190"/>
                </a:lnTo>
                <a:lnTo>
                  <a:pt x="7594" y="7006"/>
                </a:lnTo>
                <a:lnTo>
                  <a:pt x="7667" y="6750"/>
                </a:lnTo>
                <a:lnTo>
                  <a:pt x="7777" y="6750"/>
                </a:lnTo>
                <a:lnTo>
                  <a:pt x="7850" y="6786"/>
                </a:lnTo>
                <a:lnTo>
                  <a:pt x="7924" y="6750"/>
                </a:lnTo>
                <a:lnTo>
                  <a:pt x="7960" y="6713"/>
                </a:lnTo>
                <a:lnTo>
                  <a:pt x="8071" y="6566"/>
                </a:lnTo>
                <a:lnTo>
                  <a:pt x="8364" y="6529"/>
                </a:lnTo>
                <a:close/>
                <a:moveTo>
                  <a:pt x="3155" y="3191"/>
                </a:moveTo>
                <a:lnTo>
                  <a:pt x="3595" y="3228"/>
                </a:lnTo>
                <a:lnTo>
                  <a:pt x="4036" y="3301"/>
                </a:lnTo>
                <a:lnTo>
                  <a:pt x="4439" y="3412"/>
                </a:lnTo>
                <a:lnTo>
                  <a:pt x="4879" y="3522"/>
                </a:lnTo>
                <a:lnTo>
                  <a:pt x="4843" y="4072"/>
                </a:lnTo>
                <a:lnTo>
                  <a:pt x="4843" y="4659"/>
                </a:lnTo>
                <a:lnTo>
                  <a:pt x="4879" y="5282"/>
                </a:lnTo>
                <a:lnTo>
                  <a:pt x="4989" y="6529"/>
                </a:lnTo>
                <a:lnTo>
                  <a:pt x="4182" y="7263"/>
                </a:lnTo>
                <a:lnTo>
                  <a:pt x="3779" y="7630"/>
                </a:lnTo>
                <a:lnTo>
                  <a:pt x="3375" y="8033"/>
                </a:lnTo>
                <a:lnTo>
                  <a:pt x="3265" y="7960"/>
                </a:lnTo>
                <a:lnTo>
                  <a:pt x="2898" y="7667"/>
                </a:lnTo>
                <a:lnTo>
                  <a:pt x="3008" y="7520"/>
                </a:lnTo>
                <a:lnTo>
                  <a:pt x="3119" y="7410"/>
                </a:lnTo>
                <a:lnTo>
                  <a:pt x="3155" y="7336"/>
                </a:lnTo>
                <a:lnTo>
                  <a:pt x="3192" y="7300"/>
                </a:lnTo>
                <a:lnTo>
                  <a:pt x="3192" y="7153"/>
                </a:lnTo>
                <a:lnTo>
                  <a:pt x="3229" y="6933"/>
                </a:lnTo>
                <a:lnTo>
                  <a:pt x="3192" y="6823"/>
                </a:lnTo>
                <a:lnTo>
                  <a:pt x="3155" y="6676"/>
                </a:lnTo>
                <a:lnTo>
                  <a:pt x="3119" y="6566"/>
                </a:lnTo>
                <a:lnTo>
                  <a:pt x="3045" y="6456"/>
                </a:lnTo>
                <a:lnTo>
                  <a:pt x="2972" y="6383"/>
                </a:lnTo>
                <a:lnTo>
                  <a:pt x="2862" y="6309"/>
                </a:lnTo>
                <a:lnTo>
                  <a:pt x="2752" y="6273"/>
                </a:lnTo>
                <a:lnTo>
                  <a:pt x="2605" y="6236"/>
                </a:lnTo>
                <a:lnTo>
                  <a:pt x="2495" y="6236"/>
                </a:lnTo>
                <a:lnTo>
                  <a:pt x="2348" y="6273"/>
                </a:lnTo>
                <a:lnTo>
                  <a:pt x="2128" y="6383"/>
                </a:lnTo>
                <a:lnTo>
                  <a:pt x="1908" y="6529"/>
                </a:lnTo>
                <a:lnTo>
                  <a:pt x="1761" y="6713"/>
                </a:lnTo>
                <a:lnTo>
                  <a:pt x="1321" y="6309"/>
                </a:lnTo>
                <a:lnTo>
                  <a:pt x="954" y="5833"/>
                </a:lnTo>
                <a:lnTo>
                  <a:pt x="734" y="5502"/>
                </a:lnTo>
                <a:lnTo>
                  <a:pt x="624" y="5172"/>
                </a:lnTo>
                <a:lnTo>
                  <a:pt x="551" y="4805"/>
                </a:lnTo>
                <a:lnTo>
                  <a:pt x="514" y="4439"/>
                </a:lnTo>
                <a:lnTo>
                  <a:pt x="551" y="4255"/>
                </a:lnTo>
                <a:lnTo>
                  <a:pt x="624" y="4072"/>
                </a:lnTo>
                <a:lnTo>
                  <a:pt x="734" y="3925"/>
                </a:lnTo>
                <a:lnTo>
                  <a:pt x="844" y="3778"/>
                </a:lnTo>
                <a:lnTo>
                  <a:pt x="991" y="3668"/>
                </a:lnTo>
                <a:lnTo>
                  <a:pt x="1174" y="3558"/>
                </a:lnTo>
                <a:lnTo>
                  <a:pt x="1541" y="3412"/>
                </a:lnTo>
                <a:lnTo>
                  <a:pt x="1908" y="3265"/>
                </a:lnTo>
                <a:lnTo>
                  <a:pt x="2312" y="3191"/>
                </a:lnTo>
                <a:close/>
                <a:moveTo>
                  <a:pt x="11005" y="6199"/>
                </a:moveTo>
                <a:lnTo>
                  <a:pt x="12289" y="6896"/>
                </a:lnTo>
                <a:lnTo>
                  <a:pt x="11885" y="7483"/>
                </a:lnTo>
                <a:lnTo>
                  <a:pt x="11482" y="8033"/>
                </a:lnTo>
                <a:lnTo>
                  <a:pt x="11335" y="7410"/>
                </a:lnTo>
                <a:lnTo>
                  <a:pt x="11188" y="6750"/>
                </a:lnTo>
                <a:lnTo>
                  <a:pt x="11005" y="6199"/>
                </a:lnTo>
                <a:close/>
                <a:moveTo>
                  <a:pt x="7264" y="8180"/>
                </a:moveTo>
                <a:lnTo>
                  <a:pt x="7410" y="8253"/>
                </a:lnTo>
                <a:lnTo>
                  <a:pt x="7594" y="8290"/>
                </a:lnTo>
                <a:lnTo>
                  <a:pt x="7960" y="8290"/>
                </a:lnTo>
                <a:lnTo>
                  <a:pt x="7704" y="8327"/>
                </a:lnTo>
                <a:lnTo>
                  <a:pt x="7557" y="8327"/>
                </a:lnTo>
                <a:lnTo>
                  <a:pt x="7447" y="8290"/>
                </a:lnTo>
                <a:lnTo>
                  <a:pt x="7337" y="8253"/>
                </a:lnTo>
                <a:lnTo>
                  <a:pt x="7264" y="8180"/>
                </a:lnTo>
                <a:close/>
                <a:moveTo>
                  <a:pt x="8181" y="5979"/>
                </a:moveTo>
                <a:lnTo>
                  <a:pt x="7997" y="6016"/>
                </a:lnTo>
                <a:lnTo>
                  <a:pt x="7814" y="6089"/>
                </a:lnTo>
                <a:lnTo>
                  <a:pt x="7667" y="6236"/>
                </a:lnTo>
                <a:lnTo>
                  <a:pt x="7410" y="6346"/>
                </a:lnTo>
                <a:lnTo>
                  <a:pt x="7190" y="6529"/>
                </a:lnTo>
                <a:lnTo>
                  <a:pt x="6970" y="6713"/>
                </a:lnTo>
                <a:lnTo>
                  <a:pt x="6787" y="6933"/>
                </a:lnTo>
                <a:lnTo>
                  <a:pt x="6677" y="7080"/>
                </a:lnTo>
                <a:lnTo>
                  <a:pt x="6640" y="7263"/>
                </a:lnTo>
                <a:lnTo>
                  <a:pt x="6567" y="7410"/>
                </a:lnTo>
                <a:lnTo>
                  <a:pt x="6567" y="7593"/>
                </a:lnTo>
                <a:lnTo>
                  <a:pt x="6567" y="7923"/>
                </a:lnTo>
                <a:lnTo>
                  <a:pt x="6677" y="8253"/>
                </a:lnTo>
                <a:lnTo>
                  <a:pt x="6787" y="8437"/>
                </a:lnTo>
                <a:lnTo>
                  <a:pt x="6897" y="8584"/>
                </a:lnTo>
                <a:lnTo>
                  <a:pt x="7043" y="8694"/>
                </a:lnTo>
                <a:lnTo>
                  <a:pt x="7190" y="8767"/>
                </a:lnTo>
                <a:lnTo>
                  <a:pt x="7374" y="8804"/>
                </a:lnTo>
                <a:lnTo>
                  <a:pt x="7557" y="8840"/>
                </a:lnTo>
                <a:lnTo>
                  <a:pt x="7924" y="8840"/>
                </a:lnTo>
                <a:lnTo>
                  <a:pt x="8254" y="8767"/>
                </a:lnTo>
                <a:lnTo>
                  <a:pt x="8584" y="8620"/>
                </a:lnTo>
                <a:lnTo>
                  <a:pt x="8914" y="8364"/>
                </a:lnTo>
                <a:lnTo>
                  <a:pt x="9208" y="8070"/>
                </a:lnTo>
                <a:lnTo>
                  <a:pt x="9464" y="7740"/>
                </a:lnTo>
                <a:lnTo>
                  <a:pt x="9538" y="7593"/>
                </a:lnTo>
                <a:lnTo>
                  <a:pt x="9611" y="7410"/>
                </a:lnTo>
                <a:lnTo>
                  <a:pt x="9648" y="7226"/>
                </a:lnTo>
                <a:lnTo>
                  <a:pt x="9648" y="7043"/>
                </a:lnTo>
                <a:lnTo>
                  <a:pt x="9648" y="6860"/>
                </a:lnTo>
                <a:lnTo>
                  <a:pt x="9574" y="6713"/>
                </a:lnTo>
                <a:lnTo>
                  <a:pt x="9464" y="6529"/>
                </a:lnTo>
                <a:lnTo>
                  <a:pt x="9354" y="6419"/>
                </a:lnTo>
                <a:lnTo>
                  <a:pt x="9208" y="6273"/>
                </a:lnTo>
                <a:lnTo>
                  <a:pt x="9061" y="6199"/>
                </a:lnTo>
                <a:lnTo>
                  <a:pt x="8731" y="6053"/>
                </a:lnTo>
                <a:lnTo>
                  <a:pt x="8364" y="5979"/>
                </a:lnTo>
                <a:close/>
                <a:moveTo>
                  <a:pt x="5063" y="7080"/>
                </a:moveTo>
                <a:lnTo>
                  <a:pt x="5246" y="8180"/>
                </a:lnTo>
                <a:lnTo>
                  <a:pt x="5466" y="9281"/>
                </a:lnTo>
                <a:lnTo>
                  <a:pt x="4622" y="8804"/>
                </a:lnTo>
                <a:lnTo>
                  <a:pt x="3779" y="8290"/>
                </a:lnTo>
                <a:lnTo>
                  <a:pt x="4439" y="7667"/>
                </a:lnTo>
                <a:lnTo>
                  <a:pt x="5063" y="7080"/>
                </a:lnTo>
                <a:close/>
                <a:moveTo>
                  <a:pt x="7887" y="4732"/>
                </a:moveTo>
                <a:lnTo>
                  <a:pt x="9171" y="5282"/>
                </a:lnTo>
                <a:lnTo>
                  <a:pt x="10381" y="5869"/>
                </a:lnTo>
                <a:lnTo>
                  <a:pt x="10602" y="6529"/>
                </a:lnTo>
                <a:lnTo>
                  <a:pt x="10785" y="7190"/>
                </a:lnTo>
                <a:lnTo>
                  <a:pt x="10932" y="7850"/>
                </a:lnTo>
                <a:lnTo>
                  <a:pt x="11078" y="8547"/>
                </a:lnTo>
                <a:lnTo>
                  <a:pt x="10565" y="9097"/>
                </a:lnTo>
                <a:lnTo>
                  <a:pt x="10015" y="9647"/>
                </a:lnTo>
                <a:lnTo>
                  <a:pt x="9428" y="10161"/>
                </a:lnTo>
                <a:lnTo>
                  <a:pt x="8841" y="10674"/>
                </a:lnTo>
                <a:lnTo>
                  <a:pt x="8107" y="10418"/>
                </a:lnTo>
                <a:lnTo>
                  <a:pt x="7374" y="10161"/>
                </a:lnTo>
                <a:lnTo>
                  <a:pt x="6677" y="9867"/>
                </a:lnTo>
                <a:lnTo>
                  <a:pt x="5980" y="9537"/>
                </a:lnTo>
                <a:lnTo>
                  <a:pt x="5723" y="8143"/>
                </a:lnTo>
                <a:lnTo>
                  <a:pt x="5466" y="6713"/>
                </a:lnTo>
                <a:lnTo>
                  <a:pt x="6677" y="5722"/>
                </a:lnTo>
                <a:lnTo>
                  <a:pt x="7887" y="4732"/>
                </a:lnTo>
                <a:close/>
                <a:moveTo>
                  <a:pt x="11152" y="9171"/>
                </a:moveTo>
                <a:lnTo>
                  <a:pt x="11225" y="10161"/>
                </a:lnTo>
                <a:lnTo>
                  <a:pt x="11225" y="11188"/>
                </a:lnTo>
                <a:lnTo>
                  <a:pt x="11225" y="11225"/>
                </a:lnTo>
                <a:lnTo>
                  <a:pt x="10308" y="11041"/>
                </a:lnTo>
                <a:lnTo>
                  <a:pt x="9391" y="10821"/>
                </a:lnTo>
                <a:lnTo>
                  <a:pt x="10015" y="10308"/>
                </a:lnTo>
                <a:lnTo>
                  <a:pt x="10565" y="9794"/>
                </a:lnTo>
                <a:lnTo>
                  <a:pt x="11152" y="9171"/>
                </a:lnTo>
                <a:close/>
                <a:moveTo>
                  <a:pt x="12729" y="7153"/>
                </a:moveTo>
                <a:lnTo>
                  <a:pt x="13243" y="7483"/>
                </a:lnTo>
                <a:lnTo>
                  <a:pt x="13756" y="7813"/>
                </a:lnTo>
                <a:lnTo>
                  <a:pt x="14233" y="8180"/>
                </a:lnTo>
                <a:lnTo>
                  <a:pt x="14673" y="8584"/>
                </a:lnTo>
                <a:lnTo>
                  <a:pt x="15113" y="9024"/>
                </a:lnTo>
                <a:lnTo>
                  <a:pt x="15480" y="9464"/>
                </a:lnTo>
                <a:lnTo>
                  <a:pt x="15810" y="9941"/>
                </a:lnTo>
                <a:lnTo>
                  <a:pt x="16067" y="10454"/>
                </a:lnTo>
                <a:lnTo>
                  <a:pt x="16251" y="11005"/>
                </a:lnTo>
                <a:lnTo>
                  <a:pt x="16177" y="11041"/>
                </a:lnTo>
                <a:lnTo>
                  <a:pt x="15957" y="11188"/>
                </a:lnTo>
                <a:lnTo>
                  <a:pt x="15700" y="11298"/>
                </a:lnTo>
                <a:lnTo>
                  <a:pt x="15444" y="11371"/>
                </a:lnTo>
                <a:lnTo>
                  <a:pt x="15187" y="11445"/>
                </a:lnTo>
                <a:lnTo>
                  <a:pt x="15113" y="11371"/>
                </a:lnTo>
                <a:lnTo>
                  <a:pt x="15077" y="11408"/>
                </a:lnTo>
                <a:lnTo>
                  <a:pt x="14233" y="11445"/>
                </a:lnTo>
                <a:lnTo>
                  <a:pt x="13389" y="11408"/>
                </a:lnTo>
                <a:lnTo>
                  <a:pt x="12582" y="11371"/>
                </a:lnTo>
                <a:lnTo>
                  <a:pt x="11739" y="11298"/>
                </a:lnTo>
                <a:lnTo>
                  <a:pt x="11702" y="10198"/>
                </a:lnTo>
                <a:lnTo>
                  <a:pt x="11665" y="9464"/>
                </a:lnTo>
                <a:lnTo>
                  <a:pt x="11592" y="8694"/>
                </a:lnTo>
                <a:lnTo>
                  <a:pt x="12179" y="7923"/>
                </a:lnTo>
                <a:lnTo>
                  <a:pt x="12729" y="7153"/>
                </a:lnTo>
                <a:close/>
                <a:moveTo>
                  <a:pt x="6126" y="10161"/>
                </a:moveTo>
                <a:lnTo>
                  <a:pt x="6787" y="10454"/>
                </a:lnTo>
                <a:lnTo>
                  <a:pt x="7447" y="10711"/>
                </a:lnTo>
                <a:lnTo>
                  <a:pt x="8327" y="11005"/>
                </a:lnTo>
                <a:lnTo>
                  <a:pt x="7557" y="11555"/>
                </a:lnTo>
                <a:lnTo>
                  <a:pt x="6713" y="11995"/>
                </a:lnTo>
                <a:lnTo>
                  <a:pt x="6603" y="12068"/>
                </a:lnTo>
                <a:lnTo>
                  <a:pt x="6346" y="11078"/>
                </a:lnTo>
                <a:lnTo>
                  <a:pt x="6126" y="10161"/>
                </a:lnTo>
                <a:close/>
                <a:moveTo>
                  <a:pt x="3449" y="8657"/>
                </a:moveTo>
                <a:lnTo>
                  <a:pt x="3889" y="8950"/>
                </a:lnTo>
                <a:lnTo>
                  <a:pt x="4733" y="9427"/>
                </a:lnTo>
                <a:lnTo>
                  <a:pt x="5613" y="9904"/>
                </a:lnTo>
                <a:lnTo>
                  <a:pt x="5870" y="11078"/>
                </a:lnTo>
                <a:lnTo>
                  <a:pt x="6016" y="11665"/>
                </a:lnTo>
                <a:lnTo>
                  <a:pt x="6200" y="12288"/>
                </a:lnTo>
                <a:lnTo>
                  <a:pt x="5686" y="12509"/>
                </a:lnTo>
                <a:lnTo>
                  <a:pt x="5136" y="12729"/>
                </a:lnTo>
                <a:lnTo>
                  <a:pt x="4622" y="12875"/>
                </a:lnTo>
                <a:lnTo>
                  <a:pt x="4072" y="12985"/>
                </a:lnTo>
                <a:lnTo>
                  <a:pt x="3705" y="12985"/>
                </a:lnTo>
                <a:lnTo>
                  <a:pt x="3375" y="12949"/>
                </a:lnTo>
                <a:lnTo>
                  <a:pt x="3045" y="12875"/>
                </a:lnTo>
                <a:lnTo>
                  <a:pt x="2715" y="12692"/>
                </a:lnTo>
                <a:lnTo>
                  <a:pt x="2568" y="12582"/>
                </a:lnTo>
                <a:lnTo>
                  <a:pt x="2458" y="12435"/>
                </a:lnTo>
                <a:lnTo>
                  <a:pt x="2348" y="12288"/>
                </a:lnTo>
                <a:lnTo>
                  <a:pt x="2275" y="12105"/>
                </a:lnTo>
                <a:lnTo>
                  <a:pt x="2165" y="11775"/>
                </a:lnTo>
                <a:lnTo>
                  <a:pt x="2165" y="11371"/>
                </a:lnTo>
                <a:lnTo>
                  <a:pt x="2201" y="11005"/>
                </a:lnTo>
                <a:lnTo>
                  <a:pt x="2275" y="10638"/>
                </a:lnTo>
                <a:lnTo>
                  <a:pt x="2385" y="10271"/>
                </a:lnTo>
                <a:lnTo>
                  <a:pt x="2532" y="9941"/>
                </a:lnTo>
                <a:lnTo>
                  <a:pt x="2715" y="9574"/>
                </a:lnTo>
                <a:lnTo>
                  <a:pt x="2935" y="9281"/>
                </a:lnTo>
                <a:lnTo>
                  <a:pt x="3192" y="8950"/>
                </a:lnTo>
                <a:lnTo>
                  <a:pt x="3449" y="8657"/>
                </a:lnTo>
                <a:close/>
                <a:moveTo>
                  <a:pt x="8291" y="14049"/>
                </a:moveTo>
                <a:lnTo>
                  <a:pt x="8401" y="14086"/>
                </a:lnTo>
                <a:lnTo>
                  <a:pt x="8401" y="14196"/>
                </a:lnTo>
                <a:lnTo>
                  <a:pt x="8401" y="14343"/>
                </a:lnTo>
                <a:lnTo>
                  <a:pt x="8364" y="14489"/>
                </a:lnTo>
                <a:lnTo>
                  <a:pt x="8291" y="14599"/>
                </a:lnTo>
                <a:lnTo>
                  <a:pt x="8181" y="14673"/>
                </a:lnTo>
                <a:lnTo>
                  <a:pt x="7960" y="14489"/>
                </a:lnTo>
                <a:lnTo>
                  <a:pt x="7777" y="14306"/>
                </a:lnTo>
                <a:lnTo>
                  <a:pt x="7850" y="14159"/>
                </a:lnTo>
                <a:lnTo>
                  <a:pt x="7997" y="14086"/>
                </a:lnTo>
                <a:lnTo>
                  <a:pt x="8144" y="14049"/>
                </a:lnTo>
                <a:close/>
                <a:moveTo>
                  <a:pt x="8914" y="11188"/>
                </a:moveTo>
                <a:lnTo>
                  <a:pt x="10051" y="11481"/>
                </a:lnTo>
                <a:lnTo>
                  <a:pt x="11225" y="11702"/>
                </a:lnTo>
                <a:lnTo>
                  <a:pt x="11188" y="12288"/>
                </a:lnTo>
                <a:lnTo>
                  <a:pt x="11115" y="12839"/>
                </a:lnTo>
                <a:lnTo>
                  <a:pt x="10968" y="13426"/>
                </a:lnTo>
                <a:lnTo>
                  <a:pt x="10822" y="13976"/>
                </a:lnTo>
                <a:lnTo>
                  <a:pt x="10638" y="14269"/>
                </a:lnTo>
                <a:lnTo>
                  <a:pt x="10455" y="14563"/>
                </a:lnTo>
                <a:lnTo>
                  <a:pt x="10198" y="14819"/>
                </a:lnTo>
                <a:lnTo>
                  <a:pt x="9905" y="15003"/>
                </a:lnTo>
                <a:lnTo>
                  <a:pt x="9648" y="15113"/>
                </a:lnTo>
                <a:lnTo>
                  <a:pt x="9391" y="15150"/>
                </a:lnTo>
                <a:lnTo>
                  <a:pt x="9098" y="15113"/>
                </a:lnTo>
                <a:lnTo>
                  <a:pt x="8841" y="15040"/>
                </a:lnTo>
                <a:lnTo>
                  <a:pt x="8951" y="14856"/>
                </a:lnTo>
                <a:lnTo>
                  <a:pt x="8988" y="14673"/>
                </a:lnTo>
                <a:lnTo>
                  <a:pt x="9061" y="14453"/>
                </a:lnTo>
                <a:lnTo>
                  <a:pt x="9061" y="14269"/>
                </a:lnTo>
                <a:lnTo>
                  <a:pt x="9024" y="14086"/>
                </a:lnTo>
                <a:lnTo>
                  <a:pt x="8951" y="13976"/>
                </a:lnTo>
                <a:lnTo>
                  <a:pt x="8841" y="13829"/>
                </a:lnTo>
                <a:lnTo>
                  <a:pt x="8731" y="13756"/>
                </a:lnTo>
                <a:lnTo>
                  <a:pt x="8547" y="13646"/>
                </a:lnTo>
                <a:lnTo>
                  <a:pt x="8401" y="13609"/>
                </a:lnTo>
                <a:lnTo>
                  <a:pt x="8254" y="13572"/>
                </a:lnTo>
                <a:lnTo>
                  <a:pt x="8071" y="13572"/>
                </a:lnTo>
                <a:lnTo>
                  <a:pt x="7887" y="13609"/>
                </a:lnTo>
                <a:lnTo>
                  <a:pt x="7740" y="13682"/>
                </a:lnTo>
                <a:lnTo>
                  <a:pt x="7594" y="13792"/>
                </a:lnTo>
                <a:lnTo>
                  <a:pt x="7447" y="13902"/>
                </a:lnTo>
                <a:lnTo>
                  <a:pt x="7264" y="13609"/>
                </a:lnTo>
                <a:lnTo>
                  <a:pt x="7080" y="13242"/>
                </a:lnTo>
                <a:lnTo>
                  <a:pt x="6897" y="12912"/>
                </a:lnTo>
                <a:lnTo>
                  <a:pt x="6750" y="12545"/>
                </a:lnTo>
                <a:lnTo>
                  <a:pt x="7814" y="11958"/>
                </a:lnTo>
                <a:lnTo>
                  <a:pt x="8364" y="11591"/>
                </a:lnTo>
                <a:lnTo>
                  <a:pt x="8914" y="11188"/>
                </a:lnTo>
                <a:close/>
                <a:moveTo>
                  <a:pt x="6493" y="0"/>
                </a:moveTo>
                <a:lnTo>
                  <a:pt x="6163" y="294"/>
                </a:lnTo>
                <a:lnTo>
                  <a:pt x="5870" y="624"/>
                </a:lnTo>
                <a:lnTo>
                  <a:pt x="5613" y="991"/>
                </a:lnTo>
                <a:lnTo>
                  <a:pt x="5429" y="1394"/>
                </a:lnTo>
                <a:lnTo>
                  <a:pt x="5246" y="1798"/>
                </a:lnTo>
                <a:lnTo>
                  <a:pt x="5099" y="2201"/>
                </a:lnTo>
                <a:lnTo>
                  <a:pt x="5026" y="2641"/>
                </a:lnTo>
                <a:lnTo>
                  <a:pt x="4953" y="3081"/>
                </a:lnTo>
                <a:lnTo>
                  <a:pt x="4219" y="2898"/>
                </a:lnTo>
                <a:lnTo>
                  <a:pt x="3485" y="2788"/>
                </a:lnTo>
                <a:lnTo>
                  <a:pt x="2752" y="2715"/>
                </a:lnTo>
                <a:lnTo>
                  <a:pt x="2385" y="2751"/>
                </a:lnTo>
                <a:lnTo>
                  <a:pt x="2055" y="2788"/>
                </a:lnTo>
                <a:lnTo>
                  <a:pt x="1725" y="2825"/>
                </a:lnTo>
                <a:lnTo>
                  <a:pt x="1394" y="2898"/>
                </a:lnTo>
                <a:lnTo>
                  <a:pt x="1101" y="3045"/>
                </a:lnTo>
                <a:lnTo>
                  <a:pt x="808" y="3191"/>
                </a:lnTo>
                <a:lnTo>
                  <a:pt x="551" y="3338"/>
                </a:lnTo>
                <a:lnTo>
                  <a:pt x="367" y="3558"/>
                </a:lnTo>
                <a:lnTo>
                  <a:pt x="184" y="3815"/>
                </a:lnTo>
                <a:lnTo>
                  <a:pt x="74" y="4108"/>
                </a:lnTo>
                <a:lnTo>
                  <a:pt x="1" y="4402"/>
                </a:lnTo>
                <a:lnTo>
                  <a:pt x="1" y="4732"/>
                </a:lnTo>
                <a:lnTo>
                  <a:pt x="37" y="5026"/>
                </a:lnTo>
                <a:lnTo>
                  <a:pt x="147" y="5356"/>
                </a:lnTo>
                <a:lnTo>
                  <a:pt x="257" y="5649"/>
                </a:lnTo>
                <a:lnTo>
                  <a:pt x="441" y="5943"/>
                </a:lnTo>
                <a:lnTo>
                  <a:pt x="624" y="6236"/>
                </a:lnTo>
                <a:lnTo>
                  <a:pt x="844" y="6493"/>
                </a:lnTo>
                <a:lnTo>
                  <a:pt x="1211" y="6860"/>
                </a:lnTo>
                <a:lnTo>
                  <a:pt x="1615" y="7263"/>
                </a:lnTo>
                <a:lnTo>
                  <a:pt x="1615" y="7300"/>
                </a:lnTo>
                <a:lnTo>
                  <a:pt x="1615" y="7520"/>
                </a:lnTo>
                <a:lnTo>
                  <a:pt x="1688" y="7777"/>
                </a:lnTo>
                <a:lnTo>
                  <a:pt x="1725" y="7887"/>
                </a:lnTo>
                <a:lnTo>
                  <a:pt x="1835" y="7960"/>
                </a:lnTo>
                <a:lnTo>
                  <a:pt x="1908" y="8033"/>
                </a:lnTo>
                <a:lnTo>
                  <a:pt x="2055" y="8070"/>
                </a:lnTo>
                <a:lnTo>
                  <a:pt x="2165" y="8107"/>
                </a:lnTo>
                <a:lnTo>
                  <a:pt x="2275" y="8070"/>
                </a:lnTo>
                <a:lnTo>
                  <a:pt x="2532" y="7997"/>
                </a:lnTo>
                <a:lnTo>
                  <a:pt x="3045" y="8400"/>
                </a:lnTo>
                <a:lnTo>
                  <a:pt x="2642" y="8914"/>
                </a:lnTo>
                <a:lnTo>
                  <a:pt x="2312" y="9464"/>
                </a:lnTo>
                <a:lnTo>
                  <a:pt x="2018" y="10051"/>
                </a:lnTo>
                <a:lnTo>
                  <a:pt x="1871" y="10344"/>
                </a:lnTo>
                <a:lnTo>
                  <a:pt x="1798" y="10674"/>
                </a:lnTo>
                <a:lnTo>
                  <a:pt x="1725" y="10968"/>
                </a:lnTo>
                <a:lnTo>
                  <a:pt x="1688" y="11261"/>
                </a:lnTo>
                <a:lnTo>
                  <a:pt x="1688" y="11555"/>
                </a:lnTo>
                <a:lnTo>
                  <a:pt x="1725" y="11885"/>
                </a:lnTo>
                <a:lnTo>
                  <a:pt x="1798" y="12142"/>
                </a:lnTo>
                <a:lnTo>
                  <a:pt x="1908" y="12435"/>
                </a:lnTo>
                <a:lnTo>
                  <a:pt x="2055" y="12692"/>
                </a:lnTo>
                <a:lnTo>
                  <a:pt x="2238" y="12912"/>
                </a:lnTo>
                <a:lnTo>
                  <a:pt x="2495" y="13132"/>
                </a:lnTo>
                <a:lnTo>
                  <a:pt x="2788" y="13279"/>
                </a:lnTo>
                <a:lnTo>
                  <a:pt x="3045" y="13389"/>
                </a:lnTo>
                <a:lnTo>
                  <a:pt x="3375" y="13426"/>
                </a:lnTo>
                <a:lnTo>
                  <a:pt x="3669" y="13462"/>
                </a:lnTo>
                <a:lnTo>
                  <a:pt x="3999" y="13462"/>
                </a:lnTo>
                <a:lnTo>
                  <a:pt x="4292" y="13426"/>
                </a:lnTo>
                <a:lnTo>
                  <a:pt x="4586" y="13389"/>
                </a:lnTo>
                <a:lnTo>
                  <a:pt x="5026" y="13242"/>
                </a:lnTo>
                <a:lnTo>
                  <a:pt x="5503" y="13095"/>
                </a:lnTo>
                <a:lnTo>
                  <a:pt x="5906" y="12949"/>
                </a:lnTo>
                <a:lnTo>
                  <a:pt x="6346" y="12729"/>
                </a:lnTo>
                <a:lnTo>
                  <a:pt x="6530" y="13169"/>
                </a:lnTo>
                <a:lnTo>
                  <a:pt x="6713" y="13572"/>
                </a:lnTo>
                <a:lnTo>
                  <a:pt x="6970" y="13976"/>
                </a:lnTo>
                <a:lnTo>
                  <a:pt x="7227" y="14343"/>
                </a:lnTo>
                <a:lnTo>
                  <a:pt x="7153" y="14526"/>
                </a:lnTo>
                <a:lnTo>
                  <a:pt x="7117" y="14709"/>
                </a:lnTo>
                <a:lnTo>
                  <a:pt x="7153" y="14893"/>
                </a:lnTo>
                <a:lnTo>
                  <a:pt x="7227" y="15076"/>
                </a:lnTo>
                <a:lnTo>
                  <a:pt x="7337" y="15223"/>
                </a:lnTo>
                <a:lnTo>
                  <a:pt x="7484" y="15333"/>
                </a:lnTo>
                <a:lnTo>
                  <a:pt x="7630" y="15406"/>
                </a:lnTo>
                <a:lnTo>
                  <a:pt x="7777" y="15480"/>
                </a:lnTo>
                <a:lnTo>
                  <a:pt x="7924" y="15516"/>
                </a:lnTo>
                <a:lnTo>
                  <a:pt x="8107" y="15516"/>
                </a:lnTo>
                <a:lnTo>
                  <a:pt x="8254" y="15480"/>
                </a:lnTo>
                <a:lnTo>
                  <a:pt x="8437" y="15406"/>
                </a:lnTo>
                <a:lnTo>
                  <a:pt x="8474" y="15406"/>
                </a:lnTo>
                <a:lnTo>
                  <a:pt x="8804" y="15516"/>
                </a:lnTo>
                <a:lnTo>
                  <a:pt x="9171" y="15590"/>
                </a:lnTo>
                <a:lnTo>
                  <a:pt x="9501" y="15590"/>
                </a:lnTo>
                <a:lnTo>
                  <a:pt x="9868" y="15516"/>
                </a:lnTo>
                <a:lnTo>
                  <a:pt x="10161" y="15406"/>
                </a:lnTo>
                <a:lnTo>
                  <a:pt x="10418" y="15260"/>
                </a:lnTo>
                <a:lnTo>
                  <a:pt x="10675" y="15040"/>
                </a:lnTo>
                <a:lnTo>
                  <a:pt x="10858" y="14819"/>
                </a:lnTo>
                <a:lnTo>
                  <a:pt x="11042" y="14563"/>
                </a:lnTo>
                <a:lnTo>
                  <a:pt x="11188" y="14269"/>
                </a:lnTo>
                <a:lnTo>
                  <a:pt x="11299" y="13976"/>
                </a:lnTo>
                <a:lnTo>
                  <a:pt x="11409" y="13682"/>
                </a:lnTo>
                <a:lnTo>
                  <a:pt x="11519" y="13242"/>
                </a:lnTo>
                <a:lnTo>
                  <a:pt x="11629" y="12765"/>
                </a:lnTo>
                <a:lnTo>
                  <a:pt x="11665" y="12252"/>
                </a:lnTo>
                <a:lnTo>
                  <a:pt x="11702" y="11775"/>
                </a:lnTo>
                <a:lnTo>
                  <a:pt x="12619" y="11848"/>
                </a:lnTo>
                <a:lnTo>
                  <a:pt x="13499" y="11922"/>
                </a:lnTo>
                <a:lnTo>
                  <a:pt x="14416" y="11922"/>
                </a:lnTo>
                <a:lnTo>
                  <a:pt x="15297" y="11885"/>
                </a:lnTo>
                <a:lnTo>
                  <a:pt x="15333" y="11848"/>
                </a:lnTo>
                <a:lnTo>
                  <a:pt x="15333" y="11775"/>
                </a:lnTo>
                <a:lnTo>
                  <a:pt x="15590" y="11702"/>
                </a:lnTo>
                <a:lnTo>
                  <a:pt x="15884" y="11628"/>
                </a:lnTo>
                <a:lnTo>
                  <a:pt x="16140" y="11481"/>
                </a:lnTo>
                <a:lnTo>
                  <a:pt x="16397" y="11335"/>
                </a:lnTo>
                <a:lnTo>
                  <a:pt x="16507" y="11335"/>
                </a:lnTo>
                <a:lnTo>
                  <a:pt x="16544" y="11298"/>
                </a:lnTo>
                <a:lnTo>
                  <a:pt x="16581" y="11225"/>
                </a:lnTo>
                <a:lnTo>
                  <a:pt x="16544" y="10931"/>
                </a:lnTo>
                <a:lnTo>
                  <a:pt x="16471" y="10638"/>
                </a:lnTo>
                <a:lnTo>
                  <a:pt x="16397" y="10344"/>
                </a:lnTo>
                <a:lnTo>
                  <a:pt x="16287" y="10088"/>
                </a:lnTo>
                <a:lnTo>
                  <a:pt x="15994" y="9537"/>
                </a:lnTo>
                <a:lnTo>
                  <a:pt x="15627" y="9060"/>
                </a:lnTo>
                <a:lnTo>
                  <a:pt x="15223" y="8584"/>
                </a:lnTo>
                <a:lnTo>
                  <a:pt x="14783" y="8143"/>
                </a:lnTo>
                <a:lnTo>
                  <a:pt x="14306" y="7740"/>
                </a:lnTo>
                <a:lnTo>
                  <a:pt x="13793" y="7336"/>
                </a:lnTo>
                <a:lnTo>
                  <a:pt x="12949" y="6786"/>
                </a:lnTo>
                <a:lnTo>
                  <a:pt x="13353" y="6053"/>
                </a:lnTo>
                <a:lnTo>
                  <a:pt x="13720" y="5319"/>
                </a:lnTo>
                <a:lnTo>
                  <a:pt x="14050" y="4549"/>
                </a:lnTo>
                <a:lnTo>
                  <a:pt x="14306" y="3778"/>
                </a:lnTo>
                <a:lnTo>
                  <a:pt x="14306" y="3632"/>
                </a:lnTo>
                <a:lnTo>
                  <a:pt x="14453" y="3522"/>
                </a:lnTo>
                <a:lnTo>
                  <a:pt x="14600" y="3375"/>
                </a:lnTo>
                <a:lnTo>
                  <a:pt x="14747" y="3155"/>
                </a:lnTo>
                <a:lnTo>
                  <a:pt x="14820" y="2935"/>
                </a:lnTo>
                <a:lnTo>
                  <a:pt x="14820" y="2678"/>
                </a:lnTo>
                <a:lnTo>
                  <a:pt x="14747" y="2421"/>
                </a:lnTo>
                <a:lnTo>
                  <a:pt x="14637" y="2238"/>
                </a:lnTo>
                <a:lnTo>
                  <a:pt x="14490" y="2054"/>
                </a:lnTo>
                <a:lnTo>
                  <a:pt x="14270" y="1944"/>
                </a:lnTo>
                <a:lnTo>
                  <a:pt x="14160" y="1908"/>
                </a:lnTo>
                <a:lnTo>
                  <a:pt x="14013" y="1908"/>
                </a:lnTo>
                <a:lnTo>
                  <a:pt x="13830" y="1944"/>
                </a:lnTo>
                <a:lnTo>
                  <a:pt x="13683" y="2018"/>
                </a:lnTo>
                <a:lnTo>
                  <a:pt x="13536" y="2091"/>
                </a:lnTo>
                <a:lnTo>
                  <a:pt x="13389" y="2201"/>
                </a:lnTo>
                <a:lnTo>
                  <a:pt x="12949" y="2128"/>
                </a:lnTo>
                <a:lnTo>
                  <a:pt x="12472" y="2164"/>
                </a:lnTo>
                <a:lnTo>
                  <a:pt x="12032" y="2201"/>
                </a:lnTo>
                <a:lnTo>
                  <a:pt x="11592" y="2274"/>
                </a:lnTo>
                <a:lnTo>
                  <a:pt x="11115" y="2421"/>
                </a:lnTo>
                <a:lnTo>
                  <a:pt x="10675" y="2568"/>
                </a:lnTo>
                <a:lnTo>
                  <a:pt x="10271" y="2751"/>
                </a:lnTo>
                <a:lnTo>
                  <a:pt x="9831" y="2971"/>
                </a:lnTo>
                <a:lnTo>
                  <a:pt x="9611" y="3081"/>
                </a:lnTo>
                <a:lnTo>
                  <a:pt x="9208" y="2421"/>
                </a:lnTo>
                <a:lnTo>
                  <a:pt x="8767" y="1761"/>
                </a:lnTo>
                <a:lnTo>
                  <a:pt x="8254" y="1137"/>
                </a:lnTo>
                <a:lnTo>
                  <a:pt x="7740" y="550"/>
                </a:lnTo>
                <a:lnTo>
                  <a:pt x="7630" y="477"/>
                </a:lnTo>
                <a:lnTo>
                  <a:pt x="7520" y="477"/>
                </a:lnTo>
                <a:lnTo>
                  <a:pt x="7117" y="624"/>
                </a:lnTo>
                <a:lnTo>
                  <a:pt x="6713" y="807"/>
                </a:lnTo>
                <a:lnTo>
                  <a:pt x="6640" y="844"/>
                </a:lnTo>
                <a:lnTo>
                  <a:pt x="6603" y="881"/>
                </a:lnTo>
                <a:lnTo>
                  <a:pt x="6640" y="991"/>
                </a:lnTo>
                <a:lnTo>
                  <a:pt x="6677" y="1064"/>
                </a:lnTo>
                <a:lnTo>
                  <a:pt x="6787" y="1064"/>
                </a:lnTo>
                <a:lnTo>
                  <a:pt x="7153" y="1027"/>
                </a:lnTo>
                <a:lnTo>
                  <a:pt x="7484" y="991"/>
                </a:lnTo>
                <a:lnTo>
                  <a:pt x="7960" y="1541"/>
                </a:lnTo>
                <a:lnTo>
                  <a:pt x="8401" y="2091"/>
                </a:lnTo>
                <a:lnTo>
                  <a:pt x="8841" y="2715"/>
                </a:lnTo>
                <a:lnTo>
                  <a:pt x="9208" y="3301"/>
                </a:lnTo>
                <a:lnTo>
                  <a:pt x="8511" y="3742"/>
                </a:lnTo>
                <a:lnTo>
                  <a:pt x="7850" y="4219"/>
                </a:lnTo>
                <a:lnTo>
                  <a:pt x="6603" y="3668"/>
                </a:lnTo>
                <a:lnTo>
                  <a:pt x="5980" y="3412"/>
                </a:lnTo>
                <a:lnTo>
                  <a:pt x="5319" y="3191"/>
                </a:lnTo>
                <a:lnTo>
                  <a:pt x="5393" y="2788"/>
                </a:lnTo>
                <a:lnTo>
                  <a:pt x="5466" y="2384"/>
                </a:lnTo>
                <a:lnTo>
                  <a:pt x="5576" y="1981"/>
                </a:lnTo>
                <a:lnTo>
                  <a:pt x="5723" y="1577"/>
                </a:lnTo>
                <a:lnTo>
                  <a:pt x="5906" y="1211"/>
                </a:lnTo>
                <a:lnTo>
                  <a:pt x="6126" y="844"/>
                </a:lnTo>
                <a:lnTo>
                  <a:pt x="6383" y="514"/>
                </a:lnTo>
                <a:lnTo>
                  <a:pt x="6640" y="184"/>
                </a:lnTo>
                <a:lnTo>
                  <a:pt x="6677" y="110"/>
                </a:lnTo>
                <a:lnTo>
                  <a:pt x="6677" y="37"/>
                </a:lnTo>
                <a:lnTo>
                  <a:pt x="66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4C2F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45" name="Google Shape;1645;p65"/>
          <p:cNvSpPr/>
          <p:nvPr/>
        </p:nvSpPr>
        <p:spPr>
          <a:xfrm>
            <a:off x="8880227" y="1609141"/>
            <a:ext cx="133580" cy="125596"/>
          </a:xfrm>
          <a:custGeom>
            <a:rect b="b" l="l" r="r" t="t"/>
            <a:pathLst>
              <a:path extrusionOk="0" h="15590" w="16581">
                <a:moveTo>
                  <a:pt x="13793" y="2568"/>
                </a:moveTo>
                <a:lnTo>
                  <a:pt x="14123" y="2641"/>
                </a:lnTo>
                <a:lnTo>
                  <a:pt x="14123" y="2678"/>
                </a:lnTo>
                <a:lnTo>
                  <a:pt x="14086" y="2825"/>
                </a:lnTo>
                <a:lnTo>
                  <a:pt x="14013" y="2935"/>
                </a:lnTo>
                <a:lnTo>
                  <a:pt x="13866" y="3045"/>
                </a:lnTo>
                <a:lnTo>
                  <a:pt x="13756" y="3081"/>
                </a:lnTo>
                <a:lnTo>
                  <a:pt x="13573" y="2971"/>
                </a:lnTo>
                <a:lnTo>
                  <a:pt x="13609" y="2788"/>
                </a:lnTo>
                <a:lnTo>
                  <a:pt x="13683" y="2678"/>
                </a:lnTo>
                <a:lnTo>
                  <a:pt x="13720" y="2605"/>
                </a:lnTo>
                <a:lnTo>
                  <a:pt x="13793" y="2568"/>
                </a:lnTo>
                <a:close/>
                <a:moveTo>
                  <a:pt x="9428" y="3705"/>
                </a:moveTo>
                <a:lnTo>
                  <a:pt x="9831" y="4475"/>
                </a:lnTo>
                <a:lnTo>
                  <a:pt x="10161" y="5246"/>
                </a:lnTo>
                <a:lnTo>
                  <a:pt x="8327" y="4402"/>
                </a:lnTo>
                <a:lnTo>
                  <a:pt x="8878" y="4035"/>
                </a:lnTo>
                <a:lnTo>
                  <a:pt x="9428" y="3705"/>
                </a:lnTo>
                <a:close/>
                <a:moveTo>
                  <a:pt x="5283" y="3668"/>
                </a:moveTo>
                <a:lnTo>
                  <a:pt x="6383" y="4072"/>
                </a:lnTo>
                <a:lnTo>
                  <a:pt x="7410" y="4512"/>
                </a:lnTo>
                <a:lnTo>
                  <a:pt x="6383" y="5319"/>
                </a:lnTo>
                <a:lnTo>
                  <a:pt x="5393" y="6163"/>
                </a:lnTo>
                <a:lnTo>
                  <a:pt x="5319" y="5282"/>
                </a:lnTo>
                <a:lnTo>
                  <a:pt x="5283" y="4365"/>
                </a:lnTo>
                <a:lnTo>
                  <a:pt x="5283" y="3668"/>
                </a:lnTo>
                <a:close/>
                <a:moveTo>
                  <a:pt x="13096" y="2494"/>
                </a:moveTo>
                <a:lnTo>
                  <a:pt x="13023" y="2641"/>
                </a:lnTo>
                <a:lnTo>
                  <a:pt x="12986" y="2825"/>
                </a:lnTo>
                <a:lnTo>
                  <a:pt x="12949" y="3008"/>
                </a:lnTo>
                <a:lnTo>
                  <a:pt x="12986" y="3191"/>
                </a:lnTo>
                <a:lnTo>
                  <a:pt x="13096" y="3412"/>
                </a:lnTo>
                <a:lnTo>
                  <a:pt x="13243" y="3595"/>
                </a:lnTo>
                <a:lnTo>
                  <a:pt x="13426" y="3705"/>
                </a:lnTo>
                <a:lnTo>
                  <a:pt x="13646" y="3778"/>
                </a:lnTo>
                <a:lnTo>
                  <a:pt x="13793" y="3815"/>
                </a:lnTo>
                <a:lnTo>
                  <a:pt x="13536" y="4512"/>
                </a:lnTo>
                <a:lnTo>
                  <a:pt x="13243" y="5209"/>
                </a:lnTo>
                <a:lnTo>
                  <a:pt x="12913" y="5869"/>
                </a:lnTo>
                <a:lnTo>
                  <a:pt x="12546" y="6529"/>
                </a:lnTo>
                <a:lnTo>
                  <a:pt x="11665" y="6016"/>
                </a:lnTo>
                <a:lnTo>
                  <a:pt x="10785" y="5576"/>
                </a:lnTo>
                <a:lnTo>
                  <a:pt x="10602" y="5026"/>
                </a:lnTo>
                <a:lnTo>
                  <a:pt x="10345" y="4475"/>
                </a:lnTo>
                <a:lnTo>
                  <a:pt x="10125" y="3962"/>
                </a:lnTo>
                <a:lnTo>
                  <a:pt x="9831" y="3448"/>
                </a:lnTo>
                <a:lnTo>
                  <a:pt x="10602" y="3045"/>
                </a:lnTo>
                <a:lnTo>
                  <a:pt x="11005" y="2898"/>
                </a:lnTo>
                <a:lnTo>
                  <a:pt x="11409" y="2751"/>
                </a:lnTo>
                <a:lnTo>
                  <a:pt x="11849" y="2641"/>
                </a:lnTo>
                <a:lnTo>
                  <a:pt x="12252" y="2568"/>
                </a:lnTo>
                <a:lnTo>
                  <a:pt x="12692" y="2494"/>
                </a:lnTo>
                <a:close/>
                <a:moveTo>
                  <a:pt x="2605" y="6713"/>
                </a:moveTo>
                <a:lnTo>
                  <a:pt x="2678" y="6750"/>
                </a:lnTo>
                <a:lnTo>
                  <a:pt x="2752" y="6823"/>
                </a:lnTo>
                <a:lnTo>
                  <a:pt x="2788" y="6970"/>
                </a:lnTo>
                <a:lnTo>
                  <a:pt x="2752" y="7116"/>
                </a:lnTo>
                <a:lnTo>
                  <a:pt x="2715" y="7153"/>
                </a:lnTo>
                <a:lnTo>
                  <a:pt x="2605" y="7226"/>
                </a:lnTo>
                <a:lnTo>
                  <a:pt x="2458" y="7336"/>
                </a:lnTo>
                <a:lnTo>
                  <a:pt x="2165" y="7116"/>
                </a:lnTo>
                <a:lnTo>
                  <a:pt x="2275" y="6970"/>
                </a:lnTo>
                <a:lnTo>
                  <a:pt x="2275" y="6896"/>
                </a:lnTo>
                <a:lnTo>
                  <a:pt x="2458" y="6860"/>
                </a:lnTo>
                <a:lnTo>
                  <a:pt x="2715" y="6860"/>
                </a:lnTo>
                <a:lnTo>
                  <a:pt x="2715" y="6823"/>
                </a:lnTo>
                <a:lnTo>
                  <a:pt x="2678" y="6786"/>
                </a:lnTo>
                <a:lnTo>
                  <a:pt x="2605" y="6713"/>
                </a:lnTo>
                <a:close/>
                <a:moveTo>
                  <a:pt x="8364" y="6529"/>
                </a:moveTo>
                <a:lnTo>
                  <a:pt x="8547" y="6566"/>
                </a:lnTo>
                <a:lnTo>
                  <a:pt x="8657" y="6603"/>
                </a:lnTo>
                <a:lnTo>
                  <a:pt x="8657" y="6713"/>
                </a:lnTo>
                <a:lnTo>
                  <a:pt x="8694" y="6860"/>
                </a:lnTo>
                <a:lnTo>
                  <a:pt x="8694" y="6970"/>
                </a:lnTo>
                <a:lnTo>
                  <a:pt x="8694" y="7116"/>
                </a:lnTo>
                <a:lnTo>
                  <a:pt x="8657" y="7226"/>
                </a:lnTo>
                <a:lnTo>
                  <a:pt x="8621" y="7336"/>
                </a:lnTo>
                <a:lnTo>
                  <a:pt x="8547" y="7446"/>
                </a:lnTo>
                <a:lnTo>
                  <a:pt x="8364" y="7446"/>
                </a:lnTo>
                <a:lnTo>
                  <a:pt x="8107" y="7520"/>
                </a:lnTo>
                <a:lnTo>
                  <a:pt x="7850" y="7593"/>
                </a:lnTo>
                <a:lnTo>
                  <a:pt x="7704" y="7483"/>
                </a:lnTo>
                <a:lnTo>
                  <a:pt x="7630" y="7336"/>
                </a:lnTo>
                <a:lnTo>
                  <a:pt x="7557" y="7190"/>
                </a:lnTo>
                <a:lnTo>
                  <a:pt x="7594" y="7006"/>
                </a:lnTo>
                <a:lnTo>
                  <a:pt x="7667" y="6750"/>
                </a:lnTo>
                <a:lnTo>
                  <a:pt x="7777" y="6750"/>
                </a:lnTo>
                <a:lnTo>
                  <a:pt x="7850" y="6786"/>
                </a:lnTo>
                <a:lnTo>
                  <a:pt x="7924" y="6750"/>
                </a:lnTo>
                <a:lnTo>
                  <a:pt x="7960" y="6713"/>
                </a:lnTo>
                <a:lnTo>
                  <a:pt x="8071" y="6566"/>
                </a:lnTo>
                <a:lnTo>
                  <a:pt x="8364" y="6529"/>
                </a:lnTo>
                <a:close/>
                <a:moveTo>
                  <a:pt x="3155" y="3191"/>
                </a:moveTo>
                <a:lnTo>
                  <a:pt x="3595" y="3228"/>
                </a:lnTo>
                <a:lnTo>
                  <a:pt x="4036" y="3301"/>
                </a:lnTo>
                <a:lnTo>
                  <a:pt x="4439" y="3412"/>
                </a:lnTo>
                <a:lnTo>
                  <a:pt x="4879" y="3522"/>
                </a:lnTo>
                <a:lnTo>
                  <a:pt x="4843" y="4072"/>
                </a:lnTo>
                <a:lnTo>
                  <a:pt x="4843" y="4659"/>
                </a:lnTo>
                <a:lnTo>
                  <a:pt x="4879" y="5282"/>
                </a:lnTo>
                <a:lnTo>
                  <a:pt x="4989" y="6529"/>
                </a:lnTo>
                <a:lnTo>
                  <a:pt x="4182" y="7263"/>
                </a:lnTo>
                <a:lnTo>
                  <a:pt x="3779" y="7630"/>
                </a:lnTo>
                <a:lnTo>
                  <a:pt x="3375" y="8033"/>
                </a:lnTo>
                <a:lnTo>
                  <a:pt x="3265" y="7960"/>
                </a:lnTo>
                <a:lnTo>
                  <a:pt x="2898" y="7667"/>
                </a:lnTo>
                <a:lnTo>
                  <a:pt x="3008" y="7520"/>
                </a:lnTo>
                <a:lnTo>
                  <a:pt x="3119" y="7410"/>
                </a:lnTo>
                <a:lnTo>
                  <a:pt x="3155" y="7336"/>
                </a:lnTo>
                <a:lnTo>
                  <a:pt x="3192" y="7300"/>
                </a:lnTo>
                <a:lnTo>
                  <a:pt x="3192" y="7153"/>
                </a:lnTo>
                <a:lnTo>
                  <a:pt x="3229" y="6933"/>
                </a:lnTo>
                <a:lnTo>
                  <a:pt x="3192" y="6823"/>
                </a:lnTo>
                <a:lnTo>
                  <a:pt x="3155" y="6676"/>
                </a:lnTo>
                <a:lnTo>
                  <a:pt x="3119" y="6566"/>
                </a:lnTo>
                <a:lnTo>
                  <a:pt x="3045" y="6456"/>
                </a:lnTo>
                <a:lnTo>
                  <a:pt x="2972" y="6383"/>
                </a:lnTo>
                <a:lnTo>
                  <a:pt x="2862" y="6309"/>
                </a:lnTo>
                <a:lnTo>
                  <a:pt x="2752" y="6273"/>
                </a:lnTo>
                <a:lnTo>
                  <a:pt x="2605" y="6236"/>
                </a:lnTo>
                <a:lnTo>
                  <a:pt x="2495" y="6236"/>
                </a:lnTo>
                <a:lnTo>
                  <a:pt x="2348" y="6273"/>
                </a:lnTo>
                <a:lnTo>
                  <a:pt x="2128" y="6383"/>
                </a:lnTo>
                <a:lnTo>
                  <a:pt x="1908" y="6529"/>
                </a:lnTo>
                <a:lnTo>
                  <a:pt x="1761" y="6713"/>
                </a:lnTo>
                <a:lnTo>
                  <a:pt x="1321" y="6309"/>
                </a:lnTo>
                <a:lnTo>
                  <a:pt x="954" y="5833"/>
                </a:lnTo>
                <a:lnTo>
                  <a:pt x="734" y="5502"/>
                </a:lnTo>
                <a:lnTo>
                  <a:pt x="624" y="5172"/>
                </a:lnTo>
                <a:lnTo>
                  <a:pt x="551" y="4805"/>
                </a:lnTo>
                <a:lnTo>
                  <a:pt x="514" y="4439"/>
                </a:lnTo>
                <a:lnTo>
                  <a:pt x="551" y="4255"/>
                </a:lnTo>
                <a:lnTo>
                  <a:pt x="624" y="4072"/>
                </a:lnTo>
                <a:lnTo>
                  <a:pt x="734" y="3925"/>
                </a:lnTo>
                <a:lnTo>
                  <a:pt x="844" y="3778"/>
                </a:lnTo>
                <a:lnTo>
                  <a:pt x="991" y="3668"/>
                </a:lnTo>
                <a:lnTo>
                  <a:pt x="1174" y="3558"/>
                </a:lnTo>
                <a:lnTo>
                  <a:pt x="1541" y="3412"/>
                </a:lnTo>
                <a:lnTo>
                  <a:pt x="1908" y="3265"/>
                </a:lnTo>
                <a:lnTo>
                  <a:pt x="2312" y="3191"/>
                </a:lnTo>
                <a:close/>
                <a:moveTo>
                  <a:pt x="11005" y="6199"/>
                </a:moveTo>
                <a:lnTo>
                  <a:pt x="12289" y="6896"/>
                </a:lnTo>
                <a:lnTo>
                  <a:pt x="11885" y="7483"/>
                </a:lnTo>
                <a:lnTo>
                  <a:pt x="11482" y="8033"/>
                </a:lnTo>
                <a:lnTo>
                  <a:pt x="11335" y="7410"/>
                </a:lnTo>
                <a:lnTo>
                  <a:pt x="11188" y="6750"/>
                </a:lnTo>
                <a:lnTo>
                  <a:pt x="11005" y="6199"/>
                </a:lnTo>
                <a:close/>
                <a:moveTo>
                  <a:pt x="7264" y="8180"/>
                </a:moveTo>
                <a:lnTo>
                  <a:pt x="7410" y="8253"/>
                </a:lnTo>
                <a:lnTo>
                  <a:pt x="7594" y="8290"/>
                </a:lnTo>
                <a:lnTo>
                  <a:pt x="7960" y="8290"/>
                </a:lnTo>
                <a:lnTo>
                  <a:pt x="7704" y="8327"/>
                </a:lnTo>
                <a:lnTo>
                  <a:pt x="7557" y="8327"/>
                </a:lnTo>
                <a:lnTo>
                  <a:pt x="7447" y="8290"/>
                </a:lnTo>
                <a:lnTo>
                  <a:pt x="7337" y="8253"/>
                </a:lnTo>
                <a:lnTo>
                  <a:pt x="7264" y="8180"/>
                </a:lnTo>
                <a:close/>
                <a:moveTo>
                  <a:pt x="8181" y="5979"/>
                </a:moveTo>
                <a:lnTo>
                  <a:pt x="7997" y="6016"/>
                </a:lnTo>
                <a:lnTo>
                  <a:pt x="7814" y="6089"/>
                </a:lnTo>
                <a:lnTo>
                  <a:pt x="7667" y="6236"/>
                </a:lnTo>
                <a:lnTo>
                  <a:pt x="7410" y="6346"/>
                </a:lnTo>
                <a:lnTo>
                  <a:pt x="7190" y="6529"/>
                </a:lnTo>
                <a:lnTo>
                  <a:pt x="6970" y="6713"/>
                </a:lnTo>
                <a:lnTo>
                  <a:pt x="6787" y="6933"/>
                </a:lnTo>
                <a:lnTo>
                  <a:pt x="6677" y="7080"/>
                </a:lnTo>
                <a:lnTo>
                  <a:pt x="6640" y="7263"/>
                </a:lnTo>
                <a:lnTo>
                  <a:pt x="6567" y="7410"/>
                </a:lnTo>
                <a:lnTo>
                  <a:pt x="6567" y="7593"/>
                </a:lnTo>
                <a:lnTo>
                  <a:pt x="6567" y="7923"/>
                </a:lnTo>
                <a:lnTo>
                  <a:pt x="6677" y="8253"/>
                </a:lnTo>
                <a:lnTo>
                  <a:pt x="6787" y="8437"/>
                </a:lnTo>
                <a:lnTo>
                  <a:pt x="6897" y="8584"/>
                </a:lnTo>
                <a:lnTo>
                  <a:pt x="7043" y="8694"/>
                </a:lnTo>
                <a:lnTo>
                  <a:pt x="7190" y="8767"/>
                </a:lnTo>
                <a:lnTo>
                  <a:pt x="7374" y="8804"/>
                </a:lnTo>
                <a:lnTo>
                  <a:pt x="7557" y="8840"/>
                </a:lnTo>
                <a:lnTo>
                  <a:pt x="7924" y="8840"/>
                </a:lnTo>
                <a:lnTo>
                  <a:pt x="8254" y="8767"/>
                </a:lnTo>
                <a:lnTo>
                  <a:pt x="8584" y="8620"/>
                </a:lnTo>
                <a:lnTo>
                  <a:pt x="8914" y="8364"/>
                </a:lnTo>
                <a:lnTo>
                  <a:pt x="9208" y="8070"/>
                </a:lnTo>
                <a:lnTo>
                  <a:pt x="9464" y="7740"/>
                </a:lnTo>
                <a:lnTo>
                  <a:pt x="9538" y="7593"/>
                </a:lnTo>
                <a:lnTo>
                  <a:pt x="9611" y="7410"/>
                </a:lnTo>
                <a:lnTo>
                  <a:pt x="9648" y="7226"/>
                </a:lnTo>
                <a:lnTo>
                  <a:pt x="9648" y="7043"/>
                </a:lnTo>
                <a:lnTo>
                  <a:pt x="9648" y="6860"/>
                </a:lnTo>
                <a:lnTo>
                  <a:pt x="9574" y="6713"/>
                </a:lnTo>
                <a:lnTo>
                  <a:pt x="9464" y="6529"/>
                </a:lnTo>
                <a:lnTo>
                  <a:pt x="9354" y="6419"/>
                </a:lnTo>
                <a:lnTo>
                  <a:pt x="9208" y="6273"/>
                </a:lnTo>
                <a:lnTo>
                  <a:pt x="9061" y="6199"/>
                </a:lnTo>
                <a:lnTo>
                  <a:pt x="8731" y="6053"/>
                </a:lnTo>
                <a:lnTo>
                  <a:pt x="8364" y="5979"/>
                </a:lnTo>
                <a:close/>
                <a:moveTo>
                  <a:pt x="5063" y="7080"/>
                </a:moveTo>
                <a:lnTo>
                  <a:pt x="5246" y="8180"/>
                </a:lnTo>
                <a:lnTo>
                  <a:pt x="5466" y="9281"/>
                </a:lnTo>
                <a:lnTo>
                  <a:pt x="4622" y="8804"/>
                </a:lnTo>
                <a:lnTo>
                  <a:pt x="3779" y="8290"/>
                </a:lnTo>
                <a:lnTo>
                  <a:pt x="4439" y="7667"/>
                </a:lnTo>
                <a:lnTo>
                  <a:pt x="5063" y="7080"/>
                </a:lnTo>
                <a:close/>
                <a:moveTo>
                  <a:pt x="7887" y="4732"/>
                </a:moveTo>
                <a:lnTo>
                  <a:pt x="9171" y="5282"/>
                </a:lnTo>
                <a:lnTo>
                  <a:pt x="10381" y="5869"/>
                </a:lnTo>
                <a:lnTo>
                  <a:pt x="10602" y="6529"/>
                </a:lnTo>
                <a:lnTo>
                  <a:pt x="10785" y="7190"/>
                </a:lnTo>
                <a:lnTo>
                  <a:pt x="10932" y="7850"/>
                </a:lnTo>
                <a:lnTo>
                  <a:pt x="11078" y="8547"/>
                </a:lnTo>
                <a:lnTo>
                  <a:pt x="10565" y="9097"/>
                </a:lnTo>
                <a:lnTo>
                  <a:pt x="10015" y="9647"/>
                </a:lnTo>
                <a:lnTo>
                  <a:pt x="9428" y="10161"/>
                </a:lnTo>
                <a:lnTo>
                  <a:pt x="8841" y="10674"/>
                </a:lnTo>
                <a:lnTo>
                  <a:pt x="8107" y="10418"/>
                </a:lnTo>
                <a:lnTo>
                  <a:pt x="7374" y="10161"/>
                </a:lnTo>
                <a:lnTo>
                  <a:pt x="6677" y="9867"/>
                </a:lnTo>
                <a:lnTo>
                  <a:pt x="5980" y="9537"/>
                </a:lnTo>
                <a:lnTo>
                  <a:pt x="5723" y="8143"/>
                </a:lnTo>
                <a:lnTo>
                  <a:pt x="5466" y="6713"/>
                </a:lnTo>
                <a:lnTo>
                  <a:pt x="6677" y="5722"/>
                </a:lnTo>
                <a:lnTo>
                  <a:pt x="7887" y="4732"/>
                </a:lnTo>
                <a:close/>
                <a:moveTo>
                  <a:pt x="11152" y="9171"/>
                </a:moveTo>
                <a:lnTo>
                  <a:pt x="11225" y="10161"/>
                </a:lnTo>
                <a:lnTo>
                  <a:pt x="11225" y="11188"/>
                </a:lnTo>
                <a:lnTo>
                  <a:pt x="11225" y="11225"/>
                </a:lnTo>
                <a:lnTo>
                  <a:pt x="10308" y="11041"/>
                </a:lnTo>
                <a:lnTo>
                  <a:pt x="9391" y="10821"/>
                </a:lnTo>
                <a:lnTo>
                  <a:pt x="10015" y="10308"/>
                </a:lnTo>
                <a:lnTo>
                  <a:pt x="10565" y="9794"/>
                </a:lnTo>
                <a:lnTo>
                  <a:pt x="11152" y="9171"/>
                </a:lnTo>
                <a:close/>
                <a:moveTo>
                  <a:pt x="12729" y="7153"/>
                </a:moveTo>
                <a:lnTo>
                  <a:pt x="13243" y="7483"/>
                </a:lnTo>
                <a:lnTo>
                  <a:pt x="13756" y="7813"/>
                </a:lnTo>
                <a:lnTo>
                  <a:pt x="14233" y="8180"/>
                </a:lnTo>
                <a:lnTo>
                  <a:pt x="14673" y="8584"/>
                </a:lnTo>
                <a:lnTo>
                  <a:pt x="15113" y="9024"/>
                </a:lnTo>
                <a:lnTo>
                  <a:pt x="15480" y="9464"/>
                </a:lnTo>
                <a:lnTo>
                  <a:pt x="15810" y="9941"/>
                </a:lnTo>
                <a:lnTo>
                  <a:pt x="16067" y="10454"/>
                </a:lnTo>
                <a:lnTo>
                  <a:pt x="16251" y="11005"/>
                </a:lnTo>
                <a:lnTo>
                  <a:pt x="16177" y="11041"/>
                </a:lnTo>
                <a:lnTo>
                  <a:pt x="15957" y="11188"/>
                </a:lnTo>
                <a:lnTo>
                  <a:pt x="15700" y="11298"/>
                </a:lnTo>
                <a:lnTo>
                  <a:pt x="15444" y="11371"/>
                </a:lnTo>
                <a:lnTo>
                  <a:pt x="15187" y="11445"/>
                </a:lnTo>
                <a:lnTo>
                  <a:pt x="15113" y="11371"/>
                </a:lnTo>
                <a:lnTo>
                  <a:pt x="15077" y="11408"/>
                </a:lnTo>
                <a:lnTo>
                  <a:pt x="14233" y="11445"/>
                </a:lnTo>
                <a:lnTo>
                  <a:pt x="13389" y="11408"/>
                </a:lnTo>
                <a:lnTo>
                  <a:pt x="12582" y="11371"/>
                </a:lnTo>
                <a:lnTo>
                  <a:pt x="11739" y="11298"/>
                </a:lnTo>
                <a:lnTo>
                  <a:pt x="11702" y="10198"/>
                </a:lnTo>
                <a:lnTo>
                  <a:pt x="11665" y="9464"/>
                </a:lnTo>
                <a:lnTo>
                  <a:pt x="11592" y="8694"/>
                </a:lnTo>
                <a:lnTo>
                  <a:pt x="12179" y="7923"/>
                </a:lnTo>
                <a:lnTo>
                  <a:pt x="12729" y="7153"/>
                </a:lnTo>
                <a:close/>
                <a:moveTo>
                  <a:pt x="6126" y="10161"/>
                </a:moveTo>
                <a:lnTo>
                  <a:pt x="6787" y="10454"/>
                </a:lnTo>
                <a:lnTo>
                  <a:pt x="7447" y="10711"/>
                </a:lnTo>
                <a:lnTo>
                  <a:pt x="8327" y="11005"/>
                </a:lnTo>
                <a:lnTo>
                  <a:pt x="7557" y="11555"/>
                </a:lnTo>
                <a:lnTo>
                  <a:pt x="6713" y="11995"/>
                </a:lnTo>
                <a:lnTo>
                  <a:pt x="6603" y="12068"/>
                </a:lnTo>
                <a:lnTo>
                  <a:pt x="6346" y="11078"/>
                </a:lnTo>
                <a:lnTo>
                  <a:pt x="6126" y="10161"/>
                </a:lnTo>
                <a:close/>
                <a:moveTo>
                  <a:pt x="3449" y="8657"/>
                </a:moveTo>
                <a:lnTo>
                  <a:pt x="3889" y="8950"/>
                </a:lnTo>
                <a:lnTo>
                  <a:pt x="4733" y="9427"/>
                </a:lnTo>
                <a:lnTo>
                  <a:pt x="5613" y="9904"/>
                </a:lnTo>
                <a:lnTo>
                  <a:pt x="5870" y="11078"/>
                </a:lnTo>
                <a:lnTo>
                  <a:pt x="6016" y="11665"/>
                </a:lnTo>
                <a:lnTo>
                  <a:pt x="6200" y="12288"/>
                </a:lnTo>
                <a:lnTo>
                  <a:pt x="5686" y="12509"/>
                </a:lnTo>
                <a:lnTo>
                  <a:pt x="5136" y="12729"/>
                </a:lnTo>
                <a:lnTo>
                  <a:pt x="4622" y="12875"/>
                </a:lnTo>
                <a:lnTo>
                  <a:pt x="4072" y="12985"/>
                </a:lnTo>
                <a:lnTo>
                  <a:pt x="3705" y="12985"/>
                </a:lnTo>
                <a:lnTo>
                  <a:pt x="3375" y="12949"/>
                </a:lnTo>
                <a:lnTo>
                  <a:pt x="3045" y="12875"/>
                </a:lnTo>
                <a:lnTo>
                  <a:pt x="2715" y="12692"/>
                </a:lnTo>
                <a:lnTo>
                  <a:pt x="2568" y="12582"/>
                </a:lnTo>
                <a:lnTo>
                  <a:pt x="2458" y="12435"/>
                </a:lnTo>
                <a:lnTo>
                  <a:pt x="2348" y="12288"/>
                </a:lnTo>
                <a:lnTo>
                  <a:pt x="2275" y="12105"/>
                </a:lnTo>
                <a:lnTo>
                  <a:pt x="2165" y="11775"/>
                </a:lnTo>
                <a:lnTo>
                  <a:pt x="2165" y="11371"/>
                </a:lnTo>
                <a:lnTo>
                  <a:pt x="2201" y="11005"/>
                </a:lnTo>
                <a:lnTo>
                  <a:pt x="2275" y="10638"/>
                </a:lnTo>
                <a:lnTo>
                  <a:pt x="2385" y="10271"/>
                </a:lnTo>
                <a:lnTo>
                  <a:pt x="2532" y="9941"/>
                </a:lnTo>
                <a:lnTo>
                  <a:pt x="2715" y="9574"/>
                </a:lnTo>
                <a:lnTo>
                  <a:pt x="2935" y="9281"/>
                </a:lnTo>
                <a:lnTo>
                  <a:pt x="3192" y="8950"/>
                </a:lnTo>
                <a:lnTo>
                  <a:pt x="3449" y="8657"/>
                </a:lnTo>
                <a:close/>
                <a:moveTo>
                  <a:pt x="8291" y="14049"/>
                </a:moveTo>
                <a:lnTo>
                  <a:pt x="8401" y="14086"/>
                </a:lnTo>
                <a:lnTo>
                  <a:pt x="8401" y="14196"/>
                </a:lnTo>
                <a:lnTo>
                  <a:pt x="8401" y="14343"/>
                </a:lnTo>
                <a:lnTo>
                  <a:pt x="8364" y="14489"/>
                </a:lnTo>
                <a:lnTo>
                  <a:pt x="8291" y="14599"/>
                </a:lnTo>
                <a:lnTo>
                  <a:pt x="8181" y="14673"/>
                </a:lnTo>
                <a:lnTo>
                  <a:pt x="7960" y="14489"/>
                </a:lnTo>
                <a:lnTo>
                  <a:pt x="7777" y="14306"/>
                </a:lnTo>
                <a:lnTo>
                  <a:pt x="7850" y="14159"/>
                </a:lnTo>
                <a:lnTo>
                  <a:pt x="7997" y="14086"/>
                </a:lnTo>
                <a:lnTo>
                  <a:pt x="8144" y="14049"/>
                </a:lnTo>
                <a:close/>
                <a:moveTo>
                  <a:pt x="8914" y="11188"/>
                </a:moveTo>
                <a:lnTo>
                  <a:pt x="10051" y="11481"/>
                </a:lnTo>
                <a:lnTo>
                  <a:pt x="11225" y="11702"/>
                </a:lnTo>
                <a:lnTo>
                  <a:pt x="11188" y="12288"/>
                </a:lnTo>
                <a:lnTo>
                  <a:pt x="11115" y="12839"/>
                </a:lnTo>
                <a:lnTo>
                  <a:pt x="10968" y="13426"/>
                </a:lnTo>
                <a:lnTo>
                  <a:pt x="10822" y="13976"/>
                </a:lnTo>
                <a:lnTo>
                  <a:pt x="10638" y="14269"/>
                </a:lnTo>
                <a:lnTo>
                  <a:pt x="10455" y="14563"/>
                </a:lnTo>
                <a:lnTo>
                  <a:pt x="10198" y="14819"/>
                </a:lnTo>
                <a:lnTo>
                  <a:pt x="9905" y="15003"/>
                </a:lnTo>
                <a:lnTo>
                  <a:pt x="9648" y="15113"/>
                </a:lnTo>
                <a:lnTo>
                  <a:pt x="9391" y="15150"/>
                </a:lnTo>
                <a:lnTo>
                  <a:pt x="9098" y="15113"/>
                </a:lnTo>
                <a:lnTo>
                  <a:pt x="8841" y="15040"/>
                </a:lnTo>
                <a:lnTo>
                  <a:pt x="8951" y="14856"/>
                </a:lnTo>
                <a:lnTo>
                  <a:pt x="8988" y="14673"/>
                </a:lnTo>
                <a:lnTo>
                  <a:pt x="9061" y="14453"/>
                </a:lnTo>
                <a:lnTo>
                  <a:pt x="9061" y="14269"/>
                </a:lnTo>
                <a:lnTo>
                  <a:pt x="9024" y="14086"/>
                </a:lnTo>
                <a:lnTo>
                  <a:pt x="8951" y="13976"/>
                </a:lnTo>
                <a:lnTo>
                  <a:pt x="8841" y="13829"/>
                </a:lnTo>
                <a:lnTo>
                  <a:pt x="8731" y="13756"/>
                </a:lnTo>
                <a:lnTo>
                  <a:pt x="8547" y="13646"/>
                </a:lnTo>
                <a:lnTo>
                  <a:pt x="8401" y="13609"/>
                </a:lnTo>
                <a:lnTo>
                  <a:pt x="8254" y="13572"/>
                </a:lnTo>
                <a:lnTo>
                  <a:pt x="8071" y="13572"/>
                </a:lnTo>
                <a:lnTo>
                  <a:pt x="7887" y="13609"/>
                </a:lnTo>
                <a:lnTo>
                  <a:pt x="7740" y="13682"/>
                </a:lnTo>
                <a:lnTo>
                  <a:pt x="7594" y="13792"/>
                </a:lnTo>
                <a:lnTo>
                  <a:pt x="7447" y="13902"/>
                </a:lnTo>
                <a:lnTo>
                  <a:pt x="7264" y="13609"/>
                </a:lnTo>
                <a:lnTo>
                  <a:pt x="7080" y="13242"/>
                </a:lnTo>
                <a:lnTo>
                  <a:pt x="6897" y="12912"/>
                </a:lnTo>
                <a:lnTo>
                  <a:pt x="6750" y="12545"/>
                </a:lnTo>
                <a:lnTo>
                  <a:pt x="7814" y="11958"/>
                </a:lnTo>
                <a:lnTo>
                  <a:pt x="8364" y="11591"/>
                </a:lnTo>
                <a:lnTo>
                  <a:pt x="8914" y="11188"/>
                </a:lnTo>
                <a:close/>
                <a:moveTo>
                  <a:pt x="6493" y="0"/>
                </a:moveTo>
                <a:lnTo>
                  <a:pt x="6163" y="294"/>
                </a:lnTo>
                <a:lnTo>
                  <a:pt x="5870" y="624"/>
                </a:lnTo>
                <a:lnTo>
                  <a:pt x="5613" y="991"/>
                </a:lnTo>
                <a:lnTo>
                  <a:pt x="5429" y="1394"/>
                </a:lnTo>
                <a:lnTo>
                  <a:pt x="5246" y="1798"/>
                </a:lnTo>
                <a:lnTo>
                  <a:pt x="5099" y="2201"/>
                </a:lnTo>
                <a:lnTo>
                  <a:pt x="5026" y="2641"/>
                </a:lnTo>
                <a:lnTo>
                  <a:pt x="4953" y="3081"/>
                </a:lnTo>
                <a:lnTo>
                  <a:pt x="4219" y="2898"/>
                </a:lnTo>
                <a:lnTo>
                  <a:pt x="3485" y="2788"/>
                </a:lnTo>
                <a:lnTo>
                  <a:pt x="2752" y="2715"/>
                </a:lnTo>
                <a:lnTo>
                  <a:pt x="2385" y="2751"/>
                </a:lnTo>
                <a:lnTo>
                  <a:pt x="2055" y="2788"/>
                </a:lnTo>
                <a:lnTo>
                  <a:pt x="1725" y="2825"/>
                </a:lnTo>
                <a:lnTo>
                  <a:pt x="1394" y="2898"/>
                </a:lnTo>
                <a:lnTo>
                  <a:pt x="1101" y="3045"/>
                </a:lnTo>
                <a:lnTo>
                  <a:pt x="808" y="3191"/>
                </a:lnTo>
                <a:lnTo>
                  <a:pt x="551" y="3338"/>
                </a:lnTo>
                <a:lnTo>
                  <a:pt x="367" y="3558"/>
                </a:lnTo>
                <a:lnTo>
                  <a:pt x="184" y="3815"/>
                </a:lnTo>
                <a:lnTo>
                  <a:pt x="74" y="4108"/>
                </a:lnTo>
                <a:lnTo>
                  <a:pt x="1" y="4402"/>
                </a:lnTo>
                <a:lnTo>
                  <a:pt x="1" y="4732"/>
                </a:lnTo>
                <a:lnTo>
                  <a:pt x="37" y="5026"/>
                </a:lnTo>
                <a:lnTo>
                  <a:pt x="147" y="5356"/>
                </a:lnTo>
                <a:lnTo>
                  <a:pt x="257" y="5649"/>
                </a:lnTo>
                <a:lnTo>
                  <a:pt x="441" y="5943"/>
                </a:lnTo>
                <a:lnTo>
                  <a:pt x="624" y="6236"/>
                </a:lnTo>
                <a:lnTo>
                  <a:pt x="844" y="6493"/>
                </a:lnTo>
                <a:lnTo>
                  <a:pt x="1211" y="6860"/>
                </a:lnTo>
                <a:lnTo>
                  <a:pt x="1615" y="7263"/>
                </a:lnTo>
                <a:lnTo>
                  <a:pt x="1615" y="7300"/>
                </a:lnTo>
                <a:lnTo>
                  <a:pt x="1615" y="7520"/>
                </a:lnTo>
                <a:lnTo>
                  <a:pt x="1688" y="7777"/>
                </a:lnTo>
                <a:lnTo>
                  <a:pt x="1725" y="7887"/>
                </a:lnTo>
                <a:lnTo>
                  <a:pt x="1835" y="7960"/>
                </a:lnTo>
                <a:lnTo>
                  <a:pt x="1908" y="8033"/>
                </a:lnTo>
                <a:lnTo>
                  <a:pt x="2055" y="8070"/>
                </a:lnTo>
                <a:lnTo>
                  <a:pt x="2165" y="8107"/>
                </a:lnTo>
                <a:lnTo>
                  <a:pt x="2275" y="8070"/>
                </a:lnTo>
                <a:lnTo>
                  <a:pt x="2532" y="7997"/>
                </a:lnTo>
                <a:lnTo>
                  <a:pt x="3045" y="8400"/>
                </a:lnTo>
                <a:lnTo>
                  <a:pt x="2642" y="8914"/>
                </a:lnTo>
                <a:lnTo>
                  <a:pt x="2312" y="9464"/>
                </a:lnTo>
                <a:lnTo>
                  <a:pt x="2018" y="10051"/>
                </a:lnTo>
                <a:lnTo>
                  <a:pt x="1871" y="10344"/>
                </a:lnTo>
                <a:lnTo>
                  <a:pt x="1798" y="10674"/>
                </a:lnTo>
                <a:lnTo>
                  <a:pt x="1725" y="10968"/>
                </a:lnTo>
                <a:lnTo>
                  <a:pt x="1688" y="11261"/>
                </a:lnTo>
                <a:lnTo>
                  <a:pt x="1688" y="11555"/>
                </a:lnTo>
                <a:lnTo>
                  <a:pt x="1725" y="11885"/>
                </a:lnTo>
                <a:lnTo>
                  <a:pt x="1798" y="12142"/>
                </a:lnTo>
                <a:lnTo>
                  <a:pt x="1908" y="12435"/>
                </a:lnTo>
                <a:lnTo>
                  <a:pt x="2055" y="12692"/>
                </a:lnTo>
                <a:lnTo>
                  <a:pt x="2238" y="12912"/>
                </a:lnTo>
                <a:lnTo>
                  <a:pt x="2495" y="13132"/>
                </a:lnTo>
                <a:lnTo>
                  <a:pt x="2788" y="13279"/>
                </a:lnTo>
                <a:lnTo>
                  <a:pt x="3045" y="13389"/>
                </a:lnTo>
                <a:lnTo>
                  <a:pt x="3375" y="13426"/>
                </a:lnTo>
                <a:lnTo>
                  <a:pt x="3669" y="13462"/>
                </a:lnTo>
                <a:lnTo>
                  <a:pt x="3999" y="13462"/>
                </a:lnTo>
                <a:lnTo>
                  <a:pt x="4292" y="13426"/>
                </a:lnTo>
                <a:lnTo>
                  <a:pt x="4586" y="13389"/>
                </a:lnTo>
                <a:lnTo>
                  <a:pt x="5026" y="13242"/>
                </a:lnTo>
                <a:lnTo>
                  <a:pt x="5503" y="13095"/>
                </a:lnTo>
                <a:lnTo>
                  <a:pt x="5906" y="12949"/>
                </a:lnTo>
                <a:lnTo>
                  <a:pt x="6346" y="12729"/>
                </a:lnTo>
                <a:lnTo>
                  <a:pt x="6530" y="13169"/>
                </a:lnTo>
                <a:lnTo>
                  <a:pt x="6713" y="13572"/>
                </a:lnTo>
                <a:lnTo>
                  <a:pt x="6970" y="13976"/>
                </a:lnTo>
                <a:lnTo>
                  <a:pt x="7227" y="14343"/>
                </a:lnTo>
                <a:lnTo>
                  <a:pt x="7153" y="14526"/>
                </a:lnTo>
                <a:lnTo>
                  <a:pt x="7117" y="14709"/>
                </a:lnTo>
                <a:lnTo>
                  <a:pt x="7153" y="14893"/>
                </a:lnTo>
                <a:lnTo>
                  <a:pt x="7227" y="15076"/>
                </a:lnTo>
                <a:lnTo>
                  <a:pt x="7337" y="15223"/>
                </a:lnTo>
                <a:lnTo>
                  <a:pt x="7484" y="15333"/>
                </a:lnTo>
                <a:lnTo>
                  <a:pt x="7630" y="15406"/>
                </a:lnTo>
                <a:lnTo>
                  <a:pt x="7777" y="15480"/>
                </a:lnTo>
                <a:lnTo>
                  <a:pt x="7924" y="15516"/>
                </a:lnTo>
                <a:lnTo>
                  <a:pt x="8107" y="15516"/>
                </a:lnTo>
                <a:lnTo>
                  <a:pt x="8254" y="15480"/>
                </a:lnTo>
                <a:lnTo>
                  <a:pt x="8437" y="15406"/>
                </a:lnTo>
                <a:lnTo>
                  <a:pt x="8474" y="15406"/>
                </a:lnTo>
                <a:lnTo>
                  <a:pt x="8804" y="15516"/>
                </a:lnTo>
                <a:lnTo>
                  <a:pt x="9171" y="15590"/>
                </a:lnTo>
                <a:lnTo>
                  <a:pt x="9501" y="15590"/>
                </a:lnTo>
                <a:lnTo>
                  <a:pt x="9868" y="15516"/>
                </a:lnTo>
                <a:lnTo>
                  <a:pt x="10161" y="15406"/>
                </a:lnTo>
                <a:lnTo>
                  <a:pt x="10418" y="15260"/>
                </a:lnTo>
                <a:lnTo>
                  <a:pt x="10675" y="15040"/>
                </a:lnTo>
                <a:lnTo>
                  <a:pt x="10858" y="14819"/>
                </a:lnTo>
                <a:lnTo>
                  <a:pt x="11042" y="14563"/>
                </a:lnTo>
                <a:lnTo>
                  <a:pt x="11188" y="14269"/>
                </a:lnTo>
                <a:lnTo>
                  <a:pt x="11299" y="13976"/>
                </a:lnTo>
                <a:lnTo>
                  <a:pt x="11409" y="13682"/>
                </a:lnTo>
                <a:lnTo>
                  <a:pt x="11519" y="13242"/>
                </a:lnTo>
                <a:lnTo>
                  <a:pt x="11629" y="12765"/>
                </a:lnTo>
                <a:lnTo>
                  <a:pt x="11665" y="12252"/>
                </a:lnTo>
                <a:lnTo>
                  <a:pt x="11702" y="11775"/>
                </a:lnTo>
                <a:lnTo>
                  <a:pt x="12619" y="11848"/>
                </a:lnTo>
                <a:lnTo>
                  <a:pt x="13499" y="11922"/>
                </a:lnTo>
                <a:lnTo>
                  <a:pt x="14416" y="11922"/>
                </a:lnTo>
                <a:lnTo>
                  <a:pt x="15297" y="11885"/>
                </a:lnTo>
                <a:lnTo>
                  <a:pt x="15333" y="11848"/>
                </a:lnTo>
                <a:lnTo>
                  <a:pt x="15333" y="11775"/>
                </a:lnTo>
                <a:lnTo>
                  <a:pt x="15590" y="11702"/>
                </a:lnTo>
                <a:lnTo>
                  <a:pt x="15884" y="11628"/>
                </a:lnTo>
                <a:lnTo>
                  <a:pt x="16140" y="11481"/>
                </a:lnTo>
                <a:lnTo>
                  <a:pt x="16397" y="11335"/>
                </a:lnTo>
                <a:lnTo>
                  <a:pt x="16507" y="11335"/>
                </a:lnTo>
                <a:lnTo>
                  <a:pt x="16544" y="11298"/>
                </a:lnTo>
                <a:lnTo>
                  <a:pt x="16581" y="11225"/>
                </a:lnTo>
                <a:lnTo>
                  <a:pt x="16544" y="10931"/>
                </a:lnTo>
                <a:lnTo>
                  <a:pt x="16471" y="10638"/>
                </a:lnTo>
                <a:lnTo>
                  <a:pt x="16397" y="10344"/>
                </a:lnTo>
                <a:lnTo>
                  <a:pt x="16287" y="10088"/>
                </a:lnTo>
                <a:lnTo>
                  <a:pt x="15994" y="9537"/>
                </a:lnTo>
                <a:lnTo>
                  <a:pt x="15627" y="9060"/>
                </a:lnTo>
                <a:lnTo>
                  <a:pt x="15223" y="8584"/>
                </a:lnTo>
                <a:lnTo>
                  <a:pt x="14783" y="8143"/>
                </a:lnTo>
                <a:lnTo>
                  <a:pt x="14306" y="7740"/>
                </a:lnTo>
                <a:lnTo>
                  <a:pt x="13793" y="7336"/>
                </a:lnTo>
                <a:lnTo>
                  <a:pt x="12949" y="6786"/>
                </a:lnTo>
                <a:lnTo>
                  <a:pt x="13353" y="6053"/>
                </a:lnTo>
                <a:lnTo>
                  <a:pt x="13720" y="5319"/>
                </a:lnTo>
                <a:lnTo>
                  <a:pt x="14050" y="4549"/>
                </a:lnTo>
                <a:lnTo>
                  <a:pt x="14306" y="3778"/>
                </a:lnTo>
                <a:lnTo>
                  <a:pt x="14306" y="3632"/>
                </a:lnTo>
                <a:lnTo>
                  <a:pt x="14453" y="3522"/>
                </a:lnTo>
                <a:lnTo>
                  <a:pt x="14600" y="3375"/>
                </a:lnTo>
                <a:lnTo>
                  <a:pt x="14747" y="3155"/>
                </a:lnTo>
                <a:lnTo>
                  <a:pt x="14820" y="2935"/>
                </a:lnTo>
                <a:lnTo>
                  <a:pt x="14820" y="2678"/>
                </a:lnTo>
                <a:lnTo>
                  <a:pt x="14747" y="2421"/>
                </a:lnTo>
                <a:lnTo>
                  <a:pt x="14637" y="2238"/>
                </a:lnTo>
                <a:lnTo>
                  <a:pt x="14490" y="2054"/>
                </a:lnTo>
                <a:lnTo>
                  <a:pt x="14270" y="1944"/>
                </a:lnTo>
                <a:lnTo>
                  <a:pt x="14160" y="1908"/>
                </a:lnTo>
                <a:lnTo>
                  <a:pt x="14013" y="1908"/>
                </a:lnTo>
                <a:lnTo>
                  <a:pt x="13830" y="1944"/>
                </a:lnTo>
                <a:lnTo>
                  <a:pt x="13683" y="2018"/>
                </a:lnTo>
                <a:lnTo>
                  <a:pt x="13536" y="2091"/>
                </a:lnTo>
                <a:lnTo>
                  <a:pt x="13389" y="2201"/>
                </a:lnTo>
                <a:lnTo>
                  <a:pt x="12949" y="2128"/>
                </a:lnTo>
                <a:lnTo>
                  <a:pt x="12472" y="2164"/>
                </a:lnTo>
                <a:lnTo>
                  <a:pt x="12032" y="2201"/>
                </a:lnTo>
                <a:lnTo>
                  <a:pt x="11592" y="2274"/>
                </a:lnTo>
                <a:lnTo>
                  <a:pt x="11115" y="2421"/>
                </a:lnTo>
                <a:lnTo>
                  <a:pt x="10675" y="2568"/>
                </a:lnTo>
                <a:lnTo>
                  <a:pt x="10271" y="2751"/>
                </a:lnTo>
                <a:lnTo>
                  <a:pt x="9831" y="2971"/>
                </a:lnTo>
                <a:lnTo>
                  <a:pt x="9611" y="3081"/>
                </a:lnTo>
                <a:lnTo>
                  <a:pt x="9208" y="2421"/>
                </a:lnTo>
                <a:lnTo>
                  <a:pt x="8767" y="1761"/>
                </a:lnTo>
                <a:lnTo>
                  <a:pt x="8254" y="1137"/>
                </a:lnTo>
                <a:lnTo>
                  <a:pt x="7740" y="550"/>
                </a:lnTo>
                <a:lnTo>
                  <a:pt x="7630" y="477"/>
                </a:lnTo>
                <a:lnTo>
                  <a:pt x="7520" y="477"/>
                </a:lnTo>
                <a:lnTo>
                  <a:pt x="7117" y="624"/>
                </a:lnTo>
                <a:lnTo>
                  <a:pt x="6713" y="807"/>
                </a:lnTo>
                <a:lnTo>
                  <a:pt x="6640" y="844"/>
                </a:lnTo>
                <a:lnTo>
                  <a:pt x="6603" y="881"/>
                </a:lnTo>
                <a:lnTo>
                  <a:pt x="6640" y="991"/>
                </a:lnTo>
                <a:lnTo>
                  <a:pt x="6677" y="1064"/>
                </a:lnTo>
                <a:lnTo>
                  <a:pt x="6787" y="1064"/>
                </a:lnTo>
                <a:lnTo>
                  <a:pt x="7153" y="1027"/>
                </a:lnTo>
                <a:lnTo>
                  <a:pt x="7484" y="991"/>
                </a:lnTo>
                <a:lnTo>
                  <a:pt x="7960" y="1541"/>
                </a:lnTo>
                <a:lnTo>
                  <a:pt x="8401" y="2091"/>
                </a:lnTo>
                <a:lnTo>
                  <a:pt x="8841" y="2715"/>
                </a:lnTo>
                <a:lnTo>
                  <a:pt x="9208" y="3301"/>
                </a:lnTo>
                <a:lnTo>
                  <a:pt x="8511" y="3742"/>
                </a:lnTo>
                <a:lnTo>
                  <a:pt x="7850" y="4219"/>
                </a:lnTo>
                <a:lnTo>
                  <a:pt x="6603" y="3668"/>
                </a:lnTo>
                <a:lnTo>
                  <a:pt x="5980" y="3412"/>
                </a:lnTo>
                <a:lnTo>
                  <a:pt x="5319" y="3191"/>
                </a:lnTo>
                <a:lnTo>
                  <a:pt x="5393" y="2788"/>
                </a:lnTo>
                <a:lnTo>
                  <a:pt x="5466" y="2384"/>
                </a:lnTo>
                <a:lnTo>
                  <a:pt x="5576" y="1981"/>
                </a:lnTo>
                <a:lnTo>
                  <a:pt x="5723" y="1577"/>
                </a:lnTo>
                <a:lnTo>
                  <a:pt x="5906" y="1211"/>
                </a:lnTo>
                <a:lnTo>
                  <a:pt x="6126" y="844"/>
                </a:lnTo>
                <a:lnTo>
                  <a:pt x="6383" y="514"/>
                </a:lnTo>
                <a:lnTo>
                  <a:pt x="6640" y="184"/>
                </a:lnTo>
                <a:lnTo>
                  <a:pt x="6677" y="110"/>
                </a:lnTo>
                <a:lnTo>
                  <a:pt x="6677" y="37"/>
                </a:lnTo>
                <a:lnTo>
                  <a:pt x="66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4C2F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46" name="Google Shape;1646;p65"/>
          <p:cNvSpPr/>
          <p:nvPr/>
        </p:nvSpPr>
        <p:spPr>
          <a:xfrm>
            <a:off x="8858434" y="3508817"/>
            <a:ext cx="90443" cy="197435"/>
          </a:xfrm>
          <a:custGeom>
            <a:rect b="b" l="l" r="r" t="t"/>
            <a:pathLst>
              <a:path extrusionOk="0" h="16178" w="7411">
                <a:moveTo>
                  <a:pt x="3339" y="147"/>
                </a:moveTo>
                <a:lnTo>
                  <a:pt x="3229" y="441"/>
                </a:lnTo>
                <a:lnTo>
                  <a:pt x="3155" y="734"/>
                </a:lnTo>
                <a:lnTo>
                  <a:pt x="3119" y="1358"/>
                </a:lnTo>
                <a:lnTo>
                  <a:pt x="3082" y="2972"/>
                </a:lnTo>
                <a:lnTo>
                  <a:pt x="3119" y="4476"/>
                </a:lnTo>
                <a:lnTo>
                  <a:pt x="3119" y="5283"/>
                </a:lnTo>
                <a:lnTo>
                  <a:pt x="3119" y="5576"/>
                </a:lnTo>
                <a:lnTo>
                  <a:pt x="3155" y="5723"/>
                </a:lnTo>
                <a:lnTo>
                  <a:pt x="3229" y="5870"/>
                </a:lnTo>
                <a:lnTo>
                  <a:pt x="3265" y="5906"/>
                </a:lnTo>
                <a:lnTo>
                  <a:pt x="3339" y="5943"/>
                </a:lnTo>
                <a:lnTo>
                  <a:pt x="3375" y="5943"/>
                </a:lnTo>
                <a:lnTo>
                  <a:pt x="3449" y="5870"/>
                </a:lnTo>
                <a:lnTo>
                  <a:pt x="3486" y="5760"/>
                </a:lnTo>
                <a:lnTo>
                  <a:pt x="3522" y="5649"/>
                </a:lnTo>
                <a:lnTo>
                  <a:pt x="3522" y="5393"/>
                </a:lnTo>
                <a:lnTo>
                  <a:pt x="3522" y="4586"/>
                </a:lnTo>
                <a:lnTo>
                  <a:pt x="3486" y="2972"/>
                </a:lnTo>
                <a:lnTo>
                  <a:pt x="3522" y="1504"/>
                </a:lnTo>
                <a:lnTo>
                  <a:pt x="3522" y="808"/>
                </a:lnTo>
                <a:lnTo>
                  <a:pt x="3486" y="477"/>
                </a:lnTo>
                <a:lnTo>
                  <a:pt x="3412" y="294"/>
                </a:lnTo>
                <a:lnTo>
                  <a:pt x="3375" y="147"/>
                </a:lnTo>
                <a:close/>
                <a:moveTo>
                  <a:pt x="1725" y="1"/>
                </a:moveTo>
                <a:lnTo>
                  <a:pt x="1688" y="37"/>
                </a:lnTo>
                <a:lnTo>
                  <a:pt x="1615" y="147"/>
                </a:lnTo>
                <a:lnTo>
                  <a:pt x="1578" y="294"/>
                </a:lnTo>
                <a:lnTo>
                  <a:pt x="1541" y="624"/>
                </a:lnTo>
                <a:lnTo>
                  <a:pt x="1578" y="1284"/>
                </a:lnTo>
                <a:lnTo>
                  <a:pt x="1615" y="2898"/>
                </a:lnTo>
                <a:lnTo>
                  <a:pt x="1725" y="6236"/>
                </a:lnTo>
                <a:lnTo>
                  <a:pt x="1761" y="6346"/>
                </a:lnTo>
                <a:lnTo>
                  <a:pt x="1798" y="6383"/>
                </a:lnTo>
                <a:lnTo>
                  <a:pt x="1872" y="6420"/>
                </a:lnTo>
                <a:lnTo>
                  <a:pt x="1945" y="6456"/>
                </a:lnTo>
                <a:lnTo>
                  <a:pt x="2018" y="6420"/>
                </a:lnTo>
                <a:lnTo>
                  <a:pt x="2092" y="6383"/>
                </a:lnTo>
                <a:lnTo>
                  <a:pt x="2165" y="6346"/>
                </a:lnTo>
                <a:lnTo>
                  <a:pt x="2165" y="6236"/>
                </a:lnTo>
                <a:lnTo>
                  <a:pt x="2165" y="5980"/>
                </a:lnTo>
                <a:lnTo>
                  <a:pt x="2165" y="5943"/>
                </a:lnTo>
                <a:lnTo>
                  <a:pt x="2055" y="3008"/>
                </a:lnTo>
                <a:lnTo>
                  <a:pt x="1982" y="1394"/>
                </a:lnTo>
                <a:lnTo>
                  <a:pt x="1945" y="587"/>
                </a:lnTo>
                <a:lnTo>
                  <a:pt x="1908" y="294"/>
                </a:lnTo>
                <a:lnTo>
                  <a:pt x="1872" y="147"/>
                </a:lnTo>
                <a:lnTo>
                  <a:pt x="1761" y="37"/>
                </a:lnTo>
                <a:lnTo>
                  <a:pt x="1725" y="1"/>
                </a:lnTo>
                <a:close/>
                <a:moveTo>
                  <a:pt x="4953" y="184"/>
                </a:moveTo>
                <a:lnTo>
                  <a:pt x="4879" y="221"/>
                </a:lnTo>
                <a:lnTo>
                  <a:pt x="4843" y="257"/>
                </a:lnTo>
                <a:lnTo>
                  <a:pt x="4843" y="331"/>
                </a:lnTo>
                <a:lnTo>
                  <a:pt x="4769" y="1101"/>
                </a:lnTo>
                <a:lnTo>
                  <a:pt x="4733" y="1908"/>
                </a:lnTo>
                <a:lnTo>
                  <a:pt x="4733" y="3522"/>
                </a:lnTo>
                <a:lnTo>
                  <a:pt x="4733" y="5136"/>
                </a:lnTo>
                <a:lnTo>
                  <a:pt x="4696" y="5870"/>
                </a:lnTo>
                <a:lnTo>
                  <a:pt x="4696" y="6273"/>
                </a:lnTo>
                <a:lnTo>
                  <a:pt x="4769" y="6640"/>
                </a:lnTo>
                <a:lnTo>
                  <a:pt x="4806" y="6713"/>
                </a:lnTo>
                <a:lnTo>
                  <a:pt x="4916" y="6750"/>
                </a:lnTo>
                <a:lnTo>
                  <a:pt x="5026" y="6713"/>
                </a:lnTo>
                <a:lnTo>
                  <a:pt x="5100" y="6640"/>
                </a:lnTo>
                <a:lnTo>
                  <a:pt x="5173" y="6273"/>
                </a:lnTo>
                <a:lnTo>
                  <a:pt x="5173" y="5870"/>
                </a:lnTo>
                <a:lnTo>
                  <a:pt x="5136" y="5136"/>
                </a:lnTo>
                <a:lnTo>
                  <a:pt x="5136" y="3522"/>
                </a:lnTo>
                <a:lnTo>
                  <a:pt x="5173" y="1908"/>
                </a:lnTo>
                <a:lnTo>
                  <a:pt x="5136" y="1138"/>
                </a:lnTo>
                <a:lnTo>
                  <a:pt x="5100" y="331"/>
                </a:lnTo>
                <a:lnTo>
                  <a:pt x="5100" y="257"/>
                </a:lnTo>
                <a:lnTo>
                  <a:pt x="5063" y="221"/>
                </a:lnTo>
                <a:lnTo>
                  <a:pt x="4953" y="184"/>
                </a:lnTo>
                <a:close/>
                <a:moveTo>
                  <a:pt x="6273" y="2678"/>
                </a:moveTo>
                <a:lnTo>
                  <a:pt x="6273" y="2715"/>
                </a:lnTo>
                <a:lnTo>
                  <a:pt x="6200" y="3008"/>
                </a:lnTo>
                <a:lnTo>
                  <a:pt x="6163" y="3302"/>
                </a:lnTo>
                <a:lnTo>
                  <a:pt x="6127" y="3925"/>
                </a:lnTo>
                <a:lnTo>
                  <a:pt x="6127" y="5173"/>
                </a:lnTo>
                <a:lnTo>
                  <a:pt x="6090" y="7667"/>
                </a:lnTo>
                <a:lnTo>
                  <a:pt x="6090" y="7887"/>
                </a:lnTo>
                <a:lnTo>
                  <a:pt x="6127" y="7960"/>
                </a:lnTo>
                <a:lnTo>
                  <a:pt x="6163" y="8034"/>
                </a:lnTo>
                <a:lnTo>
                  <a:pt x="6237" y="8070"/>
                </a:lnTo>
                <a:lnTo>
                  <a:pt x="6383" y="8070"/>
                </a:lnTo>
                <a:lnTo>
                  <a:pt x="6457" y="8034"/>
                </a:lnTo>
                <a:lnTo>
                  <a:pt x="6493" y="7960"/>
                </a:lnTo>
                <a:lnTo>
                  <a:pt x="6530" y="7887"/>
                </a:lnTo>
                <a:lnTo>
                  <a:pt x="6530" y="5283"/>
                </a:lnTo>
                <a:lnTo>
                  <a:pt x="6530" y="3962"/>
                </a:lnTo>
                <a:lnTo>
                  <a:pt x="6493" y="3339"/>
                </a:lnTo>
                <a:lnTo>
                  <a:pt x="6457" y="3008"/>
                </a:lnTo>
                <a:lnTo>
                  <a:pt x="6383" y="2715"/>
                </a:lnTo>
                <a:lnTo>
                  <a:pt x="6347" y="2678"/>
                </a:lnTo>
                <a:close/>
                <a:moveTo>
                  <a:pt x="3265" y="7887"/>
                </a:moveTo>
                <a:lnTo>
                  <a:pt x="3082" y="8107"/>
                </a:lnTo>
                <a:lnTo>
                  <a:pt x="2862" y="8291"/>
                </a:lnTo>
                <a:lnTo>
                  <a:pt x="2679" y="8401"/>
                </a:lnTo>
                <a:lnTo>
                  <a:pt x="2458" y="8474"/>
                </a:lnTo>
                <a:lnTo>
                  <a:pt x="2458" y="8474"/>
                </a:lnTo>
                <a:lnTo>
                  <a:pt x="2605" y="8291"/>
                </a:lnTo>
                <a:lnTo>
                  <a:pt x="2752" y="8144"/>
                </a:lnTo>
                <a:lnTo>
                  <a:pt x="2972" y="7997"/>
                </a:lnTo>
                <a:lnTo>
                  <a:pt x="3192" y="7924"/>
                </a:lnTo>
                <a:lnTo>
                  <a:pt x="3265" y="7887"/>
                </a:lnTo>
                <a:close/>
                <a:moveTo>
                  <a:pt x="4806" y="9501"/>
                </a:moveTo>
                <a:lnTo>
                  <a:pt x="4513" y="9538"/>
                </a:lnTo>
                <a:lnTo>
                  <a:pt x="4329" y="9574"/>
                </a:lnTo>
                <a:lnTo>
                  <a:pt x="4072" y="9574"/>
                </a:lnTo>
                <a:lnTo>
                  <a:pt x="4072" y="9611"/>
                </a:lnTo>
                <a:lnTo>
                  <a:pt x="4072" y="9684"/>
                </a:lnTo>
                <a:lnTo>
                  <a:pt x="4109" y="9758"/>
                </a:lnTo>
                <a:lnTo>
                  <a:pt x="4146" y="9831"/>
                </a:lnTo>
                <a:lnTo>
                  <a:pt x="4219" y="9868"/>
                </a:lnTo>
                <a:lnTo>
                  <a:pt x="4293" y="9905"/>
                </a:lnTo>
                <a:lnTo>
                  <a:pt x="4476" y="9941"/>
                </a:lnTo>
                <a:lnTo>
                  <a:pt x="4659" y="9905"/>
                </a:lnTo>
                <a:lnTo>
                  <a:pt x="4806" y="9941"/>
                </a:lnTo>
                <a:lnTo>
                  <a:pt x="4953" y="9978"/>
                </a:lnTo>
                <a:lnTo>
                  <a:pt x="5100" y="10015"/>
                </a:lnTo>
                <a:lnTo>
                  <a:pt x="5246" y="10125"/>
                </a:lnTo>
                <a:lnTo>
                  <a:pt x="5320" y="10235"/>
                </a:lnTo>
                <a:lnTo>
                  <a:pt x="5430" y="10381"/>
                </a:lnTo>
                <a:lnTo>
                  <a:pt x="5466" y="10528"/>
                </a:lnTo>
                <a:lnTo>
                  <a:pt x="5503" y="10675"/>
                </a:lnTo>
                <a:lnTo>
                  <a:pt x="5540" y="10748"/>
                </a:lnTo>
                <a:lnTo>
                  <a:pt x="5613" y="10822"/>
                </a:lnTo>
                <a:lnTo>
                  <a:pt x="5833" y="10822"/>
                </a:lnTo>
                <a:lnTo>
                  <a:pt x="5907" y="10748"/>
                </a:lnTo>
                <a:lnTo>
                  <a:pt x="5943" y="10711"/>
                </a:lnTo>
                <a:lnTo>
                  <a:pt x="5980" y="10601"/>
                </a:lnTo>
                <a:lnTo>
                  <a:pt x="5907" y="10308"/>
                </a:lnTo>
                <a:lnTo>
                  <a:pt x="5760" y="10051"/>
                </a:lnTo>
                <a:lnTo>
                  <a:pt x="5576" y="9831"/>
                </a:lnTo>
                <a:lnTo>
                  <a:pt x="5356" y="9648"/>
                </a:lnTo>
                <a:lnTo>
                  <a:pt x="5100" y="9538"/>
                </a:lnTo>
                <a:lnTo>
                  <a:pt x="4806" y="9501"/>
                </a:lnTo>
                <a:close/>
                <a:moveTo>
                  <a:pt x="4879" y="8547"/>
                </a:moveTo>
                <a:lnTo>
                  <a:pt x="5136" y="8621"/>
                </a:lnTo>
                <a:lnTo>
                  <a:pt x="5393" y="8731"/>
                </a:lnTo>
                <a:lnTo>
                  <a:pt x="5650" y="8877"/>
                </a:lnTo>
                <a:lnTo>
                  <a:pt x="5907" y="9061"/>
                </a:lnTo>
                <a:lnTo>
                  <a:pt x="6090" y="9244"/>
                </a:lnTo>
                <a:lnTo>
                  <a:pt x="6310" y="9464"/>
                </a:lnTo>
                <a:lnTo>
                  <a:pt x="6457" y="9684"/>
                </a:lnTo>
                <a:lnTo>
                  <a:pt x="6603" y="9941"/>
                </a:lnTo>
                <a:lnTo>
                  <a:pt x="6714" y="10198"/>
                </a:lnTo>
                <a:lnTo>
                  <a:pt x="6787" y="10491"/>
                </a:lnTo>
                <a:lnTo>
                  <a:pt x="6860" y="10748"/>
                </a:lnTo>
                <a:lnTo>
                  <a:pt x="6934" y="11078"/>
                </a:lnTo>
                <a:lnTo>
                  <a:pt x="6934" y="11372"/>
                </a:lnTo>
                <a:lnTo>
                  <a:pt x="6934" y="11665"/>
                </a:lnTo>
                <a:lnTo>
                  <a:pt x="6934" y="11995"/>
                </a:lnTo>
                <a:lnTo>
                  <a:pt x="6824" y="12619"/>
                </a:lnTo>
                <a:lnTo>
                  <a:pt x="6677" y="13206"/>
                </a:lnTo>
                <a:lnTo>
                  <a:pt x="6530" y="13499"/>
                </a:lnTo>
                <a:lnTo>
                  <a:pt x="6383" y="13793"/>
                </a:lnTo>
                <a:lnTo>
                  <a:pt x="6310" y="13939"/>
                </a:lnTo>
                <a:lnTo>
                  <a:pt x="6163" y="14050"/>
                </a:lnTo>
                <a:lnTo>
                  <a:pt x="5907" y="14270"/>
                </a:lnTo>
                <a:lnTo>
                  <a:pt x="5540" y="14526"/>
                </a:lnTo>
                <a:lnTo>
                  <a:pt x="5173" y="14857"/>
                </a:lnTo>
                <a:lnTo>
                  <a:pt x="5026" y="14967"/>
                </a:lnTo>
                <a:lnTo>
                  <a:pt x="4659" y="15187"/>
                </a:lnTo>
                <a:lnTo>
                  <a:pt x="4659" y="15187"/>
                </a:lnTo>
                <a:lnTo>
                  <a:pt x="4806" y="14857"/>
                </a:lnTo>
                <a:lnTo>
                  <a:pt x="4916" y="14636"/>
                </a:lnTo>
                <a:lnTo>
                  <a:pt x="4953" y="14490"/>
                </a:lnTo>
                <a:lnTo>
                  <a:pt x="4989" y="14380"/>
                </a:lnTo>
                <a:lnTo>
                  <a:pt x="4953" y="14270"/>
                </a:lnTo>
                <a:lnTo>
                  <a:pt x="4916" y="14160"/>
                </a:lnTo>
                <a:lnTo>
                  <a:pt x="4843" y="14123"/>
                </a:lnTo>
                <a:lnTo>
                  <a:pt x="4659" y="14123"/>
                </a:lnTo>
                <a:lnTo>
                  <a:pt x="4586" y="14160"/>
                </a:lnTo>
                <a:lnTo>
                  <a:pt x="4549" y="14233"/>
                </a:lnTo>
                <a:lnTo>
                  <a:pt x="4513" y="14343"/>
                </a:lnTo>
                <a:lnTo>
                  <a:pt x="4549" y="14453"/>
                </a:lnTo>
                <a:lnTo>
                  <a:pt x="4513" y="14526"/>
                </a:lnTo>
                <a:lnTo>
                  <a:pt x="4439" y="14783"/>
                </a:lnTo>
                <a:lnTo>
                  <a:pt x="4366" y="15003"/>
                </a:lnTo>
                <a:lnTo>
                  <a:pt x="4329" y="15260"/>
                </a:lnTo>
                <a:lnTo>
                  <a:pt x="4366" y="15333"/>
                </a:lnTo>
                <a:lnTo>
                  <a:pt x="4293" y="15370"/>
                </a:lnTo>
                <a:lnTo>
                  <a:pt x="3999" y="15480"/>
                </a:lnTo>
                <a:lnTo>
                  <a:pt x="3632" y="15590"/>
                </a:lnTo>
                <a:lnTo>
                  <a:pt x="3816" y="15333"/>
                </a:lnTo>
                <a:lnTo>
                  <a:pt x="4109" y="14746"/>
                </a:lnTo>
                <a:lnTo>
                  <a:pt x="4109" y="14673"/>
                </a:lnTo>
                <a:lnTo>
                  <a:pt x="4109" y="14600"/>
                </a:lnTo>
                <a:lnTo>
                  <a:pt x="4072" y="14526"/>
                </a:lnTo>
                <a:lnTo>
                  <a:pt x="4036" y="14490"/>
                </a:lnTo>
                <a:lnTo>
                  <a:pt x="3962" y="14453"/>
                </a:lnTo>
                <a:lnTo>
                  <a:pt x="3889" y="14453"/>
                </a:lnTo>
                <a:lnTo>
                  <a:pt x="3816" y="14490"/>
                </a:lnTo>
                <a:lnTo>
                  <a:pt x="3779" y="14563"/>
                </a:lnTo>
                <a:lnTo>
                  <a:pt x="3486" y="15150"/>
                </a:lnTo>
                <a:lnTo>
                  <a:pt x="3339" y="15407"/>
                </a:lnTo>
                <a:lnTo>
                  <a:pt x="3229" y="15663"/>
                </a:lnTo>
                <a:lnTo>
                  <a:pt x="2899" y="15700"/>
                </a:lnTo>
                <a:lnTo>
                  <a:pt x="2532" y="15627"/>
                </a:lnTo>
                <a:lnTo>
                  <a:pt x="2752" y="15407"/>
                </a:lnTo>
                <a:lnTo>
                  <a:pt x="2935" y="15187"/>
                </a:lnTo>
                <a:lnTo>
                  <a:pt x="3119" y="14893"/>
                </a:lnTo>
                <a:lnTo>
                  <a:pt x="3265" y="14600"/>
                </a:lnTo>
                <a:lnTo>
                  <a:pt x="3339" y="14600"/>
                </a:lnTo>
                <a:lnTo>
                  <a:pt x="3375" y="14526"/>
                </a:lnTo>
                <a:lnTo>
                  <a:pt x="3412" y="14490"/>
                </a:lnTo>
                <a:lnTo>
                  <a:pt x="3449" y="14380"/>
                </a:lnTo>
                <a:lnTo>
                  <a:pt x="3412" y="14343"/>
                </a:lnTo>
                <a:lnTo>
                  <a:pt x="3412" y="14270"/>
                </a:lnTo>
                <a:lnTo>
                  <a:pt x="3339" y="14233"/>
                </a:lnTo>
                <a:lnTo>
                  <a:pt x="3229" y="14196"/>
                </a:lnTo>
                <a:lnTo>
                  <a:pt x="3155" y="14196"/>
                </a:lnTo>
                <a:lnTo>
                  <a:pt x="3045" y="14233"/>
                </a:lnTo>
                <a:lnTo>
                  <a:pt x="2935" y="14380"/>
                </a:lnTo>
                <a:lnTo>
                  <a:pt x="2752" y="14673"/>
                </a:lnTo>
                <a:lnTo>
                  <a:pt x="2495" y="15077"/>
                </a:lnTo>
                <a:lnTo>
                  <a:pt x="2238" y="15443"/>
                </a:lnTo>
                <a:lnTo>
                  <a:pt x="2202" y="15553"/>
                </a:lnTo>
                <a:lnTo>
                  <a:pt x="1908" y="15370"/>
                </a:lnTo>
                <a:lnTo>
                  <a:pt x="1615" y="15187"/>
                </a:lnTo>
                <a:lnTo>
                  <a:pt x="1761" y="15077"/>
                </a:lnTo>
                <a:lnTo>
                  <a:pt x="1872" y="14967"/>
                </a:lnTo>
                <a:lnTo>
                  <a:pt x="2238" y="14563"/>
                </a:lnTo>
                <a:lnTo>
                  <a:pt x="2568" y="14196"/>
                </a:lnTo>
                <a:lnTo>
                  <a:pt x="2715" y="13976"/>
                </a:lnTo>
                <a:lnTo>
                  <a:pt x="2789" y="13756"/>
                </a:lnTo>
                <a:lnTo>
                  <a:pt x="2789" y="13683"/>
                </a:lnTo>
                <a:lnTo>
                  <a:pt x="2752" y="13609"/>
                </a:lnTo>
                <a:lnTo>
                  <a:pt x="2642" y="13609"/>
                </a:lnTo>
                <a:lnTo>
                  <a:pt x="2422" y="13719"/>
                </a:lnTo>
                <a:lnTo>
                  <a:pt x="2238" y="13866"/>
                </a:lnTo>
                <a:lnTo>
                  <a:pt x="1945" y="14233"/>
                </a:lnTo>
                <a:lnTo>
                  <a:pt x="1578" y="14673"/>
                </a:lnTo>
                <a:lnTo>
                  <a:pt x="1505" y="14820"/>
                </a:lnTo>
                <a:lnTo>
                  <a:pt x="1431" y="15003"/>
                </a:lnTo>
                <a:lnTo>
                  <a:pt x="1138" y="14636"/>
                </a:lnTo>
                <a:lnTo>
                  <a:pt x="1468" y="14306"/>
                </a:lnTo>
                <a:lnTo>
                  <a:pt x="1761" y="13939"/>
                </a:lnTo>
                <a:lnTo>
                  <a:pt x="2312" y="13206"/>
                </a:lnTo>
                <a:lnTo>
                  <a:pt x="2312" y="13132"/>
                </a:lnTo>
                <a:lnTo>
                  <a:pt x="2312" y="13059"/>
                </a:lnTo>
                <a:lnTo>
                  <a:pt x="2238" y="12949"/>
                </a:lnTo>
                <a:lnTo>
                  <a:pt x="2202" y="12912"/>
                </a:lnTo>
                <a:lnTo>
                  <a:pt x="2055" y="12912"/>
                </a:lnTo>
                <a:lnTo>
                  <a:pt x="1982" y="12949"/>
                </a:lnTo>
                <a:lnTo>
                  <a:pt x="1431" y="13646"/>
                </a:lnTo>
                <a:lnTo>
                  <a:pt x="1211" y="14013"/>
                </a:lnTo>
                <a:lnTo>
                  <a:pt x="991" y="14380"/>
                </a:lnTo>
                <a:lnTo>
                  <a:pt x="844" y="14050"/>
                </a:lnTo>
                <a:lnTo>
                  <a:pt x="698" y="13719"/>
                </a:lnTo>
                <a:lnTo>
                  <a:pt x="1028" y="13426"/>
                </a:lnTo>
                <a:lnTo>
                  <a:pt x="1358" y="13096"/>
                </a:lnTo>
                <a:lnTo>
                  <a:pt x="1872" y="12436"/>
                </a:lnTo>
                <a:lnTo>
                  <a:pt x="1908" y="12362"/>
                </a:lnTo>
                <a:lnTo>
                  <a:pt x="1908" y="12289"/>
                </a:lnTo>
                <a:lnTo>
                  <a:pt x="1872" y="12215"/>
                </a:lnTo>
                <a:lnTo>
                  <a:pt x="1835" y="12179"/>
                </a:lnTo>
                <a:lnTo>
                  <a:pt x="1761" y="12142"/>
                </a:lnTo>
                <a:lnTo>
                  <a:pt x="1688" y="12105"/>
                </a:lnTo>
                <a:lnTo>
                  <a:pt x="1615" y="12105"/>
                </a:lnTo>
                <a:lnTo>
                  <a:pt x="1541" y="12179"/>
                </a:lnTo>
                <a:lnTo>
                  <a:pt x="1065" y="12729"/>
                </a:lnTo>
                <a:lnTo>
                  <a:pt x="808" y="13022"/>
                </a:lnTo>
                <a:lnTo>
                  <a:pt x="624" y="13353"/>
                </a:lnTo>
                <a:lnTo>
                  <a:pt x="588" y="13206"/>
                </a:lnTo>
                <a:lnTo>
                  <a:pt x="551" y="12876"/>
                </a:lnTo>
                <a:lnTo>
                  <a:pt x="771" y="12656"/>
                </a:lnTo>
                <a:lnTo>
                  <a:pt x="1028" y="12399"/>
                </a:lnTo>
                <a:lnTo>
                  <a:pt x="1321" y="12069"/>
                </a:lnTo>
                <a:lnTo>
                  <a:pt x="1468" y="11885"/>
                </a:lnTo>
                <a:lnTo>
                  <a:pt x="1505" y="11775"/>
                </a:lnTo>
                <a:lnTo>
                  <a:pt x="1505" y="11665"/>
                </a:lnTo>
                <a:lnTo>
                  <a:pt x="1505" y="11592"/>
                </a:lnTo>
                <a:lnTo>
                  <a:pt x="1468" y="11555"/>
                </a:lnTo>
                <a:lnTo>
                  <a:pt x="1395" y="11518"/>
                </a:lnTo>
                <a:lnTo>
                  <a:pt x="1358" y="11555"/>
                </a:lnTo>
                <a:lnTo>
                  <a:pt x="1175" y="11629"/>
                </a:lnTo>
                <a:lnTo>
                  <a:pt x="1028" y="11775"/>
                </a:lnTo>
                <a:lnTo>
                  <a:pt x="771" y="12105"/>
                </a:lnTo>
                <a:lnTo>
                  <a:pt x="514" y="12436"/>
                </a:lnTo>
                <a:lnTo>
                  <a:pt x="514" y="11922"/>
                </a:lnTo>
                <a:lnTo>
                  <a:pt x="624" y="11812"/>
                </a:lnTo>
                <a:lnTo>
                  <a:pt x="734" y="11702"/>
                </a:lnTo>
                <a:lnTo>
                  <a:pt x="808" y="11482"/>
                </a:lnTo>
                <a:lnTo>
                  <a:pt x="991" y="11445"/>
                </a:lnTo>
                <a:lnTo>
                  <a:pt x="1138" y="11408"/>
                </a:lnTo>
                <a:lnTo>
                  <a:pt x="1248" y="11298"/>
                </a:lnTo>
                <a:lnTo>
                  <a:pt x="1358" y="11188"/>
                </a:lnTo>
                <a:lnTo>
                  <a:pt x="1468" y="11078"/>
                </a:lnTo>
                <a:lnTo>
                  <a:pt x="1505" y="10932"/>
                </a:lnTo>
                <a:lnTo>
                  <a:pt x="1505" y="10858"/>
                </a:lnTo>
                <a:lnTo>
                  <a:pt x="1505" y="10785"/>
                </a:lnTo>
                <a:lnTo>
                  <a:pt x="1468" y="10711"/>
                </a:lnTo>
                <a:lnTo>
                  <a:pt x="1395" y="10675"/>
                </a:lnTo>
                <a:lnTo>
                  <a:pt x="1175" y="10675"/>
                </a:lnTo>
                <a:lnTo>
                  <a:pt x="1101" y="10748"/>
                </a:lnTo>
                <a:lnTo>
                  <a:pt x="1065" y="10822"/>
                </a:lnTo>
                <a:lnTo>
                  <a:pt x="1028" y="10932"/>
                </a:lnTo>
                <a:lnTo>
                  <a:pt x="954" y="11005"/>
                </a:lnTo>
                <a:lnTo>
                  <a:pt x="844" y="11042"/>
                </a:lnTo>
                <a:lnTo>
                  <a:pt x="698" y="11078"/>
                </a:lnTo>
                <a:lnTo>
                  <a:pt x="881" y="10785"/>
                </a:lnTo>
                <a:lnTo>
                  <a:pt x="954" y="10675"/>
                </a:lnTo>
                <a:lnTo>
                  <a:pt x="1101" y="10565"/>
                </a:lnTo>
                <a:lnTo>
                  <a:pt x="1211" y="10455"/>
                </a:lnTo>
                <a:lnTo>
                  <a:pt x="1395" y="10418"/>
                </a:lnTo>
                <a:lnTo>
                  <a:pt x="1541" y="10345"/>
                </a:lnTo>
                <a:lnTo>
                  <a:pt x="1725" y="10345"/>
                </a:lnTo>
                <a:lnTo>
                  <a:pt x="2092" y="10308"/>
                </a:lnTo>
                <a:lnTo>
                  <a:pt x="2422" y="10271"/>
                </a:lnTo>
                <a:lnTo>
                  <a:pt x="2715" y="10161"/>
                </a:lnTo>
                <a:lnTo>
                  <a:pt x="3009" y="9978"/>
                </a:lnTo>
                <a:lnTo>
                  <a:pt x="3229" y="9721"/>
                </a:lnTo>
                <a:lnTo>
                  <a:pt x="3412" y="9464"/>
                </a:lnTo>
                <a:lnTo>
                  <a:pt x="3559" y="9171"/>
                </a:lnTo>
                <a:lnTo>
                  <a:pt x="3706" y="8841"/>
                </a:lnTo>
                <a:lnTo>
                  <a:pt x="3706" y="8804"/>
                </a:lnTo>
                <a:lnTo>
                  <a:pt x="3706" y="8767"/>
                </a:lnTo>
                <a:lnTo>
                  <a:pt x="3926" y="8731"/>
                </a:lnTo>
                <a:lnTo>
                  <a:pt x="4146" y="8657"/>
                </a:lnTo>
                <a:lnTo>
                  <a:pt x="4366" y="8584"/>
                </a:lnTo>
                <a:lnTo>
                  <a:pt x="4586" y="8547"/>
                </a:lnTo>
                <a:close/>
                <a:moveTo>
                  <a:pt x="3265" y="7484"/>
                </a:moveTo>
                <a:lnTo>
                  <a:pt x="3009" y="7557"/>
                </a:lnTo>
                <a:lnTo>
                  <a:pt x="2789" y="7704"/>
                </a:lnTo>
                <a:lnTo>
                  <a:pt x="2568" y="7850"/>
                </a:lnTo>
                <a:lnTo>
                  <a:pt x="2422" y="7997"/>
                </a:lnTo>
                <a:lnTo>
                  <a:pt x="2275" y="8180"/>
                </a:lnTo>
                <a:lnTo>
                  <a:pt x="2165" y="8364"/>
                </a:lnTo>
                <a:lnTo>
                  <a:pt x="2092" y="8584"/>
                </a:lnTo>
                <a:lnTo>
                  <a:pt x="2018" y="8254"/>
                </a:lnTo>
                <a:lnTo>
                  <a:pt x="1945" y="7924"/>
                </a:lnTo>
                <a:lnTo>
                  <a:pt x="1872" y="7850"/>
                </a:lnTo>
                <a:lnTo>
                  <a:pt x="1835" y="7850"/>
                </a:lnTo>
                <a:lnTo>
                  <a:pt x="1761" y="7887"/>
                </a:lnTo>
                <a:lnTo>
                  <a:pt x="1688" y="7997"/>
                </a:lnTo>
                <a:lnTo>
                  <a:pt x="1651" y="8107"/>
                </a:lnTo>
                <a:lnTo>
                  <a:pt x="1615" y="8364"/>
                </a:lnTo>
                <a:lnTo>
                  <a:pt x="1651" y="8657"/>
                </a:lnTo>
                <a:lnTo>
                  <a:pt x="1725" y="8914"/>
                </a:lnTo>
                <a:lnTo>
                  <a:pt x="1872" y="9208"/>
                </a:lnTo>
                <a:lnTo>
                  <a:pt x="2055" y="9428"/>
                </a:lnTo>
                <a:lnTo>
                  <a:pt x="2275" y="9611"/>
                </a:lnTo>
                <a:lnTo>
                  <a:pt x="2495" y="9758"/>
                </a:lnTo>
                <a:lnTo>
                  <a:pt x="2312" y="9831"/>
                </a:lnTo>
                <a:lnTo>
                  <a:pt x="2128" y="9868"/>
                </a:lnTo>
                <a:lnTo>
                  <a:pt x="1688" y="9868"/>
                </a:lnTo>
                <a:lnTo>
                  <a:pt x="1468" y="9905"/>
                </a:lnTo>
                <a:lnTo>
                  <a:pt x="1248" y="9941"/>
                </a:lnTo>
                <a:lnTo>
                  <a:pt x="1065" y="10015"/>
                </a:lnTo>
                <a:lnTo>
                  <a:pt x="881" y="10125"/>
                </a:lnTo>
                <a:lnTo>
                  <a:pt x="588" y="10381"/>
                </a:lnTo>
                <a:lnTo>
                  <a:pt x="441" y="10528"/>
                </a:lnTo>
                <a:lnTo>
                  <a:pt x="331" y="10711"/>
                </a:lnTo>
                <a:lnTo>
                  <a:pt x="221" y="10932"/>
                </a:lnTo>
                <a:lnTo>
                  <a:pt x="147" y="11115"/>
                </a:lnTo>
                <a:lnTo>
                  <a:pt x="37" y="11592"/>
                </a:lnTo>
                <a:lnTo>
                  <a:pt x="1" y="12069"/>
                </a:lnTo>
                <a:lnTo>
                  <a:pt x="1" y="12546"/>
                </a:lnTo>
                <a:lnTo>
                  <a:pt x="74" y="13022"/>
                </a:lnTo>
                <a:lnTo>
                  <a:pt x="147" y="13463"/>
                </a:lnTo>
                <a:lnTo>
                  <a:pt x="258" y="13903"/>
                </a:lnTo>
                <a:lnTo>
                  <a:pt x="404" y="14270"/>
                </a:lnTo>
                <a:lnTo>
                  <a:pt x="588" y="14673"/>
                </a:lnTo>
                <a:lnTo>
                  <a:pt x="844" y="15040"/>
                </a:lnTo>
                <a:lnTo>
                  <a:pt x="1101" y="15333"/>
                </a:lnTo>
                <a:lnTo>
                  <a:pt x="1431" y="15627"/>
                </a:lnTo>
                <a:lnTo>
                  <a:pt x="1761" y="15847"/>
                </a:lnTo>
                <a:lnTo>
                  <a:pt x="2165" y="16030"/>
                </a:lnTo>
                <a:lnTo>
                  <a:pt x="2568" y="16140"/>
                </a:lnTo>
                <a:lnTo>
                  <a:pt x="2789" y="16177"/>
                </a:lnTo>
                <a:lnTo>
                  <a:pt x="3009" y="16177"/>
                </a:lnTo>
                <a:lnTo>
                  <a:pt x="3486" y="16140"/>
                </a:lnTo>
                <a:lnTo>
                  <a:pt x="3926" y="16030"/>
                </a:lnTo>
                <a:lnTo>
                  <a:pt x="4329" y="15884"/>
                </a:lnTo>
                <a:lnTo>
                  <a:pt x="4696" y="15700"/>
                </a:lnTo>
                <a:lnTo>
                  <a:pt x="5100" y="15517"/>
                </a:lnTo>
                <a:lnTo>
                  <a:pt x="5430" y="15297"/>
                </a:lnTo>
                <a:lnTo>
                  <a:pt x="5613" y="15150"/>
                </a:lnTo>
                <a:lnTo>
                  <a:pt x="5723" y="15003"/>
                </a:lnTo>
                <a:lnTo>
                  <a:pt x="6310" y="14490"/>
                </a:lnTo>
                <a:lnTo>
                  <a:pt x="6567" y="14270"/>
                </a:lnTo>
                <a:lnTo>
                  <a:pt x="6714" y="14160"/>
                </a:lnTo>
                <a:lnTo>
                  <a:pt x="6787" y="14013"/>
                </a:lnTo>
                <a:lnTo>
                  <a:pt x="6970" y="13683"/>
                </a:lnTo>
                <a:lnTo>
                  <a:pt x="7117" y="13316"/>
                </a:lnTo>
                <a:lnTo>
                  <a:pt x="7227" y="12949"/>
                </a:lnTo>
                <a:lnTo>
                  <a:pt x="7300" y="12619"/>
                </a:lnTo>
                <a:lnTo>
                  <a:pt x="7374" y="12252"/>
                </a:lnTo>
                <a:lnTo>
                  <a:pt x="7410" y="11885"/>
                </a:lnTo>
                <a:lnTo>
                  <a:pt x="7410" y="11518"/>
                </a:lnTo>
                <a:lnTo>
                  <a:pt x="7374" y="11152"/>
                </a:lnTo>
                <a:lnTo>
                  <a:pt x="7337" y="10785"/>
                </a:lnTo>
                <a:lnTo>
                  <a:pt x="7264" y="10418"/>
                </a:lnTo>
                <a:lnTo>
                  <a:pt x="7154" y="10125"/>
                </a:lnTo>
                <a:lnTo>
                  <a:pt x="7007" y="9794"/>
                </a:lnTo>
                <a:lnTo>
                  <a:pt x="6860" y="9538"/>
                </a:lnTo>
                <a:lnTo>
                  <a:pt x="6677" y="9244"/>
                </a:lnTo>
                <a:lnTo>
                  <a:pt x="6457" y="8987"/>
                </a:lnTo>
                <a:lnTo>
                  <a:pt x="6237" y="8767"/>
                </a:lnTo>
                <a:lnTo>
                  <a:pt x="5980" y="8584"/>
                </a:lnTo>
                <a:lnTo>
                  <a:pt x="5686" y="8401"/>
                </a:lnTo>
                <a:lnTo>
                  <a:pt x="5393" y="8291"/>
                </a:lnTo>
                <a:lnTo>
                  <a:pt x="5100" y="8180"/>
                </a:lnTo>
                <a:lnTo>
                  <a:pt x="4769" y="8144"/>
                </a:lnTo>
                <a:lnTo>
                  <a:pt x="4476" y="8144"/>
                </a:lnTo>
                <a:lnTo>
                  <a:pt x="4219" y="8180"/>
                </a:lnTo>
                <a:lnTo>
                  <a:pt x="3926" y="8291"/>
                </a:lnTo>
                <a:lnTo>
                  <a:pt x="3816" y="8364"/>
                </a:lnTo>
                <a:lnTo>
                  <a:pt x="3706" y="8437"/>
                </a:lnTo>
                <a:lnTo>
                  <a:pt x="3632" y="8547"/>
                </a:lnTo>
                <a:lnTo>
                  <a:pt x="3559" y="8657"/>
                </a:lnTo>
                <a:lnTo>
                  <a:pt x="3559" y="8694"/>
                </a:lnTo>
                <a:lnTo>
                  <a:pt x="3522" y="8731"/>
                </a:lnTo>
                <a:lnTo>
                  <a:pt x="3486" y="8767"/>
                </a:lnTo>
                <a:lnTo>
                  <a:pt x="3192" y="9171"/>
                </a:lnTo>
                <a:lnTo>
                  <a:pt x="3009" y="9354"/>
                </a:lnTo>
                <a:lnTo>
                  <a:pt x="2825" y="9538"/>
                </a:lnTo>
                <a:lnTo>
                  <a:pt x="2789" y="9464"/>
                </a:lnTo>
                <a:lnTo>
                  <a:pt x="2458" y="9171"/>
                </a:lnTo>
                <a:lnTo>
                  <a:pt x="2348" y="9024"/>
                </a:lnTo>
                <a:lnTo>
                  <a:pt x="2202" y="8877"/>
                </a:lnTo>
                <a:lnTo>
                  <a:pt x="2275" y="8877"/>
                </a:lnTo>
                <a:lnTo>
                  <a:pt x="2312" y="8841"/>
                </a:lnTo>
                <a:lnTo>
                  <a:pt x="2532" y="8841"/>
                </a:lnTo>
                <a:lnTo>
                  <a:pt x="2715" y="8804"/>
                </a:lnTo>
                <a:lnTo>
                  <a:pt x="2899" y="8731"/>
                </a:lnTo>
                <a:lnTo>
                  <a:pt x="3045" y="8621"/>
                </a:lnTo>
                <a:lnTo>
                  <a:pt x="3265" y="8474"/>
                </a:lnTo>
                <a:lnTo>
                  <a:pt x="3486" y="8254"/>
                </a:lnTo>
                <a:lnTo>
                  <a:pt x="3669" y="8034"/>
                </a:lnTo>
                <a:lnTo>
                  <a:pt x="3816" y="7814"/>
                </a:lnTo>
                <a:lnTo>
                  <a:pt x="3852" y="7740"/>
                </a:lnTo>
                <a:lnTo>
                  <a:pt x="3852" y="7667"/>
                </a:lnTo>
                <a:lnTo>
                  <a:pt x="3779" y="7557"/>
                </a:lnTo>
                <a:lnTo>
                  <a:pt x="3669" y="7484"/>
                </a:lnTo>
                <a:lnTo>
                  <a:pt x="3596" y="7484"/>
                </a:lnTo>
                <a:lnTo>
                  <a:pt x="3522" y="7520"/>
                </a:lnTo>
                <a:lnTo>
                  <a:pt x="3412" y="748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4C2F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47" name="Google Shape;1647;p6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1" name="Shape 1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Google Shape;1652;p66"/>
          <p:cNvSpPr txBox="1"/>
          <p:nvPr>
            <p:ph idx="1" type="body"/>
          </p:nvPr>
        </p:nvSpPr>
        <p:spPr>
          <a:xfrm>
            <a:off x="204181" y="1166071"/>
            <a:ext cx="4548180" cy="462595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740" r="-669" t="-158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1653" name="Google Shape;1653;p66"/>
          <p:cNvSpPr txBox="1"/>
          <p:nvPr>
            <p:ph type="title"/>
          </p:nvPr>
        </p:nvSpPr>
        <p:spPr>
          <a:xfrm>
            <a:off x="0" y="1"/>
            <a:ext cx="7886700" cy="826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35731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Air Resistance</a:t>
            </a:r>
            <a:endParaRPr/>
          </a:p>
        </p:txBody>
      </p:sp>
      <p:sp>
        <p:nvSpPr>
          <p:cNvPr id="1654" name="Google Shape;1654;p66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55" name="Google Shape;1655;p66"/>
          <p:cNvSpPr/>
          <p:nvPr/>
        </p:nvSpPr>
        <p:spPr>
          <a:xfrm>
            <a:off x="8776937" y="921577"/>
            <a:ext cx="236870" cy="517082"/>
          </a:xfrm>
          <a:custGeom>
            <a:rect b="b" l="l" r="r" t="t"/>
            <a:pathLst>
              <a:path extrusionOk="0" h="16178" w="7411">
                <a:moveTo>
                  <a:pt x="3339" y="147"/>
                </a:moveTo>
                <a:lnTo>
                  <a:pt x="3229" y="441"/>
                </a:lnTo>
                <a:lnTo>
                  <a:pt x="3155" y="734"/>
                </a:lnTo>
                <a:lnTo>
                  <a:pt x="3119" y="1358"/>
                </a:lnTo>
                <a:lnTo>
                  <a:pt x="3082" y="2972"/>
                </a:lnTo>
                <a:lnTo>
                  <a:pt x="3119" y="4476"/>
                </a:lnTo>
                <a:lnTo>
                  <a:pt x="3119" y="5283"/>
                </a:lnTo>
                <a:lnTo>
                  <a:pt x="3119" y="5576"/>
                </a:lnTo>
                <a:lnTo>
                  <a:pt x="3155" y="5723"/>
                </a:lnTo>
                <a:lnTo>
                  <a:pt x="3229" y="5870"/>
                </a:lnTo>
                <a:lnTo>
                  <a:pt x="3265" y="5906"/>
                </a:lnTo>
                <a:lnTo>
                  <a:pt x="3339" y="5943"/>
                </a:lnTo>
                <a:lnTo>
                  <a:pt x="3375" y="5943"/>
                </a:lnTo>
                <a:lnTo>
                  <a:pt x="3449" y="5870"/>
                </a:lnTo>
                <a:lnTo>
                  <a:pt x="3486" y="5760"/>
                </a:lnTo>
                <a:lnTo>
                  <a:pt x="3522" y="5649"/>
                </a:lnTo>
                <a:lnTo>
                  <a:pt x="3522" y="5393"/>
                </a:lnTo>
                <a:lnTo>
                  <a:pt x="3522" y="4586"/>
                </a:lnTo>
                <a:lnTo>
                  <a:pt x="3486" y="2972"/>
                </a:lnTo>
                <a:lnTo>
                  <a:pt x="3522" y="1504"/>
                </a:lnTo>
                <a:lnTo>
                  <a:pt x="3522" y="808"/>
                </a:lnTo>
                <a:lnTo>
                  <a:pt x="3486" y="477"/>
                </a:lnTo>
                <a:lnTo>
                  <a:pt x="3412" y="294"/>
                </a:lnTo>
                <a:lnTo>
                  <a:pt x="3375" y="147"/>
                </a:lnTo>
                <a:close/>
                <a:moveTo>
                  <a:pt x="1725" y="1"/>
                </a:moveTo>
                <a:lnTo>
                  <a:pt x="1688" y="37"/>
                </a:lnTo>
                <a:lnTo>
                  <a:pt x="1615" y="147"/>
                </a:lnTo>
                <a:lnTo>
                  <a:pt x="1578" y="294"/>
                </a:lnTo>
                <a:lnTo>
                  <a:pt x="1541" y="624"/>
                </a:lnTo>
                <a:lnTo>
                  <a:pt x="1578" y="1284"/>
                </a:lnTo>
                <a:lnTo>
                  <a:pt x="1615" y="2898"/>
                </a:lnTo>
                <a:lnTo>
                  <a:pt x="1725" y="6236"/>
                </a:lnTo>
                <a:lnTo>
                  <a:pt x="1761" y="6346"/>
                </a:lnTo>
                <a:lnTo>
                  <a:pt x="1798" y="6383"/>
                </a:lnTo>
                <a:lnTo>
                  <a:pt x="1872" y="6420"/>
                </a:lnTo>
                <a:lnTo>
                  <a:pt x="1945" y="6456"/>
                </a:lnTo>
                <a:lnTo>
                  <a:pt x="2018" y="6420"/>
                </a:lnTo>
                <a:lnTo>
                  <a:pt x="2092" y="6383"/>
                </a:lnTo>
                <a:lnTo>
                  <a:pt x="2165" y="6346"/>
                </a:lnTo>
                <a:lnTo>
                  <a:pt x="2165" y="6236"/>
                </a:lnTo>
                <a:lnTo>
                  <a:pt x="2165" y="5980"/>
                </a:lnTo>
                <a:lnTo>
                  <a:pt x="2165" y="5943"/>
                </a:lnTo>
                <a:lnTo>
                  <a:pt x="2055" y="3008"/>
                </a:lnTo>
                <a:lnTo>
                  <a:pt x="1982" y="1394"/>
                </a:lnTo>
                <a:lnTo>
                  <a:pt x="1945" y="587"/>
                </a:lnTo>
                <a:lnTo>
                  <a:pt x="1908" y="294"/>
                </a:lnTo>
                <a:lnTo>
                  <a:pt x="1872" y="147"/>
                </a:lnTo>
                <a:lnTo>
                  <a:pt x="1761" y="37"/>
                </a:lnTo>
                <a:lnTo>
                  <a:pt x="1725" y="1"/>
                </a:lnTo>
                <a:close/>
                <a:moveTo>
                  <a:pt x="4953" y="184"/>
                </a:moveTo>
                <a:lnTo>
                  <a:pt x="4879" y="221"/>
                </a:lnTo>
                <a:lnTo>
                  <a:pt x="4843" y="257"/>
                </a:lnTo>
                <a:lnTo>
                  <a:pt x="4843" y="331"/>
                </a:lnTo>
                <a:lnTo>
                  <a:pt x="4769" y="1101"/>
                </a:lnTo>
                <a:lnTo>
                  <a:pt x="4733" y="1908"/>
                </a:lnTo>
                <a:lnTo>
                  <a:pt x="4733" y="3522"/>
                </a:lnTo>
                <a:lnTo>
                  <a:pt x="4733" y="5136"/>
                </a:lnTo>
                <a:lnTo>
                  <a:pt x="4696" y="5870"/>
                </a:lnTo>
                <a:lnTo>
                  <a:pt x="4696" y="6273"/>
                </a:lnTo>
                <a:lnTo>
                  <a:pt x="4769" y="6640"/>
                </a:lnTo>
                <a:lnTo>
                  <a:pt x="4806" y="6713"/>
                </a:lnTo>
                <a:lnTo>
                  <a:pt x="4916" y="6750"/>
                </a:lnTo>
                <a:lnTo>
                  <a:pt x="5026" y="6713"/>
                </a:lnTo>
                <a:lnTo>
                  <a:pt x="5100" y="6640"/>
                </a:lnTo>
                <a:lnTo>
                  <a:pt x="5173" y="6273"/>
                </a:lnTo>
                <a:lnTo>
                  <a:pt x="5173" y="5870"/>
                </a:lnTo>
                <a:lnTo>
                  <a:pt x="5136" y="5136"/>
                </a:lnTo>
                <a:lnTo>
                  <a:pt x="5136" y="3522"/>
                </a:lnTo>
                <a:lnTo>
                  <a:pt x="5173" y="1908"/>
                </a:lnTo>
                <a:lnTo>
                  <a:pt x="5136" y="1138"/>
                </a:lnTo>
                <a:lnTo>
                  <a:pt x="5100" y="331"/>
                </a:lnTo>
                <a:lnTo>
                  <a:pt x="5100" y="257"/>
                </a:lnTo>
                <a:lnTo>
                  <a:pt x="5063" y="221"/>
                </a:lnTo>
                <a:lnTo>
                  <a:pt x="4953" y="184"/>
                </a:lnTo>
                <a:close/>
                <a:moveTo>
                  <a:pt x="6273" y="2678"/>
                </a:moveTo>
                <a:lnTo>
                  <a:pt x="6273" y="2715"/>
                </a:lnTo>
                <a:lnTo>
                  <a:pt x="6200" y="3008"/>
                </a:lnTo>
                <a:lnTo>
                  <a:pt x="6163" y="3302"/>
                </a:lnTo>
                <a:lnTo>
                  <a:pt x="6127" y="3925"/>
                </a:lnTo>
                <a:lnTo>
                  <a:pt x="6127" y="5173"/>
                </a:lnTo>
                <a:lnTo>
                  <a:pt x="6090" y="7667"/>
                </a:lnTo>
                <a:lnTo>
                  <a:pt x="6090" y="7887"/>
                </a:lnTo>
                <a:lnTo>
                  <a:pt x="6127" y="7960"/>
                </a:lnTo>
                <a:lnTo>
                  <a:pt x="6163" y="8034"/>
                </a:lnTo>
                <a:lnTo>
                  <a:pt x="6237" y="8070"/>
                </a:lnTo>
                <a:lnTo>
                  <a:pt x="6383" y="8070"/>
                </a:lnTo>
                <a:lnTo>
                  <a:pt x="6457" y="8034"/>
                </a:lnTo>
                <a:lnTo>
                  <a:pt x="6493" y="7960"/>
                </a:lnTo>
                <a:lnTo>
                  <a:pt x="6530" y="7887"/>
                </a:lnTo>
                <a:lnTo>
                  <a:pt x="6530" y="5283"/>
                </a:lnTo>
                <a:lnTo>
                  <a:pt x="6530" y="3962"/>
                </a:lnTo>
                <a:lnTo>
                  <a:pt x="6493" y="3339"/>
                </a:lnTo>
                <a:lnTo>
                  <a:pt x="6457" y="3008"/>
                </a:lnTo>
                <a:lnTo>
                  <a:pt x="6383" y="2715"/>
                </a:lnTo>
                <a:lnTo>
                  <a:pt x="6347" y="2678"/>
                </a:lnTo>
                <a:close/>
                <a:moveTo>
                  <a:pt x="3265" y="7887"/>
                </a:moveTo>
                <a:lnTo>
                  <a:pt x="3082" y="8107"/>
                </a:lnTo>
                <a:lnTo>
                  <a:pt x="2862" y="8291"/>
                </a:lnTo>
                <a:lnTo>
                  <a:pt x="2679" y="8401"/>
                </a:lnTo>
                <a:lnTo>
                  <a:pt x="2458" y="8474"/>
                </a:lnTo>
                <a:lnTo>
                  <a:pt x="2458" y="8474"/>
                </a:lnTo>
                <a:lnTo>
                  <a:pt x="2605" y="8291"/>
                </a:lnTo>
                <a:lnTo>
                  <a:pt x="2752" y="8144"/>
                </a:lnTo>
                <a:lnTo>
                  <a:pt x="2972" y="7997"/>
                </a:lnTo>
                <a:lnTo>
                  <a:pt x="3192" y="7924"/>
                </a:lnTo>
                <a:lnTo>
                  <a:pt x="3265" y="7887"/>
                </a:lnTo>
                <a:close/>
                <a:moveTo>
                  <a:pt x="4806" y="9501"/>
                </a:moveTo>
                <a:lnTo>
                  <a:pt x="4513" y="9538"/>
                </a:lnTo>
                <a:lnTo>
                  <a:pt x="4329" y="9574"/>
                </a:lnTo>
                <a:lnTo>
                  <a:pt x="4072" y="9574"/>
                </a:lnTo>
                <a:lnTo>
                  <a:pt x="4072" y="9611"/>
                </a:lnTo>
                <a:lnTo>
                  <a:pt x="4072" y="9684"/>
                </a:lnTo>
                <a:lnTo>
                  <a:pt x="4109" y="9758"/>
                </a:lnTo>
                <a:lnTo>
                  <a:pt x="4146" y="9831"/>
                </a:lnTo>
                <a:lnTo>
                  <a:pt x="4219" y="9868"/>
                </a:lnTo>
                <a:lnTo>
                  <a:pt x="4293" y="9905"/>
                </a:lnTo>
                <a:lnTo>
                  <a:pt x="4476" y="9941"/>
                </a:lnTo>
                <a:lnTo>
                  <a:pt x="4659" y="9905"/>
                </a:lnTo>
                <a:lnTo>
                  <a:pt x="4806" y="9941"/>
                </a:lnTo>
                <a:lnTo>
                  <a:pt x="4953" y="9978"/>
                </a:lnTo>
                <a:lnTo>
                  <a:pt x="5100" y="10015"/>
                </a:lnTo>
                <a:lnTo>
                  <a:pt x="5246" y="10125"/>
                </a:lnTo>
                <a:lnTo>
                  <a:pt x="5320" y="10235"/>
                </a:lnTo>
                <a:lnTo>
                  <a:pt x="5430" y="10381"/>
                </a:lnTo>
                <a:lnTo>
                  <a:pt x="5466" y="10528"/>
                </a:lnTo>
                <a:lnTo>
                  <a:pt x="5503" y="10675"/>
                </a:lnTo>
                <a:lnTo>
                  <a:pt x="5540" y="10748"/>
                </a:lnTo>
                <a:lnTo>
                  <a:pt x="5613" y="10822"/>
                </a:lnTo>
                <a:lnTo>
                  <a:pt x="5833" y="10822"/>
                </a:lnTo>
                <a:lnTo>
                  <a:pt x="5907" y="10748"/>
                </a:lnTo>
                <a:lnTo>
                  <a:pt x="5943" y="10711"/>
                </a:lnTo>
                <a:lnTo>
                  <a:pt x="5980" y="10601"/>
                </a:lnTo>
                <a:lnTo>
                  <a:pt x="5907" y="10308"/>
                </a:lnTo>
                <a:lnTo>
                  <a:pt x="5760" y="10051"/>
                </a:lnTo>
                <a:lnTo>
                  <a:pt x="5576" y="9831"/>
                </a:lnTo>
                <a:lnTo>
                  <a:pt x="5356" y="9648"/>
                </a:lnTo>
                <a:lnTo>
                  <a:pt x="5100" y="9538"/>
                </a:lnTo>
                <a:lnTo>
                  <a:pt x="4806" y="9501"/>
                </a:lnTo>
                <a:close/>
                <a:moveTo>
                  <a:pt x="4879" y="8547"/>
                </a:moveTo>
                <a:lnTo>
                  <a:pt x="5136" y="8621"/>
                </a:lnTo>
                <a:lnTo>
                  <a:pt x="5393" y="8731"/>
                </a:lnTo>
                <a:lnTo>
                  <a:pt x="5650" y="8877"/>
                </a:lnTo>
                <a:lnTo>
                  <a:pt x="5907" y="9061"/>
                </a:lnTo>
                <a:lnTo>
                  <a:pt x="6090" y="9244"/>
                </a:lnTo>
                <a:lnTo>
                  <a:pt x="6310" y="9464"/>
                </a:lnTo>
                <a:lnTo>
                  <a:pt x="6457" y="9684"/>
                </a:lnTo>
                <a:lnTo>
                  <a:pt x="6603" y="9941"/>
                </a:lnTo>
                <a:lnTo>
                  <a:pt x="6714" y="10198"/>
                </a:lnTo>
                <a:lnTo>
                  <a:pt x="6787" y="10491"/>
                </a:lnTo>
                <a:lnTo>
                  <a:pt x="6860" y="10748"/>
                </a:lnTo>
                <a:lnTo>
                  <a:pt x="6934" y="11078"/>
                </a:lnTo>
                <a:lnTo>
                  <a:pt x="6934" y="11372"/>
                </a:lnTo>
                <a:lnTo>
                  <a:pt x="6934" y="11665"/>
                </a:lnTo>
                <a:lnTo>
                  <a:pt x="6934" y="11995"/>
                </a:lnTo>
                <a:lnTo>
                  <a:pt x="6824" y="12619"/>
                </a:lnTo>
                <a:lnTo>
                  <a:pt x="6677" y="13206"/>
                </a:lnTo>
                <a:lnTo>
                  <a:pt x="6530" y="13499"/>
                </a:lnTo>
                <a:lnTo>
                  <a:pt x="6383" y="13793"/>
                </a:lnTo>
                <a:lnTo>
                  <a:pt x="6310" y="13939"/>
                </a:lnTo>
                <a:lnTo>
                  <a:pt x="6163" y="14050"/>
                </a:lnTo>
                <a:lnTo>
                  <a:pt x="5907" y="14270"/>
                </a:lnTo>
                <a:lnTo>
                  <a:pt x="5540" y="14526"/>
                </a:lnTo>
                <a:lnTo>
                  <a:pt x="5173" y="14857"/>
                </a:lnTo>
                <a:lnTo>
                  <a:pt x="5026" y="14967"/>
                </a:lnTo>
                <a:lnTo>
                  <a:pt x="4659" y="15187"/>
                </a:lnTo>
                <a:lnTo>
                  <a:pt x="4659" y="15187"/>
                </a:lnTo>
                <a:lnTo>
                  <a:pt x="4806" y="14857"/>
                </a:lnTo>
                <a:lnTo>
                  <a:pt x="4916" y="14636"/>
                </a:lnTo>
                <a:lnTo>
                  <a:pt x="4953" y="14490"/>
                </a:lnTo>
                <a:lnTo>
                  <a:pt x="4989" y="14380"/>
                </a:lnTo>
                <a:lnTo>
                  <a:pt x="4953" y="14270"/>
                </a:lnTo>
                <a:lnTo>
                  <a:pt x="4916" y="14160"/>
                </a:lnTo>
                <a:lnTo>
                  <a:pt x="4843" y="14123"/>
                </a:lnTo>
                <a:lnTo>
                  <a:pt x="4659" y="14123"/>
                </a:lnTo>
                <a:lnTo>
                  <a:pt x="4586" y="14160"/>
                </a:lnTo>
                <a:lnTo>
                  <a:pt x="4549" y="14233"/>
                </a:lnTo>
                <a:lnTo>
                  <a:pt x="4513" y="14343"/>
                </a:lnTo>
                <a:lnTo>
                  <a:pt x="4549" y="14453"/>
                </a:lnTo>
                <a:lnTo>
                  <a:pt x="4513" y="14526"/>
                </a:lnTo>
                <a:lnTo>
                  <a:pt x="4439" y="14783"/>
                </a:lnTo>
                <a:lnTo>
                  <a:pt x="4366" y="15003"/>
                </a:lnTo>
                <a:lnTo>
                  <a:pt x="4329" y="15260"/>
                </a:lnTo>
                <a:lnTo>
                  <a:pt x="4366" y="15333"/>
                </a:lnTo>
                <a:lnTo>
                  <a:pt x="4293" y="15370"/>
                </a:lnTo>
                <a:lnTo>
                  <a:pt x="3999" y="15480"/>
                </a:lnTo>
                <a:lnTo>
                  <a:pt x="3632" y="15590"/>
                </a:lnTo>
                <a:lnTo>
                  <a:pt x="3816" y="15333"/>
                </a:lnTo>
                <a:lnTo>
                  <a:pt x="4109" y="14746"/>
                </a:lnTo>
                <a:lnTo>
                  <a:pt x="4109" y="14673"/>
                </a:lnTo>
                <a:lnTo>
                  <a:pt x="4109" y="14600"/>
                </a:lnTo>
                <a:lnTo>
                  <a:pt x="4072" y="14526"/>
                </a:lnTo>
                <a:lnTo>
                  <a:pt x="4036" y="14490"/>
                </a:lnTo>
                <a:lnTo>
                  <a:pt x="3962" y="14453"/>
                </a:lnTo>
                <a:lnTo>
                  <a:pt x="3889" y="14453"/>
                </a:lnTo>
                <a:lnTo>
                  <a:pt x="3816" y="14490"/>
                </a:lnTo>
                <a:lnTo>
                  <a:pt x="3779" y="14563"/>
                </a:lnTo>
                <a:lnTo>
                  <a:pt x="3486" y="15150"/>
                </a:lnTo>
                <a:lnTo>
                  <a:pt x="3339" y="15407"/>
                </a:lnTo>
                <a:lnTo>
                  <a:pt x="3229" y="15663"/>
                </a:lnTo>
                <a:lnTo>
                  <a:pt x="2899" y="15700"/>
                </a:lnTo>
                <a:lnTo>
                  <a:pt x="2532" y="15627"/>
                </a:lnTo>
                <a:lnTo>
                  <a:pt x="2752" y="15407"/>
                </a:lnTo>
                <a:lnTo>
                  <a:pt x="2935" y="15187"/>
                </a:lnTo>
                <a:lnTo>
                  <a:pt x="3119" y="14893"/>
                </a:lnTo>
                <a:lnTo>
                  <a:pt x="3265" y="14600"/>
                </a:lnTo>
                <a:lnTo>
                  <a:pt x="3339" y="14600"/>
                </a:lnTo>
                <a:lnTo>
                  <a:pt x="3375" y="14526"/>
                </a:lnTo>
                <a:lnTo>
                  <a:pt x="3412" y="14490"/>
                </a:lnTo>
                <a:lnTo>
                  <a:pt x="3449" y="14380"/>
                </a:lnTo>
                <a:lnTo>
                  <a:pt x="3412" y="14343"/>
                </a:lnTo>
                <a:lnTo>
                  <a:pt x="3412" y="14270"/>
                </a:lnTo>
                <a:lnTo>
                  <a:pt x="3339" y="14233"/>
                </a:lnTo>
                <a:lnTo>
                  <a:pt x="3229" y="14196"/>
                </a:lnTo>
                <a:lnTo>
                  <a:pt x="3155" y="14196"/>
                </a:lnTo>
                <a:lnTo>
                  <a:pt x="3045" y="14233"/>
                </a:lnTo>
                <a:lnTo>
                  <a:pt x="2935" y="14380"/>
                </a:lnTo>
                <a:lnTo>
                  <a:pt x="2752" y="14673"/>
                </a:lnTo>
                <a:lnTo>
                  <a:pt x="2495" y="15077"/>
                </a:lnTo>
                <a:lnTo>
                  <a:pt x="2238" y="15443"/>
                </a:lnTo>
                <a:lnTo>
                  <a:pt x="2202" y="15553"/>
                </a:lnTo>
                <a:lnTo>
                  <a:pt x="1908" y="15370"/>
                </a:lnTo>
                <a:lnTo>
                  <a:pt x="1615" y="15187"/>
                </a:lnTo>
                <a:lnTo>
                  <a:pt x="1761" y="15077"/>
                </a:lnTo>
                <a:lnTo>
                  <a:pt x="1872" y="14967"/>
                </a:lnTo>
                <a:lnTo>
                  <a:pt x="2238" y="14563"/>
                </a:lnTo>
                <a:lnTo>
                  <a:pt x="2568" y="14196"/>
                </a:lnTo>
                <a:lnTo>
                  <a:pt x="2715" y="13976"/>
                </a:lnTo>
                <a:lnTo>
                  <a:pt x="2789" y="13756"/>
                </a:lnTo>
                <a:lnTo>
                  <a:pt x="2789" y="13683"/>
                </a:lnTo>
                <a:lnTo>
                  <a:pt x="2752" y="13609"/>
                </a:lnTo>
                <a:lnTo>
                  <a:pt x="2642" y="13609"/>
                </a:lnTo>
                <a:lnTo>
                  <a:pt x="2422" y="13719"/>
                </a:lnTo>
                <a:lnTo>
                  <a:pt x="2238" y="13866"/>
                </a:lnTo>
                <a:lnTo>
                  <a:pt x="1945" y="14233"/>
                </a:lnTo>
                <a:lnTo>
                  <a:pt x="1578" y="14673"/>
                </a:lnTo>
                <a:lnTo>
                  <a:pt x="1505" y="14820"/>
                </a:lnTo>
                <a:lnTo>
                  <a:pt x="1431" y="15003"/>
                </a:lnTo>
                <a:lnTo>
                  <a:pt x="1138" y="14636"/>
                </a:lnTo>
                <a:lnTo>
                  <a:pt x="1468" y="14306"/>
                </a:lnTo>
                <a:lnTo>
                  <a:pt x="1761" y="13939"/>
                </a:lnTo>
                <a:lnTo>
                  <a:pt x="2312" y="13206"/>
                </a:lnTo>
                <a:lnTo>
                  <a:pt x="2312" y="13132"/>
                </a:lnTo>
                <a:lnTo>
                  <a:pt x="2312" y="13059"/>
                </a:lnTo>
                <a:lnTo>
                  <a:pt x="2238" y="12949"/>
                </a:lnTo>
                <a:lnTo>
                  <a:pt x="2202" y="12912"/>
                </a:lnTo>
                <a:lnTo>
                  <a:pt x="2055" y="12912"/>
                </a:lnTo>
                <a:lnTo>
                  <a:pt x="1982" y="12949"/>
                </a:lnTo>
                <a:lnTo>
                  <a:pt x="1431" y="13646"/>
                </a:lnTo>
                <a:lnTo>
                  <a:pt x="1211" y="14013"/>
                </a:lnTo>
                <a:lnTo>
                  <a:pt x="991" y="14380"/>
                </a:lnTo>
                <a:lnTo>
                  <a:pt x="844" y="14050"/>
                </a:lnTo>
                <a:lnTo>
                  <a:pt x="698" y="13719"/>
                </a:lnTo>
                <a:lnTo>
                  <a:pt x="1028" y="13426"/>
                </a:lnTo>
                <a:lnTo>
                  <a:pt x="1358" y="13096"/>
                </a:lnTo>
                <a:lnTo>
                  <a:pt x="1872" y="12436"/>
                </a:lnTo>
                <a:lnTo>
                  <a:pt x="1908" y="12362"/>
                </a:lnTo>
                <a:lnTo>
                  <a:pt x="1908" y="12289"/>
                </a:lnTo>
                <a:lnTo>
                  <a:pt x="1872" y="12215"/>
                </a:lnTo>
                <a:lnTo>
                  <a:pt x="1835" y="12179"/>
                </a:lnTo>
                <a:lnTo>
                  <a:pt x="1761" y="12142"/>
                </a:lnTo>
                <a:lnTo>
                  <a:pt x="1688" y="12105"/>
                </a:lnTo>
                <a:lnTo>
                  <a:pt x="1615" y="12105"/>
                </a:lnTo>
                <a:lnTo>
                  <a:pt x="1541" y="12179"/>
                </a:lnTo>
                <a:lnTo>
                  <a:pt x="1065" y="12729"/>
                </a:lnTo>
                <a:lnTo>
                  <a:pt x="808" y="13022"/>
                </a:lnTo>
                <a:lnTo>
                  <a:pt x="624" y="13353"/>
                </a:lnTo>
                <a:lnTo>
                  <a:pt x="588" y="13206"/>
                </a:lnTo>
                <a:lnTo>
                  <a:pt x="551" y="12876"/>
                </a:lnTo>
                <a:lnTo>
                  <a:pt x="771" y="12656"/>
                </a:lnTo>
                <a:lnTo>
                  <a:pt x="1028" y="12399"/>
                </a:lnTo>
                <a:lnTo>
                  <a:pt x="1321" y="12069"/>
                </a:lnTo>
                <a:lnTo>
                  <a:pt x="1468" y="11885"/>
                </a:lnTo>
                <a:lnTo>
                  <a:pt x="1505" y="11775"/>
                </a:lnTo>
                <a:lnTo>
                  <a:pt x="1505" y="11665"/>
                </a:lnTo>
                <a:lnTo>
                  <a:pt x="1505" y="11592"/>
                </a:lnTo>
                <a:lnTo>
                  <a:pt x="1468" y="11555"/>
                </a:lnTo>
                <a:lnTo>
                  <a:pt x="1395" y="11518"/>
                </a:lnTo>
                <a:lnTo>
                  <a:pt x="1358" y="11555"/>
                </a:lnTo>
                <a:lnTo>
                  <a:pt x="1175" y="11629"/>
                </a:lnTo>
                <a:lnTo>
                  <a:pt x="1028" y="11775"/>
                </a:lnTo>
                <a:lnTo>
                  <a:pt x="771" y="12105"/>
                </a:lnTo>
                <a:lnTo>
                  <a:pt x="514" y="12436"/>
                </a:lnTo>
                <a:lnTo>
                  <a:pt x="514" y="11922"/>
                </a:lnTo>
                <a:lnTo>
                  <a:pt x="624" y="11812"/>
                </a:lnTo>
                <a:lnTo>
                  <a:pt x="734" y="11702"/>
                </a:lnTo>
                <a:lnTo>
                  <a:pt x="808" y="11482"/>
                </a:lnTo>
                <a:lnTo>
                  <a:pt x="991" y="11445"/>
                </a:lnTo>
                <a:lnTo>
                  <a:pt x="1138" y="11408"/>
                </a:lnTo>
                <a:lnTo>
                  <a:pt x="1248" y="11298"/>
                </a:lnTo>
                <a:lnTo>
                  <a:pt x="1358" y="11188"/>
                </a:lnTo>
                <a:lnTo>
                  <a:pt x="1468" y="11078"/>
                </a:lnTo>
                <a:lnTo>
                  <a:pt x="1505" y="10932"/>
                </a:lnTo>
                <a:lnTo>
                  <a:pt x="1505" y="10858"/>
                </a:lnTo>
                <a:lnTo>
                  <a:pt x="1505" y="10785"/>
                </a:lnTo>
                <a:lnTo>
                  <a:pt x="1468" y="10711"/>
                </a:lnTo>
                <a:lnTo>
                  <a:pt x="1395" y="10675"/>
                </a:lnTo>
                <a:lnTo>
                  <a:pt x="1175" y="10675"/>
                </a:lnTo>
                <a:lnTo>
                  <a:pt x="1101" y="10748"/>
                </a:lnTo>
                <a:lnTo>
                  <a:pt x="1065" y="10822"/>
                </a:lnTo>
                <a:lnTo>
                  <a:pt x="1028" y="10932"/>
                </a:lnTo>
                <a:lnTo>
                  <a:pt x="954" y="11005"/>
                </a:lnTo>
                <a:lnTo>
                  <a:pt x="844" y="11042"/>
                </a:lnTo>
                <a:lnTo>
                  <a:pt x="698" y="11078"/>
                </a:lnTo>
                <a:lnTo>
                  <a:pt x="881" y="10785"/>
                </a:lnTo>
                <a:lnTo>
                  <a:pt x="954" y="10675"/>
                </a:lnTo>
                <a:lnTo>
                  <a:pt x="1101" y="10565"/>
                </a:lnTo>
                <a:lnTo>
                  <a:pt x="1211" y="10455"/>
                </a:lnTo>
                <a:lnTo>
                  <a:pt x="1395" y="10418"/>
                </a:lnTo>
                <a:lnTo>
                  <a:pt x="1541" y="10345"/>
                </a:lnTo>
                <a:lnTo>
                  <a:pt x="1725" y="10345"/>
                </a:lnTo>
                <a:lnTo>
                  <a:pt x="2092" y="10308"/>
                </a:lnTo>
                <a:lnTo>
                  <a:pt x="2422" y="10271"/>
                </a:lnTo>
                <a:lnTo>
                  <a:pt x="2715" y="10161"/>
                </a:lnTo>
                <a:lnTo>
                  <a:pt x="3009" y="9978"/>
                </a:lnTo>
                <a:lnTo>
                  <a:pt x="3229" y="9721"/>
                </a:lnTo>
                <a:lnTo>
                  <a:pt x="3412" y="9464"/>
                </a:lnTo>
                <a:lnTo>
                  <a:pt x="3559" y="9171"/>
                </a:lnTo>
                <a:lnTo>
                  <a:pt x="3706" y="8841"/>
                </a:lnTo>
                <a:lnTo>
                  <a:pt x="3706" y="8804"/>
                </a:lnTo>
                <a:lnTo>
                  <a:pt x="3706" y="8767"/>
                </a:lnTo>
                <a:lnTo>
                  <a:pt x="3926" y="8731"/>
                </a:lnTo>
                <a:lnTo>
                  <a:pt x="4146" y="8657"/>
                </a:lnTo>
                <a:lnTo>
                  <a:pt x="4366" y="8584"/>
                </a:lnTo>
                <a:lnTo>
                  <a:pt x="4586" y="8547"/>
                </a:lnTo>
                <a:close/>
                <a:moveTo>
                  <a:pt x="3265" y="7484"/>
                </a:moveTo>
                <a:lnTo>
                  <a:pt x="3009" y="7557"/>
                </a:lnTo>
                <a:lnTo>
                  <a:pt x="2789" y="7704"/>
                </a:lnTo>
                <a:lnTo>
                  <a:pt x="2568" y="7850"/>
                </a:lnTo>
                <a:lnTo>
                  <a:pt x="2422" y="7997"/>
                </a:lnTo>
                <a:lnTo>
                  <a:pt x="2275" y="8180"/>
                </a:lnTo>
                <a:lnTo>
                  <a:pt x="2165" y="8364"/>
                </a:lnTo>
                <a:lnTo>
                  <a:pt x="2092" y="8584"/>
                </a:lnTo>
                <a:lnTo>
                  <a:pt x="2018" y="8254"/>
                </a:lnTo>
                <a:lnTo>
                  <a:pt x="1945" y="7924"/>
                </a:lnTo>
                <a:lnTo>
                  <a:pt x="1872" y="7850"/>
                </a:lnTo>
                <a:lnTo>
                  <a:pt x="1835" y="7850"/>
                </a:lnTo>
                <a:lnTo>
                  <a:pt x="1761" y="7887"/>
                </a:lnTo>
                <a:lnTo>
                  <a:pt x="1688" y="7997"/>
                </a:lnTo>
                <a:lnTo>
                  <a:pt x="1651" y="8107"/>
                </a:lnTo>
                <a:lnTo>
                  <a:pt x="1615" y="8364"/>
                </a:lnTo>
                <a:lnTo>
                  <a:pt x="1651" y="8657"/>
                </a:lnTo>
                <a:lnTo>
                  <a:pt x="1725" y="8914"/>
                </a:lnTo>
                <a:lnTo>
                  <a:pt x="1872" y="9208"/>
                </a:lnTo>
                <a:lnTo>
                  <a:pt x="2055" y="9428"/>
                </a:lnTo>
                <a:lnTo>
                  <a:pt x="2275" y="9611"/>
                </a:lnTo>
                <a:lnTo>
                  <a:pt x="2495" y="9758"/>
                </a:lnTo>
                <a:lnTo>
                  <a:pt x="2312" y="9831"/>
                </a:lnTo>
                <a:lnTo>
                  <a:pt x="2128" y="9868"/>
                </a:lnTo>
                <a:lnTo>
                  <a:pt x="1688" y="9868"/>
                </a:lnTo>
                <a:lnTo>
                  <a:pt x="1468" y="9905"/>
                </a:lnTo>
                <a:lnTo>
                  <a:pt x="1248" y="9941"/>
                </a:lnTo>
                <a:lnTo>
                  <a:pt x="1065" y="10015"/>
                </a:lnTo>
                <a:lnTo>
                  <a:pt x="881" y="10125"/>
                </a:lnTo>
                <a:lnTo>
                  <a:pt x="588" y="10381"/>
                </a:lnTo>
                <a:lnTo>
                  <a:pt x="441" y="10528"/>
                </a:lnTo>
                <a:lnTo>
                  <a:pt x="331" y="10711"/>
                </a:lnTo>
                <a:lnTo>
                  <a:pt x="221" y="10932"/>
                </a:lnTo>
                <a:lnTo>
                  <a:pt x="147" y="11115"/>
                </a:lnTo>
                <a:lnTo>
                  <a:pt x="37" y="11592"/>
                </a:lnTo>
                <a:lnTo>
                  <a:pt x="1" y="12069"/>
                </a:lnTo>
                <a:lnTo>
                  <a:pt x="1" y="12546"/>
                </a:lnTo>
                <a:lnTo>
                  <a:pt x="74" y="13022"/>
                </a:lnTo>
                <a:lnTo>
                  <a:pt x="147" y="13463"/>
                </a:lnTo>
                <a:lnTo>
                  <a:pt x="258" y="13903"/>
                </a:lnTo>
                <a:lnTo>
                  <a:pt x="404" y="14270"/>
                </a:lnTo>
                <a:lnTo>
                  <a:pt x="588" y="14673"/>
                </a:lnTo>
                <a:lnTo>
                  <a:pt x="844" y="15040"/>
                </a:lnTo>
                <a:lnTo>
                  <a:pt x="1101" y="15333"/>
                </a:lnTo>
                <a:lnTo>
                  <a:pt x="1431" y="15627"/>
                </a:lnTo>
                <a:lnTo>
                  <a:pt x="1761" y="15847"/>
                </a:lnTo>
                <a:lnTo>
                  <a:pt x="2165" y="16030"/>
                </a:lnTo>
                <a:lnTo>
                  <a:pt x="2568" y="16140"/>
                </a:lnTo>
                <a:lnTo>
                  <a:pt x="2789" y="16177"/>
                </a:lnTo>
                <a:lnTo>
                  <a:pt x="3009" y="16177"/>
                </a:lnTo>
                <a:lnTo>
                  <a:pt x="3486" y="16140"/>
                </a:lnTo>
                <a:lnTo>
                  <a:pt x="3926" y="16030"/>
                </a:lnTo>
                <a:lnTo>
                  <a:pt x="4329" y="15884"/>
                </a:lnTo>
                <a:lnTo>
                  <a:pt x="4696" y="15700"/>
                </a:lnTo>
                <a:lnTo>
                  <a:pt x="5100" y="15517"/>
                </a:lnTo>
                <a:lnTo>
                  <a:pt x="5430" y="15297"/>
                </a:lnTo>
                <a:lnTo>
                  <a:pt x="5613" y="15150"/>
                </a:lnTo>
                <a:lnTo>
                  <a:pt x="5723" y="15003"/>
                </a:lnTo>
                <a:lnTo>
                  <a:pt x="6310" y="14490"/>
                </a:lnTo>
                <a:lnTo>
                  <a:pt x="6567" y="14270"/>
                </a:lnTo>
                <a:lnTo>
                  <a:pt x="6714" y="14160"/>
                </a:lnTo>
                <a:lnTo>
                  <a:pt x="6787" y="14013"/>
                </a:lnTo>
                <a:lnTo>
                  <a:pt x="6970" y="13683"/>
                </a:lnTo>
                <a:lnTo>
                  <a:pt x="7117" y="13316"/>
                </a:lnTo>
                <a:lnTo>
                  <a:pt x="7227" y="12949"/>
                </a:lnTo>
                <a:lnTo>
                  <a:pt x="7300" y="12619"/>
                </a:lnTo>
                <a:lnTo>
                  <a:pt x="7374" y="12252"/>
                </a:lnTo>
                <a:lnTo>
                  <a:pt x="7410" y="11885"/>
                </a:lnTo>
                <a:lnTo>
                  <a:pt x="7410" y="11518"/>
                </a:lnTo>
                <a:lnTo>
                  <a:pt x="7374" y="11152"/>
                </a:lnTo>
                <a:lnTo>
                  <a:pt x="7337" y="10785"/>
                </a:lnTo>
                <a:lnTo>
                  <a:pt x="7264" y="10418"/>
                </a:lnTo>
                <a:lnTo>
                  <a:pt x="7154" y="10125"/>
                </a:lnTo>
                <a:lnTo>
                  <a:pt x="7007" y="9794"/>
                </a:lnTo>
                <a:lnTo>
                  <a:pt x="6860" y="9538"/>
                </a:lnTo>
                <a:lnTo>
                  <a:pt x="6677" y="9244"/>
                </a:lnTo>
                <a:lnTo>
                  <a:pt x="6457" y="8987"/>
                </a:lnTo>
                <a:lnTo>
                  <a:pt x="6237" y="8767"/>
                </a:lnTo>
                <a:lnTo>
                  <a:pt x="5980" y="8584"/>
                </a:lnTo>
                <a:lnTo>
                  <a:pt x="5686" y="8401"/>
                </a:lnTo>
                <a:lnTo>
                  <a:pt x="5393" y="8291"/>
                </a:lnTo>
                <a:lnTo>
                  <a:pt x="5100" y="8180"/>
                </a:lnTo>
                <a:lnTo>
                  <a:pt x="4769" y="8144"/>
                </a:lnTo>
                <a:lnTo>
                  <a:pt x="4476" y="8144"/>
                </a:lnTo>
                <a:lnTo>
                  <a:pt x="4219" y="8180"/>
                </a:lnTo>
                <a:lnTo>
                  <a:pt x="3926" y="8291"/>
                </a:lnTo>
                <a:lnTo>
                  <a:pt x="3816" y="8364"/>
                </a:lnTo>
                <a:lnTo>
                  <a:pt x="3706" y="8437"/>
                </a:lnTo>
                <a:lnTo>
                  <a:pt x="3632" y="8547"/>
                </a:lnTo>
                <a:lnTo>
                  <a:pt x="3559" y="8657"/>
                </a:lnTo>
                <a:lnTo>
                  <a:pt x="3559" y="8694"/>
                </a:lnTo>
                <a:lnTo>
                  <a:pt x="3522" y="8731"/>
                </a:lnTo>
                <a:lnTo>
                  <a:pt x="3486" y="8767"/>
                </a:lnTo>
                <a:lnTo>
                  <a:pt x="3192" y="9171"/>
                </a:lnTo>
                <a:lnTo>
                  <a:pt x="3009" y="9354"/>
                </a:lnTo>
                <a:lnTo>
                  <a:pt x="2825" y="9538"/>
                </a:lnTo>
                <a:lnTo>
                  <a:pt x="2789" y="9464"/>
                </a:lnTo>
                <a:lnTo>
                  <a:pt x="2458" y="9171"/>
                </a:lnTo>
                <a:lnTo>
                  <a:pt x="2348" y="9024"/>
                </a:lnTo>
                <a:lnTo>
                  <a:pt x="2202" y="8877"/>
                </a:lnTo>
                <a:lnTo>
                  <a:pt x="2275" y="8877"/>
                </a:lnTo>
                <a:lnTo>
                  <a:pt x="2312" y="8841"/>
                </a:lnTo>
                <a:lnTo>
                  <a:pt x="2532" y="8841"/>
                </a:lnTo>
                <a:lnTo>
                  <a:pt x="2715" y="8804"/>
                </a:lnTo>
                <a:lnTo>
                  <a:pt x="2899" y="8731"/>
                </a:lnTo>
                <a:lnTo>
                  <a:pt x="3045" y="8621"/>
                </a:lnTo>
                <a:lnTo>
                  <a:pt x="3265" y="8474"/>
                </a:lnTo>
                <a:lnTo>
                  <a:pt x="3486" y="8254"/>
                </a:lnTo>
                <a:lnTo>
                  <a:pt x="3669" y="8034"/>
                </a:lnTo>
                <a:lnTo>
                  <a:pt x="3816" y="7814"/>
                </a:lnTo>
                <a:lnTo>
                  <a:pt x="3852" y="7740"/>
                </a:lnTo>
                <a:lnTo>
                  <a:pt x="3852" y="7667"/>
                </a:lnTo>
                <a:lnTo>
                  <a:pt x="3779" y="7557"/>
                </a:lnTo>
                <a:lnTo>
                  <a:pt x="3669" y="7484"/>
                </a:lnTo>
                <a:lnTo>
                  <a:pt x="3596" y="7484"/>
                </a:lnTo>
                <a:lnTo>
                  <a:pt x="3522" y="7520"/>
                </a:lnTo>
                <a:lnTo>
                  <a:pt x="3412" y="748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4C2F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descr="A person in a blue suit with yellow helmet&#10;&#10;Description automatically generated" id="1656" name="Google Shape;1656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02418" y="1097819"/>
            <a:ext cx="990106" cy="4681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erson in a blue suit with yellow helmet&#10;&#10;Description automatically generated" id="1657" name="Google Shape;1657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02417" y="1994462"/>
            <a:ext cx="990106" cy="4681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erson in a blue suit with yellow helmet&#10;&#10;Description automatically generated" id="1658" name="Google Shape;1658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02417" y="3244062"/>
            <a:ext cx="990106" cy="4681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erson in a blue suit with yellow helmet&#10;&#10;Description automatically generated" id="1659" name="Google Shape;1659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02416" y="4943878"/>
            <a:ext cx="990106" cy="46811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60" name="Google Shape;1660;p66"/>
          <p:cNvCxnSpPr/>
          <p:nvPr/>
        </p:nvCxnSpPr>
        <p:spPr>
          <a:xfrm rot="10800000">
            <a:off x="7135568" y="2099859"/>
            <a:ext cx="0" cy="207059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661" name="Google Shape;1661;p66"/>
          <p:cNvCxnSpPr/>
          <p:nvPr/>
        </p:nvCxnSpPr>
        <p:spPr>
          <a:xfrm>
            <a:off x="7135568" y="2306918"/>
            <a:ext cx="0" cy="468119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662" name="Google Shape;1662;p66"/>
          <p:cNvCxnSpPr/>
          <p:nvPr/>
        </p:nvCxnSpPr>
        <p:spPr>
          <a:xfrm rot="10800000">
            <a:off x="7135568" y="3258970"/>
            <a:ext cx="0" cy="2970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663" name="Google Shape;1663;p66"/>
          <p:cNvCxnSpPr/>
          <p:nvPr/>
        </p:nvCxnSpPr>
        <p:spPr>
          <a:xfrm>
            <a:off x="7135568" y="3556518"/>
            <a:ext cx="0" cy="468119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664" name="Google Shape;1664;p66"/>
          <p:cNvCxnSpPr/>
          <p:nvPr/>
        </p:nvCxnSpPr>
        <p:spPr>
          <a:xfrm rot="10800000">
            <a:off x="7135568" y="4789234"/>
            <a:ext cx="0" cy="4671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665" name="Google Shape;1665;p66"/>
          <p:cNvCxnSpPr/>
          <p:nvPr/>
        </p:nvCxnSpPr>
        <p:spPr>
          <a:xfrm>
            <a:off x="7135568" y="5256334"/>
            <a:ext cx="0" cy="468119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666" name="Google Shape;1666;p66"/>
          <p:cNvCxnSpPr/>
          <p:nvPr/>
        </p:nvCxnSpPr>
        <p:spPr>
          <a:xfrm>
            <a:off x="7135568" y="1406375"/>
            <a:ext cx="0" cy="468119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667" name="Google Shape;1667;p66"/>
          <p:cNvSpPr txBox="1"/>
          <p:nvPr/>
        </p:nvSpPr>
        <p:spPr>
          <a:xfrm>
            <a:off x="7179926" y="1616341"/>
            <a:ext cx="397608" cy="2308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3683" l="-3077" r="-153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/>
          </a:p>
        </p:txBody>
      </p:sp>
      <p:sp>
        <p:nvSpPr>
          <p:cNvPr id="1668" name="Google Shape;1668;p66"/>
          <p:cNvSpPr txBox="1"/>
          <p:nvPr/>
        </p:nvSpPr>
        <p:spPr>
          <a:xfrm>
            <a:off x="7202941" y="2513350"/>
            <a:ext cx="397608" cy="2308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3683" l="-3077" r="-153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/>
          </a:p>
        </p:txBody>
      </p:sp>
      <p:sp>
        <p:nvSpPr>
          <p:cNvPr id="1669" name="Google Shape;1669;p66"/>
          <p:cNvSpPr txBox="1"/>
          <p:nvPr/>
        </p:nvSpPr>
        <p:spPr>
          <a:xfrm>
            <a:off x="7179926" y="3755314"/>
            <a:ext cx="397608" cy="2308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3683" l="-3077" r="-153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/>
          </a:p>
        </p:txBody>
      </p:sp>
      <p:sp>
        <p:nvSpPr>
          <p:cNvPr id="1670" name="Google Shape;1670;p66"/>
          <p:cNvSpPr txBox="1"/>
          <p:nvPr/>
        </p:nvSpPr>
        <p:spPr>
          <a:xfrm>
            <a:off x="7179926" y="5476727"/>
            <a:ext cx="397608" cy="2308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3683" l="-3077" r="-153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/>
          </a:p>
        </p:txBody>
      </p:sp>
      <p:sp>
        <p:nvSpPr>
          <p:cNvPr id="1671" name="Google Shape;1671;p66"/>
          <p:cNvSpPr txBox="1"/>
          <p:nvPr/>
        </p:nvSpPr>
        <p:spPr>
          <a:xfrm>
            <a:off x="6338425" y="1879822"/>
            <a:ext cx="1338828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drag force</a:t>
            </a:r>
            <a:endParaRPr/>
          </a:p>
        </p:txBody>
      </p:sp>
      <p:sp>
        <p:nvSpPr>
          <p:cNvPr id="1672" name="Google Shape;1672;p66"/>
          <p:cNvSpPr txBox="1"/>
          <p:nvPr/>
        </p:nvSpPr>
        <p:spPr>
          <a:xfrm>
            <a:off x="6315410" y="3013409"/>
            <a:ext cx="1338828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drag force</a:t>
            </a:r>
            <a:endParaRPr/>
          </a:p>
        </p:txBody>
      </p:sp>
      <p:sp>
        <p:nvSpPr>
          <p:cNvPr id="1673" name="Google Shape;1673;p66"/>
          <p:cNvSpPr txBox="1"/>
          <p:nvPr/>
        </p:nvSpPr>
        <p:spPr>
          <a:xfrm>
            <a:off x="6338425" y="4479447"/>
            <a:ext cx="1338828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drag force</a:t>
            </a:r>
            <a:endParaRPr/>
          </a:p>
        </p:txBody>
      </p:sp>
      <p:sp>
        <p:nvSpPr>
          <p:cNvPr id="1674" name="Google Shape;1674;p66"/>
          <p:cNvSpPr/>
          <p:nvPr/>
        </p:nvSpPr>
        <p:spPr>
          <a:xfrm>
            <a:off x="552127" y="5666227"/>
            <a:ext cx="5470728" cy="826649"/>
          </a:xfrm>
          <a:prstGeom prst="rect">
            <a:avLst/>
          </a:prstGeom>
          <a:solidFill>
            <a:srgbClr val="F6FBFB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Terminal speed is the maximum speed at which an object can fall at in a given fluid</a:t>
            </a:r>
            <a:endParaRPr/>
          </a:p>
        </p:txBody>
      </p:sp>
      <p:pic>
        <p:nvPicPr>
          <p:cNvPr descr="A yellow key with a hole in the center&#10;&#10;Description automatically generated" id="1675" name="Google Shape;1675;p6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909139" y="6345604"/>
            <a:ext cx="294544" cy="294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9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Google Shape;1680;p67"/>
          <p:cNvSpPr/>
          <p:nvPr/>
        </p:nvSpPr>
        <p:spPr>
          <a:xfrm>
            <a:off x="4399472" y="1085849"/>
            <a:ext cx="4313208" cy="48609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81" name="Google Shape;1681;p67"/>
          <p:cNvSpPr txBox="1"/>
          <p:nvPr>
            <p:ph type="title"/>
          </p:nvPr>
        </p:nvSpPr>
        <p:spPr>
          <a:xfrm>
            <a:off x="0" y="1"/>
            <a:ext cx="7886700" cy="826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35731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Air Resistance</a:t>
            </a:r>
            <a:endParaRPr/>
          </a:p>
        </p:txBody>
      </p:sp>
      <p:sp>
        <p:nvSpPr>
          <p:cNvPr id="1682" name="Google Shape;1682;p67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3" name="Google Shape;1683;p67"/>
          <p:cNvSpPr/>
          <p:nvPr/>
        </p:nvSpPr>
        <p:spPr>
          <a:xfrm>
            <a:off x="8776937" y="921577"/>
            <a:ext cx="236870" cy="517082"/>
          </a:xfrm>
          <a:custGeom>
            <a:rect b="b" l="l" r="r" t="t"/>
            <a:pathLst>
              <a:path extrusionOk="0" h="16178" w="7411">
                <a:moveTo>
                  <a:pt x="3339" y="147"/>
                </a:moveTo>
                <a:lnTo>
                  <a:pt x="3229" y="441"/>
                </a:lnTo>
                <a:lnTo>
                  <a:pt x="3155" y="734"/>
                </a:lnTo>
                <a:lnTo>
                  <a:pt x="3119" y="1358"/>
                </a:lnTo>
                <a:lnTo>
                  <a:pt x="3082" y="2972"/>
                </a:lnTo>
                <a:lnTo>
                  <a:pt x="3119" y="4476"/>
                </a:lnTo>
                <a:lnTo>
                  <a:pt x="3119" y="5283"/>
                </a:lnTo>
                <a:lnTo>
                  <a:pt x="3119" y="5576"/>
                </a:lnTo>
                <a:lnTo>
                  <a:pt x="3155" y="5723"/>
                </a:lnTo>
                <a:lnTo>
                  <a:pt x="3229" y="5870"/>
                </a:lnTo>
                <a:lnTo>
                  <a:pt x="3265" y="5906"/>
                </a:lnTo>
                <a:lnTo>
                  <a:pt x="3339" y="5943"/>
                </a:lnTo>
                <a:lnTo>
                  <a:pt x="3375" y="5943"/>
                </a:lnTo>
                <a:lnTo>
                  <a:pt x="3449" y="5870"/>
                </a:lnTo>
                <a:lnTo>
                  <a:pt x="3486" y="5760"/>
                </a:lnTo>
                <a:lnTo>
                  <a:pt x="3522" y="5649"/>
                </a:lnTo>
                <a:lnTo>
                  <a:pt x="3522" y="5393"/>
                </a:lnTo>
                <a:lnTo>
                  <a:pt x="3522" y="4586"/>
                </a:lnTo>
                <a:lnTo>
                  <a:pt x="3486" y="2972"/>
                </a:lnTo>
                <a:lnTo>
                  <a:pt x="3522" y="1504"/>
                </a:lnTo>
                <a:lnTo>
                  <a:pt x="3522" y="808"/>
                </a:lnTo>
                <a:lnTo>
                  <a:pt x="3486" y="477"/>
                </a:lnTo>
                <a:lnTo>
                  <a:pt x="3412" y="294"/>
                </a:lnTo>
                <a:lnTo>
                  <a:pt x="3375" y="147"/>
                </a:lnTo>
                <a:close/>
                <a:moveTo>
                  <a:pt x="1725" y="1"/>
                </a:moveTo>
                <a:lnTo>
                  <a:pt x="1688" y="37"/>
                </a:lnTo>
                <a:lnTo>
                  <a:pt x="1615" y="147"/>
                </a:lnTo>
                <a:lnTo>
                  <a:pt x="1578" y="294"/>
                </a:lnTo>
                <a:lnTo>
                  <a:pt x="1541" y="624"/>
                </a:lnTo>
                <a:lnTo>
                  <a:pt x="1578" y="1284"/>
                </a:lnTo>
                <a:lnTo>
                  <a:pt x="1615" y="2898"/>
                </a:lnTo>
                <a:lnTo>
                  <a:pt x="1725" y="6236"/>
                </a:lnTo>
                <a:lnTo>
                  <a:pt x="1761" y="6346"/>
                </a:lnTo>
                <a:lnTo>
                  <a:pt x="1798" y="6383"/>
                </a:lnTo>
                <a:lnTo>
                  <a:pt x="1872" y="6420"/>
                </a:lnTo>
                <a:lnTo>
                  <a:pt x="1945" y="6456"/>
                </a:lnTo>
                <a:lnTo>
                  <a:pt x="2018" y="6420"/>
                </a:lnTo>
                <a:lnTo>
                  <a:pt x="2092" y="6383"/>
                </a:lnTo>
                <a:lnTo>
                  <a:pt x="2165" y="6346"/>
                </a:lnTo>
                <a:lnTo>
                  <a:pt x="2165" y="6236"/>
                </a:lnTo>
                <a:lnTo>
                  <a:pt x="2165" y="5980"/>
                </a:lnTo>
                <a:lnTo>
                  <a:pt x="2165" y="5943"/>
                </a:lnTo>
                <a:lnTo>
                  <a:pt x="2055" y="3008"/>
                </a:lnTo>
                <a:lnTo>
                  <a:pt x="1982" y="1394"/>
                </a:lnTo>
                <a:lnTo>
                  <a:pt x="1945" y="587"/>
                </a:lnTo>
                <a:lnTo>
                  <a:pt x="1908" y="294"/>
                </a:lnTo>
                <a:lnTo>
                  <a:pt x="1872" y="147"/>
                </a:lnTo>
                <a:lnTo>
                  <a:pt x="1761" y="37"/>
                </a:lnTo>
                <a:lnTo>
                  <a:pt x="1725" y="1"/>
                </a:lnTo>
                <a:close/>
                <a:moveTo>
                  <a:pt x="4953" y="184"/>
                </a:moveTo>
                <a:lnTo>
                  <a:pt x="4879" y="221"/>
                </a:lnTo>
                <a:lnTo>
                  <a:pt x="4843" y="257"/>
                </a:lnTo>
                <a:lnTo>
                  <a:pt x="4843" y="331"/>
                </a:lnTo>
                <a:lnTo>
                  <a:pt x="4769" y="1101"/>
                </a:lnTo>
                <a:lnTo>
                  <a:pt x="4733" y="1908"/>
                </a:lnTo>
                <a:lnTo>
                  <a:pt x="4733" y="3522"/>
                </a:lnTo>
                <a:lnTo>
                  <a:pt x="4733" y="5136"/>
                </a:lnTo>
                <a:lnTo>
                  <a:pt x="4696" y="5870"/>
                </a:lnTo>
                <a:lnTo>
                  <a:pt x="4696" y="6273"/>
                </a:lnTo>
                <a:lnTo>
                  <a:pt x="4769" y="6640"/>
                </a:lnTo>
                <a:lnTo>
                  <a:pt x="4806" y="6713"/>
                </a:lnTo>
                <a:lnTo>
                  <a:pt x="4916" y="6750"/>
                </a:lnTo>
                <a:lnTo>
                  <a:pt x="5026" y="6713"/>
                </a:lnTo>
                <a:lnTo>
                  <a:pt x="5100" y="6640"/>
                </a:lnTo>
                <a:lnTo>
                  <a:pt x="5173" y="6273"/>
                </a:lnTo>
                <a:lnTo>
                  <a:pt x="5173" y="5870"/>
                </a:lnTo>
                <a:lnTo>
                  <a:pt x="5136" y="5136"/>
                </a:lnTo>
                <a:lnTo>
                  <a:pt x="5136" y="3522"/>
                </a:lnTo>
                <a:lnTo>
                  <a:pt x="5173" y="1908"/>
                </a:lnTo>
                <a:lnTo>
                  <a:pt x="5136" y="1138"/>
                </a:lnTo>
                <a:lnTo>
                  <a:pt x="5100" y="331"/>
                </a:lnTo>
                <a:lnTo>
                  <a:pt x="5100" y="257"/>
                </a:lnTo>
                <a:lnTo>
                  <a:pt x="5063" y="221"/>
                </a:lnTo>
                <a:lnTo>
                  <a:pt x="4953" y="184"/>
                </a:lnTo>
                <a:close/>
                <a:moveTo>
                  <a:pt x="6273" y="2678"/>
                </a:moveTo>
                <a:lnTo>
                  <a:pt x="6273" y="2715"/>
                </a:lnTo>
                <a:lnTo>
                  <a:pt x="6200" y="3008"/>
                </a:lnTo>
                <a:lnTo>
                  <a:pt x="6163" y="3302"/>
                </a:lnTo>
                <a:lnTo>
                  <a:pt x="6127" y="3925"/>
                </a:lnTo>
                <a:lnTo>
                  <a:pt x="6127" y="5173"/>
                </a:lnTo>
                <a:lnTo>
                  <a:pt x="6090" y="7667"/>
                </a:lnTo>
                <a:lnTo>
                  <a:pt x="6090" y="7887"/>
                </a:lnTo>
                <a:lnTo>
                  <a:pt x="6127" y="7960"/>
                </a:lnTo>
                <a:lnTo>
                  <a:pt x="6163" y="8034"/>
                </a:lnTo>
                <a:lnTo>
                  <a:pt x="6237" y="8070"/>
                </a:lnTo>
                <a:lnTo>
                  <a:pt x="6383" y="8070"/>
                </a:lnTo>
                <a:lnTo>
                  <a:pt x="6457" y="8034"/>
                </a:lnTo>
                <a:lnTo>
                  <a:pt x="6493" y="7960"/>
                </a:lnTo>
                <a:lnTo>
                  <a:pt x="6530" y="7887"/>
                </a:lnTo>
                <a:lnTo>
                  <a:pt x="6530" y="5283"/>
                </a:lnTo>
                <a:lnTo>
                  <a:pt x="6530" y="3962"/>
                </a:lnTo>
                <a:lnTo>
                  <a:pt x="6493" y="3339"/>
                </a:lnTo>
                <a:lnTo>
                  <a:pt x="6457" y="3008"/>
                </a:lnTo>
                <a:lnTo>
                  <a:pt x="6383" y="2715"/>
                </a:lnTo>
                <a:lnTo>
                  <a:pt x="6347" y="2678"/>
                </a:lnTo>
                <a:close/>
                <a:moveTo>
                  <a:pt x="3265" y="7887"/>
                </a:moveTo>
                <a:lnTo>
                  <a:pt x="3082" y="8107"/>
                </a:lnTo>
                <a:lnTo>
                  <a:pt x="2862" y="8291"/>
                </a:lnTo>
                <a:lnTo>
                  <a:pt x="2679" y="8401"/>
                </a:lnTo>
                <a:lnTo>
                  <a:pt x="2458" y="8474"/>
                </a:lnTo>
                <a:lnTo>
                  <a:pt x="2458" y="8474"/>
                </a:lnTo>
                <a:lnTo>
                  <a:pt x="2605" y="8291"/>
                </a:lnTo>
                <a:lnTo>
                  <a:pt x="2752" y="8144"/>
                </a:lnTo>
                <a:lnTo>
                  <a:pt x="2972" y="7997"/>
                </a:lnTo>
                <a:lnTo>
                  <a:pt x="3192" y="7924"/>
                </a:lnTo>
                <a:lnTo>
                  <a:pt x="3265" y="7887"/>
                </a:lnTo>
                <a:close/>
                <a:moveTo>
                  <a:pt x="4806" y="9501"/>
                </a:moveTo>
                <a:lnTo>
                  <a:pt x="4513" y="9538"/>
                </a:lnTo>
                <a:lnTo>
                  <a:pt x="4329" y="9574"/>
                </a:lnTo>
                <a:lnTo>
                  <a:pt x="4072" y="9574"/>
                </a:lnTo>
                <a:lnTo>
                  <a:pt x="4072" y="9611"/>
                </a:lnTo>
                <a:lnTo>
                  <a:pt x="4072" y="9684"/>
                </a:lnTo>
                <a:lnTo>
                  <a:pt x="4109" y="9758"/>
                </a:lnTo>
                <a:lnTo>
                  <a:pt x="4146" y="9831"/>
                </a:lnTo>
                <a:lnTo>
                  <a:pt x="4219" y="9868"/>
                </a:lnTo>
                <a:lnTo>
                  <a:pt x="4293" y="9905"/>
                </a:lnTo>
                <a:lnTo>
                  <a:pt x="4476" y="9941"/>
                </a:lnTo>
                <a:lnTo>
                  <a:pt x="4659" y="9905"/>
                </a:lnTo>
                <a:lnTo>
                  <a:pt x="4806" y="9941"/>
                </a:lnTo>
                <a:lnTo>
                  <a:pt x="4953" y="9978"/>
                </a:lnTo>
                <a:lnTo>
                  <a:pt x="5100" y="10015"/>
                </a:lnTo>
                <a:lnTo>
                  <a:pt x="5246" y="10125"/>
                </a:lnTo>
                <a:lnTo>
                  <a:pt x="5320" y="10235"/>
                </a:lnTo>
                <a:lnTo>
                  <a:pt x="5430" y="10381"/>
                </a:lnTo>
                <a:lnTo>
                  <a:pt x="5466" y="10528"/>
                </a:lnTo>
                <a:lnTo>
                  <a:pt x="5503" y="10675"/>
                </a:lnTo>
                <a:lnTo>
                  <a:pt x="5540" y="10748"/>
                </a:lnTo>
                <a:lnTo>
                  <a:pt x="5613" y="10822"/>
                </a:lnTo>
                <a:lnTo>
                  <a:pt x="5833" y="10822"/>
                </a:lnTo>
                <a:lnTo>
                  <a:pt x="5907" y="10748"/>
                </a:lnTo>
                <a:lnTo>
                  <a:pt x="5943" y="10711"/>
                </a:lnTo>
                <a:lnTo>
                  <a:pt x="5980" y="10601"/>
                </a:lnTo>
                <a:lnTo>
                  <a:pt x="5907" y="10308"/>
                </a:lnTo>
                <a:lnTo>
                  <a:pt x="5760" y="10051"/>
                </a:lnTo>
                <a:lnTo>
                  <a:pt x="5576" y="9831"/>
                </a:lnTo>
                <a:lnTo>
                  <a:pt x="5356" y="9648"/>
                </a:lnTo>
                <a:lnTo>
                  <a:pt x="5100" y="9538"/>
                </a:lnTo>
                <a:lnTo>
                  <a:pt x="4806" y="9501"/>
                </a:lnTo>
                <a:close/>
                <a:moveTo>
                  <a:pt x="4879" y="8547"/>
                </a:moveTo>
                <a:lnTo>
                  <a:pt x="5136" y="8621"/>
                </a:lnTo>
                <a:lnTo>
                  <a:pt x="5393" y="8731"/>
                </a:lnTo>
                <a:lnTo>
                  <a:pt x="5650" y="8877"/>
                </a:lnTo>
                <a:lnTo>
                  <a:pt x="5907" y="9061"/>
                </a:lnTo>
                <a:lnTo>
                  <a:pt x="6090" y="9244"/>
                </a:lnTo>
                <a:lnTo>
                  <a:pt x="6310" y="9464"/>
                </a:lnTo>
                <a:lnTo>
                  <a:pt x="6457" y="9684"/>
                </a:lnTo>
                <a:lnTo>
                  <a:pt x="6603" y="9941"/>
                </a:lnTo>
                <a:lnTo>
                  <a:pt x="6714" y="10198"/>
                </a:lnTo>
                <a:lnTo>
                  <a:pt x="6787" y="10491"/>
                </a:lnTo>
                <a:lnTo>
                  <a:pt x="6860" y="10748"/>
                </a:lnTo>
                <a:lnTo>
                  <a:pt x="6934" y="11078"/>
                </a:lnTo>
                <a:lnTo>
                  <a:pt x="6934" y="11372"/>
                </a:lnTo>
                <a:lnTo>
                  <a:pt x="6934" y="11665"/>
                </a:lnTo>
                <a:lnTo>
                  <a:pt x="6934" y="11995"/>
                </a:lnTo>
                <a:lnTo>
                  <a:pt x="6824" y="12619"/>
                </a:lnTo>
                <a:lnTo>
                  <a:pt x="6677" y="13206"/>
                </a:lnTo>
                <a:lnTo>
                  <a:pt x="6530" y="13499"/>
                </a:lnTo>
                <a:lnTo>
                  <a:pt x="6383" y="13793"/>
                </a:lnTo>
                <a:lnTo>
                  <a:pt x="6310" y="13939"/>
                </a:lnTo>
                <a:lnTo>
                  <a:pt x="6163" y="14050"/>
                </a:lnTo>
                <a:lnTo>
                  <a:pt x="5907" y="14270"/>
                </a:lnTo>
                <a:lnTo>
                  <a:pt x="5540" y="14526"/>
                </a:lnTo>
                <a:lnTo>
                  <a:pt x="5173" y="14857"/>
                </a:lnTo>
                <a:lnTo>
                  <a:pt x="5026" y="14967"/>
                </a:lnTo>
                <a:lnTo>
                  <a:pt x="4659" y="15187"/>
                </a:lnTo>
                <a:lnTo>
                  <a:pt x="4659" y="15187"/>
                </a:lnTo>
                <a:lnTo>
                  <a:pt x="4806" y="14857"/>
                </a:lnTo>
                <a:lnTo>
                  <a:pt x="4916" y="14636"/>
                </a:lnTo>
                <a:lnTo>
                  <a:pt x="4953" y="14490"/>
                </a:lnTo>
                <a:lnTo>
                  <a:pt x="4989" y="14380"/>
                </a:lnTo>
                <a:lnTo>
                  <a:pt x="4953" y="14270"/>
                </a:lnTo>
                <a:lnTo>
                  <a:pt x="4916" y="14160"/>
                </a:lnTo>
                <a:lnTo>
                  <a:pt x="4843" y="14123"/>
                </a:lnTo>
                <a:lnTo>
                  <a:pt x="4659" y="14123"/>
                </a:lnTo>
                <a:lnTo>
                  <a:pt x="4586" y="14160"/>
                </a:lnTo>
                <a:lnTo>
                  <a:pt x="4549" y="14233"/>
                </a:lnTo>
                <a:lnTo>
                  <a:pt x="4513" y="14343"/>
                </a:lnTo>
                <a:lnTo>
                  <a:pt x="4549" y="14453"/>
                </a:lnTo>
                <a:lnTo>
                  <a:pt x="4513" y="14526"/>
                </a:lnTo>
                <a:lnTo>
                  <a:pt x="4439" y="14783"/>
                </a:lnTo>
                <a:lnTo>
                  <a:pt x="4366" y="15003"/>
                </a:lnTo>
                <a:lnTo>
                  <a:pt x="4329" y="15260"/>
                </a:lnTo>
                <a:lnTo>
                  <a:pt x="4366" y="15333"/>
                </a:lnTo>
                <a:lnTo>
                  <a:pt x="4293" y="15370"/>
                </a:lnTo>
                <a:lnTo>
                  <a:pt x="3999" y="15480"/>
                </a:lnTo>
                <a:lnTo>
                  <a:pt x="3632" y="15590"/>
                </a:lnTo>
                <a:lnTo>
                  <a:pt x="3816" y="15333"/>
                </a:lnTo>
                <a:lnTo>
                  <a:pt x="4109" y="14746"/>
                </a:lnTo>
                <a:lnTo>
                  <a:pt x="4109" y="14673"/>
                </a:lnTo>
                <a:lnTo>
                  <a:pt x="4109" y="14600"/>
                </a:lnTo>
                <a:lnTo>
                  <a:pt x="4072" y="14526"/>
                </a:lnTo>
                <a:lnTo>
                  <a:pt x="4036" y="14490"/>
                </a:lnTo>
                <a:lnTo>
                  <a:pt x="3962" y="14453"/>
                </a:lnTo>
                <a:lnTo>
                  <a:pt x="3889" y="14453"/>
                </a:lnTo>
                <a:lnTo>
                  <a:pt x="3816" y="14490"/>
                </a:lnTo>
                <a:lnTo>
                  <a:pt x="3779" y="14563"/>
                </a:lnTo>
                <a:lnTo>
                  <a:pt x="3486" y="15150"/>
                </a:lnTo>
                <a:lnTo>
                  <a:pt x="3339" y="15407"/>
                </a:lnTo>
                <a:lnTo>
                  <a:pt x="3229" y="15663"/>
                </a:lnTo>
                <a:lnTo>
                  <a:pt x="2899" y="15700"/>
                </a:lnTo>
                <a:lnTo>
                  <a:pt x="2532" y="15627"/>
                </a:lnTo>
                <a:lnTo>
                  <a:pt x="2752" y="15407"/>
                </a:lnTo>
                <a:lnTo>
                  <a:pt x="2935" y="15187"/>
                </a:lnTo>
                <a:lnTo>
                  <a:pt x="3119" y="14893"/>
                </a:lnTo>
                <a:lnTo>
                  <a:pt x="3265" y="14600"/>
                </a:lnTo>
                <a:lnTo>
                  <a:pt x="3339" y="14600"/>
                </a:lnTo>
                <a:lnTo>
                  <a:pt x="3375" y="14526"/>
                </a:lnTo>
                <a:lnTo>
                  <a:pt x="3412" y="14490"/>
                </a:lnTo>
                <a:lnTo>
                  <a:pt x="3449" y="14380"/>
                </a:lnTo>
                <a:lnTo>
                  <a:pt x="3412" y="14343"/>
                </a:lnTo>
                <a:lnTo>
                  <a:pt x="3412" y="14270"/>
                </a:lnTo>
                <a:lnTo>
                  <a:pt x="3339" y="14233"/>
                </a:lnTo>
                <a:lnTo>
                  <a:pt x="3229" y="14196"/>
                </a:lnTo>
                <a:lnTo>
                  <a:pt x="3155" y="14196"/>
                </a:lnTo>
                <a:lnTo>
                  <a:pt x="3045" y="14233"/>
                </a:lnTo>
                <a:lnTo>
                  <a:pt x="2935" y="14380"/>
                </a:lnTo>
                <a:lnTo>
                  <a:pt x="2752" y="14673"/>
                </a:lnTo>
                <a:lnTo>
                  <a:pt x="2495" y="15077"/>
                </a:lnTo>
                <a:lnTo>
                  <a:pt x="2238" y="15443"/>
                </a:lnTo>
                <a:lnTo>
                  <a:pt x="2202" y="15553"/>
                </a:lnTo>
                <a:lnTo>
                  <a:pt x="1908" y="15370"/>
                </a:lnTo>
                <a:lnTo>
                  <a:pt x="1615" y="15187"/>
                </a:lnTo>
                <a:lnTo>
                  <a:pt x="1761" y="15077"/>
                </a:lnTo>
                <a:lnTo>
                  <a:pt x="1872" y="14967"/>
                </a:lnTo>
                <a:lnTo>
                  <a:pt x="2238" y="14563"/>
                </a:lnTo>
                <a:lnTo>
                  <a:pt x="2568" y="14196"/>
                </a:lnTo>
                <a:lnTo>
                  <a:pt x="2715" y="13976"/>
                </a:lnTo>
                <a:lnTo>
                  <a:pt x="2789" y="13756"/>
                </a:lnTo>
                <a:lnTo>
                  <a:pt x="2789" y="13683"/>
                </a:lnTo>
                <a:lnTo>
                  <a:pt x="2752" y="13609"/>
                </a:lnTo>
                <a:lnTo>
                  <a:pt x="2642" y="13609"/>
                </a:lnTo>
                <a:lnTo>
                  <a:pt x="2422" y="13719"/>
                </a:lnTo>
                <a:lnTo>
                  <a:pt x="2238" y="13866"/>
                </a:lnTo>
                <a:lnTo>
                  <a:pt x="1945" y="14233"/>
                </a:lnTo>
                <a:lnTo>
                  <a:pt x="1578" y="14673"/>
                </a:lnTo>
                <a:lnTo>
                  <a:pt x="1505" y="14820"/>
                </a:lnTo>
                <a:lnTo>
                  <a:pt x="1431" y="15003"/>
                </a:lnTo>
                <a:lnTo>
                  <a:pt x="1138" y="14636"/>
                </a:lnTo>
                <a:lnTo>
                  <a:pt x="1468" y="14306"/>
                </a:lnTo>
                <a:lnTo>
                  <a:pt x="1761" y="13939"/>
                </a:lnTo>
                <a:lnTo>
                  <a:pt x="2312" y="13206"/>
                </a:lnTo>
                <a:lnTo>
                  <a:pt x="2312" y="13132"/>
                </a:lnTo>
                <a:lnTo>
                  <a:pt x="2312" y="13059"/>
                </a:lnTo>
                <a:lnTo>
                  <a:pt x="2238" y="12949"/>
                </a:lnTo>
                <a:lnTo>
                  <a:pt x="2202" y="12912"/>
                </a:lnTo>
                <a:lnTo>
                  <a:pt x="2055" y="12912"/>
                </a:lnTo>
                <a:lnTo>
                  <a:pt x="1982" y="12949"/>
                </a:lnTo>
                <a:lnTo>
                  <a:pt x="1431" y="13646"/>
                </a:lnTo>
                <a:lnTo>
                  <a:pt x="1211" y="14013"/>
                </a:lnTo>
                <a:lnTo>
                  <a:pt x="991" y="14380"/>
                </a:lnTo>
                <a:lnTo>
                  <a:pt x="844" y="14050"/>
                </a:lnTo>
                <a:lnTo>
                  <a:pt x="698" y="13719"/>
                </a:lnTo>
                <a:lnTo>
                  <a:pt x="1028" y="13426"/>
                </a:lnTo>
                <a:lnTo>
                  <a:pt x="1358" y="13096"/>
                </a:lnTo>
                <a:lnTo>
                  <a:pt x="1872" y="12436"/>
                </a:lnTo>
                <a:lnTo>
                  <a:pt x="1908" y="12362"/>
                </a:lnTo>
                <a:lnTo>
                  <a:pt x="1908" y="12289"/>
                </a:lnTo>
                <a:lnTo>
                  <a:pt x="1872" y="12215"/>
                </a:lnTo>
                <a:lnTo>
                  <a:pt x="1835" y="12179"/>
                </a:lnTo>
                <a:lnTo>
                  <a:pt x="1761" y="12142"/>
                </a:lnTo>
                <a:lnTo>
                  <a:pt x="1688" y="12105"/>
                </a:lnTo>
                <a:lnTo>
                  <a:pt x="1615" y="12105"/>
                </a:lnTo>
                <a:lnTo>
                  <a:pt x="1541" y="12179"/>
                </a:lnTo>
                <a:lnTo>
                  <a:pt x="1065" y="12729"/>
                </a:lnTo>
                <a:lnTo>
                  <a:pt x="808" y="13022"/>
                </a:lnTo>
                <a:lnTo>
                  <a:pt x="624" y="13353"/>
                </a:lnTo>
                <a:lnTo>
                  <a:pt x="588" y="13206"/>
                </a:lnTo>
                <a:lnTo>
                  <a:pt x="551" y="12876"/>
                </a:lnTo>
                <a:lnTo>
                  <a:pt x="771" y="12656"/>
                </a:lnTo>
                <a:lnTo>
                  <a:pt x="1028" y="12399"/>
                </a:lnTo>
                <a:lnTo>
                  <a:pt x="1321" y="12069"/>
                </a:lnTo>
                <a:lnTo>
                  <a:pt x="1468" y="11885"/>
                </a:lnTo>
                <a:lnTo>
                  <a:pt x="1505" y="11775"/>
                </a:lnTo>
                <a:lnTo>
                  <a:pt x="1505" y="11665"/>
                </a:lnTo>
                <a:lnTo>
                  <a:pt x="1505" y="11592"/>
                </a:lnTo>
                <a:lnTo>
                  <a:pt x="1468" y="11555"/>
                </a:lnTo>
                <a:lnTo>
                  <a:pt x="1395" y="11518"/>
                </a:lnTo>
                <a:lnTo>
                  <a:pt x="1358" y="11555"/>
                </a:lnTo>
                <a:lnTo>
                  <a:pt x="1175" y="11629"/>
                </a:lnTo>
                <a:lnTo>
                  <a:pt x="1028" y="11775"/>
                </a:lnTo>
                <a:lnTo>
                  <a:pt x="771" y="12105"/>
                </a:lnTo>
                <a:lnTo>
                  <a:pt x="514" y="12436"/>
                </a:lnTo>
                <a:lnTo>
                  <a:pt x="514" y="11922"/>
                </a:lnTo>
                <a:lnTo>
                  <a:pt x="624" y="11812"/>
                </a:lnTo>
                <a:lnTo>
                  <a:pt x="734" y="11702"/>
                </a:lnTo>
                <a:lnTo>
                  <a:pt x="808" y="11482"/>
                </a:lnTo>
                <a:lnTo>
                  <a:pt x="991" y="11445"/>
                </a:lnTo>
                <a:lnTo>
                  <a:pt x="1138" y="11408"/>
                </a:lnTo>
                <a:lnTo>
                  <a:pt x="1248" y="11298"/>
                </a:lnTo>
                <a:lnTo>
                  <a:pt x="1358" y="11188"/>
                </a:lnTo>
                <a:lnTo>
                  <a:pt x="1468" y="11078"/>
                </a:lnTo>
                <a:lnTo>
                  <a:pt x="1505" y="10932"/>
                </a:lnTo>
                <a:lnTo>
                  <a:pt x="1505" y="10858"/>
                </a:lnTo>
                <a:lnTo>
                  <a:pt x="1505" y="10785"/>
                </a:lnTo>
                <a:lnTo>
                  <a:pt x="1468" y="10711"/>
                </a:lnTo>
                <a:lnTo>
                  <a:pt x="1395" y="10675"/>
                </a:lnTo>
                <a:lnTo>
                  <a:pt x="1175" y="10675"/>
                </a:lnTo>
                <a:lnTo>
                  <a:pt x="1101" y="10748"/>
                </a:lnTo>
                <a:lnTo>
                  <a:pt x="1065" y="10822"/>
                </a:lnTo>
                <a:lnTo>
                  <a:pt x="1028" y="10932"/>
                </a:lnTo>
                <a:lnTo>
                  <a:pt x="954" y="11005"/>
                </a:lnTo>
                <a:lnTo>
                  <a:pt x="844" y="11042"/>
                </a:lnTo>
                <a:lnTo>
                  <a:pt x="698" y="11078"/>
                </a:lnTo>
                <a:lnTo>
                  <a:pt x="881" y="10785"/>
                </a:lnTo>
                <a:lnTo>
                  <a:pt x="954" y="10675"/>
                </a:lnTo>
                <a:lnTo>
                  <a:pt x="1101" y="10565"/>
                </a:lnTo>
                <a:lnTo>
                  <a:pt x="1211" y="10455"/>
                </a:lnTo>
                <a:lnTo>
                  <a:pt x="1395" y="10418"/>
                </a:lnTo>
                <a:lnTo>
                  <a:pt x="1541" y="10345"/>
                </a:lnTo>
                <a:lnTo>
                  <a:pt x="1725" y="10345"/>
                </a:lnTo>
                <a:lnTo>
                  <a:pt x="2092" y="10308"/>
                </a:lnTo>
                <a:lnTo>
                  <a:pt x="2422" y="10271"/>
                </a:lnTo>
                <a:lnTo>
                  <a:pt x="2715" y="10161"/>
                </a:lnTo>
                <a:lnTo>
                  <a:pt x="3009" y="9978"/>
                </a:lnTo>
                <a:lnTo>
                  <a:pt x="3229" y="9721"/>
                </a:lnTo>
                <a:lnTo>
                  <a:pt x="3412" y="9464"/>
                </a:lnTo>
                <a:lnTo>
                  <a:pt x="3559" y="9171"/>
                </a:lnTo>
                <a:lnTo>
                  <a:pt x="3706" y="8841"/>
                </a:lnTo>
                <a:lnTo>
                  <a:pt x="3706" y="8804"/>
                </a:lnTo>
                <a:lnTo>
                  <a:pt x="3706" y="8767"/>
                </a:lnTo>
                <a:lnTo>
                  <a:pt x="3926" y="8731"/>
                </a:lnTo>
                <a:lnTo>
                  <a:pt x="4146" y="8657"/>
                </a:lnTo>
                <a:lnTo>
                  <a:pt x="4366" y="8584"/>
                </a:lnTo>
                <a:lnTo>
                  <a:pt x="4586" y="8547"/>
                </a:lnTo>
                <a:close/>
                <a:moveTo>
                  <a:pt x="3265" y="7484"/>
                </a:moveTo>
                <a:lnTo>
                  <a:pt x="3009" y="7557"/>
                </a:lnTo>
                <a:lnTo>
                  <a:pt x="2789" y="7704"/>
                </a:lnTo>
                <a:lnTo>
                  <a:pt x="2568" y="7850"/>
                </a:lnTo>
                <a:lnTo>
                  <a:pt x="2422" y="7997"/>
                </a:lnTo>
                <a:lnTo>
                  <a:pt x="2275" y="8180"/>
                </a:lnTo>
                <a:lnTo>
                  <a:pt x="2165" y="8364"/>
                </a:lnTo>
                <a:lnTo>
                  <a:pt x="2092" y="8584"/>
                </a:lnTo>
                <a:lnTo>
                  <a:pt x="2018" y="8254"/>
                </a:lnTo>
                <a:lnTo>
                  <a:pt x="1945" y="7924"/>
                </a:lnTo>
                <a:lnTo>
                  <a:pt x="1872" y="7850"/>
                </a:lnTo>
                <a:lnTo>
                  <a:pt x="1835" y="7850"/>
                </a:lnTo>
                <a:lnTo>
                  <a:pt x="1761" y="7887"/>
                </a:lnTo>
                <a:lnTo>
                  <a:pt x="1688" y="7997"/>
                </a:lnTo>
                <a:lnTo>
                  <a:pt x="1651" y="8107"/>
                </a:lnTo>
                <a:lnTo>
                  <a:pt x="1615" y="8364"/>
                </a:lnTo>
                <a:lnTo>
                  <a:pt x="1651" y="8657"/>
                </a:lnTo>
                <a:lnTo>
                  <a:pt x="1725" y="8914"/>
                </a:lnTo>
                <a:lnTo>
                  <a:pt x="1872" y="9208"/>
                </a:lnTo>
                <a:lnTo>
                  <a:pt x="2055" y="9428"/>
                </a:lnTo>
                <a:lnTo>
                  <a:pt x="2275" y="9611"/>
                </a:lnTo>
                <a:lnTo>
                  <a:pt x="2495" y="9758"/>
                </a:lnTo>
                <a:lnTo>
                  <a:pt x="2312" y="9831"/>
                </a:lnTo>
                <a:lnTo>
                  <a:pt x="2128" y="9868"/>
                </a:lnTo>
                <a:lnTo>
                  <a:pt x="1688" y="9868"/>
                </a:lnTo>
                <a:lnTo>
                  <a:pt x="1468" y="9905"/>
                </a:lnTo>
                <a:lnTo>
                  <a:pt x="1248" y="9941"/>
                </a:lnTo>
                <a:lnTo>
                  <a:pt x="1065" y="10015"/>
                </a:lnTo>
                <a:lnTo>
                  <a:pt x="881" y="10125"/>
                </a:lnTo>
                <a:lnTo>
                  <a:pt x="588" y="10381"/>
                </a:lnTo>
                <a:lnTo>
                  <a:pt x="441" y="10528"/>
                </a:lnTo>
                <a:lnTo>
                  <a:pt x="331" y="10711"/>
                </a:lnTo>
                <a:lnTo>
                  <a:pt x="221" y="10932"/>
                </a:lnTo>
                <a:lnTo>
                  <a:pt x="147" y="11115"/>
                </a:lnTo>
                <a:lnTo>
                  <a:pt x="37" y="11592"/>
                </a:lnTo>
                <a:lnTo>
                  <a:pt x="1" y="12069"/>
                </a:lnTo>
                <a:lnTo>
                  <a:pt x="1" y="12546"/>
                </a:lnTo>
                <a:lnTo>
                  <a:pt x="74" y="13022"/>
                </a:lnTo>
                <a:lnTo>
                  <a:pt x="147" y="13463"/>
                </a:lnTo>
                <a:lnTo>
                  <a:pt x="258" y="13903"/>
                </a:lnTo>
                <a:lnTo>
                  <a:pt x="404" y="14270"/>
                </a:lnTo>
                <a:lnTo>
                  <a:pt x="588" y="14673"/>
                </a:lnTo>
                <a:lnTo>
                  <a:pt x="844" y="15040"/>
                </a:lnTo>
                <a:lnTo>
                  <a:pt x="1101" y="15333"/>
                </a:lnTo>
                <a:lnTo>
                  <a:pt x="1431" y="15627"/>
                </a:lnTo>
                <a:lnTo>
                  <a:pt x="1761" y="15847"/>
                </a:lnTo>
                <a:lnTo>
                  <a:pt x="2165" y="16030"/>
                </a:lnTo>
                <a:lnTo>
                  <a:pt x="2568" y="16140"/>
                </a:lnTo>
                <a:lnTo>
                  <a:pt x="2789" y="16177"/>
                </a:lnTo>
                <a:lnTo>
                  <a:pt x="3009" y="16177"/>
                </a:lnTo>
                <a:lnTo>
                  <a:pt x="3486" y="16140"/>
                </a:lnTo>
                <a:lnTo>
                  <a:pt x="3926" y="16030"/>
                </a:lnTo>
                <a:lnTo>
                  <a:pt x="4329" y="15884"/>
                </a:lnTo>
                <a:lnTo>
                  <a:pt x="4696" y="15700"/>
                </a:lnTo>
                <a:lnTo>
                  <a:pt x="5100" y="15517"/>
                </a:lnTo>
                <a:lnTo>
                  <a:pt x="5430" y="15297"/>
                </a:lnTo>
                <a:lnTo>
                  <a:pt x="5613" y="15150"/>
                </a:lnTo>
                <a:lnTo>
                  <a:pt x="5723" y="15003"/>
                </a:lnTo>
                <a:lnTo>
                  <a:pt x="6310" y="14490"/>
                </a:lnTo>
                <a:lnTo>
                  <a:pt x="6567" y="14270"/>
                </a:lnTo>
                <a:lnTo>
                  <a:pt x="6714" y="14160"/>
                </a:lnTo>
                <a:lnTo>
                  <a:pt x="6787" y="14013"/>
                </a:lnTo>
                <a:lnTo>
                  <a:pt x="6970" y="13683"/>
                </a:lnTo>
                <a:lnTo>
                  <a:pt x="7117" y="13316"/>
                </a:lnTo>
                <a:lnTo>
                  <a:pt x="7227" y="12949"/>
                </a:lnTo>
                <a:lnTo>
                  <a:pt x="7300" y="12619"/>
                </a:lnTo>
                <a:lnTo>
                  <a:pt x="7374" y="12252"/>
                </a:lnTo>
                <a:lnTo>
                  <a:pt x="7410" y="11885"/>
                </a:lnTo>
                <a:lnTo>
                  <a:pt x="7410" y="11518"/>
                </a:lnTo>
                <a:lnTo>
                  <a:pt x="7374" y="11152"/>
                </a:lnTo>
                <a:lnTo>
                  <a:pt x="7337" y="10785"/>
                </a:lnTo>
                <a:lnTo>
                  <a:pt x="7264" y="10418"/>
                </a:lnTo>
                <a:lnTo>
                  <a:pt x="7154" y="10125"/>
                </a:lnTo>
                <a:lnTo>
                  <a:pt x="7007" y="9794"/>
                </a:lnTo>
                <a:lnTo>
                  <a:pt x="6860" y="9538"/>
                </a:lnTo>
                <a:lnTo>
                  <a:pt x="6677" y="9244"/>
                </a:lnTo>
                <a:lnTo>
                  <a:pt x="6457" y="8987"/>
                </a:lnTo>
                <a:lnTo>
                  <a:pt x="6237" y="8767"/>
                </a:lnTo>
                <a:lnTo>
                  <a:pt x="5980" y="8584"/>
                </a:lnTo>
                <a:lnTo>
                  <a:pt x="5686" y="8401"/>
                </a:lnTo>
                <a:lnTo>
                  <a:pt x="5393" y="8291"/>
                </a:lnTo>
                <a:lnTo>
                  <a:pt x="5100" y="8180"/>
                </a:lnTo>
                <a:lnTo>
                  <a:pt x="4769" y="8144"/>
                </a:lnTo>
                <a:lnTo>
                  <a:pt x="4476" y="8144"/>
                </a:lnTo>
                <a:lnTo>
                  <a:pt x="4219" y="8180"/>
                </a:lnTo>
                <a:lnTo>
                  <a:pt x="3926" y="8291"/>
                </a:lnTo>
                <a:lnTo>
                  <a:pt x="3816" y="8364"/>
                </a:lnTo>
                <a:lnTo>
                  <a:pt x="3706" y="8437"/>
                </a:lnTo>
                <a:lnTo>
                  <a:pt x="3632" y="8547"/>
                </a:lnTo>
                <a:lnTo>
                  <a:pt x="3559" y="8657"/>
                </a:lnTo>
                <a:lnTo>
                  <a:pt x="3559" y="8694"/>
                </a:lnTo>
                <a:lnTo>
                  <a:pt x="3522" y="8731"/>
                </a:lnTo>
                <a:lnTo>
                  <a:pt x="3486" y="8767"/>
                </a:lnTo>
                <a:lnTo>
                  <a:pt x="3192" y="9171"/>
                </a:lnTo>
                <a:lnTo>
                  <a:pt x="3009" y="9354"/>
                </a:lnTo>
                <a:lnTo>
                  <a:pt x="2825" y="9538"/>
                </a:lnTo>
                <a:lnTo>
                  <a:pt x="2789" y="9464"/>
                </a:lnTo>
                <a:lnTo>
                  <a:pt x="2458" y="9171"/>
                </a:lnTo>
                <a:lnTo>
                  <a:pt x="2348" y="9024"/>
                </a:lnTo>
                <a:lnTo>
                  <a:pt x="2202" y="8877"/>
                </a:lnTo>
                <a:lnTo>
                  <a:pt x="2275" y="8877"/>
                </a:lnTo>
                <a:lnTo>
                  <a:pt x="2312" y="8841"/>
                </a:lnTo>
                <a:lnTo>
                  <a:pt x="2532" y="8841"/>
                </a:lnTo>
                <a:lnTo>
                  <a:pt x="2715" y="8804"/>
                </a:lnTo>
                <a:lnTo>
                  <a:pt x="2899" y="8731"/>
                </a:lnTo>
                <a:lnTo>
                  <a:pt x="3045" y="8621"/>
                </a:lnTo>
                <a:lnTo>
                  <a:pt x="3265" y="8474"/>
                </a:lnTo>
                <a:lnTo>
                  <a:pt x="3486" y="8254"/>
                </a:lnTo>
                <a:lnTo>
                  <a:pt x="3669" y="8034"/>
                </a:lnTo>
                <a:lnTo>
                  <a:pt x="3816" y="7814"/>
                </a:lnTo>
                <a:lnTo>
                  <a:pt x="3852" y="7740"/>
                </a:lnTo>
                <a:lnTo>
                  <a:pt x="3852" y="7667"/>
                </a:lnTo>
                <a:lnTo>
                  <a:pt x="3779" y="7557"/>
                </a:lnTo>
                <a:lnTo>
                  <a:pt x="3669" y="7484"/>
                </a:lnTo>
                <a:lnTo>
                  <a:pt x="3596" y="7484"/>
                </a:lnTo>
                <a:lnTo>
                  <a:pt x="3522" y="7520"/>
                </a:lnTo>
                <a:lnTo>
                  <a:pt x="3412" y="748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4C2F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684" name="Google Shape;1684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75715" y="5417429"/>
            <a:ext cx="441867" cy="49073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85" name="Google Shape;1685;p67"/>
          <p:cNvCxnSpPr/>
          <p:nvPr/>
        </p:nvCxnSpPr>
        <p:spPr>
          <a:xfrm rot="10800000">
            <a:off x="5037754" y="2148354"/>
            <a:ext cx="0" cy="3271768"/>
          </a:xfrm>
          <a:prstGeom prst="straightConnector1">
            <a:avLst/>
          </a:prstGeom>
          <a:noFill/>
          <a:ln cap="flat" cmpd="sng" w="9525">
            <a:solidFill>
              <a:srgbClr val="F9F9F9"/>
            </a:solidFill>
            <a:prstDash val="dash"/>
            <a:round/>
            <a:headEnd len="sm" w="sm" type="none"/>
            <a:tailEnd len="sm" w="sm" type="none"/>
          </a:ln>
        </p:spPr>
      </p:cxnSp>
      <p:pic>
        <p:nvPicPr>
          <p:cNvPr descr="A person in a blue suit with yellow helmet&#10;&#10;Description automatically generated" id="1686" name="Google Shape;1686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85418" y="1180015"/>
            <a:ext cx="990106" cy="4681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erson in a blue suit with yellow helmet&#10;&#10;Description automatically generated" id="1687" name="Google Shape;1687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85416" y="2076658"/>
            <a:ext cx="990106" cy="4681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erson in a blue suit with yellow helmet&#10;&#10;Description automatically generated" id="1688" name="Google Shape;1688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85416" y="3326258"/>
            <a:ext cx="990106" cy="4681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erson in a blue suit with yellow helmet&#10;&#10;Description automatically generated" id="1689" name="Google Shape;1689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85416" y="5026075"/>
            <a:ext cx="990106" cy="46811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90" name="Google Shape;1690;p67"/>
          <p:cNvCxnSpPr/>
          <p:nvPr/>
        </p:nvCxnSpPr>
        <p:spPr>
          <a:xfrm rot="10800000">
            <a:off x="8118567" y="2182055"/>
            <a:ext cx="0" cy="207059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691" name="Google Shape;1691;p67"/>
          <p:cNvCxnSpPr/>
          <p:nvPr/>
        </p:nvCxnSpPr>
        <p:spPr>
          <a:xfrm>
            <a:off x="8118567" y="2389114"/>
            <a:ext cx="0" cy="468119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692" name="Google Shape;1692;p67"/>
          <p:cNvCxnSpPr/>
          <p:nvPr/>
        </p:nvCxnSpPr>
        <p:spPr>
          <a:xfrm rot="10800000">
            <a:off x="8118567" y="3341166"/>
            <a:ext cx="0" cy="2970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693" name="Google Shape;1693;p67"/>
          <p:cNvCxnSpPr/>
          <p:nvPr/>
        </p:nvCxnSpPr>
        <p:spPr>
          <a:xfrm>
            <a:off x="8118567" y="3638714"/>
            <a:ext cx="0" cy="468119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694" name="Google Shape;1694;p67"/>
          <p:cNvCxnSpPr/>
          <p:nvPr/>
        </p:nvCxnSpPr>
        <p:spPr>
          <a:xfrm rot="10800000">
            <a:off x="8118567" y="4871430"/>
            <a:ext cx="0" cy="4671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695" name="Google Shape;1695;p67"/>
          <p:cNvCxnSpPr/>
          <p:nvPr/>
        </p:nvCxnSpPr>
        <p:spPr>
          <a:xfrm>
            <a:off x="8118567" y="5338531"/>
            <a:ext cx="0" cy="468119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696" name="Google Shape;1696;p67"/>
          <p:cNvCxnSpPr/>
          <p:nvPr/>
        </p:nvCxnSpPr>
        <p:spPr>
          <a:xfrm>
            <a:off x="8118567" y="1488571"/>
            <a:ext cx="0" cy="468119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697" name="Google Shape;1697;p67"/>
          <p:cNvSpPr txBox="1"/>
          <p:nvPr/>
        </p:nvSpPr>
        <p:spPr>
          <a:xfrm>
            <a:off x="8162925" y="1698537"/>
            <a:ext cx="397608" cy="2308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4324" l="-1538" r="-3077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/>
          </a:p>
        </p:txBody>
      </p:sp>
      <p:sp>
        <p:nvSpPr>
          <p:cNvPr id="1698" name="Google Shape;1698;p67"/>
          <p:cNvSpPr txBox="1"/>
          <p:nvPr/>
        </p:nvSpPr>
        <p:spPr>
          <a:xfrm>
            <a:off x="8185941" y="2595546"/>
            <a:ext cx="397608" cy="2308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1052" l="-3077" r="-153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/>
          </a:p>
        </p:txBody>
      </p:sp>
      <p:sp>
        <p:nvSpPr>
          <p:cNvPr id="1699" name="Google Shape;1699;p67"/>
          <p:cNvSpPr txBox="1"/>
          <p:nvPr/>
        </p:nvSpPr>
        <p:spPr>
          <a:xfrm>
            <a:off x="8162925" y="3837510"/>
            <a:ext cx="397608" cy="2308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4324" l="-1538" r="-3077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/>
          </a:p>
        </p:txBody>
      </p:sp>
      <p:sp>
        <p:nvSpPr>
          <p:cNvPr id="1700" name="Google Shape;1700;p67"/>
          <p:cNvSpPr txBox="1"/>
          <p:nvPr/>
        </p:nvSpPr>
        <p:spPr>
          <a:xfrm>
            <a:off x="8162925" y="5558923"/>
            <a:ext cx="397608" cy="2308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1052" l="-1538" r="-3077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/>
          </a:p>
        </p:txBody>
      </p:sp>
      <p:sp>
        <p:nvSpPr>
          <p:cNvPr id="1701" name="Google Shape;1701;p67"/>
          <p:cNvSpPr txBox="1"/>
          <p:nvPr/>
        </p:nvSpPr>
        <p:spPr>
          <a:xfrm>
            <a:off x="7321424" y="1962018"/>
            <a:ext cx="1338828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drag force</a:t>
            </a:r>
            <a:endParaRPr/>
          </a:p>
        </p:txBody>
      </p:sp>
      <p:sp>
        <p:nvSpPr>
          <p:cNvPr id="1702" name="Google Shape;1702;p67"/>
          <p:cNvSpPr txBox="1"/>
          <p:nvPr/>
        </p:nvSpPr>
        <p:spPr>
          <a:xfrm>
            <a:off x="7298409" y="3112375"/>
            <a:ext cx="1338828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drag force</a:t>
            </a:r>
            <a:endParaRPr/>
          </a:p>
        </p:txBody>
      </p:sp>
      <p:sp>
        <p:nvSpPr>
          <p:cNvPr id="1703" name="Google Shape;1703;p67"/>
          <p:cNvSpPr txBox="1"/>
          <p:nvPr/>
        </p:nvSpPr>
        <p:spPr>
          <a:xfrm>
            <a:off x="7321424" y="4641339"/>
            <a:ext cx="1338828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drag force</a:t>
            </a:r>
            <a:endParaRPr/>
          </a:p>
        </p:txBody>
      </p:sp>
      <p:cxnSp>
        <p:nvCxnSpPr>
          <p:cNvPr id="1704" name="Google Shape;1704;p67"/>
          <p:cNvCxnSpPr/>
          <p:nvPr/>
        </p:nvCxnSpPr>
        <p:spPr>
          <a:xfrm rot="10800000">
            <a:off x="5038567" y="1811013"/>
            <a:ext cx="0" cy="1559524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05" name="Google Shape;1705;p67"/>
          <p:cNvCxnSpPr/>
          <p:nvPr/>
        </p:nvCxnSpPr>
        <p:spPr>
          <a:xfrm>
            <a:off x="5038567" y="3370536"/>
            <a:ext cx="16200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06" name="Google Shape;1706;p67"/>
          <p:cNvCxnSpPr/>
          <p:nvPr/>
        </p:nvCxnSpPr>
        <p:spPr>
          <a:xfrm rot="10800000">
            <a:off x="5038567" y="3671535"/>
            <a:ext cx="0" cy="1559524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07" name="Google Shape;1707;p67"/>
          <p:cNvCxnSpPr/>
          <p:nvPr/>
        </p:nvCxnSpPr>
        <p:spPr>
          <a:xfrm>
            <a:off x="5038567" y="5225344"/>
            <a:ext cx="16200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08" name="Google Shape;1708;p67"/>
          <p:cNvSpPr txBox="1"/>
          <p:nvPr/>
        </p:nvSpPr>
        <p:spPr>
          <a:xfrm>
            <a:off x="5740302" y="3350913"/>
            <a:ext cx="646331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</a:t>
            </a:r>
            <a:endParaRPr/>
          </a:p>
        </p:txBody>
      </p:sp>
      <p:sp>
        <p:nvSpPr>
          <p:cNvPr id="1709" name="Google Shape;1709;p67"/>
          <p:cNvSpPr txBox="1"/>
          <p:nvPr/>
        </p:nvSpPr>
        <p:spPr>
          <a:xfrm>
            <a:off x="5722738" y="5201656"/>
            <a:ext cx="646331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</a:t>
            </a:r>
            <a:endParaRPr/>
          </a:p>
        </p:txBody>
      </p:sp>
      <p:sp>
        <p:nvSpPr>
          <p:cNvPr id="1710" name="Google Shape;1710;p67"/>
          <p:cNvSpPr txBox="1"/>
          <p:nvPr/>
        </p:nvSpPr>
        <p:spPr>
          <a:xfrm rot="-5400000">
            <a:off x="3999822" y="2478301"/>
            <a:ext cx="1800493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vertical speed</a:t>
            </a:r>
            <a:endParaRPr/>
          </a:p>
        </p:txBody>
      </p:sp>
      <p:sp>
        <p:nvSpPr>
          <p:cNvPr id="1711" name="Google Shape;1711;p67"/>
          <p:cNvSpPr txBox="1"/>
          <p:nvPr/>
        </p:nvSpPr>
        <p:spPr>
          <a:xfrm rot="-5400000">
            <a:off x="4230656" y="4366074"/>
            <a:ext cx="1338828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drag force</a:t>
            </a:r>
            <a:endParaRPr/>
          </a:p>
        </p:txBody>
      </p:sp>
      <p:cxnSp>
        <p:nvCxnSpPr>
          <p:cNvPr id="1712" name="Google Shape;1712;p67"/>
          <p:cNvCxnSpPr/>
          <p:nvPr/>
        </p:nvCxnSpPr>
        <p:spPr>
          <a:xfrm>
            <a:off x="5038567" y="2139139"/>
            <a:ext cx="1620000" cy="59"/>
          </a:xfrm>
          <a:prstGeom prst="straightConnector1">
            <a:avLst/>
          </a:prstGeom>
          <a:noFill/>
          <a:ln cap="flat" cmpd="sng" w="12700">
            <a:solidFill>
              <a:srgbClr val="009999"/>
            </a:solidFill>
            <a:prstDash val="lgDash"/>
            <a:round/>
            <a:headEnd len="sm" w="sm" type="none"/>
            <a:tailEnd len="sm" w="sm" type="none"/>
          </a:ln>
        </p:spPr>
      </p:cxnSp>
      <p:cxnSp>
        <p:nvCxnSpPr>
          <p:cNvPr id="1713" name="Google Shape;1713;p67"/>
          <p:cNvCxnSpPr/>
          <p:nvPr/>
        </p:nvCxnSpPr>
        <p:spPr>
          <a:xfrm>
            <a:off x="5038567" y="4001444"/>
            <a:ext cx="1620000" cy="59"/>
          </a:xfrm>
          <a:prstGeom prst="straightConnector1">
            <a:avLst/>
          </a:prstGeom>
          <a:noFill/>
          <a:ln cap="flat" cmpd="sng" w="12700">
            <a:solidFill>
              <a:srgbClr val="009999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714" name="Google Shape;1714;p67"/>
          <p:cNvSpPr/>
          <p:nvPr/>
        </p:nvSpPr>
        <p:spPr>
          <a:xfrm>
            <a:off x="5038567" y="2143508"/>
            <a:ext cx="1153715" cy="1222674"/>
          </a:xfrm>
          <a:custGeom>
            <a:rect b="b" l="l" r="r" t="t"/>
            <a:pathLst>
              <a:path extrusionOk="0" h="1630232" w="1538287">
                <a:moveTo>
                  <a:pt x="0" y="1630232"/>
                </a:moveTo>
                <a:cubicBezTo>
                  <a:pt x="26987" y="1250025"/>
                  <a:pt x="56357" y="872995"/>
                  <a:pt x="128588" y="611057"/>
                </a:cubicBezTo>
                <a:cubicBezTo>
                  <a:pt x="200819" y="349119"/>
                  <a:pt x="260349" y="169731"/>
                  <a:pt x="433387" y="58606"/>
                </a:cubicBezTo>
                <a:cubicBezTo>
                  <a:pt x="596899" y="-14418"/>
                  <a:pt x="758825" y="1457"/>
                  <a:pt x="1538287" y="1457"/>
                </a:cubicBezTo>
              </a:path>
            </a:pathLst>
          </a:cu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15" name="Google Shape;1715;p67"/>
          <p:cNvSpPr txBox="1"/>
          <p:nvPr/>
        </p:nvSpPr>
        <p:spPr>
          <a:xfrm>
            <a:off x="6316444" y="1878620"/>
            <a:ext cx="1223412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9999"/>
                </a:solidFill>
                <a:latin typeface="Courier New"/>
                <a:ea typeface="Courier New"/>
                <a:cs typeface="Courier New"/>
                <a:sym typeface="Courier New"/>
              </a:rPr>
              <a:t>terminal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9999"/>
                </a:solidFill>
                <a:latin typeface="Courier New"/>
                <a:ea typeface="Courier New"/>
                <a:cs typeface="Courier New"/>
                <a:sym typeface="Courier New"/>
              </a:rPr>
              <a:t>speed</a:t>
            </a:r>
            <a:endParaRPr/>
          </a:p>
        </p:txBody>
      </p:sp>
      <p:sp>
        <p:nvSpPr>
          <p:cNvPr id="1716" name="Google Shape;1716;p67"/>
          <p:cNvSpPr txBox="1"/>
          <p:nvPr/>
        </p:nvSpPr>
        <p:spPr>
          <a:xfrm>
            <a:off x="6645346" y="3847222"/>
            <a:ext cx="582275" cy="323165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1887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/>
          </a:p>
        </p:txBody>
      </p:sp>
      <p:sp>
        <p:nvSpPr>
          <p:cNvPr id="1717" name="Google Shape;1717;p67"/>
          <p:cNvSpPr/>
          <p:nvPr/>
        </p:nvSpPr>
        <p:spPr>
          <a:xfrm>
            <a:off x="5038567" y="4004944"/>
            <a:ext cx="1153715" cy="1222674"/>
          </a:xfrm>
          <a:custGeom>
            <a:rect b="b" l="l" r="r" t="t"/>
            <a:pathLst>
              <a:path extrusionOk="0" h="1630232" w="1538287">
                <a:moveTo>
                  <a:pt x="0" y="1630232"/>
                </a:moveTo>
                <a:cubicBezTo>
                  <a:pt x="26987" y="1250025"/>
                  <a:pt x="56357" y="872995"/>
                  <a:pt x="128588" y="611057"/>
                </a:cubicBezTo>
                <a:cubicBezTo>
                  <a:pt x="200819" y="349119"/>
                  <a:pt x="260349" y="169731"/>
                  <a:pt x="433387" y="58606"/>
                </a:cubicBezTo>
                <a:cubicBezTo>
                  <a:pt x="596899" y="-14418"/>
                  <a:pt x="758825" y="1457"/>
                  <a:pt x="1538287" y="1457"/>
                </a:cubicBezTo>
              </a:path>
            </a:pathLst>
          </a:cu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718" name="Google Shape;1718;p67"/>
          <p:cNvCxnSpPr/>
          <p:nvPr/>
        </p:nvCxnSpPr>
        <p:spPr>
          <a:xfrm rot="10800000">
            <a:off x="5578707" y="2148354"/>
            <a:ext cx="0" cy="3271768"/>
          </a:xfrm>
          <a:prstGeom prst="straightConnector1">
            <a:avLst/>
          </a:prstGeom>
          <a:noFill/>
          <a:ln cap="flat" cmpd="sng" w="9525">
            <a:solidFill>
              <a:srgbClr val="F9F9F9"/>
            </a:solidFill>
            <a:prstDash val="dash"/>
            <a:round/>
            <a:headEnd len="sm" w="sm" type="none"/>
            <a:tailEnd len="sm" w="sm" type="none"/>
          </a:ln>
        </p:spPr>
      </p:cxnSp>
      <p:pic>
        <p:nvPicPr>
          <p:cNvPr id="1719" name="Google Shape;1719;p6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785014" y="5521366"/>
            <a:ext cx="442800" cy="383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0" name="Google Shape;1720;p6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501337" y="1357241"/>
            <a:ext cx="442800" cy="416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1" name="Google Shape;1721;p6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870083" y="1311428"/>
            <a:ext cx="442800" cy="3856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2" name="Google Shape;1722;p67"/>
          <p:cNvCxnSpPr/>
          <p:nvPr/>
        </p:nvCxnSpPr>
        <p:spPr>
          <a:xfrm rot="10800000">
            <a:off x="5104362" y="1676636"/>
            <a:ext cx="0" cy="3545267"/>
          </a:xfrm>
          <a:prstGeom prst="straightConnector1">
            <a:avLst/>
          </a:prstGeom>
          <a:noFill/>
          <a:ln cap="flat" cmpd="sng" w="9525">
            <a:solidFill>
              <a:srgbClr val="F9F9F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723" name="Google Shape;1723;p67"/>
          <p:cNvCxnSpPr/>
          <p:nvPr/>
        </p:nvCxnSpPr>
        <p:spPr>
          <a:xfrm rot="10800000">
            <a:off x="5338604" y="1811012"/>
            <a:ext cx="0" cy="3416606"/>
          </a:xfrm>
          <a:prstGeom prst="straightConnector1">
            <a:avLst/>
          </a:prstGeom>
          <a:noFill/>
          <a:ln cap="flat" cmpd="sng" w="9525">
            <a:solidFill>
              <a:srgbClr val="F9F9F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724" name="Google Shape;1724;p67"/>
          <p:cNvCxnSpPr/>
          <p:nvPr/>
        </p:nvCxnSpPr>
        <p:spPr>
          <a:xfrm flipH="1">
            <a:off x="5338605" y="1633108"/>
            <a:ext cx="276760" cy="177905"/>
          </a:xfrm>
          <a:prstGeom prst="straightConnector1">
            <a:avLst/>
          </a:prstGeom>
          <a:noFill/>
          <a:ln cap="flat" cmpd="sng" w="9525">
            <a:solidFill>
              <a:srgbClr val="F9F9F9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1725" name="Google Shape;1725;p67"/>
          <p:cNvGrpSpPr/>
          <p:nvPr/>
        </p:nvGrpSpPr>
        <p:grpSpPr>
          <a:xfrm>
            <a:off x="6063397" y="2188355"/>
            <a:ext cx="275216" cy="275219"/>
            <a:chOff x="2951871" y="2376843"/>
            <a:chExt cx="2034868" cy="2034896"/>
          </a:xfrm>
        </p:grpSpPr>
        <p:pic>
          <p:nvPicPr>
            <p:cNvPr descr="A black background with a black square&#10;&#10;Description automatically generated with medium confidence" id="1726" name="Google Shape;1726;p67"/>
            <p:cNvPicPr preferRelativeResize="0"/>
            <p:nvPr/>
          </p:nvPicPr>
          <p:blipFill rotWithShape="1">
            <a:blip r:embed="rId13">
              <a:alphaModFix/>
            </a:blip>
            <a:srcRect b="1406" l="23861" r="42514" t="46360"/>
            <a:stretch/>
          </p:blipFill>
          <p:spPr>
            <a:xfrm>
              <a:off x="2952955" y="2376843"/>
              <a:ext cx="2033784" cy="203489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7" name="Google Shape;1727;p67"/>
            <p:cNvSpPr/>
            <p:nvPr/>
          </p:nvSpPr>
          <p:spPr>
            <a:xfrm>
              <a:off x="4630826" y="3217179"/>
              <a:ext cx="355913" cy="7694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728" name="Google Shape;1728;p67"/>
            <p:cNvSpPr/>
            <p:nvPr/>
          </p:nvSpPr>
          <p:spPr>
            <a:xfrm>
              <a:off x="2951871" y="3044275"/>
              <a:ext cx="187533" cy="7694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729" name="Google Shape;1729;p67"/>
          <p:cNvGrpSpPr/>
          <p:nvPr/>
        </p:nvGrpSpPr>
        <p:grpSpPr>
          <a:xfrm>
            <a:off x="6050784" y="4055422"/>
            <a:ext cx="275216" cy="275219"/>
            <a:chOff x="2951871" y="2376843"/>
            <a:chExt cx="2034868" cy="2034896"/>
          </a:xfrm>
        </p:grpSpPr>
        <p:pic>
          <p:nvPicPr>
            <p:cNvPr descr="A black background with a black square&#10;&#10;Description automatically generated with medium confidence" id="1730" name="Google Shape;1730;p67"/>
            <p:cNvPicPr preferRelativeResize="0"/>
            <p:nvPr/>
          </p:nvPicPr>
          <p:blipFill rotWithShape="1">
            <a:blip r:embed="rId13">
              <a:alphaModFix/>
            </a:blip>
            <a:srcRect b="1406" l="23861" r="42514" t="46360"/>
            <a:stretch/>
          </p:blipFill>
          <p:spPr>
            <a:xfrm>
              <a:off x="2952955" y="2376843"/>
              <a:ext cx="2033784" cy="203489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1" name="Google Shape;1731;p67"/>
            <p:cNvSpPr/>
            <p:nvPr/>
          </p:nvSpPr>
          <p:spPr>
            <a:xfrm>
              <a:off x="4630826" y="3217179"/>
              <a:ext cx="355913" cy="7694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732" name="Google Shape;1732;p67"/>
            <p:cNvSpPr/>
            <p:nvPr/>
          </p:nvSpPr>
          <p:spPr>
            <a:xfrm>
              <a:off x="2951871" y="3044275"/>
              <a:ext cx="187533" cy="7694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1733" name="Google Shape;1733;p67"/>
          <p:cNvSpPr txBox="1"/>
          <p:nvPr>
            <p:ph idx="1" type="body"/>
          </p:nvPr>
        </p:nvSpPr>
        <p:spPr>
          <a:xfrm>
            <a:off x="204181" y="1166071"/>
            <a:ext cx="4548180" cy="4625958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-1740" r="-669" t="-158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7" name="Shape 1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8" name="Google Shape;1738;p68"/>
          <p:cNvSpPr txBox="1"/>
          <p:nvPr>
            <p:ph type="title"/>
          </p:nvPr>
        </p:nvSpPr>
        <p:spPr>
          <a:xfrm>
            <a:off x="0" y="1"/>
            <a:ext cx="7886700" cy="826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35731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Stokes’ Law</a:t>
            </a:r>
            <a:endParaRPr/>
          </a:p>
        </p:txBody>
      </p:sp>
      <p:sp>
        <p:nvSpPr>
          <p:cNvPr id="1739" name="Google Shape;1739;p68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40" name="Google Shape;1740;p68"/>
          <p:cNvSpPr/>
          <p:nvPr/>
        </p:nvSpPr>
        <p:spPr>
          <a:xfrm>
            <a:off x="8776937" y="921577"/>
            <a:ext cx="236870" cy="517082"/>
          </a:xfrm>
          <a:custGeom>
            <a:rect b="b" l="l" r="r" t="t"/>
            <a:pathLst>
              <a:path extrusionOk="0" h="16178" w="7411">
                <a:moveTo>
                  <a:pt x="3339" y="147"/>
                </a:moveTo>
                <a:lnTo>
                  <a:pt x="3229" y="441"/>
                </a:lnTo>
                <a:lnTo>
                  <a:pt x="3155" y="734"/>
                </a:lnTo>
                <a:lnTo>
                  <a:pt x="3119" y="1358"/>
                </a:lnTo>
                <a:lnTo>
                  <a:pt x="3082" y="2972"/>
                </a:lnTo>
                <a:lnTo>
                  <a:pt x="3119" y="4476"/>
                </a:lnTo>
                <a:lnTo>
                  <a:pt x="3119" y="5283"/>
                </a:lnTo>
                <a:lnTo>
                  <a:pt x="3119" y="5576"/>
                </a:lnTo>
                <a:lnTo>
                  <a:pt x="3155" y="5723"/>
                </a:lnTo>
                <a:lnTo>
                  <a:pt x="3229" y="5870"/>
                </a:lnTo>
                <a:lnTo>
                  <a:pt x="3265" y="5906"/>
                </a:lnTo>
                <a:lnTo>
                  <a:pt x="3339" y="5943"/>
                </a:lnTo>
                <a:lnTo>
                  <a:pt x="3375" y="5943"/>
                </a:lnTo>
                <a:lnTo>
                  <a:pt x="3449" y="5870"/>
                </a:lnTo>
                <a:lnTo>
                  <a:pt x="3486" y="5760"/>
                </a:lnTo>
                <a:lnTo>
                  <a:pt x="3522" y="5649"/>
                </a:lnTo>
                <a:lnTo>
                  <a:pt x="3522" y="5393"/>
                </a:lnTo>
                <a:lnTo>
                  <a:pt x="3522" y="4586"/>
                </a:lnTo>
                <a:lnTo>
                  <a:pt x="3486" y="2972"/>
                </a:lnTo>
                <a:lnTo>
                  <a:pt x="3522" y="1504"/>
                </a:lnTo>
                <a:lnTo>
                  <a:pt x="3522" y="808"/>
                </a:lnTo>
                <a:lnTo>
                  <a:pt x="3486" y="477"/>
                </a:lnTo>
                <a:lnTo>
                  <a:pt x="3412" y="294"/>
                </a:lnTo>
                <a:lnTo>
                  <a:pt x="3375" y="147"/>
                </a:lnTo>
                <a:close/>
                <a:moveTo>
                  <a:pt x="1725" y="1"/>
                </a:moveTo>
                <a:lnTo>
                  <a:pt x="1688" y="37"/>
                </a:lnTo>
                <a:lnTo>
                  <a:pt x="1615" y="147"/>
                </a:lnTo>
                <a:lnTo>
                  <a:pt x="1578" y="294"/>
                </a:lnTo>
                <a:lnTo>
                  <a:pt x="1541" y="624"/>
                </a:lnTo>
                <a:lnTo>
                  <a:pt x="1578" y="1284"/>
                </a:lnTo>
                <a:lnTo>
                  <a:pt x="1615" y="2898"/>
                </a:lnTo>
                <a:lnTo>
                  <a:pt x="1725" y="6236"/>
                </a:lnTo>
                <a:lnTo>
                  <a:pt x="1761" y="6346"/>
                </a:lnTo>
                <a:lnTo>
                  <a:pt x="1798" y="6383"/>
                </a:lnTo>
                <a:lnTo>
                  <a:pt x="1872" y="6420"/>
                </a:lnTo>
                <a:lnTo>
                  <a:pt x="1945" y="6456"/>
                </a:lnTo>
                <a:lnTo>
                  <a:pt x="2018" y="6420"/>
                </a:lnTo>
                <a:lnTo>
                  <a:pt x="2092" y="6383"/>
                </a:lnTo>
                <a:lnTo>
                  <a:pt x="2165" y="6346"/>
                </a:lnTo>
                <a:lnTo>
                  <a:pt x="2165" y="6236"/>
                </a:lnTo>
                <a:lnTo>
                  <a:pt x="2165" y="5980"/>
                </a:lnTo>
                <a:lnTo>
                  <a:pt x="2165" y="5943"/>
                </a:lnTo>
                <a:lnTo>
                  <a:pt x="2055" y="3008"/>
                </a:lnTo>
                <a:lnTo>
                  <a:pt x="1982" y="1394"/>
                </a:lnTo>
                <a:lnTo>
                  <a:pt x="1945" y="587"/>
                </a:lnTo>
                <a:lnTo>
                  <a:pt x="1908" y="294"/>
                </a:lnTo>
                <a:lnTo>
                  <a:pt x="1872" y="147"/>
                </a:lnTo>
                <a:lnTo>
                  <a:pt x="1761" y="37"/>
                </a:lnTo>
                <a:lnTo>
                  <a:pt x="1725" y="1"/>
                </a:lnTo>
                <a:close/>
                <a:moveTo>
                  <a:pt x="4953" y="184"/>
                </a:moveTo>
                <a:lnTo>
                  <a:pt x="4879" y="221"/>
                </a:lnTo>
                <a:lnTo>
                  <a:pt x="4843" y="257"/>
                </a:lnTo>
                <a:lnTo>
                  <a:pt x="4843" y="331"/>
                </a:lnTo>
                <a:lnTo>
                  <a:pt x="4769" y="1101"/>
                </a:lnTo>
                <a:lnTo>
                  <a:pt x="4733" y="1908"/>
                </a:lnTo>
                <a:lnTo>
                  <a:pt x="4733" y="3522"/>
                </a:lnTo>
                <a:lnTo>
                  <a:pt x="4733" y="5136"/>
                </a:lnTo>
                <a:lnTo>
                  <a:pt x="4696" y="5870"/>
                </a:lnTo>
                <a:lnTo>
                  <a:pt x="4696" y="6273"/>
                </a:lnTo>
                <a:lnTo>
                  <a:pt x="4769" y="6640"/>
                </a:lnTo>
                <a:lnTo>
                  <a:pt x="4806" y="6713"/>
                </a:lnTo>
                <a:lnTo>
                  <a:pt x="4916" y="6750"/>
                </a:lnTo>
                <a:lnTo>
                  <a:pt x="5026" y="6713"/>
                </a:lnTo>
                <a:lnTo>
                  <a:pt x="5100" y="6640"/>
                </a:lnTo>
                <a:lnTo>
                  <a:pt x="5173" y="6273"/>
                </a:lnTo>
                <a:lnTo>
                  <a:pt x="5173" y="5870"/>
                </a:lnTo>
                <a:lnTo>
                  <a:pt x="5136" y="5136"/>
                </a:lnTo>
                <a:lnTo>
                  <a:pt x="5136" y="3522"/>
                </a:lnTo>
                <a:lnTo>
                  <a:pt x="5173" y="1908"/>
                </a:lnTo>
                <a:lnTo>
                  <a:pt x="5136" y="1138"/>
                </a:lnTo>
                <a:lnTo>
                  <a:pt x="5100" y="331"/>
                </a:lnTo>
                <a:lnTo>
                  <a:pt x="5100" y="257"/>
                </a:lnTo>
                <a:lnTo>
                  <a:pt x="5063" y="221"/>
                </a:lnTo>
                <a:lnTo>
                  <a:pt x="4953" y="184"/>
                </a:lnTo>
                <a:close/>
                <a:moveTo>
                  <a:pt x="6273" y="2678"/>
                </a:moveTo>
                <a:lnTo>
                  <a:pt x="6273" y="2715"/>
                </a:lnTo>
                <a:lnTo>
                  <a:pt x="6200" y="3008"/>
                </a:lnTo>
                <a:lnTo>
                  <a:pt x="6163" y="3302"/>
                </a:lnTo>
                <a:lnTo>
                  <a:pt x="6127" y="3925"/>
                </a:lnTo>
                <a:lnTo>
                  <a:pt x="6127" y="5173"/>
                </a:lnTo>
                <a:lnTo>
                  <a:pt x="6090" y="7667"/>
                </a:lnTo>
                <a:lnTo>
                  <a:pt x="6090" y="7887"/>
                </a:lnTo>
                <a:lnTo>
                  <a:pt x="6127" y="7960"/>
                </a:lnTo>
                <a:lnTo>
                  <a:pt x="6163" y="8034"/>
                </a:lnTo>
                <a:lnTo>
                  <a:pt x="6237" y="8070"/>
                </a:lnTo>
                <a:lnTo>
                  <a:pt x="6383" y="8070"/>
                </a:lnTo>
                <a:lnTo>
                  <a:pt x="6457" y="8034"/>
                </a:lnTo>
                <a:lnTo>
                  <a:pt x="6493" y="7960"/>
                </a:lnTo>
                <a:lnTo>
                  <a:pt x="6530" y="7887"/>
                </a:lnTo>
                <a:lnTo>
                  <a:pt x="6530" y="5283"/>
                </a:lnTo>
                <a:lnTo>
                  <a:pt x="6530" y="3962"/>
                </a:lnTo>
                <a:lnTo>
                  <a:pt x="6493" y="3339"/>
                </a:lnTo>
                <a:lnTo>
                  <a:pt x="6457" y="3008"/>
                </a:lnTo>
                <a:lnTo>
                  <a:pt x="6383" y="2715"/>
                </a:lnTo>
                <a:lnTo>
                  <a:pt x="6347" y="2678"/>
                </a:lnTo>
                <a:close/>
                <a:moveTo>
                  <a:pt x="3265" y="7887"/>
                </a:moveTo>
                <a:lnTo>
                  <a:pt x="3082" y="8107"/>
                </a:lnTo>
                <a:lnTo>
                  <a:pt x="2862" y="8291"/>
                </a:lnTo>
                <a:lnTo>
                  <a:pt x="2679" y="8401"/>
                </a:lnTo>
                <a:lnTo>
                  <a:pt x="2458" y="8474"/>
                </a:lnTo>
                <a:lnTo>
                  <a:pt x="2458" y="8474"/>
                </a:lnTo>
                <a:lnTo>
                  <a:pt x="2605" y="8291"/>
                </a:lnTo>
                <a:lnTo>
                  <a:pt x="2752" y="8144"/>
                </a:lnTo>
                <a:lnTo>
                  <a:pt x="2972" y="7997"/>
                </a:lnTo>
                <a:lnTo>
                  <a:pt x="3192" y="7924"/>
                </a:lnTo>
                <a:lnTo>
                  <a:pt x="3265" y="7887"/>
                </a:lnTo>
                <a:close/>
                <a:moveTo>
                  <a:pt x="4806" y="9501"/>
                </a:moveTo>
                <a:lnTo>
                  <a:pt x="4513" y="9538"/>
                </a:lnTo>
                <a:lnTo>
                  <a:pt x="4329" y="9574"/>
                </a:lnTo>
                <a:lnTo>
                  <a:pt x="4072" y="9574"/>
                </a:lnTo>
                <a:lnTo>
                  <a:pt x="4072" y="9611"/>
                </a:lnTo>
                <a:lnTo>
                  <a:pt x="4072" y="9684"/>
                </a:lnTo>
                <a:lnTo>
                  <a:pt x="4109" y="9758"/>
                </a:lnTo>
                <a:lnTo>
                  <a:pt x="4146" y="9831"/>
                </a:lnTo>
                <a:lnTo>
                  <a:pt x="4219" y="9868"/>
                </a:lnTo>
                <a:lnTo>
                  <a:pt x="4293" y="9905"/>
                </a:lnTo>
                <a:lnTo>
                  <a:pt x="4476" y="9941"/>
                </a:lnTo>
                <a:lnTo>
                  <a:pt x="4659" y="9905"/>
                </a:lnTo>
                <a:lnTo>
                  <a:pt x="4806" y="9941"/>
                </a:lnTo>
                <a:lnTo>
                  <a:pt x="4953" y="9978"/>
                </a:lnTo>
                <a:lnTo>
                  <a:pt x="5100" y="10015"/>
                </a:lnTo>
                <a:lnTo>
                  <a:pt x="5246" y="10125"/>
                </a:lnTo>
                <a:lnTo>
                  <a:pt x="5320" y="10235"/>
                </a:lnTo>
                <a:lnTo>
                  <a:pt x="5430" y="10381"/>
                </a:lnTo>
                <a:lnTo>
                  <a:pt x="5466" y="10528"/>
                </a:lnTo>
                <a:lnTo>
                  <a:pt x="5503" y="10675"/>
                </a:lnTo>
                <a:lnTo>
                  <a:pt x="5540" y="10748"/>
                </a:lnTo>
                <a:lnTo>
                  <a:pt x="5613" y="10822"/>
                </a:lnTo>
                <a:lnTo>
                  <a:pt x="5833" y="10822"/>
                </a:lnTo>
                <a:lnTo>
                  <a:pt x="5907" y="10748"/>
                </a:lnTo>
                <a:lnTo>
                  <a:pt x="5943" y="10711"/>
                </a:lnTo>
                <a:lnTo>
                  <a:pt x="5980" y="10601"/>
                </a:lnTo>
                <a:lnTo>
                  <a:pt x="5907" y="10308"/>
                </a:lnTo>
                <a:lnTo>
                  <a:pt x="5760" y="10051"/>
                </a:lnTo>
                <a:lnTo>
                  <a:pt x="5576" y="9831"/>
                </a:lnTo>
                <a:lnTo>
                  <a:pt x="5356" y="9648"/>
                </a:lnTo>
                <a:lnTo>
                  <a:pt x="5100" y="9538"/>
                </a:lnTo>
                <a:lnTo>
                  <a:pt x="4806" y="9501"/>
                </a:lnTo>
                <a:close/>
                <a:moveTo>
                  <a:pt x="4879" y="8547"/>
                </a:moveTo>
                <a:lnTo>
                  <a:pt x="5136" y="8621"/>
                </a:lnTo>
                <a:lnTo>
                  <a:pt x="5393" y="8731"/>
                </a:lnTo>
                <a:lnTo>
                  <a:pt x="5650" y="8877"/>
                </a:lnTo>
                <a:lnTo>
                  <a:pt x="5907" y="9061"/>
                </a:lnTo>
                <a:lnTo>
                  <a:pt x="6090" y="9244"/>
                </a:lnTo>
                <a:lnTo>
                  <a:pt x="6310" y="9464"/>
                </a:lnTo>
                <a:lnTo>
                  <a:pt x="6457" y="9684"/>
                </a:lnTo>
                <a:lnTo>
                  <a:pt x="6603" y="9941"/>
                </a:lnTo>
                <a:lnTo>
                  <a:pt x="6714" y="10198"/>
                </a:lnTo>
                <a:lnTo>
                  <a:pt x="6787" y="10491"/>
                </a:lnTo>
                <a:lnTo>
                  <a:pt x="6860" y="10748"/>
                </a:lnTo>
                <a:lnTo>
                  <a:pt x="6934" y="11078"/>
                </a:lnTo>
                <a:lnTo>
                  <a:pt x="6934" y="11372"/>
                </a:lnTo>
                <a:lnTo>
                  <a:pt x="6934" y="11665"/>
                </a:lnTo>
                <a:lnTo>
                  <a:pt x="6934" y="11995"/>
                </a:lnTo>
                <a:lnTo>
                  <a:pt x="6824" y="12619"/>
                </a:lnTo>
                <a:lnTo>
                  <a:pt x="6677" y="13206"/>
                </a:lnTo>
                <a:lnTo>
                  <a:pt x="6530" y="13499"/>
                </a:lnTo>
                <a:lnTo>
                  <a:pt x="6383" y="13793"/>
                </a:lnTo>
                <a:lnTo>
                  <a:pt x="6310" y="13939"/>
                </a:lnTo>
                <a:lnTo>
                  <a:pt x="6163" y="14050"/>
                </a:lnTo>
                <a:lnTo>
                  <a:pt x="5907" y="14270"/>
                </a:lnTo>
                <a:lnTo>
                  <a:pt x="5540" y="14526"/>
                </a:lnTo>
                <a:lnTo>
                  <a:pt x="5173" y="14857"/>
                </a:lnTo>
                <a:lnTo>
                  <a:pt x="5026" y="14967"/>
                </a:lnTo>
                <a:lnTo>
                  <a:pt x="4659" y="15187"/>
                </a:lnTo>
                <a:lnTo>
                  <a:pt x="4659" y="15187"/>
                </a:lnTo>
                <a:lnTo>
                  <a:pt x="4806" y="14857"/>
                </a:lnTo>
                <a:lnTo>
                  <a:pt x="4916" y="14636"/>
                </a:lnTo>
                <a:lnTo>
                  <a:pt x="4953" y="14490"/>
                </a:lnTo>
                <a:lnTo>
                  <a:pt x="4989" y="14380"/>
                </a:lnTo>
                <a:lnTo>
                  <a:pt x="4953" y="14270"/>
                </a:lnTo>
                <a:lnTo>
                  <a:pt x="4916" y="14160"/>
                </a:lnTo>
                <a:lnTo>
                  <a:pt x="4843" y="14123"/>
                </a:lnTo>
                <a:lnTo>
                  <a:pt x="4659" y="14123"/>
                </a:lnTo>
                <a:lnTo>
                  <a:pt x="4586" y="14160"/>
                </a:lnTo>
                <a:lnTo>
                  <a:pt x="4549" y="14233"/>
                </a:lnTo>
                <a:lnTo>
                  <a:pt x="4513" y="14343"/>
                </a:lnTo>
                <a:lnTo>
                  <a:pt x="4549" y="14453"/>
                </a:lnTo>
                <a:lnTo>
                  <a:pt x="4513" y="14526"/>
                </a:lnTo>
                <a:lnTo>
                  <a:pt x="4439" y="14783"/>
                </a:lnTo>
                <a:lnTo>
                  <a:pt x="4366" y="15003"/>
                </a:lnTo>
                <a:lnTo>
                  <a:pt x="4329" y="15260"/>
                </a:lnTo>
                <a:lnTo>
                  <a:pt x="4366" y="15333"/>
                </a:lnTo>
                <a:lnTo>
                  <a:pt x="4293" y="15370"/>
                </a:lnTo>
                <a:lnTo>
                  <a:pt x="3999" y="15480"/>
                </a:lnTo>
                <a:lnTo>
                  <a:pt x="3632" y="15590"/>
                </a:lnTo>
                <a:lnTo>
                  <a:pt x="3816" y="15333"/>
                </a:lnTo>
                <a:lnTo>
                  <a:pt x="4109" y="14746"/>
                </a:lnTo>
                <a:lnTo>
                  <a:pt x="4109" y="14673"/>
                </a:lnTo>
                <a:lnTo>
                  <a:pt x="4109" y="14600"/>
                </a:lnTo>
                <a:lnTo>
                  <a:pt x="4072" y="14526"/>
                </a:lnTo>
                <a:lnTo>
                  <a:pt x="4036" y="14490"/>
                </a:lnTo>
                <a:lnTo>
                  <a:pt x="3962" y="14453"/>
                </a:lnTo>
                <a:lnTo>
                  <a:pt x="3889" y="14453"/>
                </a:lnTo>
                <a:lnTo>
                  <a:pt x="3816" y="14490"/>
                </a:lnTo>
                <a:lnTo>
                  <a:pt x="3779" y="14563"/>
                </a:lnTo>
                <a:lnTo>
                  <a:pt x="3486" y="15150"/>
                </a:lnTo>
                <a:lnTo>
                  <a:pt x="3339" y="15407"/>
                </a:lnTo>
                <a:lnTo>
                  <a:pt x="3229" y="15663"/>
                </a:lnTo>
                <a:lnTo>
                  <a:pt x="2899" y="15700"/>
                </a:lnTo>
                <a:lnTo>
                  <a:pt x="2532" y="15627"/>
                </a:lnTo>
                <a:lnTo>
                  <a:pt x="2752" y="15407"/>
                </a:lnTo>
                <a:lnTo>
                  <a:pt x="2935" y="15187"/>
                </a:lnTo>
                <a:lnTo>
                  <a:pt x="3119" y="14893"/>
                </a:lnTo>
                <a:lnTo>
                  <a:pt x="3265" y="14600"/>
                </a:lnTo>
                <a:lnTo>
                  <a:pt x="3339" y="14600"/>
                </a:lnTo>
                <a:lnTo>
                  <a:pt x="3375" y="14526"/>
                </a:lnTo>
                <a:lnTo>
                  <a:pt x="3412" y="14490"/>
                </a:lnTo>
                <a:lnTo>
                  <a:pt x="3449" y="14380"/>
                </a:lnTo>
                <a:lnTo>
                  <a:pt x="3412" y="14343"/>
                </a:lnTo>
                <a:lnTo>
                  <a:pt x="3412" y="14270"/>
                </a:lnTo>
                <a:lnTo>
                  <a:pt x="3339" y="14233"/>
                </a:lnTo>
                <a:lnTo>
                  <a:pt x="3229" y="14196"/>
                </a:lnTo>
                <a:lnTo>
                  <a:pt x="3155" y="14196"/>
                </a:lnTo>
                <a:lnTo>
                  <a:pt x="3045" y="14233"/>
                </a:lnTo>
                <a:lnTo>
                  <a:pt x="2935" y="14380"/>
                </a:lnTo>
                <a:lnTo>
                  <a:pt x="2752" y="14673"/>
                </a:lnTo>
                <a:lnTo>
                  <a:pt x="2495" y="15077"/>
                </a:lnTo>
                <a:lnTo>
                  <a:pt x="2238" y="15443"/>
                </a:lnTo>
                <a:lnTo>
                  <a:pt x="2202" y="15553"/>
                </a:lnTo>
                <a:lnTo>
                  <a:pt x="1908" y="15370"/>
                </a:lnTo>
                <a:lnTo>
                  <a:pt x="1615" y="15187"/>
                </a:lnTo>
                <a:lnTo>
                  <a:pt x="1761" y="15077"/>
                </a:lnTo>
                <a:lnTo>
                  <a:pt x="1872" y="14967"/>
                </a:lnTo>
                <a:lnTo>
                  <a:pt x="2238" y="14563"/>
                </a:lnTo>
                <a:lnTo>
                  <a:pt x="2568" y="14196"/>
                </a:lnTo>
                <a:lnTo>
                  <a:pt x="2715" y="13976"/>
                </a:lnTo>
                <a:lnTo>
                  <a:pt x="2789" y="13756"/>
                </a:lnTo>
                <a:lnTo>
                  <a:pt x="2789" y="13683"/>
                </a:lnTo>
                <a:lnTo>
                  <a:pt x="2752" y="13609"/>
                </a:lnTo>
                <a:lnTo>
                  <a:pt x="2642" y="13609"/>
                </a:lnTo>
                <a:lnTo>
                  <a:pt x="2422" y="13719"/>
                </a:lnTo>
                <a:lnTo>
                  <a:pt x="2238" y="13866"/>
                </a:lnTo>
                <a:lnTo>
                  <a:pt x="1945" y="14233"/>
                </a:lnTo>
                <a:lnTo>
                  <a:pt x="1578" y="14673"/>
                </a:lnTo>
                <a:lnTo>
                  <a:pt x="1505" y="14820"/>
                </a:lnTo>
                <a:lnTo>
                  <a:pt x="1431" y="15003"/>
                </a:lnTo>
                <a:lnTo>
                  <a:pt x="1138" y="14636"/>
                </a:lnTo>
                <a:lnTo>
                  <a:pt x="1468" y="14306"/>
                </a:lnTo>
                <a:lnTo>
                  <a:pt x="1761" y="13939"/>
                </a:lnTo>
                <a:lnTo>
                  <a:pt x="2312" y="13206"/>
                </a:lnTo>
                <a:lnTo>
                  <a:pt x="2312" y="13132"/>
                </a:lnTo>
                <a:lnTo>
                  <a:pt x="2312" y="13059"/>
                </a:lnTo>
                <a:lnTo>
                  <a:pt x="2238" y="12949"/>
                </a:lnTo>
                <a:lnTo>
                  <a:pt x="2202" y="12912"/>
                </a:lnTo>
                <a:lnTo>
                  <a:pt x="2055" y="12912"/>
                </a:lnTo>
                <a:lnTo>
                  <a:pt x="1982" y="12949"/>
                </a:lnTo>
                <a:lnTo>
                  <a:pt x="1431" y="13646"/>
                </a:lnTo>
                <a:lnTo>
                  <a:pt x="1211" y="14013"/>
                </a:lnTo>
                <a:lnTo>
                  <a:pt x="991" y="14380"/>
                </a:lnTo>
                <a:lnTo>
                  <a:pt x="844" y="14050"/>
                </a:lnTo>
                <a:lnTo>
                  <a:pt x="698" y="13719"/>
                </a:lnTo>
                <a:lnTo>
                  <a:pt x="1028" y="13426"/>
                </a:lnTo>
                <a:lnTo>
                  <a:pt x="1358" y="13096"/>
                </a:lnTo>
                <a:lnTo>
                  <a:pt x="1872" y="12436"/>
                </a:lnTo>
                <a:lnTo>
                  <a:pt x="1908" y="12362"/>
                </a:lnTo>
                <a:lnTo>
                  <a:pt x="1908" y="12289"/>
                </a:lnTo>
                <a:lnTo>
                  <a:pt x="1872" y="12215"/>
                </a:lnTo>
                <a:lnTo>
                  <a:pt x="1835" y="12179"/>
                </a:lnTo>
                <a:lnTo>
                  <a:pt x="1761" y="12142"/>
                </a:lnTo>
                <a:lnTo>
                  <a:pt x="1688" y="12105"/>
                </a:lnTo>
                <a:lnTo>
                  <a:pt x="1615" y="12105"/>
                </a:lnTo>
                <a:lnTo>
                  <a:pt x="1541" y="12179"/>
                </a:lnTo>
                <a:lnTo>
                  <a:pt x="1065" y="12729"/>
                </a:lnTo>
                <a:lnTo>
                  <a:pt x="808" y="13022"/>
                </a:lnTo>
                <a:lnTo>
                  <a:pt x="624" y="13353"/>
                </a:lnTo>
                <a:lnTo>
                  <a:pt x="588" y="13206"/>
                </a:lnTo>
                <a:lnTo>
                  <a:pt x="551" y="12876"/>
                </a:lnTo>
                <a:lnTo>
                  <a:pt x="771" y="12656"/>
                </a:lnTo>
                <a:lnTo>
                  <a:pt x="1028" y="12399"/>
                </a:lnTo>
                <a:lnTo>
                  <a:pt x="1321" y="12069"/>
                </a:lnTo>
                <a:lnTo>
                  <a:pt x="1468" y="11885"/>
                </a:lnTo>
                <a:lnTo>
                  <a:pt x="1505" y="11775"/>
                </a:lnTo>
                <a:lnTo>
                  <a:pt x="1505" y="11665"/>
                </a:lnTo>
                <a:lnTo>
                  <a:pt x="1505" y="11592"/>
                </a:lnTo>
                <a:lnTo>
                  <a:pt x="1468" y="11555"/>
                </a:lnTo>
                <a:lnTo>
                  <a:pt x="1395" y="11518"/>
                </a:lnTo>
                <a:lnTo>
                  <a:pt x="1358" y="11555"/>
                </a:lnTo>
                <a:lnTo>
                  <a:pt x="1175" y="11629"/>
                </a:lnTo>
                <a:lnTo>
                  <a:pt x="1028" y="11775"/>
                </a:lnTo>
                <a:lnTo>
                  <a:pt x="771" y="12105"/>
                </a:lnTo>
                <a:lnTo>
                  <a:pt x="514" y="12436"/>
                </a:lnTo>
                <a:lnTo>
                  <a:pt x="514" y="11922"/>
                </a:lnTo>
                <a:lnTo>
                  <a:pt x="624" y="11812"/>
                </a:lnTo>
                <a:lnTo>
                  <a:pt x="734" y="11702"/>
                </a:lnTo>
                <a:lnTo>
                  <a:pt x="808" y="11482"/>
                </a:lnTo>
                <a:lnTo>
                  <a:pt x="991" y="11445"/>
                </a:lnTo>
                <a:lnTo>
                  <a:pt x="1138" y="11408"/>
                </a:lnTo>
                <a:lnTo>
                  <a:pt x="1248" y="11298"/>
                </a:lnTo>
                <a:lnTo>
                  <a:pt x="1358" y="11188"/>
                </a:lnTo>
                <a:lnTo>
                  <a:pt x="1468" y="11078"/>
                </a:lnTo>
                <a:lnTo>
                  <a:pt x="1505" y="10932"/>
                </a:lnTo>
                <a:lnTo>
                  <a:pt x="1505" y="10858"/>
                </a:lnTo>
                <a:lnTo>
                  <a:pt x="1505" y="10785"/>
                </a:lnTo>
                <a:lnTo>
                  <a:pt x="1468" y="10711"/>
                </a:lnTo>
                <a:lnTo>
                  <a:pt x="1395" y="10675"/>
                </a:lnTo>
                <a:lnTo>
                  <a:pt x="1175" y="10675"/>
                </a:lnTo>
                <a:lnTo>
                  <a:pt x="1101" y="10748"/>
                </a:lnTo>
                <a:lnTo>
                  <a:pt x="1065" y="10822"/>
                </a:lnTo>
                <a:lnTo>
                  <a:pt x="1028" y="10932"/>
                </a:lnTo>
                <a:lnTo>
                  <a:pt x="954" y="11005"/>
                </a:lnTo>
                <a:lnTo>
                  <a:pt x="844" y="11042"/>
                </a:lnTo>
                <a:lnTo>
                  <a:pt x="698" y="11078"/>
                </a:lnTo>
                <a:lnTo>
                  <a:pt x="881" y="10785"/>
                </a:lnTo>
                <a:lnTo>
                  <a:pt x="954" y="10675"/>
                </a:lnTo>
                <a:lnTo>
                  <a:pt x="1101" y="10565"/>
                </a:lnTo>
                <a:lnTo>
                  <a:pt x="1211" y="10455"/>
                </a:lnTo>
                <a:lnTo>
                  <a:pt x="1395" y="10418"/>
                </a:lnTo>
                <a:lnTo>
                  <a:pt x="1541" y="10345"/>
                </a:lnTo>
                <a:lnTo>
                  <a:pt x="1725" y="10345"/>
                </a:lnTo>
                <a:lnTo>
                  <a:pt x="2092" y="10308"/>
                </a:lnTo>
                <a:lnTo>
                  <a:pt x="2422" y="10271"/>
                </a:lnTo>
                <a:lnTo>
                  <a:pt x="2715" y="10161"/>
                </a:lnTo>
                <a:lnTo>
                  <a:pt x="3009" y="9978"/>
                </a:lnTo>
                <a:lnTo>
                  <a:pt x="3229" y="9721"/>
                </a:lnTo>
                <a:lnTo>
                  <a:pt x="3412" y="9464"/>
                </a:lnTo>
                <a:lnTo>
                  <a:pt x="3559" y="9171"/>
                </a:lnTo>
                <a:lnTo>
                  <a:pt x="3706" y="8841"/>
                </a:lnTo>
                <a:lnTo>
                  <a:pt x="3706" y="8804"/>
                </a:lnTo>
                <a:lnTo>
                  <a:pt x="3706" y="8767"/>
                </a:lnTo>
                <a:lnTo>
                  <a:pt x="3926" y="8731"/>
                </a:lnTo>
                <a:lnTo>
                  <a:pt x="4146" y="8657"/>
                </a:lnTo>
                <a:lnTo>
                  <a:pt x="4366" y="8584"/>
                </a:lnTo>
                <a:lnTo>
                  <a:pt x="4586" y="8547"/>
                </a:lnTo>
                <a:close/>
                <a:moveTo>
                  <a:pt x="3265" y="7484"/>
                </a:moveTo>
                <a:lnTo>
                  <a:pt x="3009" y="7557"/>
                </a:lnTo>
                <a:lnTo>
                  <a:pt x="2789" y="7704"/>
                </a:lnTo>
                <a:lnTo>
                  <a:pt x="2568" y="7850"/>
                </a:lnTo>
                <a:lnTo>
                  <a:pt x="2422" y="7997"/>
                </a:lnTo>
                <a:lnTo>
                  <a:pt x="2275" y="8180"/>
                </a:lnTo>
                <a:lnTo>
                  <a:pt x="2165" y="8364"/>
                </a:lnTo>
                <a:lnTo>
                  <a:pt x="2092" y="8584"/>
                </a:lnTo>
                <a:lnTo>
                  <a:pt x="2018" y="8254"/>
                </a:lnTo>
                <a:lnTo>
                  <a:pt x="1945" y="7924"/>
                </a:lnTo>
                <a:lnTo>
                  <a:pt x="1872" y="7850"/>
                </a:lnTo>
                <a:lnTo>
                  <a:pt x="1835" y="7850"/>
                </a:lnTo>
                <a:lnTo>
                  <a:pt x="1761" y="7887"/>
                </a:lnTo>
                <a:lnTo>
                  <a:pt x="1688" y="7997"/>
                </a:lnTo>
                <a:lnTo>
                  <a:pt x="1651" y="8107"/>
                </a:lnTo>
                <a:lnTo>
                  <a:pt x="1615" y="8364"/>
                </a:lnTo>
                <a:lnTo>
                  <a:pt x="1651" y="8657"/>
                </a:lnTo>
                <a:lnTo>
                  <a:pt x="1725" y="8914"/>
                </a:lnTo>
                <a:lnTo>
                  <a:pt x="1872" y="9208"/>
                </a:lnTo>
                <a:lnTo>
                  <a:pt x="2055" y="9428"/>
                </a:lnTo>
                <a:lnTo>
                  <a:pt x="2275" y="9611"/>
                </a:lnTo>
                <a:lnTo>
                  <a:pt x="2495" y="9758"/>
                </a:lnTo>
                <a:lnTo>
                  <a:pt x="2312" y="9831"/>
                </a:lnTo>
                <a:lnTo>
                  <a:pt x="2128" y="9868"/>
                </a:lnTo>
                <a:lnTo>
                  <a:pt x="1688" y="9868"/>
                </a:lnTo>
                <a:lnTo>
                  <a:pt x="1468" y="9905"/>
                </a:lnTo>
                <a:lnTo>
                  <a:pt x="1248" y="9941"/>
                </a:lnTo>
                <a:lnTo>
                  <a:pt x="1065" y="10015"/>
                </a:lnTo>
                <a:lnTo>
                  <a:pt x="881" y="10125"/>
                </a:lnTo>
                <a:lnTo>
                  <a:pt x="588" y="10381"/>
                </a:lnTo>
                <a:lnTo>
                  <a:pt x="441" y="10528"/>
                </a:lnTo>
                <a:lnTo>
                  <a:pt x="331" y="10711"/>
                </a:lnTo>
                <a:lnTo>
                  <a:pt x="221" y="10932"/>
                </a:lnTo>
                <a:lnTo>
                  <a:pt x="147" y="11115"/>
                </a:lnTo>
                <a:lnTo>
                  <a:pt x="37" y="11592"/>
                </a:lnTo>
                <a:lnTo>
                  <a:pt x="1" y="12069"/>
                </a:lnTo>
                <a:lnTo>
                  <a:pt x="1" y="12546"/>
                </a:lnTo>
                <a:lnTo>
                  <a:pt x="74" y="13022"/>
                </a:lnTo>
                <a:lnTo>
                  <a:pt x="147" y="13463"/>
                </a:lnTo>
                <a:lnTo>
                  <a:pt x="258" y="13903"/>
                </a:lnTo>
                <a:lnTo>
                  <a:pt x="404" y="14270"/>
                </a:lnTo>
                <a:lnTo>
                  <a:pt x="588" y="14673"/>
                </a:lnTo>
                <a:lnTo>
                  <a:pt x="844" y="15040"/>
                </a:lnTo>
                <a:lnTo>
                  <a:pt x="1101" y="15333"/>
                </a:lnTo>
                <a:lnTo>
                  <a:pt x="1431" y="15627"/>
                </a:lnTo>
                <a:lnTo>
                  <a:pt x="1761" y="15847"/>
                </a:lnTo>
                <a:lnTo>
                  <a:pt x="2165" y="16030"/>
                </a:lnTo>
                <a:lnTo>
                  <a:pt x="2568" y="16140"/>
                </a:lnTo>
                <a:lnTo>
                  <a:pt x="2789" y="16177"/>
                </a:lnTo>
                <a:lnTo>
                  <a:pt x="3009" y="16177"/>
                </a:lnTo>
                <a:lnTo>
                  <a:pt x="3486" y="16140"/>
                </a:lnTo>
                <a:lnTo>
                  <a:pt x="3926" y="16030"/>
                </a:lnTo>
                <a:lnTo>
                  <a:pt x="4329" y="15884"/>
                </a:lnTo>
                <a:lnTo>
                  <a:pt x="4696" y="15700"/>
                </a:lnTo>
                <a:lnTo>
                  <a:pt x="5100" y="15517"/>
                </a:lnTo>
                <a:lnTo>
                  <a:pt x="5430" y="15297"/>
                </a:lnTo>
                <a:lnTo>
                  <a:pt x="5613" y="15150"/>
                </a:lnTo>
                <a:lnTo>
                  <a:pt x="5723" y="15003"/>
                </a:lnTo>
                <a:lnTo>
                  <a:pt x="6310" y="14490"/>
                </a:lnTo>
                <a:lnTo>
                  <a:pt x="6567" y="14270"/>
                </a:lnTo>
                <a:lnTo>
                  <a:pt x="6714" y="14160"/>
                </a:lnTo>
                <a:lnTo>
                  <a:pt x="6787" y="14013"/>
                </a:lnTo>
                <a:lnTo>
                  <a:pt x="6970" y="13683"/>
                </a:lnTo>
                <a:lnTo>
                  <a:pt x="7117" y="13316"/>
                </a:lnTo>
                <a:lnTo>
                  <a:pt x="7227" y="12949"/>
                </a:lnTo>
                <a:lnTo>
                  <a:pt x="7300" y="12619"/>
                </a:lnTo>
                <a:lnTo>
                  <a:pt x="7374" y="12252"/>
                </a:lnTo>
                <a:lnTo>
                  <a:pt x="7410" y="11885"/>
                </a:lnTo>
                <a:lnTo>
                  <a:pt x="7410" y="11518"/>
                </a:lnTo>
                <a:lnTo>
                  <a:pt x="7374" y="11152"/>
                </a:lnTo>
                <a:lnTo>
                  <a:pt x="7337" y="10785"/>
                </a:lnTo>
                <a:lnTo>
                  <a:pt x="7264" y="10418"/>
                </a:lnTo>
                <a:lnTo>
                  <a:pt x="7154" y="10125"/>
                </a:lnTo>
                <a:lnTo>
                  <a:pt x="7007" y="9794"/>
                </a:lnTo>
                <a:lnTo>
                  <a:pt x="6860" y="9538"/>
                </a:lnTo>
                <a:lnTo>
                  <a:pt x="6677" y="9244"/>
                </a:lnTo>
                <a:lnTo>
                  <a:pt x="6457" y="8987"/>
                </a:lnTo>
                <a:lnTo>
                  <a:pt x="6237" y="8767"/>
                </a:lnTo>
                <a:lnTo>
                  <a:pt x="5980" y="8584"/>
                </a:lnTo>
                <a:lnTo>
                  <a:pt x="5686" y="8401"/>
                </a:lnTo>
                <a:lnTo>
                  <a:pt x="5393" y="8291"/>
                </a:lnTo>
                <a:lnTo>
                  <a:pt x="5100" y="8180"/>
                </a:lnTo>
                <a:lnTo>
                  <a:pt x="4769" y="8144"/>
                </a:lnTo>
                <a:lnTo>
                  <a:pt x="4476" y="8144"/>
                </a:lnTo>
                <a:lnTo>
                  <a:pt x="4219" y="8180"/>
                </a:lnTo>
                <a:lnTo>
                  <a:pt x="3926" y="8291"/>
                </a:lnTo>
                <a:lnTo>
                  <a:pt x="3816" y="8364"/>
                </a:lnTo>
                <a:lnTo>
                  <a:pt x="3706" y="8437"/>
                </a:lnTo>
                <a:lnTo>
                  <a:pt x="3632" y="8547"/>
                </a:lnTo>
                <a:lnTo>
                  <a:pt x="3559" y="8657"/>
                </a:lnTo>
                <a:lnTo>
                  <a:pt x="3559" y="8694"/>
                </a:lnTo>
                <a:lnTo>
                  <a:pt x="3522" y="8731"/>
                </a:lnTo>
                <a:lnTo>
                  <a:pt x="3486" y="8767"/>
                </a:lnTo>
                <a:lnTo>
                  <a:pt x="3192" y="9171"/>
                </a:lnTo>
                <a:lnTo>
                  <a:pt x="3009" y="9354"/>
                </a:lnTo>
                <a:lnTo>
                  <a:pt x="2825" y="9538"/>
                </a:lnTo>
                <a:lnTo>
                  <a:pt x="2789" y="9464"/>
                </a:lnTo>
                <a:lnTo>
                  <a:pt x="2458" y="9171"/>
                </a:lnTo>
                <a:lnTo>
                  <a:pt x="2348" y="9024"/>
                </a:lnTo>
                <a:lnTo>
                  <a:pt x="2202" y="8877"/>
                </a:lnTo>
                <a:lnTo>
                  <a:pt x="2275" y="8877"/>
                </a:lnTo>
                <a:lnTo>
                  <a:pt x="2312" y="8841"/>
                </a:lnTo>
                <a:lnTo>
                  <a:pt x="2532" y="8841"/>
                </a:lnTo>
                <a:lnTo>
                  <a:pt x="2715" y="8804"/>
                </a:lnTo>
                <a:lnTo>
                  <a:pt x="2899" y="8731"/>
                </a:lnTo>
                <a:lnTo>
                  <a:pt x="3045" y="8621"/>
                </a:lnTo>
                <a:lnTo>
                  <a:pt x="3265" y="8474"/>
                </a:lnTo>
                <a:lnTo>
                  <a:pt x="3486" y="8254"/>
                </a:lnTo>
                <a:lnTo>
                  <a:pt x="3669" y="8034"/>
                </a:lnTo>
                <a:lnTo>
                  <a:pt x="3816" y="7814"/>
                </a:lnTo>
                <a:lnTo>
                  <a:pt x="3852" y="7740"/>
                </a:lnTo>
                <a:lnTo>
                  <a:pt x="3852" y="7667"/>
                </a:lnTo>
                <a:lnTo>
                  <a:pt x="3779" y="7557"/>
                </a:lnTo>
                <a:lnTo>
                  <a:pt x="3669" y="7484"/>
                </a:lnTo>
                <a:lnTo>
                  <a:pt x="3596" y="7484"/>
                </a:lnTo>
                <a:lnTo>
                  <a:pt x="3522" y="7520"/>
                </a:lnTo>
                <a:lnTo>
                  <a:pt x="3412" y="748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4C2F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741" name="Google Shape;1741;p68"/>
          <p:cNvCxnSpPr/>
          <p:nvPr/>
        </p:nvCxnSpPr>
        <p:spPr>
          <a:xfrm rot="10800000">
            <a:off x="6318217" y="2013733"/>
            <a:ext cx="0" cy="1559524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42" name="Google Shape;1742;p68"/>
          <p:cNvCxnSpPr/>
          <p:nvPr/>
        </p:nvCxnSpPr>
        <p:spPr>
          <a:xfrm>
            <a:off x="6318217" y="3573257"/>
            <a:ext cx="16200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43" name="Google Shape;1743;p68"/>
          <p:cNvSpPr txBox="1"/>
          <p:nvPr/>
        </p:nvSpPr>
        <p:spPr>
          <a:xfrm>
            <a:off x="7019952" y="3553634"/>
            <a:ext cx="646331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</a:t>
            </a:r>
            <a:endParaRPr/>
          </a:p>
        </p:txBody>
      </p:sp>
      <p:sp>
        <p:nvSpPr>
          <p:cNvPr id="1744" name="Google Shape;1744;p68"/>
          <p:cNvSpPr txBox="1"/>
          <p:nvPr/>
        </p:nvSpPr>
        <p:spPr>
          <a:xfrm rot="-5400000">
            <a:off x="5279472" y="2681022"/>
            <a:ext cx="1800493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vertical speed</a:t>
            </a:r>
            <a:endParaRPr/>
          </a:p>
        </p:txBody>
      </p:sp>
      <p:cxnSp>
        <p:nvCxnSpPr>
          <p:cNvPr id="1745" name="Google Shape;1745;p68"/>
          <p:cNvCxnSpPr/>
          <p:nvPr/>
        </p:nvCxnSpPr>
        <p:spPr>
          <a:xfrm>
            <a:off x="6318217" y="2341860"/>
            <a:ext cx="1620000" cy="59"/>
          </a:xfrm>
          <a:prstGeom prst="straightConnector1">
            <a:avLst/>
          </a:prstGeom>
          <a:noFill/>
          <a:ln cap="flat" cmpd="sng" w="12700">
            <a:solidFill>
              <a:srgbClr val="009999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746" name="Google Shape;1746;p68"/>
          <p:cNvSpPr/>
          <p:nvPr/>
        </p:nvSpPr>
        <p:spPr>
          <a:xfrm>
            <a:off x="6318217" y="2346228"/>
            <a:ext cx="1153715" cy="1222674"/>
          </a:xfrm>
          <a:custGeom>
            <a:rect b="b" l="l" r="r" t="t"/>
            <a:pathLst>
              <a:path extrusionOk="0" h="1630232" w="1538287">
                <a:moveTo>
                  <a:pt x="0" y="1630232"/>
                </a:moveTo>
                <a:cubicBezTo>
                  <a:pt x="26987" y="1250025"/>
                  <a:pt x="56357" y="872995"/>
                  <a:pt x="128588" y="611057"/>
                </a:cubicBezTo>
                <a:cubicBezTo>
                  <a:pt x="200819" y="349119"/>
                  <a:pt x="260349" y="169731"/>
                  <a:pt x="433387" y="58606"/>
                </a:cubicBezTo>
                <a:cubicBezTo>
                  <a:pt x="596899" y="-14418"/>
                  <a:pt x="758825" y="1457"/>
                  <a:pt x="1538287" y="1457"/>
                </a:cubicBezTo>
              </a:path>
            </a:pathLst>
          </a:cu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47" name="Google Shape;1747;p68"/>
          <p:cNvSpPr txBox="1"/>
          <p:nvPr/>
        </p:nvSpPr>
        <p:spPr>
          <a:xfrm>
            <a:off x="7851946" y="2081341"/>
            <a:ext cx="1223412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9999"/>
                </a:solidFill>
                <a:latin typeface="Courier New"/>
                <a:ea typeface="Courier New"/>
                <a:cs typeface="Courier New"/>
                <a:sym typeface="Courier New"/>
              </a:rPr>
              <a:t>terminal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9999"/>
                </a:solidFill>
                <a:latin typeface="Courier New"/>
                <a:ea typeface="Courier New"/>
                <a:cs typeface="Courier New"/>
                <a:sym typeface="Courier New"/>
              </a:rPr>
              <a:t>speed</a:t>
            </a:r>
            <a:endParaRPr/>
          </a:p>
        </p:txBody>
      </p:sp>
      <p:sp>
        <p:nvSpPr>
          <p:cNvPr id="1748" name="Google Shape;1748;p68"/>
          <p:cNvSpPr txBox="1"/>
          <p:nvPr>
            <p:ph idx="1" type="body"/>
          </p:nvPr>
        </p:nvSpPr>
        <p:spPr>
          <a:xfrm>
            <a:off x="204181" y="1065402"/>
            <a:ext cx="5500333" cy="472662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218" r="0" t="-25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1749" name="Google Shape;1749;p68"/>
          <p:cNvSpPr txBox="1"/>
          <p:nvPr/>
        </p:nvSpPr>
        <p:spPr>
          <a:xfrm>
            <a:off x="1838163" y="5678542"/>
            <a:ext cx="5793692" cy="94775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Thinking of forces, what condition can we write when an object is moving at terminal speed?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3" name="Shape 1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4" name="Google Shape;1754;p69"/>
          <p:cNvSpPr txBox="1"/>
          <p:nvPr>
            <p:ph type="title"/>
          </p:nvPr>
        </p:nvSpPr>
        <p:spPr>
          <a:xfrm>
            <a:off x="0" y="1"/>
            <a:ext cx="9093666" cy="826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35731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Stokes’ Law and Terminal Speed</a:t>
            </a:r>
            <a:endParaRPr/>
          </a:p>
        </p:txBody>
      </p:sp>
      <p:sp>
        <p:nvSpPr>
          <p:cNvPr id="1755" name="Google Shape;1755;p69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56" name="Google Shape;1756;p69"/>
          <p:cNvSpPr/>
          <p:nvPr/>
        </p:nvSpPr>
        <p:spPr>
          <a:xfrm>
            <a:off x="8776937" y="921577"/>
            <a:ext cx="236870" cy="517082"/>
          </a:xfrm>
          <a:custGeom>
            <a:rect b="b" l="l" r="r" t="t"/>
            <a:pathLst>
              <a:path extrusionOk="0" h="16178" w="7411">
                <a:moveTo>
                  <a:pt x="3339" y="147"/>
                </a:moveTo>
                <a:lnTo>
                  <a:pt x="3229" y="441"/>
                </a:lnTo>
                <a:lnTo>
                  <a:pt x="3155" y="734"/>
                </a:lnTo>
                <a:lnTo>
                  <a:pt x="3119" y="1358"/>
                </a:lnTo>
                <a:lnTo>
                  <a:pt x="3082" y="2972"/>
                </a:lnTo>
                <a:lnTo>
                  <a:pt x="3119" y="4476"/>
                </a:lnTo>
                <a:lnTo>
                  <a:pt x="3119" y="5283"/>
                </a:lnTo>
                <a:lnTo>
                  <a:pt x="3119" y="5576"/>
                </a:lnTo>
                <a:lnTo>
                  <a:pt x="3155" y="5723"/>
                </a:lnTo>
                <a:lnTo>
                  <a:pt x="3229" y="5870"/>
                </a:lnTo>
                <a:lnTo>
                  <a:pt x="3265" y="5906"/>
                </a:lnTo>
                <a:lnTo>
                  <a:pt x="3339" y="5943"/>
                </a:lnTo>
                <a:lnTo>
                  <a:pt x="3375" y="5943"/>
                </a:lnTo>
                <a:lnTo>
                  <a:pt x="3449" y="5870"/>
                </a:lnTo>
                <a:lnTo>
                  <a:pt x="3486" y="5760"/>
                </a:lnTo>
                <a:lnTo>
                  <a:pt x="3522" y="5649"/>
                </a:lnTo>
                <a:lnTo>
                  <a:pt x="3522" y="5393"/>
                </a:lnTo>
                <a:lnTo>
                  <a:pt x="3522" y="4586"/>
                </a:lnTo>
                <a:lnTo>
                  <a:pt x="3486" y="2972"/>
                </a:lnTo>
                <a:lnTo>
                  <a:pt x="3522" y="1504"/>
                </a:lnTo>
                <a:lnTo>
                  <a:pt x="3522" y="808"/>
                </a:lnTo>
                <a:lnTo>
                  <a:pt x="3486" y="477"/>
                </a:lnTo>
                <a:lnTo>
                  <a:pt x="3412" y="294"/>
                </a:lnTo>
                <a:lnTo>
                  <a:pt x="3375" y="147"/>
                </a:lnTo>
                <a:close/>
                <a:moveTo>
                  <a:pt x="1725" y="1"/>
                </a:moveTo>
                <a:lnTo>
                  <a:pt x="1688" y="37"/>
                </a:lnTo>
                <a:lnTo>
                  <a:pt x="1615" y="147"/>
                </a:lnTo>
                <a:lnTo>
                  <a:pt x="1578" y="294"/>
                </a:lnTo>
                <a:lnTo>
                  <a:pt x="1541" y="624"/>
                </a:lnTo>
                <a:lnTo>
                  <a:pt x="1578" y="1284"/>
                </a:lnTo>
                <a:lnTo>
                  <a:pt x="1615" y="2898"/>
                </a:lnTo>
                <a:lnTo>
                  <a:pt x="1725" y="6236"/>
                </a:lnTo>
                <a:lnTo>
                  <a:pt x="1761" y="6346"/>
                </a:lnTo>
                <a:lnTo>
                  <a:pt x="1798" y="6383"/>
                </a:lnTo>
                <a:lnTo>
                  <a:pt x="1872" y="6420"/>
                </a:lnTo>
                <a:lnTo>
                  <a:pt x="1945" y="6456"/>
                </a:lnTo>
                <a:lnTo>
                  <a:pt x="2018" y="6420"/>
                </a:lnTo>
                <a:lnTo>
                  <a:pt x="2092" y="6383"/>
                </a:lnTo>
                <a:lnTo>
                  <a:pt x="2165" y="6346"/>
                </a:lnTo>
                <a:lnTo>
                  <a:pt x="2165" y="6236"/>
                </a:lnTo>
                <a:lnTo>
                  <a:pt x="2165" y="5980"/>
                </a:lnTo>
                <a:lnTo>
                  <a:pt x="2165" y="5943"/>
                </a:lnTo>
                <a:lnTo>
                  <a:pt x="2055" y="3008"/>
                </a:lnTo>
                <a:lnTo>
                  <a:pt x="1982" y="1394"/>
                </a:lnTo>
                <a:lnTo>
                  <a:pt x="1945" y="587"/>
                </a:lnTo>
                <a:lnTo>
                  <a:pt x="1908" y="294"/>
                </a:lnTo>
                <a:lnTo>
                  <a:pt x="1872" y="147"/>
                </a:lnTo>
                <a:lnTo>
                  <a:pt x="1761" y="37"/>
                </a:lnTo>
                <a:lnTo>
                  <a:pt x="1725" y="1"/>
                </a:lnTo>
                <a:close/>
                <a:moveTo>
                  <a:pt x="4953" y="184"/>
                </a:moveTo>
                <a:lnTo>
                  <a:pt x="4879" y="221"/>
                </a:lnTo>
                <a:lnTo>
                  <a:pt x="4843" y="257"/>
                </a:lnTo>
                <a:lnTo>
                  <a:pt x="4843" y="331"/>
                </a:lnTo>
                <a:lnTo>
                  <a:pt x="4769" y="1101"/>
                </a:lnTo>
                <a:lnTo>
                  <a:pt x="4733" y="1908"/>
                </a:lnTo>
                <a:lnTo>
                  <a:pt x="4733" y="3522"/>
                </a:lnTo>
                <a:lnTo>
                  <a:pt x="4733" y="5136"/>
                </a:lnTo>
                <a:lnTo>
                  <a:pt x="4696" y="5870"/>
                </a:lnTo>
                <a:lnTo>
                  <a:pt x="4696" y="6273"/>
                </a:lnTo>
                <a:lnTo>
                  <a:pt x="4769" y="6640"/>
                </a:lnTo>
                <a:lnTo>
                  <a:pt x="4806" y="6713"/>
                </a:lnTo>
                <a:lnTo>
                  <a:pt x="4916" y="6750"/>
                </a:lnTo>
                <a:lnTo>
                  <a:pt x="5026" y="6713"/>
                </a:lnTo>
                <a:lnTo>
                  <a:pt x="5100" y="6640"/>
                </a:lnTo>
                <a:lnTo>
                  <a:pt x="5173" y="6273"/>
                </a:lnTo>
                <a:lnTo>
                  <a:pt x="5173" y="5870"/>
                </a:lnTo>
                <a:lnTo>
                  <a:pt x="5136" y="5136"/>
                </a:lnTo>
                <a:lnTo>
                  <a:pt x="5136" y="3522"/>
                </a:lnTo>
                <a:lnTo>
                  <a:pt x="5173" y="1908"/>
                </a:lnTo>
                <a:lnTo>
                  <a:pt x="5136" y="1138"/>
                </a:lnTo>
                <a:lnTo>
                  <a:pt x="5100" y="331"/>
                </a:lnTo>
                <a:lnTo>
                  <a:pt x="5100" y="257"/>
                </a:lnTo>
                <a:lnTo>
                  <a:pt x="5063" y="221"/>
                </a:lnTo>
                <a:lnTo>
                  <a:pt x="4953" y="184"/>
                </a:lnTo>
                <a:close/>
                <a:moveTo>
                  <a:pt x="6273" y="2678"/>
                </a:moveTo>
                <a:lnTo>
                  <a:pt x="6273" y="2715"/>
                </a:lnTo>
                <a:lnTo>
                  <a:pt x="6200" y="3008"/>
                </a:lnTo>
                <a:lnTo>
                  <a:pt x="6163" y="3302"/>
                </a:lnTo>
                <a:lnTo>
                  <a:pt x="6127" y="3925"/>
                </a:lnTo>
                <a:lnTo>
                  <a:pt x="6127" y="5173"/>
                </a:lnTo>
                <a:lnTo>
                  <a:pt x="6090" y="7667"/>
                </a:lnTo>
                <a:lnTo>
                  <a:pt x="6090" y="7887"/>
                </a:lnTo>
                <a:lnTo>
                  <a:pt x="6127" y="7960"/>
                </a:lnTo>
                <a:lnTo>
                  <a:pt x="6163" y="8034"/>
                </a:lnTo>
                <a:lnTo>
                  <a:pt x="6237" y="8070"/>
                </a:lnTo>
                <a:lnTo>
                  <a:pt x="6383" y="8070"/>
                </a:lnTo>
                <a:lnTo>
                  <a:pt x="6457" y="8034"/>
                </a:lnTo>
                <a:lnTo>
                  <a:pt x="6493" y="7960"/>
                </a:lnTo>
                <a:lnTo>
                  <a:pt x="6530" y="7887"/>
                </a:lnTo>
                <a:lnTo>
                  <a:pt x="6530" y="5283"/>
                </a:lnTo>
                <a:lnTo>
                  <a:pt x="6530" y="3962"/>
                </a:lnTo>
                <a:lnTo>
                  <a:pt x="6493" y="3339"/>
                </a:lnTo>
                <a:lnTo>
                  <a:pt x="6457" y="3008"/>
                </a:lnTo>
                <a:lnTo>
                  <a:pt x="6383" y="2715"/>
                </a:lnTo>
                <a:lnTo>
                  <a:pt x="6347" y="2678"/>
                </a:lnTo>
                <a:close/>
                <a:moveTo>
                  <a:pt x="3265" y="7887"/>
                </a:moveTo>
                <a:lnTo>
                  <a:pt x="3082" y="8107"/>
                </a:lnTo>
                <a:lnTo>
                  <a:pt x="2862" y="8291"/>
                </a:lnTo>
                <a:lnTo>
                  <a:pt x="2679" y="8401"/>
                </a:lnTo>
                <a:lnTo>
                  <a:pt x="2458" y="8474"/>
                </a:lnTo>
                <a:lnTo>
                  <a:pt x="2458" y="8474"/>
                </a:lnTo>
                <a:lnTo>
                  <a:pt x="2605" y="8291"/>
                </a:lnTo>
                <a:lnTo>
                  <a:pt x="2752" y="8144"/>
                </a:lnTo>
                <a:lnTo>
                  <a:pt x="2972" y="7997"/>
                </a:lnTo>
                <a:lnTo>
                  <a:pt x="3192" y="7924"/>
                </a:lnTo>
                <a:lnTo>
                  <a:pt x="3265" y="7887"/>
                </a:lnTo>
                <a:close/>
                <a:moveTo>
                  <a:pt x="4806" y="9501"/>
                </a:moveTo>
                <a:lnTo>
                  <a:pt x="4513" y="9538"/>
                </a:lnTo>
                <a:lnTo>
                  <a:pt x="4329" y="9574"/>
                </a:lnTo>
                <a:lnTo>
                  <a:pt x="4072" y="9574"/>
                </a:lnTo>
                <a:lnTo>
                  <a:pt x="4072" y="9611"/>
                </a:lnTo>
                <a:lnTo>
                  <a:pt x="4072" y="9684"/>
                </a:lnTo>
                <a:lnTo>
                  <a:pt x="4109" y="9758"/>
                </a:lnTo>
                <a:lnTo>
                  <a:pt x="4146" y="9831"/>
                </a:lnTo>
                <a:lnTo>
                  <a:pt x="4219" y="9868"/>
                </a:lnTo>
                <a:lnTo>
                  <a:pt x="4293" y="9905"/>
                </a:lnTo>
                <a:lnTo>
                  <a:pt x="4476" y="9941"/>
                </a:lnTo>
                <a:lnTo>
                  <a:pt x="4659" y="9905"/>
                </a:lnTo>
                <a:lnTo>
                  <a:pt x="4806" y="9941"/>
                </a:lnTo>
                <a:lnTo>
                  <a:pt x="4953" y="9978"/>
                </a:lnTo>
                <a:lnTo>
                  <a:pt x="5100" y="10015"/>
                </a:lnTo>
                <a:lnTo>
                  <a:pt x="5246" y="10125"/>
                </a:lnTo>
                <a:lnTo>
                  <a:pt x="5320" y="10235"/>
                </a:lnTo>
                <a:lnTo>
                  <a:pt x="5430" y="10381"/>
                </a:lnTo>
                <a:lnTo>
                  <a:pt x="5466" y="10528"/>
                </a:lnTo>
                <a:lnTo>
                  <a:pt x="5503" y="10675"/>
                </a:lnTo>
                <a:lnTo>
                  <a:pt x="5540" y="10748"/>
                </a:lnTo>
                <a:lnTo>
                  <a:pt x="5613" y="10822"/>
                </a:lnTo>
                <a:lnTo>
                  <a:pt x="5833" y="10822"/>
                </a:lnTo>
                <a:lnTo>
                  <a:pt x="5907" y="10748"/>
                </a:lnTo>
                <a:lnTo>
                  <a:pt x="5943" y="10711"/>
                </a:lnTo>
                <a:lnTo>
                  <a:pt x="5980" y="10601"/>
                </a:lnTo>
                <a:lnTo>
                  <a:pt x="5907" y="10308"/>
                </a:lnTo>
                <a:lnTo>
                  <a:pt x="5760" y="10051"/>
                </a:lnTo>
                <a:lnTo>
                  <a:pt x="5576" y="9831"/>
                </a:lnTo>
                <a:lnTo>
                  <a:pt x="5356" y="9648"/>
                </a:lnTo>
                <a:lnTo>
                  <a:pt x="5100" y="9538"/>
                </a:lnTo>
                <a:lnTo>
                  <a:pt x="4806" y="9501"/>
                </a:lnTo>
                <a:close/>
                <a:moveTo>
                  <a:pt x="4879" y="8547"/>
                </a:moveTo>
                <a:lnTo>
                  <a:pt x="5136" y="8621"/>
                </a:lnTo>
                <a:lnTo>
                  <a:pt x="5393" y="8731"/>
                </a:lnTo>
                <a:lnTo>
                  <a:pt x="5650" y="8877"/>
                </a:lnTo>
                <a:lnTo>
                  <a:pt x="5907" y="9061"/>
                </a:lnTo>
                <a:lnTo>
                  <a:pt x="6090" y="9244"/>
                </a:lnTo>
                <a:lnTo>
                  <a:pt x="6310" y="9464"/>
                </a:lnTo>
                <a:lnTo>
                  <a:pt x="6457" y="9684"/>
                </a:lnTo>
                <a:lnTo>
                  <a:pt x="6603" y="9941"/>
                </a:lnTo>
                <a:lnTo>
                  <a:pt x="6714" y="10198"/>
                </a:lnTo>
                <a:lnTo>
                  <a:pt x="6787" y="10491"/>
                </a:lnTo>
                <a:lnTo>
                  <a:pt x="6860" y="10748"/>
                </a:lnTo>
                <a:lnTo>
                  <a:pt x="6934" y="11078"/>
                </a:lnTo>
                <a:lnTo>
                  <a:pt x="6934" y="11372"/>
                </a:lnTo>
                <a:lnTo>
                  <a:pt x="6934" y="11665"/>
                </a:lnTo>
                <a:lnTo>
                  <a:pt x="6934" y="11995"/>
                </a:lnTo>
                <a:lnTo>
                  <a:pt x="6824" y="12619"/>
                </a:lnTo>
                <a:lnTo>
                  <a:pt x="6677" y="13206"/>
                </a:lnTo>
                <a:lnTo>
                  <a:pt x="6530" y="13499"/>
                </a:lnTo>
                <a:lnTo>
                  <a:pt x="6383" y="13793"/>
                </a:lnTo>
                <a:lnTo>
                  <a:pt x="6310" y="13939"/>
                </a:lnTo>
                <a:lnTo>
                  <a:pt x="6163" y="14050"/>
                </a:lnTo>
                <a:lnTo>
                  <a:pt x="5907" y="14270"/>
                </a:lnTo>
                <a:lnTo>
                  <a:pt x="5540" y="14526"/>
                </a:lnTo>
                <a:lnTo>
                  <a:pt x="5173" y="14857"/>
                </a:lnTo>
                <a:lnTo>
                  <a:pt x="5026" y="14967"/>
                </a:lnTo>
                <a:lnTo>
                  <a:pt x="4659" y="15187"/>
                </a:lnTo>
                <a:lnTo>
                  <a:pt x="4659" y="15187"/>
                </a:lnTo>
                <a:lnTo>
                  <a:pt x="4806" y="14857"/>
                </a:lnTo>
                <a:lnTo>
                  <a:pt x="4916" y="14636"/>
                </a:lnTo>
                <a:lnTo>
                  <a:pt x="4953" y="14490"/>
                </a:lnTo>
                <a:lnTo>
                  <a:pt x="4989" y="14380"/>
                </a:lnTo>
                <a:lnTo>
                  <a:pt x="4953" y="14270"/>
                </a:lnTo>
                <a:lnTo>
                  <a:pt x="4916" y="14160"/>
                </a:lnTo>
                <a:lnTo>
                  <a:pt x="4843" y="14123"/>
                </a:lnTo>
                <a:lnTo>
                  <a:pt x="4659" y="14123"/>
                </a:lnTo>
                <a:lnTo>
                  <a:pt x="4586" y="14160"/>
                </a:lnTo>
                <a:lnTo>
                  <a:pt x="4549" y="14233"/>
                </a:lnTo>
                <a:lnTo>
                  <a:pt x="4513" y="14343"/>
                </a:lnTo>
                <a:lnTo>
                  <a:pt x="4549" y="14453"/>
                </a:lnTo>
                <a:lnTo>
                  <a:pt x="4513" y="14526"/>
                </a:lnTo>
                <a:lnTo>
                  <a:pt x="4439" y="14783"/>
                </a:lnTo>
                <a:lnTo>
                  <a:pt x="4366" y="15003"/>
                </a:lnTo>
                <a:lnTo>
                  <a:pt x="4329" y="15260"/>
                </a:lnTo>
                <a:lnTo>
                  <a:pt x="4366" y="15333"/>
                </a:lnTo>
                <a:lnTo>
                  <a:pt x="4293" y="15370"/>
                </a:lnTo>
                <a:lnTo>
                  <a:pt x="3999" y="15480"/>
                </a:lnTo>
                <a:lnTo>
                  <a:pt x="3632" y="15590"/>
                </a:lnTo>
                <a:lnTo>
                  <a:pt x="3816" y="15333"/>
                </a:lnTo>
                <a:lnTo>
                  <a:pt x="4109" y="14746"/>
                </a:lnTo>
                <a:lnTo>
                  <a:pt x="4109" y="14673"/>
                </a:lnTo>
                <a:lnTo>
                  <a:pt x="4109" y="14600"/>
                </a:lnTo>
                <a:lnTo>
                  <a:pt x="4072" y="14526"/>
                </a:lnTo>
                <a:lnTo>
                  <a:pt x="4036" y="14490"/>
                </a:lnTo>
                <a:lnTo>
                  <a:pt x="3962" y="14453"/>
                </a:lnTo>
                <a:lnTo>
                  <a:pt x="3889" y="14453"/>
                </a:lnTo>
                <a:lnTo>
                  <a:pt x="3816" y="14490"/>
                </a:lnTo>
                <a:lnTo>
                  <a:pt x="3779" y="14563"/>
                </a:lnTo>
                <a:lnTo>
                  <a:pt x="3486" y="15150"/>
                </a:lnTo>
                <a:lnTo>
                  <a:pt x="3339" y="15407"/>
                </a:lnTo>
                <a:lnTo>
                  <a:pt x="3229" y="15663"/>
                </a:lnTo>
                <a:lnTo>
                  <a:pt x="2899" y="15700"/>
                </a:lnTo>
                <a:lnTo>
                  <a:pt x="2532" y="15627"/>
                </a:lnTo>
                <a:lnTo>
                  <a:pt x="2752" y="15407"/>
                </a:lnTo>
                <a:lnTo>
                  <a:pt x="2935" y="15187"/>
                </a:lnTo>
                <a:lnTo>
                  <a:pt x="3119" y="14893"/>
                </a:lnTo>
                <a:lnTo>
                  <a:pt x="3265" y="14600"/>
                </a:lnTo>
                <a:lnTo>
                  <a:pt x="3339" y="14600"/>
                </a:lnTo>
                <a:lnTo>
                  <a:pt x="3375" y="14526"/>
                </a:lnTo>
                <a:lnTo>
                  <a:pt x="3412" y="14490"/>
                </a:lnTo>
                <a:lnTo>
                  <a:pt x="3449" y="14380"/>
                </a:lnTo>
                <a:lnTo>
                  <a:pt x="3412" y="14343"/>
                </a:lnTo>
                <a:lnTo>
                  <a:pt x="3412" y="14270"/>
                </a:lnTo>
                <a:lnTo>
                  <a:pt x="3339" y="14233"/>
                </a:lnTo>
                <a:lnTo>
                  <a:pt x="3229" y="14196"/>
                </a:lnTo>
                <a:lnTo>
                  <a:pt x="3155" y="14196"/>
                </a:lnTo>
                <a:lnTo>
                  <a:pt x="3045" y="14233"/>
                </a:lnTo>
                <a:lnTo>
                  <a:pt x="2935" y="14380"/>
                </a:lnTo>
                <a:lnTo>
                  <a:pt x="2752" y="14673"/>
                </a:lnTo>
                <a:lnTo>
                  <a:pt x="2495" y="15077"/>
                </a:lnTo>
                <a:lnTo>
                  <a:pt x="2238" y="15443"/>
                </a:lnTo>
                <a:lnTo>
                  <a:pt x="2202" y="15553"/>
                </a:lnTo>
                <a:lnTo>
                  <a:pt x="1908" y="15370"/>
                </a:lnTo>
                <a:lnTo>
                  <a:pt x="1615" y="15187"/>
                </a:lnTo>
                <a:lnTo>
                  <a:pt x="1761" y="15077"/>
                </a:lnTo>
                <a:lnTo>
                  <a:pt x="1872" y="14967"/>
                </a:lnTo>
                <a:lnTo>
                  <a:pt x="2238" y="14563"/>
                </a:lnTo>
                <a:lnTo>
                  <a:pt x="2568" y="14196"/>
                </a:lnTo>
                <a:lnTo>
                  <a:pt x="2715" y="13976"/>
                </a:lnTo>
                <a:lnTo>
                  <a:pt x="2789" y="13756"/>
                </a:lnTo>
                <a:lnTo>
                  <a:pt x="2789" y="13683"/>
                </a:lnTo>
                <a:lnTo>
                  <a:pt x="2752" y="13609"/>
                </a:lnTo>
                <a:lnTo>
                  <a:pt x="2642" y="13609"/>
                </a:lnTo>
                <a:lnTo>
                  <a:pt x="2422" y="13719"/>
                </a:lnTo>
                <a:lnTo>
                  <a:pt x="2238" y="13866"/>
                </a:lnTo>
                <a:lnTo>
                  <a:pt x="1945" y="14233"/>
                </a:lnTo>
                <a:lnTo>
                  <a:pt x="1578" y="14673"/>
                </a:lnTo>
                <a:lnTo>
                  <a:pt x="1505" y="14820"/>
                </a:lnTo>
                <a:lnTo>
                  <a:pt x="1431" y="15003"/>
                </a:lnTo>
                <a:lnTo>
                  <a:pt x="1138" y="14636"/>
                </a:lnTo>
                <a:lnTo>
                  <a:pt x="1468" y="14306"/>
                </a:lnTo>
                <a:lnTo>
                  <a:pt x="1761" y="13939"/>
                </a:lnTo>
                <a:lnTo>
                  <a:pt x="2312" y="13206"/>
                </a:lnTo>
                <a:lnTo>
                  <a:pt x="2312" y="13132"/>
                </a:lnTo>
                <a:lnTo>
                  <a:pt x="2312" y="13059"/>
                </a:lnTo>
                <a:lnTo>
                  <a:pt x="2238" y="12949"/>
                </a:lnTo>
                <a:lnTo>
                  <a:pt x="2202" y="12912"/>
                </a:lnTo>
                <a:lnTo>
                  <a:pt x="2055" y="12912"/>
                </a:lnTo>
                <a:lnTo>
                  <a:pt x="1982" y="12949"/>
                </a:lnTo>
                <a:lnTo>
                  <a:pt x="1431" y="13646"/>
                </a:lnTo>
                <a:lnTo>
                  <a:pt x="1211" y="14013"/>
                </a:lnTo>
                <a:lnTo>
                  <a:pt x="991" y="14380"/>
                </a:lnTo>
                <a:lnTo>
                  <a:pt x="844" y="14050"/>
                </a:lnTo>
                <a:lnTo>
                  <a:pt x="698" y="13719"/>
                </a:lnTo>
                <a:lnTo>
                  <a:pt x="1028" y="13426"/>
                </a:lnTo>
                <a:lnTo>
                  <a:pt x="1358" y="13096"/>
                </a:lnTo>
                <a:lnTo>
                  <a:pt x="1872" y="12436"/>
                </a:lnTo>
                <a:lnTo>
                  <a:pt x="1908" y="12362"/>
                </a:lnTo>
                <a:lnTo>
                  <a:pt x="1908" y="12289"/>
                </a:lnTo>
                <a:lnTo>
                  <a:pt x="1872" y="12215"/>
                </a:lnTo>
                <a:lnTo>
                  <a:pt x="1835" y="12179"/>
                </a:lnTo>
                <a:lnTo>
                  <a:pt x="1761" y="12142"/>
                </a:lnTo>
                <a:lnTo>
                  <a:pt x="1688" y="12105"/>
                </a:lnTo>
                <a:lnTo>
                  <a:pt x="1615" y="12105"/>
                </a:lnTo>
                <a:lnTo>
                  <a:pt x="1541" y="12179"/>
                </a:lnTo>
                <a:lnTo>
                  <a:pt x="1065" y="12729"/>
                </a:lnTo>
                <a:lnTo>
                  <a:pt x="808" y="13022"/>
                </a:lnTo>
                <a:lnTo>
                  <a:pt x="624" y="13353"/>
                </a:lnTo>
                <a:lnTo>
                  <a:pt x="588" y="13206"/>
                </a:lnTo>
                <a:lnTo>
                  <a:pt x="551" y="12876"/>
                </a:lnTo>
                <a:lnTo>
                  <a:pt x="771" y="12656"/>
                </a:lnTo>
                <a:lnTo>
                  <a:pt x="1028" y="12399"/>
                </a:lnTo>
                <a:lnTo>
                  <a:pt x="1321" y="12069"/>
                </a:lnTo>
                <a:lnTo>
                  <a:pt x="1468" y="11885"/>
                </a:lnTo>
                <a:lnTo>
                  <a:pt x="1505" y="11775"/>
                </a:lnTo>
                <a:lnTo>
                  <a:pt x="1505" y="11665"/>
                </a:lnTo>
                <a:lnTo>
                  <a:pt x="1505" y="11592"/>
                </a:lnTo>
                <a:lnTo>
                  <a:pt x="1468" y="11555"/>
                </a:lnTo>
                <a:lnTo>
                  <a:pt x="1395" y="11518"/>
                </a:lnTo>
                <a:lnTo>
                  <a:pt x="1358" y="11555"/>
                </a:lnTo>
                <a:lnTo>
                  <a:pt x="1175" y="11629"/>
                </a:lnTo>
                <a:lnTo>
                  <a:pt x="1028" y="11775"/>
                </a:lnTo>
                <a:lnTo>
                  <a:pt x="771" y="12105"/>
                </a:lnTo>
                <a:lnTo>
                  <a:pt x="514" y="12436"/>
                </a:lnTo>
                <a:lnTo>
                  <a:pt x="514" y="11922"/>
                </a:lnTo>
                <a:lnTo>
                  <a:pt x="624" y="11812"/>
                </a:lnTo>
                <a:lnTo>
                  <a:pt x="734" y="11702"/>
                </a:lnTo>
                <a:lnTo>
                  <a:pt x="808" y="11482"/>
                </a:lnTo>
                <a:lnTo>
                  <a:pt x="991" y="11445"/>
                </a:lnTo>
                <a:lnTo>
                  <a:pt x="1138" y="11408"/>
                </a:lnTo>
                <a:lnTo>
                  <a:pt x="1248" y="11298"/>
                </a:lnTo>
                <a:lnTo>
                  <a:pt x="1358" y="11188"/>
                </a:lnTo>
                <a:lnTo>
                  <a:pt x="1468" y="11078"/>
                </a:lnTo>
                <a:lnTo>
                  <a:pt x="1505" y="10932"/>
                </a:lnTo>
                <a:lnTo>
                  <a:pt x="1505" y="10858"/>
                </a:lnTo>
                <a:lnTo>
                  <a:pt x="1505" y="10785"/>
                </a:lnTo>
                <a:lnTo>
                  <a:pt x="1468" y="10711"/>
                </a:lnTo>
                <a:lnTo>
                  <a:pt x="1395" y="10675"/>
                </a:lnTo>
                <a:lnTo>
                  <a:pt x="1175" y="10675"/>
                </a:lnTo>
                <a:lnTo>
                  <a:pt x="1101" y="10748"/>
                </a:lnTo>
                <a:lnTo>
                  <a:pt x="1065" y="10822"/>
                </a:lnTo>
                <a:lnTo>
                  <a:pt x="1028" y="10932"/>
                </a:lnTo>
                <a:lnTo>
                  <a:pt x="954" y="11005"/>
                </a:lnTo>
                <a:lnTo>
                  <a:pt x="844" y="11042"/>
                </a:lnTo>
                <a:lnTo>
                  <a:pt x="698" y="11078"/>
                </a:lnTo>
                <a:lnTo>
                  <a:pt x="881" y="10785"/>
                </a:lnTo>
                <a:lnTo>
                  <a:pt x="954" y="10675"/>
                </a:lnTo>
                <a:lnTo>
                  <a:pt x="1101" y="10565"/>
                </a:lnTo>
                <a:lnTo>
                  <a:pt x="1211" y="10455"/>
                </a:lnTo>
                <a:lnTo>
                  <a:pt x="1395" y="10418"/>
                </a:lnTo>
                <a:lnTo>
                  <a:pt x="1541" y="10345"/>
                </a:lnTo>
                <a:lnTo>
                  <a:pt x="1725" y="10345"/>
                </a:lnTo>
                <a:lnTo>
                  <a:pt x="2092" y="10308"/>
                </a:lnTo>
                <a:lnTo>
                  <a:pt x="2422" y="10271"/>
                </a:lnTo>
                <a:lnTo>
                  <a:pt x="2715" y="10161"/>
                </a:lnTo>
                <a:lnTo>
                  <a:pt x="3009" y="9978"/>
                </a:lnTo>
                <a:lnTo>
                  <a:pt x="3229" y="9721"/>
                </a:lnTo>
                <a:lnTo>
                  <a:pt x="3412" y="9464"/>
                </a:lnTo>
                <a:lnTo>
                  <a:pt x="3559" y="9171"/>
                </a:lnTo>
                <a:lnTo>
                  <a:pt x="3706" y="8841"/>
                </a:lnTo>
                <a:lnTo>
                  <a:pt x="3706" y="8804"/>
                </a:lnTo>
                <a:lnTo>
                  <a:pt x="3706" y="8767"/>
                </a:lnTo>
                <a:lnTo>
                  <a:pt x="3926" y="8731"/>
                </a:lnTo>
                <a:lnTo>
                  <a:pt x="4146" y="8657"/>
                </a:lnTo>
                <a:lnTo>
                  <a:pt x="4366" y="8584"/>
                </a:lnTo>
                <a:lnTo>
                  <a:pt x="4586" y="8547"/>
                </a:lnTo>
                <a:close/>
                <a:moveTo>
                  <a:pt x="3265" y="7484"/>
                </a:moveTo>
                <a:lnTo>
                  <a:pt x="3009" y="7557"/>
                </a:lnTo>
                <a:lnTo>
                  <a:pt x="2789" y="7704"/>
                </a:lnTo>
                <a:lnTo>
                  <a:pt x="2568" y="7850"/>
                </a:lnTo>
                <a:lnTo>
                  <a:pt x="2422" y="7997"/>
                </a:lnTo>
                <a:lnTo>
                  <a:pt x="2275" y="8180"/>
                </a:lnTo>
                <a:lnTo>
                  <a:pt x="2165" y="8364"/>
                </a:lnTo>
                <a:lnTo>
                  <a:pt x="2092" y="8584"/>
                </a:lnTo>
                <a:lnTo>
                  <a:pt x="2018" y="8254"/>
                </a:lnTo>
                <a:lnTo>
                  <a:pt x="1945" y="7924"/>
                </a:lnTo>
                <a:lnTo>
                  <a:pt x="1872" y="7850"/>
                </a:lnTo>
                <a:lnTo>
                  <a:pt x="1835" y="7850"/>
                </a:lnTo>
                <a:lnTo>
                  <a:pt x="1761" y="7887"/>
                </a:lnTo>
                <a:lnTo>
                  <a:pt x="1688" y="7997"/>
                </a:lnTo>
                <a:lnTo>
                  <a:pt x="1651" y="8107"/>
                </a:lnTo>
                <a:lnTo>
                  <a:pt x="1615" y="8364"/>
                </a:lnTo>
                <a:lnTo>
                  <a:pt x="1651" y="8657"/>
                </a:lnTo>
                <a:lnTo>
                  <a:pt x="1725" y="8914"/>
                </a:lnTo>
                <a:lnTo>
                  <a:pt x="1872" y="9208"/>
                </a:lnTo>
                <a:lnTo>
                  <a:pt x="2055" y="9428"/>
                </a:lnTo>
                <a:lnTo>
                  <a:pt x="2275" y="9611"/>
                </a:lnTo>
                <a:lnTo>
                  <a:pt x="2495" y="9758"/>
                </a:lnTo>
                <a:lnTo>
                  <a:pt x="2312" y="9831"/>
                </a:lnTo>
                <a:lnTo>
                  <a:pt x="2128" y="9868"/>
                </a:lnTo>
                <a:lnTo>
                  <a:pt x="1688" y="9868"/>
                </a:lnTo>
                <a:lnTo>
                  <a:pt x="1468" y="9905"/>
                </a:lnTo>
                <a:lnTo>
                  <a:pt x="1248" y="9941"/>
                </a:lnTo>
                <a:lnTo>
                  <a:pt x="1065" y="10015"/>
                </a:lnTo>
                <a:lnTo>
                  <a:pt x="881" y="10125"/>
                </a:lnTo>
                <a:lnTo>
                  <a:pt x="588" y="10381"/>
                </a:lnTo>
                <a:lnTo>
                  <a:pt x="441" y="10528"/>
                </a:lnTo>
                <a:lnTo>
                  <a:pt x="331" y="10711"/>
                </a:lnTo>
                <a:lnTo>
                  <a:pt x="221" y="10932"/>
                </a:lnTo>
                <a:lnTo>
                  <a:pt x="147" y="11115"/>
                </a:lnTo>
                <a:lnTo>
                  <a:pt x="37" y="11592"/>
                </a:lnTo>
                <a:lnTo>
                  <a:pt x="1" y="12069"/>
                </a:lnTo>
                <a:lnTo>
                  <a:pt x="1" y="12546"/>
                </a:lnTo>
                <a:lnTo>
                  <a:pt x="74" y="13022"/>
                </a:lnTo>
                <a:lnTo>
                  <a:pt x="147" y="13463"/>
                </a:lnTo>
                <a:lnTo>
                  <a:pt x="258" y="13903"/>
                </a:lnTo>
                <a:lnTo>
                  <a:pt x="404" y="14270"/>
                </a:lnTo>
                <a:lnTo>
                  <a:pt x="588" y="14673"/>
                </a:lnTo>
                <a:lnTo>
                  <a:pt x="844" y="15040"/>
                </a:lnTo>
                <a:lnTo>
                  <a:pt x="1101" y="15333"/>
                </a:lnTo>
                <a:lnTo>
                  <a:pt x="1431" y="15627"/>
                </a:lnTo>
                <a:lnTo>
                  <a:pt x="1761" y="15847"/>
                </a:lnTo>
                <a:lnTo>
                  <a:pt x="2165" y="16030"/>
                </a:lnTo>
                <a:lnTo>
                  <a:pt x="2568" y="16140"/>
                </a:lnTo>
                <a:lnTo>
                  <a:pt x="2789" y="16177"/>
                </a:lnTo>
                <a:lnTo>
                  <a:pt x="3009" y="16177"/>
                </a:lnTo>
                <a:lnTo>
                  <a:pt x="3486" y="16140"/>
                </a:lnTo>
                <a:lnTo>
                  <a:pt x="3926" y="16030"/>
                </a:lnTo>
                <a:lnTo>
                  <a:pt x="4329" y="15884"/>
                </a:lnTo>
                <a:lnTo>
                  <a:pt x="4696" y="15700"/>
                </a:lnTo>
                <a:lnTo>
                  <a:pt x="5100" y="15517"/>
                </a:lnTo>
                <a:lnTo>
                  <a:pt x="5430" y="15297"/>
                </a:lnTo>
                <a:lnTo>
                  <a:pt x="5613" y="15150"/>
                </a:lnTo>
                <a:lnTo>
                  <a:pt x="5723" y="15003"/>
                </a:lnTo>
                <a:lnTo>
                  <a:pt x="6310" y="14490"/>
                </a:lnTo>
                <a:lnTo>
                  <a:pt x="6567" y="14270"/>
                </a:lnTo>
                <a:lnTo>
                  <a:pt x="6714" y="14160"/>
                </a:lnTo>
                <a:lnTo>
                  <a:pt x="6787" y="14013"/>
                </a:lnTo>
                <a:lnTo>
                  <a:pt x="6970" y="13683"/>
                </a:lnTo>
                <a:lnTo>
                  <a:pt x="7117" y="13316"/>
                </a:lnTo>
                <a:lnTo>
                  <a:pt x="7227" y="12949"/>
                </a:lnTo>
                <a:lnTo>
                  <a:pt x="7300" y="12619"/>
                </a:lnTo>
                <a:lnTo>
                  <a:pt x="7374" y="12252"/>
                </a:lnTo>
                <a:lnTo>
                  <a:pt x="7410" y="11885"/>
                </a:lnTo>
                <a:lnTo>
                  <a:pt x="7410" y="11518"/>
                </a:lnTo>
                <a:lnTo>
                  <a:pt x="7374" y="11152"/>
                </a:lnTo>
                <a:lnTo>
                  <a:pt x="7337" y="10785"/>
                </a:lnTo>
                <a:lnTo>
                  <a:pt x="7264" y="10418"/>
                </a:lnTo>
                <a:lnTo>
                  <a:pt x="7154" y="10125"/>
                </a:lnTo>
                <a:lnTo>
                  <a:pt x="7007" y="9794"/>
                </a:lnTo>
                <a:lnTo>
                  <a:pt x="6860" y="9538"/>
                </a:lnTo>
                <a:lnTo>
                  <a:pt x="6677" y="9244"/>
                </a:lnTo>
                <a:lnTo>
                  <a:pt x="6457" y="8987"/>
                </a:lnTo>
                <a:lnTo>
                  <a:pt x="6237" y="8767"/>
                </a:lnTo>
                <a:lnTo>
                  <a:pt x="5980" y="8584"/>
                </a:lnTo>
                <a:lnTo>
                  <a:pt x="5686" y="8401"/>
                </a:lnTo>
                <a:lnTo>
                  <a:pt x="5393" y="8291"/>
                </a:lnTo>
                <a:lnTo>
                  <a:pt x="5100" y="8180"/>
                </a:lnTo>
                <a:lnTo>
                  <a:pt x="4769" y="8144"/>
                </a:lnTo>
                <a:lnTo>
                  <a:pt x="4476" y="8144"/>
                </a:lnTo>
                <a:lnTo>
                  <a:pt x="4219" y="8180"/>
                </a:lnTo>
                <a:lnTo>
                  <a:pt x="3926" y="8291"/>
                </a:lnTo>
                <a:lnTo>
                  <a:pt x="3816" y="8364"/>
                </a:lnTo>
                <a:lnTo>
                  <a:pt x="3706" y="8437"/>
                </a:lnTo>
                <a:lnTo>
                  <a:pt x="3632" y="8547"/>
                </a:lnTo>
                <a:lnTo>
                  <a:pt x="3559" y="8657"/>
                </a:lnTo>
                <a:lnTo>
                  <a:pt x="3559" y="8694"/>
                </a:lnTo>
                <a:lnTo>
                  <a:pt x="3522" y="8731"/>
                </a:lnTo>
                <a:lnTo>
                  <a:pt x="3486" y="8767"/>
                </a:lnTo>
                <a:lnTo>
                  <a:pt x="3192" y="9171"/>
                </a:lnTo>
                <a:lnTo>
                  <a:pt x="3009" y="9354"/>
                </a:lnTo>
                <a:lnTo>
                  <a:pt x="2825" y="9538"/>
                </a:lnTo>
                <a:lnTo>
                  <a:pt x="2789" y="9464"/>
                </a:lnTo>
                <a:lnTo>
                  <a:pt x="2458" y="9171"/>
                </a:lnTo>
                <a:lnTo>
                  <a:pt x="2348" y="9024"/>
                </a:lnTo>
                <a:lnTo>
                  <a:pt x="2202" y="8877"/>
                </a:lnTo>
                <a:lnTo>
                  <a:pt x="2275" y="8877"/>
                </a:lnTo>
                <a:lnTo>
                  <a:pt x="2312" y="8841"/>
                </a:lnTo>
                <a:lnTo>
                  <a:pt x="2532" y="8841"/>
                </a:lnTo>
                <a:lnTo>
                  <a:pt x="2715" y="8804"/>
                </a:lnTo>
                <a:lnTo>
                  <a:pt x="2899" y="8731"/>
                </a:lnTo>
                <a:lnTo>
                  <a:pt x="3045" y="8621"/>
                </a:lnTo>
                <a:lnTo>
                  <a:pt x="3265" y="8474"/>
                </a:lnTo>
                <a:lnTo>
                  <a:pt x="3486" y="8254"/>
                </a:lnTo>
                <a:lnTo>
                  <a:pt x="3669" y="8034"/>
                </a:lnTo>
                <a:lnTo>
                  <a:pt x="3816" y="7814"/>
                </a:lnTo>
                <a:lnTo>
                  <a:pt x="3852" y="7740"/>
                </a:lnTo>
                <a:lnTo>
                  <a:pt x="3852" y="7667"/>
                </a:lnTo>
                <a:lnTo>
                  <a:pt x="3779" y="7557"/>
                </a:lnTo>
                <a:lnTo>
                  <a:pt x="3669" y="7484"/>
                </a:lnTo>
                <a:lnTo>
                  <a:pt x="3596" y="7484"/>
                </a:lnTo>
                <a:lnTo>
                  <a:pt x="3522" y="7520"/>
                </a:lnTo>
                <a:lnTo>
                  <a:pt x="3412" y="748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4C2F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57" name="Google Shape;1757;p69"/>
          <p:cNvSpPr txBox="1"/>
          <p:nvPr>
            <p:ph idx="1" type="body"/>
          </p:nvPr>
        </p:nvSpPr>
        <p:spPr>
          <a:xfrm>
            <a:off x="5155820" y="2445390"/>
            <a:ext cx="3739551" cy="212145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794" r="0" t="-28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1758" name="Google Shape;1758;p69"/>
          <p:cNvSpPr txBox="1"/>
          <p:nvPr/>
        </p:nvSpPr>
        <p:spPr>
          <a:xfrm>
            <a:off x="436080" y="1524770"/>
            <a:ext cx="3997845" cy="98221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Thinking of forces, what condition can we write when an object is moving at terminal speed?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9" name="Google Shape;1759;p69"/>
          <p:cNvSpPr txBox="1"/>
          <p:nvPr/>
        </p:nvSpPr>
        <p:spPr>
          <a:xfrm>
            <a:off x="6172200" y="4712336"/>
            <a:ext cx="2277372" cy="78675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/>
          </a:p>
        </p:txBody>
      </p:sp>
      <p:sp>
        <p:nvSpPr>
          <p:cNvPr id="1760" name="Google Shape;1760;p69"/>
          <p:cNvSpPr txBox="1"/>
          <p:nvPr/>
        </p:nvSpPr>
        <p:spPr>
          <a:xfrm>
            <a:off x="298006" y="2815421"/>
            <a:ext cx="4273995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rPr>
              <a:t>At terminal speed, its speed is constant, so the net force is zero: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61" name="Google Shape;1761;p69"/>
          <p:cNvSpPr txBox="1"/>
          <p:nvPr/>
        </p:nvSpPr>
        <p:spPr>
          <a:xfrm>
            <a:off x="4783785" y="3398549"/>
            <a:ext cx="4597002" cy="424796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014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/>
          </a:p>
        </p:txBody>
      </p:sp>
      <p:sp>
        <p:nvSpPr>
          <p:cNvPr id="1762" name="Google Shape;1762;p69"/>
          <p:cNvSpPr txBox="1"/>
          <p:nvPr/>
        </p:nvSpPr>
        <p:spPr>
          <a:xfrm>
            <a:off x="6451133" y="5595457"/>
            <a:ext cx="2562673" cy="897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Note: This is NOT in the Data Booklet</a:t>
            </a:r>
            <a:endParaRPr/>
          </a:p>
        </p:txBody>
      </p:sp>
      <p:sp>
        <p:nvSpPr>
          <p:cNvPr id="1763" name="Google Shape;1763;p69"/>
          <p:cNvSpPr txBox="1"/>
          <p:nvPr/>
        </p:nvSpPr>
        <p:spPr>
          <a:xfrm>
            <a:off x="-25002" y="5333230"/>
            <a:ext cx="4727196" cy="424796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857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/>
          </a:p>
        </p:txBody>
      </p:sp>
      <p:sp>
        <p:nvSpPr>
          <p:cNvPr id="1764" name="Google Shape;1764;p69"/>
          <p:cNvSpPr txBox="1"/>
          <p:nvPr/>
        </p:nvSpPr>
        <p:spPr>
          <a:xfrm>
            <a:off x="-155196" y="5752972"/>
            <a:ext cx="4767044" cy="4247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1014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/>
          </a:p>
        </p:txBody>
      </p:sp>
      <p:sp>
        <p:nvSpPr>
          <p:cNvPr id="1765" name="Google Shape;1765;p69"/>
          <p:cNvSpPr txBox="1"/>
          <p:nvPr/>
        </p:nvSpPr>
        <p:spPr>
          <a:xfrm>
            <a:off x="7438" y="4647852"/>
            <a:ext cx="4855128" cy="732573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4958" l="-1255" r="0" t="-330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/>
          </a:p>
        </p:txBody>
      </p:sp>
      <p:sp>
        <p:nvSpPr>
          <p:cNvPr id="1766" name="Google Shape;1766;p69"/>
          <p:cNvSpPr txBox="1"/>
          <p:nvPr/>
        </p:nvSpPr>
        <p:spPr>
          <a:xfrm>
            <a:off x="114675" y="3793341"/>
            <a:ext cx="4855128" cy="75777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239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0" name="Shape 1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" name="Google Shape;1771;p70"/>
          <p:cNvSpPr txBox="1"/>
          <p:nvPr>
            <p:ph type="title"/>
          </p:nvPr>
        </p:nvSpPr>
        <p:spPr>
          <a:xfrm>
            <a:off x="0" y="1"/>
            <a:ext cx="9144000" cy="826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35731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Stokes’ Law and Terminal Speed</a:t>
            </a:r>
            <a:endParaRPr/>
          </a:p>
        </p:txBody>
      </p:sp>
      <p:sp>
        <p:nvSpPr>
          <p:cNvPr id="1772" name="Google Shape;1772;p70"/>
          <p:cNvSpPr txBox="1"/>
          <p:nvPr>
            <p:ph idx="12" type="sldNum"/>
          </p:nvPr>
        </p:nvSpPr>
        <p:spPr>
          <a:xfrm>
            <a:off x="8304415" y="6492876"/>
            <a:ext cx="839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73" name="Google Shape;1773;p70"/>
          <p:cNvSpPr/>
          <p:nvPr/>
        </p:nvSpPr>
        <p:spPr>
          <a:xfrm>
            <a:off x="8776937" y="921577"/>
            <a:ext cx="236870" cy="517082"/>
          </a:xfrm>
          <a:custGeom>
            <a:rect b="b" l="l" r="r" t="t"/>
            <a:pathLst>
              <a:path extrusionOk="0" h="16178" w="7411">
                <a:moveTo>
                  <a:pt x="3339" y="147"/>
                </a:moveTo>
                <a:lnTo>
                  <a:pt x="3229" y="441"/>
                </a:lnTo>
                <a:lnTo>
                  <a:pt x="3155" y="734"/>
                </a:lnTo>
                <a:lnTo>
                  <a:pt x="3119" y="1358"/>
                </a:lnTo>
                <a:lnTo>
                  <a:pt x="3082" y="2972"/>
                </a:lnTo>
                <a:lnTo>
                  <a:pt x="3119" y="4476"/>
                </a:lnTo>
                <a:lnTo>
                  <a:pt x="3119" y="5283"/>
                </a:lnTo>
                <a:lnTo>
                  <a:pt x="3119" y="5576"/>
                </a:lnTo>
                <a:lnTo>
                  <a:pt x="3155" y="5723"/>
                </a:lnTo>
                <a:lnTo>
                  <a:pt x="3229" y="5870"/>
                </a:lnTo>
                <a:lnTo>
                  <a:pt x="3265" y="5906"/>
                </a:lnTo>
                <a:lnTo>
                  <a:pt x="3339" y="5943"/>
                </a:lnTo>
                <a:lnTo>
                  <a:pt x="3375" y="5943"/>
                </a:lnTo>
                <a:lnTo>
                  <a:pt x="3449" y="5870"/>
                </a:lnTo>
                <a:lnTo>
                  <a:pt x="3486" y="5760"/>
                </a:lnTo>
                <a:lnTo>
                  <a:pt x="3522" y="5649"/>
                </a:lnTo>
                <a:lnTo>
                  <a:pt x="3522" y="5393"/>
                </a:lnTo>
                <a:lnTo>
                  <a:pt x="3522" y="4586"/>
                </a:lnTo>
                <a:lnTo>
                  <a:pt x="3486" y="2972"/>
                </a:lnTo>
                <a:lnTo>
                  <a:pt x="3522" y="1504"/>
                </a:lnTo>
                <a:lnTo>
                  <a:pt x="3522" y="808"/>
                </a:lnTo>
                <a:lnTo>
                  <a:pt x="3486" y="477"/>
                </a:lnTo>
                <a:lnTo>
                  <a:pt x="3412" y="294"/>
                </a:lnTo>
                <a:lnTo>
                  <a:pt x="3375" y="147"/>
                </a:lnTo>
                <a:close/>
                <a:moveTo>
                  <a:pt x="1725" y="1"/>
                </a:moveTo>
                <a:lnTo>
                  <a:pt x="1688" y="37"/>
                </a:lnTo>
                <a:lnTo>
                  <a:pt x="1615" y="147"/>
                </a:lnTo>
                <a:lnTo>
                  <a:pt x="1578" y="294"/>
                </a:lnTo>
                <a:lnTo>
                  <a:pt x="1541" y="624"/>
                </a:lnTo>
                <a:lnTo>
                  <a:pt x="1578" y="1284"/>
                </a:lnTo>
                <a:lnTo>
                  <a:pt x="1615" y="2898"/>
                </a:lnTo>
                <a:lnTo>
                  <a:pt x="1725" y="6236"/>
                </a:lnTo>
                <a:lnTo>
                  <a:pt x="1761" y="6346"/>
                </a:lnTo>
                <a:lnTo>
                  <a:pt x="1798" y="6383"/>
                </a:lnTo>
                <a:lnTo>
                  <a:pt x="1872" y="6420"/>
                </a:lnTo>
                <a:lnTo>
                  <a:pt x="1945" y="6456"/>
                </a:lnTo>
                <a:lnTo>
                  <a:pt x="2018" y="6420"/>
                </a:lnTo>
                <a:lnTo>
                  <a:pt x="2092" y="6383"/>
                </a:lnTo>
                <a:lnTo>
                  <a:pt x="2165" y="6346"/>
                </a:lnTo>
                <a:lnTo>
                  <a:pt x="2165" y="6236"/>
                </a:lnTo>
                <a:lnTo>
                  <a:pt x="2165" y="5980"/>
                </a:lnTo>
                <a:lnTo>
                  <a:pt x="2165" y="5943"/>
                </a:lnTo>
                <a:lnTo>
                  <a:pt x="2055" y="3008"/>
                </a:lnTo>
                <a:lnTo>
                  <a:pt x="1982" y="1394"/>
                </a:lnTo>
                <a:lnTo>
                  <a:pt x="1945" y="587"/>
                </a:lnTo>
                <a:lnTo>
                  <a:pt x="1908" y="294"/>
                </a:lnTo>
                <a:lnTo>
                  <a:pt x="1872" y="147"/>
                </a:lnTo>
                <a:lnTo>
                  <a:pt x="1761" y="37"/>
                </a:lnTo>
                <a:lnTo>
                  <a:pt x="1725" y="1"/>
                </a:lnTo>
                <a:close/>
                <a:moveTo>
                  <a:pt x="4953" y="184"/>
                </a:moveTo>
                <a:lnTo>
                  <a:pt x="4879" y="221"/>
                </a:lnTo>
                <a:lnTo>
                  <a:pt x="4843" y="257"/>
                </a:lnTo>
                <a:lnTo>
                  <a:pt x="4843" y="331"/>
                </a:lnTo>
                <a:lnTo>
                  <a:pt x="4769" y="1101"/>
                </a:lnTo>
                <a:lnTo>
                  <a:pt x="4733" y="1908"/>
                </a:lnTo>
                <a:lnTo>
                  <a:pt x="4733" y="3522"/>
                </a:lnTo>
                <a:lnTo>
                  <a:pt x="4733" y="5136"/>
                </a:lnTo>
                <a:lnTo>
                  <a:pt x="4696" y="5870"/>
                </a:lnTo>
                <a:lnTo>
                  <a:pt x="4696" y="6273"/>
                </a:lnTo>
                <a:lnTo>
                  <a:pt x="4769" y="6640"/>
                </a:lnTo>
                <a:lnTo>
                  <a:pt x="4806" y="6713"/>
                </a:lnTo>
                <a:lnTo>
                  <a:pt x="4916" y="6750"/>
                </a:lnTo>
                <a:lnTo>
                  <a:pt x="5026" y="6713"/>
                </a:lnTo>
                <a:lnTo>
                  <a:pt x="5100" y="6640"/>
                </a:lnTo>
                <a:lnTo>
                  <a:pt x="5173" y="6273"/>
                </a:lnTo>
                <a:lnTo>
                  <a:pt x="5173" y="5870"/>
                </a:lnTo>
                <a:lnTo>
                  <a:pt x="5136" y="5136"/>
                </a:lnTo>
                <a:lnTo>
                  <a:pt x="5136" y="3522"/>
                </a:lnTo>
                <a:lnTo>
                  <a:pt x="5173" y="1908"/>
                </a:lnTo>
                <a:lnTo>
                  <a:pt x="5136" y="1138"/>
                </a:lnTo>
                <a:lnTo>
                  <a:pt x="5100" y="331"/>
                </a:lnTo>
                <a:lnTo>
                  <a:pt x="5100" y="257"/>
                </a:lnTo>
                <a:lnTo>
                  <a:pt x="5063" y="221"/>
                </a:lnTo>
                <a:lnTo>
                  <a:pt x="4953" y="184"/>
                </a:lnTo>
                <a:close/>
                <a:moveTo>
                  <a:pt x="6273" y="2678"/>
                </a:moveTo>
                <a:lnTo>
                  <a:pt x="6273" y="2715"/>
                </a:lnTo>
                <a:lnTo>
                  <a:pt x="6200" y="3008"/>
                </a:lnTo>
                <a:lnTo>
                  <a:pt x="6163" y="3302"/>
                </a:lnTo>
                <a:lnTo>
                  <a:pt x="6127" y="3925"/>
                </a:lnTo>
                <a:lnTo>
                  <a:pt x="6127" y="5173"/>
                </a:lnTo>
                <a:lnTo>
                  <a:pt x="6090" y="7667"/>
                </a:lnTo>
                <a:lnTo>
                  <a:pt x="6090" y="7887"/>
                </a:lnTo>
                <a:lnTo>
                  <a:pt x="6127" y="7960"/>
                </a:lnTo>
                <a:lnTo>
                  <a:pt x="6163" y="8034"/>
                </a:lnTo>
                <a:lnTo>
                  <a:pt x="6237" y="8070"/>
                </a:lnTo>
                <a:lnTo>
                  <a:pt x="6383" y="8070"/>
                </a:lnTo>
                <a:lnTo>
                  <a:pt x="6457" y="8034"/>
                </a:lnTo>
                <a:lnTo>
                  <a:pt x="6493" y="7960"/>
                </a:lnTo>
                <a:lnTo>
                  <a:pt x="6530" y="7887"/>
                </a:lnTo>
                <a:lnTo>
                  <a:pt x="6530" y="5283"/>
                </a:lnTo>
                <a:lnTo>
                  <a:pt x="6530" y="3962"/>
                </a:lnTo>
                <a:lnTo>
                  <a:pt x="6493" y="3339"/>
                </a:lnTo>
                <a:lnTo>
                  <a:pt x="6457" y="3008"/>
                </a:lnTo>
                <a:lnTo>
                  <a:pt x="6383" y="2715"/>
                </a:lnTo>
                <a:lnTo>
                  <a:pt x="6347" y="2678"/>
                </a:lnTo>
                <a:close/>
                <a:moveTo>
                  <a:pt x="3265" y="7887"/>
                </a:moveTo>
                <a:lnTo>
                  <a:pt x="3082" y="8107"/>
                </a:lnTo>
                <a:lnTo>
                  <a:pt x="2862" y="8291"/>
                </a:lnTo>
                <a:lnTo>
                  <a:pt x="2679" y="8401"/>
                </a:lnTo>
                <a:lnTo>
                  <a:pt x="2458" y="8474"/>
                </a:lnTo>
                <a:lnTo>
                  <a:pt x="2458" y="8474"/>
                </a:lnTo>
                <a:lnTo>
                  <a:pt x="2605" y="8291"/>
                </a:lnTo>
                <a:lnTo>
                  <a:pt x="2752" y="8144"/>
                </a:lnTo>
                <a:lnTo>
                  <a:pt x="2972" y="7997"/>
                </a:lnTo>
                <a:lnTo>
                  <a:pt x="3192" y="7924"/>
                </a:lnTo>
                <a:lnTo>
                  <a:pt x="3265" y="7887"/>
                </a:lnTo>
                <a:close/>
                <a:moveTo>
                  <a:pt x="4806" y="9501"/>
                </a:moveTo>
                <a:lnTo>
                  <a:pt x="4513" y="9538"/>
                </a:lnTo>
                <a:lnTo>
                  <a:pt x="4329" y="9574"/>
                </a:lnTo>
                <a:lnTo>
                  <a:pt x="4072" y="9574"/>
                </a:lnTo>
                <a:lnTo>
                  <a:pt x="4072" y="9611"/>
                </a:lnTo>
                <a:lnTo>
                  <a:pt x="4072" y="9684"/>
                </a:lnTo>
                <a:lnTo>
                  <a:pt x="4109" y="9758"/>
                </a:lnTo>
                <a:lnTo>
                  <a:pt x="4146" y="9831"/>
                </a:lnTo>
                <a:lnTo>
                  <a:pt x="4219" y="9868"/>
                </a:lnTo>
                <a:lnTo>
                  <a:pt x="4293" y="9905"/>
                </a:lnTo>
                <a:lnTo>
                  <a:pt x="4476" y="9941"/>
                </a:lnTo>
                <a:lnTo>
                  <a:pt x="4659" y="9905"/>
                </a:lnTo>
                <a:lnTo>
                  <a:pt x="4806" y="9941"/>
                </a:lnTo>
                <a:lnTo>
                  <a:pt x="4953" y="9978"/>
                </a:lnTo>
                <a:lnTo>
                  <a:pt x="5100" y="10015"/>
                </a:lnTo>
                <a:lnTo>
                  <a:pt x="5246" y="10125"/>
                </a:lnTo>
                <a:lnTo>
                  <a:pt x="5320" y="10235"/>
                </a:lnTo>
                <a:lnTo>
                  <a:pt x="5430" y="10381"/>
                </a:lnTo>
                <a:lnTo>
                  <a:pt x="5466" y="10528"/>
                </a:lnTo>
                <a:lnTo>
                  <a:pt x="5503" y="10675"/>
                </a:lnTo>
                <a:lnTo>
                  <a:pt x="5540" y="10748"/>
                </a:lnTo>
                <a:lnTo>
                  <a:pt x="5613" y="10822"/>
                </a:lnTo>
                <a:lnTo>
                  <a:pt x="5833" y="10822"/>
                </a:lnTo>
                <a:lnTo>
                  <a:pt x="5907" y="10748"/>
                </a:lnTo>
                <a:lnTo>
                  <a:pt x="5943" y="10711"/>
                </a:lnTo>
                <a:lnTo>
                  <a:pt x="5980" y="10601"/>
                </a:lnTo>
                <a:lnTo>
                  <a:pt x="5907" y="10308"/>
                </a:lnTo>
                <a:lnTo>
                  <a:pt x="5760" y="10051"/>
                </a:lnTo>
                <a:lnTo>
                  <a:pt x="5576" y="9831"/>
                </a:lnTo>
                <a:lnTo>
                  <a:pt x="5356" y="9648"/>
                </a:lnTo>
                <a:lnTo>
                  <a:pt x="5100" y="9538"/>
                </a:lnTo>
                <a:lnTo>
                  <a:pt x="4806" y="9501"/>
                </a:lnTo>
                <a:close/>
                <a:moveTo>
                  <a:pt x="4879" y="8547"/>
                </a:moveTo>
                <a:lnTo>
                  <a:pt x="5136" y="8621"/>
                </a:lnTo>
                <a:lnTo>
                  <a:pt x="5393" y="8731"/>
                </a:lnTo>
                <a:lnTo>
                  <a:pt x="5650" y="8877"/>
                </a:lnTo>
                <a:lnTo>
                  <a:pt x="5907" y="9061"/>
                </a:lnTo>
                <a:lnTo>
                  <a:pt x="6090" y="9244"/>
                </a:lnTo>
                <a:lnTo>
                  <a:pt x="6310" y="9464"/>
                </a:lnTo>
                <a:lnTo>
                  <a:pt x="6457" y="9684"/>
                </a:lnTo>
                <a:lnTo>
                  <a:pt x="6603" y="9941"/>
                </a:lnTo>
                <a:lnTo>
                  <a:pt x="6714" y="10198"/>
                </a:lnTo>
                <a:lnTo>
                  <a:pt x="6787" y="10491"/>
                </a:lnTo>
                <a:lnTo>
                  <a:pt x="6860" y="10748"/>
                </a:lnTo>
                <a:lnTo>
                  <a:pt x="6934" y="11078"/>
                </a:lnTo>
                <a:lnTo>
                  <a:pt x="6934" y="11372"/>
                </a:lnTo>
                <a:lnTo>
                  <a:pt x="6934" y="11665"/>
                </a:lnTo>
                <a:lnTo>
                  <a:pt x="6934" y="11995"/>
                </a:lnTo>
                <a:lnTo>
                  <a:pt x="6824" y="12619"/>
                </a:lnTo>
                <a:lnTo>
                  <a:pt x="6677" y="13206"/>
                </a:lnTo>
                <a:lnTo>
                  <a:pt x="6530" y="13499"/>
                </a:lnTo>
                <a:lnTo>
                  <a:pt x="6383" y="13793"/>
                </a:lnTo>
                <a:lnTo>
                  <a:pt x="6310" y="13939"/>
                </a:lnTo>
                <a:lnTo>
                  <a:pt x="6163" y="14050"/>
                </a:lnTo>
                <a:lnTo>
                  <a:pt x="5907" y="14270"/>
                </a:lnTo>
                <a:lnTo>
                  <a:pt x="5540" y="14526"/>
                </a:lnTo>
                <a:lnTo>
                  <a:pt x="5173" y="14857"/>
                </a:lnTo>
                <a:lnTo>
                  <a:pt x="5026" y="14967"/>
                </a:lnTo>
                <a:lnTo>
                  <a:pt x="4659" y="15187"/>
                </a:lnTo>
                <a:lnTo>
                  <a:pt x="4659" y="15187"/>
                </a:lnTo>
                <a:lnTo>
                  <a:pt x="4806" y="14857"/>
                </a:lnTo>
                <a:lnTo>
                  <a:pt x="4916" y="14636"/>
                </a:lnTo>
                <a:lnTo>
                  <a:pt x="4953" y="14490"/>
                </a:lnTo>
                <a:lnTo>
                  <a:pt x="4989" y="14380"/>
                </a:lnTo>
                <a:lnTo>
                  <a:pt x="4953" y="14270"/>
                </a:lnTo>
                <a:lnTo>
                  <a:pt x="4916" y="14160"/>
                </a:lnTo>
                <a:lnTo>
                  <a:pt x="4843" y="14123"/>
                </a:lnTo>
                <a:lnTo>
                  <a:pt x="4659" y="14123"/>
                </a:lnTo>
                <a:lnTo>
                  <a:pt x="4586" y="14160"/>
                </a:lnTo>
                <a:lnTo>
                  <a:pt x="4549" y="14233"/>
                </a:lnTo>
                <a:lnTo>
                  <a:pt x="4513" y="14343"/>
                </a:lnTo>
                <a:lnTo>
                  <a:pt x="4549" y="14453"/>
                </a:lnTo>
                <a:lnTo>
                  <a:pt x="4513" y="14526"/>
                </a:lnTo>
                <a:lnTo>
                  <a:pt x="4439" y="14783"/>
                </a:lnTo>
                <a:lnTo>
                  <a:pt x="4366" y="15003"/>
                </a:lnTo>
                <a:lnTo>
                  <a:pt x="4329" y="15260"/>
                </a:lnTo>
                <a:lnTo>
                  <a:pt x="4366" y="15333"/>
                </a:lnTo>
                <a:lnTo>
                  <a:pt x="4293" y="15370"/>
                </a:lnTo>
                <a:lnTo>
                  <a:pt x="3999" y="15480"/>
                </a:lnTo>
                <a:lnTo>
                  <a:pt x="3632" y="15590"/>
                </a:lnTo>
                <a:lnTo>
                  <a:pt x="3816" y="15333"/>
                </a:lnTo>
                <a:lnTo>
                  <a:pt x="4109" y="14746"/>
                </a:lnTo>
                <a:lnTo>
                  <a:pt x="4109" y="14673"/>
                </a:lnTo>
                <a:lnTo>
                  <a:pt x="4109" y="14600"/>
                </a:lnTo>
                <a:lnTo>
                  <a:pt x="4072" y="14526"/>
                </a:lnTo>
                <a:lnTo>
                  <a:pt x="4036" y="14490"/>
                </a:lnTo>
                <a:lnTo>
                  <a:pt x="3962" y="14453"/>
                </a:lnTo>
                <a:lnTo>
                  <a:pt x="3889" y="14453"/>
                </a:lnTo>
                <a:lnTo>
                  <a:pt x="3816" y="14490"/>
                </a:lnTo>
                <a:lnTo>
                  <a:pt x="3779" y="14563"/>
                </a:lnTo>
                <a:lnTo>
                  <a:pt x="3486" y="15150"/>
                </a:lnTo>
                <a:lnTo>
                  <a:pt x="3339" y="15407"/>
                </a:lnTo>
                <a:lnTo>
                  <a:pt x="3229" y="15663"/>
                </a:lnTo>
                <a:lnTo>
                  <a:pt x="2899" y="15700"/>
                </a:lnTo>
                <a:lnTo>
                  <a:pt x="2532" y="15627"/>
                </a:lnTo>
                <a:lnTo>
                  <a:pt x="2752" y="15407"/>
                </a:lnTo>
                <a:lnTo>
                  <a:pt x="2935" y="15187"/>
                </a:lnTo>
                <a:lnTo>
                  <a:pt x="3119" y="14893"/>
                </a:lnTo>
                <a:lnTo>
                  <a:pt x="3265" y="14600"/>
                </a:lnTo>
                <a:lnTo>
                  <a:pt x="3339" y="14600"/>
                </a:lnTo>
                <a:lnTo>
                  <a:pt x="3375" y="14526"/>
                </a:lnTo>
                <a:lnTo>
                  <a:pt x="3412" y="14490"/>
                </a:lnTo>
                <a:lnTo>
                  <a:pt x="3449" y="14380"/>
                </a:lnTo>
                <a:lnTo>
                  <a:pt x="3412" y="14343"/>
                </a:lnTo>
                <a:lnTo>
                  <a:pt x="3412" y="14270"/>
                </a:lnTo>
                <a:lnTo>
                  <a:pt x="3339" y="14233"/>
                </a:lnTo>
                <a:lnTo>
                  <a:pt x="3229" y="14196"/>
                </a:lnTo>
                <a:lnTo>
                  <a:pt x="3155" y="14196"/>
                </a:lnTo>
                <a:lnTo>
                  <a:pt x="3045" y="14233"/>
                </a:lnTo>
                <a:lnTo>
                  <a:pt x="2935" y="14380"/>
                </a:lnTo>
                <a:lnTo>
                  <a:pt x="2752" y="14673"/>
                </a:lnTo>
                <a:lnTo>
                  <a:pt x="2495" y="15077"/>
                </a:lnTo>
                <a:lnTo>
                  <a:pt x="2238" y="15443"/>
                </a:lnTo>
                <a:lnTo>
                  <a:pt x="2202" y="15553"/>
                </a:lnTo>
                <a:lnTo>
                  <a:pt x="1908" y="15370"/>
                </a:lnTo>
                <a:lnTo>
                  <a:pt x="1615" y="15187"/>
                </a:lnTo>
                <a:lnTo>
                  <a:pt x="1761" y="15077"/>
                </a:lnTo>
                <a:lnTo>
                  <a:pt x="1872" y="14967"/>
                </a:lnTo>
                <a:lnTo>
                  <a:pt x="2238" y="14563"/>
                </a:lnTo>
                <a:lnTo>
                  <a:pt x="2568" y="14196"/>
                </a:lnTo>
                <a:lnTo>
                  <a:pt x="2715" y="13976"/>
                </a:lnTo>
                <a:lnTo>
                  <a:pt x="2789" y="13756"/>
                </a:lnTo>
                <a:lnTo>
                  <a:pt x="2789" y="13683"/>
                </a:lnTo>
                <a:lnTo>
                  <a:pt x="2752" y="13609"/>
                </a:lnTo>
                <a:lnTo>
                  <a:pt x="2642" y="13609"/>
                </a:lnTo>
                <a:lnTo>
                  <a:pt x="2422" y="13719"/>
                </a:lnTo>
                <a:lnTo>
                  <a:pt x="2238" y="13866"/>
                </a:lnTo>
                <a:lnTo>
                  <a:pt x="1945" y="14233"/>
                </a:lnTo>
                <a:lnTo>
                  <a:pt x="1578" y="14673"/>
                </a:lnTo>
                <a:lnTo>
                  <a:pt x="1505" y="14820"/>
                </a:lnTo>
                <a:lnTo>
                  <a:pt x="1431" y="15003"/>
                </a:lnTo>
                <a:lnTo>
                  <a:pt x="1138" y="14636"/>
                </a:lnTo>
                <a:lnTo>
                  <a:pt x="1468" y="14306"/>
                </a:lnTo>
                <a:lnTo>
                  <a:pt x="1761" y="13939"/>
                </a:lnTo>
                <a:lnTo>
                  <a:pt x="2312" y="13206"/>
                </a:lnTo>
                <a:lnTo>
                  <a:pt x="2312" y="13132"/>
                </a:lnTo>
                <a:lnTo>
                  <a:pt x="2312" y="13059"/>
                </a:lnTo>
                <a:lnTo>
                  <a:pt x="2238" y="12949"/>
                </a:lnTo>
                <a:lnTo>
                  <a:pt x="2202" y="12912"/>
                </a:lnTo>
                <a:lnTo>
                  <a:pt x="2055" y="12912"/>
                </a:lnTo>
                <a:lnTo>
                  <a:pt x="1982" y="12949"/>
                </a:lnTo>
                <a:lnTo>
                  <a:pt x="1431" y="13646"/>
                </a:lnTo>
                <a:lnTo>
                  <a:pt x="1211" y="14013"/>
                </a:lnTo>
                <a:lnTo>
                  <a:pt x="991" y="14380"/>
                </a:lnTo>
                <a:lnTo>
                  <a:pt x="844" y="14050"/>
                </a:lnTo>
                <a:lnTo>
                  <a:pt x="698" y="13719"/>
                </a:lnTo>
                <a:lnTo>
                  <a:pt x="1028" y="13426"/>
                </a:lnTo>
                <a:lnTo>
                  <a:pt x="1358" y="13096"/>
                </a:lnTo>
                <a:lnTo>
                  <a:pt x="1872" y="12436"/>
                </a:lnTo>
                <a:lnTo>
                  <a:pt x="1908" y="12362"/>
                </a:lnTo>
                <a:lnTo>
                  <a:pt x="1908" y="12289"/>
                </a:lnTo>
                <a:lnTo>
                  <a:pt x="1872" y="12215"/>
                </a:lnTo>
                <a:lnTo>
                  <a:pt x="1835" y="12179"/>
                </a:lnTo>
                <a:lnTo>
                  <a:pt x="1761" y="12142"/>
                </a:lnTo>
                <a:lnTo>
                  <a:pt x="1688" y="12105"/>
                </a:lnTo>
                <a:lnTo>
                  <a:pt x="1615" y="12105"/>
                </a:lnTo>
                <a:lnTo>
                  <a:pt x="1541" y="12179"/>
                </a:lnTo>
                <a:lnTo>
                  <a:pt x="1065" y="12729"/>
                </a:lnTo>
                <a:lnTo>
                  <a:pt x="808" y="13022"/>
                </a:lnTo>
                <a:lnTo>
                  <a:pt x="624" y="13353"/>
                </a:lnTo>
                <a:lnTo>
                  <a:pt x="588" y="13206"/>
                </a:lnTo>
                <a:lnTo>
                  <a:pt x="551" y="12876"/>
                </a:lnTo>
                <a:lnTo>
                  <a:pt x="771" y="12656"/>
                </a:lnTo>
                <a:lnTo>
                  <a:pt x="1028" y="12399"/>
                </a:lnTo>
                <a:lnTo>
                  <a:pt x="1321" y="12069"/>
                </a:lnTo>
                <a:lnTo>
                  <a:pt x="1468" y="11885"/>
                </a:lnTo>
                <a:lnTo>
                  <a:pt x="1505" y="11775"/>
                </a:lnTo>
                <a:lnTo>
                  <a:pt x="1505" y="11665"/>
                </a:lnTo>
                <a:lnTo>
                  <a:pt x="1505" y="11592"/>
                </a:lnTo>
                <a:lnTo>
                  <a:pt x="1468" y="11555"/>
                </a:lnTo>
                <a:lnTo>
                  <a:pt x="1395" y="11518"/>
                </a:lnTo>
                <a:lnTo>
                  <a:pt x="1358" y="11555"/>
                </a:lnTo>
                <a:lnTo>
                  <a:pt x="1175" y="11629"/>
                </a:lnTo>
                <a:lnTo>
                  <a:pt x="1028" y="11775"/>
                </a:lnTo>
                <a:lnTo>
                  <a:pt x="771" y="12105"/>
                </a:lnTo>
                <a:lnTo>
                  <a:pt x="514" y="12436"/>
                </a:lnTo>
                <a:lnTo>
                  <a:pt x="514" y="11922"/>
                </a:lnTo>
                <a:lnTo>
                  <a:pt x="624" y="11812"/>
                </a:lnTo>
                <a:lnTo>
                  <a:pt x="734" y="11702"/>
                </a:lnTo>
                <a:lnTo>
                  <a:pt x="808" y="11482"/>
                </a:lnTo>
                <a:lnTo>
                  <a:pt x="991" y="11445"/>
                </a:lnTo>
                <a:lnTo>
                  <a:pt x="1138" y="11408"/>
                </a:lnTo>
                <a:lnTo>
                  <a:pt x="1248" y="11298"/>
                </a:lnTo>
                <a:lnTo>
                  <a:pt x="1358" y="11188"/>
                </a:lnTo>
                <a:lnTo>
                  <a:pt x="1468" y="11078"/>
                </a:lnTo>
                <a:lnTo>
                  <a:pt x="1505" y="10932"/>
                </a:lnTo>
                <a:lnTo>
                  <a:pt x="1505" y="10858"/>
                </a:lnTo>
                <a:lnTo>
                  <a:pt x="1505" y="10785"/>
                </a:lnTo>
                <a:lnTo>
                  <a:pt x="1468" y="10711"/>
                </a:lnTo>
                <a:lnTo>
                  <a:pt x="1395" y="10675"/>
                </a:lnTo>
                <a:lnTo>
                  <a:pt x="1175" y="10675"/>
                </a:lnTo>
                <a:lnTo>
                  <a:pt x="1101" y="10748"/>
                </a:lnTo>
                <a:lnTo>
                  <a:pt x="1065" y="10822"/>
                </a:lnTo>
                <a:lnTo>
                  <a:pt x="1028" y="10932"/>
                </a:lnTo>
                <a:lnTo>
                  <a:pt x="954" y="11005"/>
                </a:lnTo>
                <a:lnTo>
                  <a:pt x="844" y="11042"/>
                </a:lnTo>
                <a:lnTo>
                  <a:pt x="698" y="11078"/>
                </a:lnTo>
                <a:lnTo>
                  <a:pt x="881" y="10785"/>
                </a:lnTo>
                <a:lnTo>
                  <a:pt x="954" y="10675"/>
                </a:lnTo>
                <a:lnTo>
                  <a:pt x="1101" y="10565"/>
                </a:lnTo>
                <a:lnTo>
                  <a:pt x="1211" y="10455"/>
                </a:lnTo>
                <a:lnTo>
                  <a:pt x="1395" y="10418"/>
                </a:lnTo>
                <a:lnTo>
                  <a:pt x="1541" y="10345"/>
                </a:lnTo>
                <a:lnTo>
                  <a:pt x="1725" y="10345"/>
                </a:lnTo>
                <a:lnTo>
                  <a:pt x="2092" y="10308"/>
                </a:lnTo>
                <a:lnTo>
                  <a:pt x="2422" y="10271"/>
                </a:lnTo>
                <a:lnTo>
                  <a:pt x="2715" y="10161"/>
                </a:lnTo>
                <a:lnTo>
                  <a:pt x="3009" y="9978"/>
                </a:lnTo>
                <a:lnTo>
                  <a:pt x="3229" y="9721"/>
                </a:lnTo>
                <a:lnTo>
                  <a:pt x="3412" y="9464"/>
                </a:lnTo>
                <a:lnTo>
                  <a:pt x="3559" y="9171"/>
                </a:lnTo>
                <a:lnTo>
                  <a:pt x="3706" y="8841"/>
                </a:lnTo>
                <a:lnTo>
                  <a:pt x="3706" y="8804"/>
                </a:lnTo>
                <a:lnTo>
                  <a:pt x="3706" y="8767"/>
                </a:lnTo>
                <a:lnTo>
                  <a:pt x="3926" y="8731"/>
                </a:lnTo>
                <a:lnTo>
                  <a:pt x="4146" y="8657"/>
                </a:lnTo>
                <a:lnTo>
                  <a:pt x="4366" y="8584"/>
                </a:lnTo>
                <a:lnTo>
                  <a:pt x="4586" y="8547"/>
                </a:lnTo>
                <a:close/>
                <a:moveTo>
                  <a:pt x="3265" y="7484"/>
                </a:moveTo>
                <a:lnTo>
                  <a:pt x="3009" y="7557"/>
                </a:lnTo>
                <a:lnTo>
                  <a:pt x="2789" y="7704"/>
                </a:lnTo>
                <a:lnTo>
                  <a:pt x="2568" y="7850"/>
                </a:lnTo>
                <a:lnTo>
                  <a:pt x="2422" y="7997"/>
                </a:lnTo>
                <a:lnTo>
                  <a:pt x="2275" y="8180"/>
                </a:lnTo>
                <a:lnTo>
                  <a:pt x="2165" y="8364"/>
                </a:lnTo>
                <a:lnTo>
                  <a:pt x="2092" y="8584"/>
                </a:lnTo>
                <a:lnTo>
                  <a:pt x="2018" y="8254"/>
                </a:lnTo>
                <a:lnTo>
                  <a:pt x="1945" y="7924"/>
                </a:lnTo>
                <a:lnTo>
                  <a:pt x="1872" y="7850"/>
                </a:lnTo>
                <a:lnTo>
                  <a:pt x="1835" y="7850"/>
                </a:lnTo>
                <a:lnTo>
                  <a:pt x="1761" y="7887"/>
                </a:lnTo>
                <a:lnTo>
                  <a:pt x="1688" y="7997"/>
                </a:lnTo>
                <a:lnTo>
                  <a:pt x="1651" y="8107"/>
                </a:lnTo>
                <a:lnTo>
                  <a:pt x="1615" y="8364"/>
                </a:lnTo>
                <a:lnTo>
                  <a:pt x="1651" y="8657"/>
                </a:lnTo>
                <a:lnTo>
                  <a:pt x="1725" y="8914"/>
                </a:lnTo>
                <a:lnTo>
                  <a:pt x="1872" y="9208"/>
                </a:lnTo>
                <a:lnTo>
                  <a:pt x="2055" y="9428"/>
                </a:lnTo>
                <a:lnTo>
                  <a:pt x="2275" y="9611"/>
                </a:lnTo>
                <a:lnTo>
                  <a:pt x="2495" y="9758"/>
                </a:lnTo>
                <a:lnTo>
                  <a:pt x="2312" y="9831"/>
                </a:lnTo>
                <a:lnTo>
                  <a:pt x="2128" y="9868"/>
                </a:lnTo>
                <a:lnTo>
                  <a:pt x="1688" y="9868"/>
                </a:lnTo>
                <a:lnTo>
                  <a:pt x="1468" y="9905"/>
                </a:lnTo>
                <a:lnTo>
                  <a:pt x="1248" y="9941"/>
                </a:lnTo>
                <a:lnTo>
                  <a:pt x="1065" y="10015"/>
                </a:lnTo>
                <a:lnTo>
                  <a:pt x="881" y="10125"/>
                </a:lnTo>
                <a:lnTo>
                  <a:pt x="588" y="10381"/>
                </a:lnTo>
                <a:lnTo>
                  <a:pt x="441" y="10528"/>
                </a:lnTo>
                <a:lnTo>
                  <a:pt x="331" y="10711"/>
                </a:lnTo>
                <a:lnTo>
                  <a:pt x="221" y="10932"/>
                </a:lnTo>
                <a:lnTo>
                  <a:pt x="147" y="11115"/>
                </a:lnTo>
                <a:lnTo>
                  <a:pt x="37" y="11592"/>
                </a:lnTo>
                <a:lnTo>
                  <a:pt x="1" y="12069"/>
                </a:lnTo>
                <a:lnTo>
                  <a:pt x="1" y="12546"/>
                </a:lnTo>
                <a:lnTo>
                  <a:pt x="74" y="13022"/>
                </a:lnTo>
                <a:lnTo>
                  <a:pt x="147" y="13463"/>
                </a:lnTo>
                <a:lnTo>
                  <a:pt x="258" y="13903"/>
                </a:lnTo>
                <a:lnTo>
                  <a:pt x="404" y="14270"/>
                </a:lnTo>
                <a:lnTo>
                  <a:pt x="588" y="14673"/>
                </a:lnTo>
                <a:lnTo>
                  <a:pt x="844" y="15040"/>
                </a:lnTo>
                <a:lnTo>
                  <a:pt x="1101" y="15333"/>
                </a:lnTo>
                <a:lnTo>
                  <a:pt x="1431" y="15627"/>
                </a:lnTo>
                <a:lnTo>
                  <a:pt x="1761" y="15847"/>
                </a:lnTo>
                <a:lnTo>
                  <a:pt x="2165" y="16030"/>
                </a:lnTo>
                <a:lnTo>
                  <a:pt x="2568" y="16140"/>
                </a:lnTo>
                <a:lnTo>
                  <a:pt x="2789" y="16177"/>
                </a:lnTo>
                <a:lnTo>
                  <a:pt x="3009" y="16177"/>
                </a:lnTo>
                <a:lnTo>
                  <a:pt x="3486" y="16140"/>
                </a:lnTo>
                <a:lnTo>
                  <a:pt x="3926" y="16030"/>
                </a:lnTo>
                <a:lnTo>
                  <a:pt x="4329" y="15884"/>
                </a:lnTo>
                <a:lnTo>
                  <a:pt x="4696" y="15700"/>
                </a:lnTo>
                <a:lnTo>
                  <a:pt x="5100" y="15517"/>
                </a:lnTo>
                <a:lnTo>
                  <a:pt x="5430" y="15297"/>
                </a:lnTo>
                <a:lnTo>
                  <a:pt x="5613" y="15150"/>
                </a:lnTo>
                <a:lnTo>
                  <a:pt x="5723" y="15003"/>
                </a:lnTo>
                <a:lnTo>
                  <a:pt x="6310" y="14490"/>
                </a:lnTo>
                <a:lnTo>
                  <a:pt x="6567" y="14270"/>
                </a:lnTo>
                <a:lnTo>
                  <a:pt x="6714" y="14160"/>
                </a:lnTo>
                <a:lnTo>
                  <a:pt x="6787" y="14013"/>
                </a:lnTo>
                <a:lnTo>
                  <a:pt x="6970" y="13683"/>
                </a:lnTo>
                <a:lnTo>
                  <a:pt x="7117" y="13316"/>
                </a:lnTo>
                <a:lnTo>
                  <a:pt x="7227" y="12949"/>
                </a:lnTo>
                <a:lnTo>
                  <a:pt x="7300" y="12619"/>
                </a:lnTo>
                <a:lnTo>
                  <a:pt x="7374" y="12252"/>
                </a:lnTo>
                <a:lnTo>
                  <a:pt x="7410" y="11885"/>
                </a:lnTo>
                <a:lnTo>
                  <a:pt x="7410" y="11518"/>
                </a:lnTo>
                <a:lnTo>
                  <a:pt x="7374" y="11152"/>
                </a:lnTo>
                <a:lnTo>
                  <a:pt x="7337" y="10785"/>
                </a:lnTo>
                <a:lnTo>
                  <a:pt x="7264" y="10418"/>
                </a:lnTo>
                <a:lnTo>
                  <a:pt x="7154" y="10125"/>
                </a:lnTo>
                <a:lnTo>
                  <a:pt x="7007" y="9794"/>
                </a:lnTo>
                <a:lnTo>
                  <a:pt x="6860" y="9538"/>
                </a:lnTo>
                <a:lnTo>
                  <a:pt x="6677" y="9244"/>
                </a:lnTo>
                <a:lnTo>
                  <a:pt x="6457" y="8987"/>
                </a:lnTo>
                <a:lnTo>
                  <a:pt x="6237" y="8767"/>
                </a:lnTo>
                <a:lnTo>
                  <a:pt x="5980" y="8584"/>
                </a:lnTo>
                <a:lnTo>
                  <a:pt x="5686" y="8401"/>
                </a:lnTo>
                <a:lnTo>
                  <a:pt x="5393" y="8291"/>
                </a:lnTo>
                <a:lnTo>
                  <a:pt x="5100" y="8180"/>
                </a:lnTo>
                <a:lnTo>
                  <a:pt x="4769" y="8144"/>
                </a:lnTo>
                <a:lnTo>
                  <a:pt x="4476" y="8144"/>
                </a:lnTo>
                <a:lnTo>
                  <a:pt x="4219" y="8180"/>
                </a:lnTo>
                <a:lnTo>
                  <a:pt x="3926" y="8291"/>
                </a:lnTo>
                <a:lnTo>
                  <a:pt x="3816" y="8364"/>
                </a:lnTo>
                <a:lnTo>
                  <a:pt x="3706" y="8437"/>
                </a:lnTo>
                <a:lnTo>
                  <a:pt x="3632" y="8547"/>
                </a:lnTo>
                <a:lnTo>
                  <a:pt x="3559" y="8657"/>
                </a:lnTo>
                <a:lnTo>
                  <a:pt x="3559" y="8694"/>
                </a:lnTo>
                <a:lnTo>
                  <a:pt x="3522" y="8731"/>
                </a:lnTo>
                <a:lnTo>
                  <a:pt x="3486" y="8767"/>
                </a:lnTo>
                <a:lnTo>
                  <a:pt x="3192" y="9171"/>
                </a:lnTo>
                <a:lnTo>
                  <a:pt x="3009" y="9354"/>
                </a:lnTo>
                <a:lnTo>
                  <a:pt x="2825" y="9538"/>
                </a:lnTo>
                <a:lnTo>
                  <a:pt x="2789" y="9464"/>
                </a:lnTo>
                <a:lnTo>
                  <a:pt x="2458" y="9171"/>
                </a:lnTo>
                <a:lnTo>
                  <a:pt x="2348" y="9024"/>
                </a:lnTo>
                <a:lnTo>
                  <a:pt x="2202" y="8877"/>
                </a:lnTo>
                <a:lnTo>
                  <a:pt x="2275" y="8877"/>
                </a:lnTo>
                <a:lnTo>
                  <a:pt x="2312" y="8841"/>
                </a:lnTo>
                <a:lnTo>
                  <a:pt x="2532" y="8841"/>
                </a:lnTo>
                <a:lnTo>
                  <a:pt x="2715" y="8804"/>
                </a:lnTo>
                <a:lnTo>
                  <a:pt x="2899" y="8731"/>
                </a:lnTo>
                <a:lnTo>
                  <a:pt x="3045" y="8621"/>
                </a:lnTo>
                <a:lnTo>
                  <a:pt x="3265" y="8474"/>
                </a:lnTo>
                <a:lnTo>
                  <a:pt x="3486" y="8254"/>
                </a:lnTo>
                <a:lnTo>
                  <a:pt x="3669" y="8034"/>
                </a:lnTo>
                <a:lnTo>
                  <a:pt x="3816" y="7814"/>
                </a:lnTo>
                <a:lnTo>
                  <a:pt x="3852" y="7740"/>
                </a:lnTo>
                <a:lnTo>
                  <a:pt x="3852" y="7667"/>
                </a:lnTo>
                <a:lnTo>
                  <a:pt x="3779" y="7557"/>
                </a:lnTo>
                <a:lnTo>
                  <a:pt x="3669" y="7484"/>
                </a:lnTo>
                <a:lnTo>
                  <a:pt x="3596" y="7484"/>
                </a:lnTo>
                <a:lnTo>
                  <a:pt x="3522" y="7520"/>
                </a:lnTo>
                <a:lnTo>
                  <a:pt x="3412" y="748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4C2F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74" name="Google Shape;1774;p70"/>
          <p:cNvSpPr txBox="1"/>
          <p:nvPr>
            <p:ph idx="1" type="body"/>
          </p:nvPr>
        </p:nvSpPr>
        <p:spPr>
          <a:xfrm>
            <a:off x="204181" y="1010873"/>
            <a:ext cx="5999478" cy="47811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522" r="-2234" t="-38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1775" name="Google Shape;1775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61236" y="2277373"/>
            <a:ext cx="777455" cy="777455"/>
          </a:xfrm>
          <a:prstGeom prst="rect">
            <a:avLst/>
          </a:prstGeom>
          <a:noFill/>
          <a:ln>
            <a:noFill/>
          </a:ln>
        </p:spPr>
      </p:pic>
      <p:sp>
        <p:nvSpPr>
          <p:cNvPr id="1776" name="Google Shape;1776;p70"/>
          <p:cNvSpPr/>
          <p:nvPr/>
        </p:nvSpPr>
        <p:spPr>
          <a:xfrm>
            <a:off x="7215674" y="1625002"/>
            <a:ext cx="34289" cy="578507"/>
          </a:xfrm>
          <a:prstGeom prst="rect">
            <a:avLst/>
          </a:prstGeom>
          <a:gradFill>
            <a:gsLst>
              <a:gs pos="0">
                <a:srgbClr val="9C9C9C"/>
              </a:gs>
              <a:gs pos="50000">
                <a:srgbClr val="C3C3C3"/>
              </a:gs>
              <a:gs pos="100000">
                <a:srgbClr val="E2E2E2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77" name="Google Shape;1777;p70"/>
          <p:cNvSpPr/>
          <p:nvPr/>
        </p:nvSpPr>
        <p:spPr>
          <a:xfrm>
            <a:off x="7028050" y="1698866"/>
            <a:ext cx="34289" cy="578507"/>
          </a:xfrm>
          <a:prstGeom prst="rect">
            <a:avLst/>
          </a:prstGeom>
          <a:gradFill>
            <a:gsLst>
              <a:gs pos="0">
                <a:srgbClr val="9C9C9C"/>
              </a:gs>
              <a:gs pos="50000">
                <a:srgbClr val="C3C3C3"/>
              </a:gs>
              <a:gs pos="100000">
                <a:srgbClr val="E2E2E2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78" name="Google Shape;1778;p70"/>
          <p:cNvSpPr/>
          <p:nvPr/>
        </p:nvSpPr>
        <p:spPr>
          <a:xfrm>
            <a:off x="7386154" y="1661934"/>
            <a:ext cx="34289" cy="578507"/>
          </a:xfrm>
          <a:prstGeom prst="rect">
            <a:avLst/>
          </a:prstGeom>
          <a:gradFill>
            <a:gsLst>
              <a:gs pos="0">
                <a:srgbClr val="9C9C9C"/>
              </a:gs>
              <a:gs pos="50000">
                <a:srgbClr val="C3C3C3"/>
              </a:gs>
              <a:gs pos="100000">
                <a:srgbClr val="E2E2E2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79" name="Google Shape;1779;p70"/>
          <p:cNvSpPr txBox="1"/>
          <p:nvPr/>
        </p:nvSpPr>
        <p:spPr>
          <a:xfrm>
            <a:off x="870112" y="3883660"/>
            <a:ext cx="8069708" cy="123655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/>
          </a:p>
        </p:txBody>
      </p:sp>
      <p:sp>
        <p:nvSpPr>
          <p:cNvPr id="1780" name="Google Shape;1780;p70"/>
          <p:cNvSpPr txBox="1"/>
          <p:nvPr/>
        </p:nvSpPr>
        <p:spPr>
          <a:xfrm>
            <a:off x="-117446" y="5102180"/>
            <a:ext cx="4689446" cy="707886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