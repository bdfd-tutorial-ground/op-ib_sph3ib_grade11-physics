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84.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8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84.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83.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80.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88.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84" Type="http://schemas.openxmlformats.org/officeDocument/2006/relationships/slide" Target="slides/slide79.xml"/><Relationship Id="rId83" Type="http://schemas.openxmlformats.org/officeDocument/2006/relationships/slide" Target="slides/slide78.xml"/><Relationship Id="rId42" Type="http://schemas.openxmlformats.org/officeDocument/2006/relationships/slide" Target="slides/slide37.xml"/><Relationship Id="rId86" Type="http://schemas.openxmlformats.org/officeDocument/2006/relationships/slide" Target="slides/slide81.xml"/><Relationship Id="rId41" Type="http://schemas.openxmlformats.org/officeDocument/2006/relationships/slide" Target="slides/slide36.xml"/><Relationship Id="rId85" Type="http://schemas.openxmlformats.org/officeDocument/2006/relationships/slide" Target="slides/slide80.xml"/><Relationship Id="rId44" Type="http://schemas.openxmlformats.org/officeDocument/2006/relationships/slide" Target="slides/slide39.xml"/><Relationship Id="rId88" Type="http://schemas.openxmlformats.org/officeDocument/2006/relationships/slide" Target="slides/slide83.xml"/><Relationship Id="rId43" Type="http://schemas.openxmlformats.org/officeDocument/2006/relationships/slide" Target="slides/slide38.xml"/><Relationship Id="rId87" Type="http://schemas.openxmlformats.org/officeDocument/2006/relationships/slide" Target="slides/slide82.xml"/><Relationship Id="rId46" Type="http://schemas.openxmlformats.org/officeDocument/2006/relationships/slide" Target="slides/slide41.xml"/><Relationship Id="rId45" Type="http://schemas.openxmlformats.org/officeDocument/2006/relationships/slide" Target="slides/slide40.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31" Type="http://schemas.openxmlformats.org/officeDocument/2006/relationships/slide" Target="slides/slide26.xml"/><Relationship Id="rId75" Type="http://schemas.openxmlformats.org/officeDocument/2006/relationships/slide" Target="slides/slide70.xml"/><Relationship Id="rId30" Type="http://schemas.openxmlformats.org/officeDocument/2006/relationships/slide" Target="slides/slide25.xml"/><Relationship Id="rId74" Type="http://schemas.openxmlformats.org/officeDocument/2006/relationships/slide" Target="slides/slide69.xml"/><Relationship Id="rId33" Type="http://schemas.openxmlformats.org/officeDocument/2006/relationships/slide" Target="slides/slide28.xml"/><Relationship Id="rId77" Type="http://schemas.openxmlformats.org/officeDocument/2006/relationships/slide" Target="slides/slide72.xml"/><Relationship Id="rId32" Type="http://schemas.openxmlformats.org/officeDocument/2006/relationships/slide" Target="slides/slide27.xml"/><Relationship Id="rId76" Type="http://schemas.openxmlformats.org/officeDocument/2006/relationships/slide" Target="slides/slide71.xml"/><Relationship Id="rId35" Type="http://schemas.openxmlformats.org/officeDocument/2006/relationships/slide" Target="slides/slide30.xml"/><Relationship Id="rId79" Type="http://schemas.openxmlformats.org/officeDocument/2006/relationships/slide" Target="slides/slide74.xml"/><Relationship Id="rId34" Type="http://schemas.openxmlformats.org/officeDocument/2006/relationships/slide" Target="slides/slide29.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slide" Target="slides/slide61.xml"/><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slide" Target="slides/slide63.xml"/><Relationship Id="rId23" Type="http://schemas.openxmlformats.org/officeDocument/2006/relationships/slide" Target="slides/slide18.xml"/><Relationship Id="rId67" Type="http://schemas.openxmlformats.org/officeDocument/2006/relationships/slide" Target="slides/slide62.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slide" Target="slides/slide64.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94" Type="http://schemas.openxmlformats.org/officeDocument/2006/relationships/slide" Target="slides/slide89.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2000" u="none" cap="none" strike="noStrike">
                <a:solidFill>
                  <a:schemeClr val="dk1"/>
                </a:solidFill>
                <a:latin typeface="Courier New"/>
                <a:ea typeface="Courier New"/>
                <a:cs typeface="Courier New"/>
                <a:sym typeface="Courier New"/>
              </a:defRPr>
            </a:lvl2pPr>
            <a:lvl3pPr lvl="2" marR="0" rtl="0" algn="l">
              <a:spcBef>
                <a:spcPts val="0"/>
              </a:spcBef>
              <a:spcAft>
                <a:spcPts val="0"/>
              </a:spcAft>
              <a:buSzPts val="1400"/>
              <a:buNone/>
              <a:defRPr b="0" i="0" sz="2000" u="none" cap="none" strike="noStrike">
                <a:solidFill>
                  <a:schemeClr val="dk1"/>
                </a:solidFill>
                <a:latin typeface="Courier New"/>
                <a:ea typeface="Courier New"/>
                <a:cs typeface="Courier New"/>
                <a:sym typeface="Courier New"/>
              </a:defRPr>
            </a:lvl3pPr>
            <a:lvl4pPr lvl="3" marR="0" rtl="0" algn="l">
              <a:spcBef>
                <a:spcPts val="0"/>
              </a:spcBef>
              <a:spcAft>
                <a:spcPts val="0"/>
              </a:spcAft>
              <a:buSzPts val="1400"/>
              <a:buNone/>
              <a:defRPr b="0" i="0" sz="2000" u="none" cap="none" strike="noStrike">
                <a:solidFill>
                  <a:schemeClr val="dk1"/>
                </a:solidFill>
                <a:latin typeface="Courier New"/>
                <a:ea typeface="Courier New"/>
                <a:cs typeface="Courier New"/>
                <a:sym typeface="Courier New"/>
              </a:defRPr>
            </a:lvl4pPr>
            <a:lvl5pPr lvl="4" marR="0" rtl="0" algn="l">
              <a:spcBef>
                <a:spcPts val="0"/>
              </a:spcBef>
              <a:spcAft>
                <a:spcPts val="0"/>
              </a:spcAft>
              <a:buSzPts val="1400"/>
              <a:buNone/>
              <a:defRPr b="0" i="0" sz="2000" u="none" cap="none" strike="noStrike">
                <a:solidFill>
                  <a:schemeClr val="dk1"/>
                </a:solidFill>
                <a:latin typeface="Courier New"/>
                <a:ea typeface="Courier New"/>
                <a:cs typeface="Courier New"/>
                <a:sym typeface="Courier New"/>
              </a:defRPr>
            </a:lvl5pPr>
            <a:lvl6pPr lvl="5" marR="0" rtl="0" algn="l">
              <a:spcBef>
                <a:spcPts val="0"/>
              </a:spcBef>
              <a:spcAft>
                <a:spcPts val="0"/>
              </a:spcAft>
              <a:buSzPts val="1400"/>
              <a:buNone/>
              <a:defRPr b="0" i="0" sz="2000" u="none" cap="none" strike="noStrike">
                <a:solidFill>
                  <a:schemeClr val="dk1"/>
                </a:solidFill>
                <a:latin typeface="Courier New"/>
                <a:ea typeface="Courier New"/>
                <a:cs typeface="Courier New"/>
                <a:sym typeface="Courier New"/>
              </a:defRPr>
            </a:lvl6pPr>
            <a:lvl7pPr lvl="6" marR="0" rtl="0" algn="l">
              <a:spcBef>
                <a:spcPts val="0"/>
              </a:spcBef>
              <a:spcAft>
                <a:spcPts val="0"/>
              </a:spcAft>
              <a:buSzPts val="1400"/>
              <a:buNone/>
              <a:defRPr b="0" i="0" sz="2000" u="none" cap="none" strike="noStrike">
                <a:solidFill>
                  <a:schemeClr val="dk1"/>
                </a:solidFill>
                <a:latin typeface="Courier New"/>
                <a:ea typeface="Courier New"/>
                <a:cs typeface="Courier New"/>
                <a:sym typeface="Courier New"/>
              </a:defRPr>
            </a:lvl7pPr>
            <a:lvl8pPr lvl="7" marR="0" rtl="0" algn="l">
              <a:spcBef>
                <a:spcPts val="0"/>
              </a:spcBef>
              <a:spcAft>
                <a:spcPts val="0"/>
              </a:spcAft>
              <a:buSzPts val="1400"/>
              <a:buNone/>
              <a:defRPr b="0" i="0" sz="2000" u="none" cap="none" strike="noStrike">
                <a:solidFill>
                  <a:schemeClr val="dk1"/>
                </a:solidFill>
                <a:latin typeface="Courier New"/>
                <a:ea typeface="Courier New"/>
                <a:cs typeface="Courier New"/>
                <a:sym typeface="Courier New"/>
              </a:defRPr>
            </a:lvl8pPr>
            <a:lvl9pPr lvl="8" marR="0" rtl="0" algn="l">
              <a:spcBef>
                <a:spcPts val="0"/>
              </a:spcBef>
              <a:spcAft>
                <a:spcPts val="0"/>
              </a:spcAft>
              <a:buSzPts val="1400"/>
              <a:buNone/>
              <a:defRPr b="0" i="0" sz="2000" u="none" cap="none" strike="noStrike">
                <a:solidFill>
                  <a:schemeClr val="dk1"/>
                </a:solidFill>
                <a:latin typeface="Courier New"/>
                <a:ea typeface="Courier New"/>
                <a:cs typeface="Courier New"/>
                <a:sym typeface="Courier New"/>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2000" u="none" cap="none" strike="noStrike">
                <a:solidFill>
                  <a:schemeClr val="dk1"/>
                </a:solidFill>
                <a:latin typeface="Courier New"/>
                <a:ea typeface="Courier New"/>
                <a:cs typeface="Courier New"/>
                <a:sym typeface="Courier New"/>
              </a:defRPr>
            </a:lvl2pPr>
            <a:lvl3pPr lvl="2" marR="0" rtl="0" algn="l">
              <a:spcBef>
                <a:spcPts val="0"/>
              </a:spcBef>
              <a:spcAft>
                <a:spcPts val="0"/>
              </a:spcAft>
              <a:buSzPts val="1400"/>
              <a:buNone/>
              <a:defRPr b="0" i="0" sz="2000" u="none" cap="none" strike="noStrike">
                <a:solidFill>
                  <a:schemeClr val="dk1"/>
                </a:solidFill>
                <a:latin typeface="Courier New"/>
                <a:ea typeface="Courier New"/>
                <a:cs typeface="Courier New"/>
                <a:sym typeface="Courier New"/>
              </a:defRPr>
            </a:lvl3pPr>
            <a:lvl4pPr lvl="3" marR="0" rtl="0" algn="l">
              <a:spcBef>
                <a:spcPts val="0"/>
              </a:spcBef>
              <a:spcAft>
                <a:spcPts val="0"/>
              </a:spcAft>
              <a:buSzPts val="1400"/>
              <a:buNone/>
              <a:defRPr b="0" i="0" sz="2000" u="none" cap="none" strike="noStrike">
                <a:solidFill>
                  <a:schemeClr val="dk1"/>
                </a:solidFill>
                <a:latin typeface="Courier New"/>
                <a:ea typeface="Courier New"/>
                <a:cs typeface="Courier New"/>
                <a:sym typeface="Courier New"/>
              </a:defRPr>
            </a:lvl4pPr>
            <a:lvl5pPr lvl="4" marR="0" rtl="0" algn="l">
              <a:spcBef>
                <a:spcPts val="0"/>
              </a:spcBef>
              <a:spcAft>
                <a:spcPts val="0"/>
              </a:spcAft>
              <a:buSzPts val="1400"/>
              <a:buNone/>
              <a:defRPr b="0" i="0" sz="2000" u="none" cap="none" strike="noStrike">
                <a:solidFill>
                  <a:schemeClr val="dk1"/>
                </a:solidFill>
                <a:latin typeface="Courier New"/>
                <a:ea typeface="Courier New"/>
                <a:cs typeface="Courier New"/>
                <a:sym typeface="Courier New"/>
              </a:defRPr>
            </a:lvl5pPr>
            <a:lvl6pPr lvl="5" marR="0" rtl="0" algn="l">
              <a:spcBef>
                <a:spcPts val="0"/>
              </a:spcBef>
              <a:spcAft>
                <a:spcPts val="0"/>
              </a:spcAft>
              <a:buSzPts val="1400"/>
              <a:buNone/>
              <a:defRPr b="0" i="0" sz="2000" u="none" cap="none" strike="noStrike">
                <a:solidFill>
                  <a:schemeClr val="dk1"/>
                </a:solidFill>
                <a:latin typeface="Courier New"/>
                <a:ea typeface="Courier New"/>
                <a:cs typeface="Courier New"/>
                <a:sym typeface="Courier New"/>
              </a:defRPr>
            </a:lvl6pPr>
            <a:lvl7pPr lvl="6" marR="0" rtl="0" algn="l">
              <a:spcBef>
                <a:spcPts val="0"/>
              </a:spcBef>
              <a:spcAft>
                <a:spcPts val="0"/>
              </a:spcAft>
              <a:buSzPts val="1400"/>
              <a:buNone/>
              <a:defRPr b="0" i="0" sz="2000" u="none" cap="none" strike="noStrike">
                <a:solidFill>
                  <a:schemeClr val="dk1"/>
                </a:solidFill>
                <a:latin typeface="Courier New"/>
                <a:ea typeface="Courier New"/>
                <a:cs typeface="Courier New"/>
                <a:sym typeface="Courier New"/>
              </a:defRPr>
            </a:lvl7pPr>
            <a:lvl8pPr lvl="7" marR="0" rtl="0" algn="l">
              <a:spcBef>
                <a:spcPts val="0"/>
              </a:spcBef>
              <a:spcAft>
                <a:spcPts val="0"/>
              </a:spcAft>
              <a:buSzPts val="1400"/>
              <a:buNone/>
              <a:defRPr b="0" i="0" sz="2000" u="none" cap="none" strike="noStrike">
                <a:solidFill>
                  <a:schemeClr val="dk1"/>
                </a:solidFill>
                <a:latin typeface="Courier New"/>
                <a:ea typeface="Courier New"/>
                <a:cs typeface="Courier New"/>
                <a:sym typeface="Courier New"/>
              </a:defRPr>
            </a:lvl8pPr>
            <a:lvl9pPr lvl="8" marR="0" rtl="0" algn="l">
              <a:spcBef>
                <a:spcPts val="0"/>
              </a:spcBef>
              <a:spcAft>
                <a:spcPts val="0"/>
              </a:spcAft>
              <a:buSzPts val="1400"/>
              <a:buNone/>
              <a:defRPr b="0" i="0" sz="2000" u="none" cap="none" strike="noStrike">
                <a:solidFill>
                  <a:schemeClr val="dk1"/>
                </a:solidFill>
                <a:latin typeface="Courier New"/>
                <a:ea typeface="Courier New"/>
                <a:cs typeface="Courier New"/>
                <a:sym typeface="Courier New"/>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2000" u="none" cap="none" strike="noStrike">
                <a:solidFill>
                  <a:schemeClr val="dk1"/>
                </a:solidFill>
                <a:latin typeface="Courier New"/>
                <a:ea typeface="Courier New"/>
                <a:cs typeface="Courier New"/>
                <a:sym typeface="Courier New"/>
              </a:defRPr>
            </a:lvl2pPr>
            <a:lvl3pPr lvl="2" marR="0" rtl="0" algn="l">
              <a:spcBef>
                <a:spcPts val="0"/>
              </a:spcBef>
              <a:spcAft>
                <a:spcPts val="0"/>
              </a:spcAft>
              <a:buSzPts val="1400"/>
              <a:buNone/>
              <a:defRPr b="0" i="0" sz="2000" u="none" cap="none" strike="noStrike">
                <a:solidFill>
                  <a:schemeClr val="dk1"/>
                </a:solidFill>
                <a:latin typeface="Courier New"/>
                <a:ea typeface="Courier New"/>
                <a:cs typeface="Courier New"/>
                <a:sym typeface="Courier New"/>
              </a:defRPr>
            </a:lvl3pPr>
            <a:lvl4pPr lvl="3" marR="0" rtl="0" algn="l">
              <a:spcBef>
                <a:spcPts val="0"/>
              </a:spcBef>
              <a:spcAft>
                <a:spcPts val="0"/>
              </a:spcAft>
              <a:buSzPts val="1400"/>
              <a:buNone/>
              <a:defRPr b="0" i="0" sz="2000" u="none" cap="none" strike="noStrike">
                <a:solidFill>
                  <a:schemeClr val="dk1"/>
                </a:solidFill>
                <a:latin typeface="Courier New"/>
                <a:ea typeface="Courier New"/>
                <a:cs typeface="Courier New"/>
                <a:sym typeface="Courier New"/>
              </a:defRPr>
            </a:lvl4pPr>
            <a:lvl5pPr lvl="4" marR="0" rtl="0" algn="l">
              <a:spcBef>
                <a:spcPts val="0"/>
              </a:spcBef>
              <a:spcAft>
                <a:spcPts val="0"/>
              </a:spcAft>
              <a:buSzPts val="1400"/>
              <a:buNone/>
              <a:defRPr b="0" i="0" sz="2000" u="none" cap="none" strike="noStrike">
                <a:solidFill>
                  <a:schemeClr val="dk1"/>
                </a:solidFill>
                <a:latin typeface="Courier New"/>
                <a:ea typeface="Courier New"/>
                <a:cs typeface="Courier New"/>
                <a:sym typeface="Courier New"/>
              </a:defRPr>
            </a:lvl5pPr>
            <a:lvl6pPr lvl="5" marR="0" rtl="0" algn="l">
              <a:spcBef>
                <a:spcPts val="0"/>
              </a:spcBef>
              <a:spcAft>
                <a:spcPts val="0"/>
              </a:spcAft>
              <a:buSzPts val="1400"/>
              <a:buNone/>
              <a:defRPr b="0" i="0" sz="2000" u="none" cap="none" strike="noStrike">
                <a:solidFill>
                  <a:schemeClr val="dk1"/>
                </a:solidFill>
                <a:latin typeface="Courier New"/>
                <a:ea typeface="Courier New"/>
                <a:cs typeface="Courier New"/>
                <a:sym typeface="Courier New"/>
              </a:defRPr>
            </a:lvl6pPr>
            <a:lvl7pPr lvl="6" marR="0" rtl="0" algn="l">
              <a:spcBef>
                <a:spcPts val="0"/>
              </a:spcBef>
              <a:spcAft>
                <a:spcPts val="0"/>
              </a:spcAft>
              <a:buSzPts val="1400"/>
              <a:buNone/>
              <a:defRPr b="0" i="0" sz="2000" u="none" cap="none" strike="noStrike">
                <a:solidFill>
                  <a:schemeClr val="dk1"/>
                </a:solidFill>
                <a:latin typeface="Courier New"/>
                <a:ea typeface="Courier New"/>
                <a:cs typeface="Courier New"/>
                <a:sym typeface="Courier New"/>
              </a:defRPr>
            </a:lvl7pPr>
            <a:lvl8pPr lvl="7" marR="0" rtl="0" algn="l">
              <a:spcBef>
                <a:spcPts val="0"/>
              </a:spcBef>
              <a:spcAft>
                <a:spcPts val="0"/>
              </a:spcAft>
              <a:buSzPts val="1400"/>
              <a:buNone/>
              <a:defRPr b="0" i="0" sz="2000" u="none" cap="none" strike="noStrike">
                <a:solidFill>
                  <a:schemeClr val="dk1"/>
                </a:solidFill>
                <a:latin typeface="Courier New"/>
                <a:ea typeface="Courier New"/>
                <a:cs typeface="Courier New"/>
                <a:sym typeface="Courier New"/>
              </a:defRPr>
            </a:lvl8pPr>
            <a:lvl9pPr lvl="8" marR="0" rtl="0" algn="l">
              <a:spcBef>
                <a:spcPts val="0"/>
              </a:spcBef>
              <a:spcAft>
                <a:spcPts val="0"/>
              </a:spcAft>
              <a:buSzPts val="1400"/>
              <a:buNone/>
              <a:defRPr b="0" i="0" sz="2000" u="none" cap="none" strike="noStrike">
                <a:solidFill>
                  <a:schemeClr val="dk1"/>
                </a:solidFill>
                <a:latin typeface="Courier New"/>
                <a:ea typeface="Courier New"/>
                <a:cs typeface="Courier New"/>
                <a:sym typeface="Courier New"/>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
        <p:nvSpPr>
          <p:cNvPr id="86" name="Google Shape;86;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7" name="Google Shape;87;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2:notes"/>
          <p:cNvSpPr txBox="1"/>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
        <p:nvSpPr>
          <p:cNvPr id="93" name="Google Shape;93;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4" name="Google Shape;94;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3:notes"/>
          <p:cNvSpPr txBox="1"/>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
        <p:nvSpPr>
          <p:cNvPr id="100" name="Google Shape;100;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1" name="Google Shape;101;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4:notes"/>
          <p:cNvSpPr txBox="1"/>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
        <p:nvSpPr>
          <p:cNvPr id="107" name="Google Shape;107;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8" name="Google Shape;108;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5:notes"/>
          <p:cNvSpPr txBox="1"/>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
        <p:nvSpPr>
          <p:cNvPr id="114" name="Google Shape;114;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5" name="Google Shape;115;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6:notes"/>
          <p:cNvSpPr txBox="1"/>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
        <p:nvSpPr>
          <p:cNvPr id="121" name="Google Shape;121;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2" name="Google Shape;122;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7:notes"/>
          <p:cNvSpPr txBox="1"/>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
        <p:nvSpPr>
          <p:cNvPr id="128" name="Google Shape;128;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9" name="Google Shape;129;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
        <p:nvSpPr>
          <p:cNvPr id="135" name="Google Shape;135;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6" name="Google Shape;136;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
        <p:nvSpPr>
          <p:cNvPr id="152" name="Google Shape;152;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3" name="Google Shape;153;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171" name="Google Shape;171;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2" name="Google Shape;172;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1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188" name="Google Shape;188;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9" name="Google Shape;189;p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1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282" name="Google Shape;282;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3" name="Google Shape;283;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1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381" name="Google Shape;381;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2" name="Google Shape;382;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1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491" name="Google Shape;491;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2" name="Google Shape;492;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p1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504" name="Google Shape;504;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5" name="Google Shape;505;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p1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512" name="Google Shape;512;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3" name="Google Shape;513;p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p1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527" name="Google Shape;527;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8" name="Google Shape;528;p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p1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543" name="Google Shape;543;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4" name="Google Shape;544;p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p1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558" name="Google Shape;558;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9" name="Google Shape;559;p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p2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567" name="Google Shape;567;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8" name="Google Shape;568;p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 name="Shape 581"/>
        <p:cNvGrpSpPr/>
        <p:nvPr/>
      </p:nvGrpSpPr>
      <p:grpSpPr>
        <a:xfrm>
          <a:off x="0" y="0"/>
          <a:ext cx="0" cy="0"/>
          <a:chOff x="0" y="0"/>
          <a:chExt cx="0" cy="0"/>
        </a:xfrm>
      </p:grpSpPr>
      <p:sp>
        <p:nvSpPr>
          <p:cNvPr id="582" name="Google Shape;582;p2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583" name="Google Shape;583;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84" name="Google Shape;584;p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1" name="Shape 591"/>
        <p:cNvGrpSpPr/>
        <p:nvPr/>
      </p:nvGrpSpPr>
      <p:grpSpPr>
        <a:xfrm>
          <a:off x="0" y="0"/>
          <a:ext cx="0" cy="0"/>
          <a:chOff x="0" y="0"/>
          <a:chExt cx="0" cy="0"/>
        </a:xfrm>
      </p:grpSpPr>
      <p:sp>
        <p:nvSpPr>
          <p:cNvPr id="592" name="Google Shape;592;p2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593" name="Google Shape;593;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4" name="Google Shape;594;p2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6" name="Shape 616"/>
        <p:cNvGrpSpPr/>
        <p:nvPr/>
      </p:nvGrpSpPr>
      <p:grpSpPr>
        <a:xfrm>
          <a:off x="0" y="0"/>
          <a:ext cx="0" cy="0"/>
          <a:chOff x="0" y="0"/>
          <a:chExt cx="0" cy="0"/>
        </a:xfrm>
      </p:grpSpPr>
      <p:sp>
        <p:nvSpPr>
          <p:cNvPr id="617" name="Google Shape;617;p2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618" name="Google Shape;618;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19" name="Google Shape;619;p2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p2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646" name="Google Shape;646;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47" name="Google Shape;647;p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8" name="Shape 658"/>
        <p:cNvGrpSpPr/>
        <p:nvPr/>
      </p:nvGrpSpPr>
      <p:grpSpPr>
        <a:xfrm>
          <a:off x="0" y="0"/>
          <a:ext cx="0" cy="0"/>
          <a:chOff x="0" y="0"/>
          <a:chExt cx="0" cy="0"/>
        </a:xfrm>
      </p:grpSpPr>
      <p:sp>
        <p:nvSpPr>
          <p:cNvPr id="659" name="Google Shape;659;p2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660" name="Google Shape;660;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61" name="Google Shape;661;p2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p2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691" name="Google Shape;691;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92" name="Google Shape;692;p2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8" name="Shape 708"/>
        <p:cNvGrpSpPr/>
        <p:nvPr/>
      </p:nvGrpSpPr>
      <p:grpSpPr>
        <a:xfrm>
          <a:off x="0" y="0"/>
          <a:ext cx="0" cy="0"/>
          <a:chOff x="0" y="0"/>
          <a:chExt cx="0" cy="0"/>
        </a:xfrm>
      </p:grpSpPr>
      <p:sp>
        <p:nvSpPr>
          <p:cNvPr id="709" name="Google Shape;709;p2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710" name="Google Shape;710;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11" name="Google Shape;711;p2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7" name="Shape 727"/>
        <p:cNvGrpSpPr/>
        <p:nvPr/>
      </p:nvGrpSpPr>
      <p:grpSpPr>
        <a:xfrm>
          <a:off x="0" y="0"/>
          <a:ext cx="0" cy="0"/>
          <a:chOff x="0" y="0"/>
          <a:chExt cx="0" cy="0"/>
        </a:xfrm>
      </p:grpSpPr>
      <p:sp>
        <p:nvSpPr>
          <p:cNvPr id="728" name="Google Shape;728;p2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729" name="Google Shape;729;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30" name="Google Shape;730;p2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8" name="Shape 738"/>
        <p:cNvGrpSpPr/>
        <p:nvPr/>
      </p:nvGrpSpPr>
      <p:grpSpPr>
        <a:xfrm>
          <a:off x="0" y="0"/>
          <a:ext cx="0" cy="0"/>
          <a:chOff x="0" y="0"/>
          <a:chExt cx="0" cy="0"/>
        </a:xfrm>
      </p:grpSpPr>
      <p:sp>
        <p:nvSpPr>
          <p:cNvPr id="739" name="Google Shape;739;p2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740" name="Google Shape;740;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41" name="Google Shape;741;p2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6" name="Shape 746"/>
        <p:cNvGrpSpPr/>
        <p:nvPr/>
      </p:nvGrpSpPr>
      <p:grpSpPr>
        <a:xfrm>
          <a:off x="0" y="0"/>
          <a:ext cx="0" cy="0"/>
          <a:chOff x="0" y="0"/>
          <a:chExt cx="0" cy="0"/>
        </a:xfrm>
      </p:grpSpPr>
      <p:sp>
        <p:nvSpPr>
          <p:cNvPr id="747" name="Google Shape;747;p3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748" name="Google Shape;748;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49" name="Google Shape;749;p3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3" name="Shape 753"/>
        <p:cNvGrpSpPr/>
        <p:nvPr/>
      </p:nvGrpSpPr>
      <p:grpSpPr>
        <a:xfrm>
          <a:off x="0" y="0"/>
          <a:ext cx="0" cy="0"/>
          <a:chOff x="0" y="0"/>
          <a:chExt cx="0" cy="0"/>
        </a:xfrm>
      </p:grpSpPr>
      <p:sp>
        <p:nvSpPr>
          <p:cNvPr id="754" name="Google Shape;754;p3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755" name="Google Shape;755;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56" name="Google Shape;756;p3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5" name="Shape 765"/>
        <p:cNvGrpSpPr/>
        <p:nvPr/>
      </p:nvGrpSpPr>
      <p:grpSpPr>
        <a:xfrm>
          <a:off x="0" y="0"/>
          <a:ext cx="0" cy="0"/>
          <a:chOff x="0" y="0"/>
          <a:chExt cx="0" cy="0"/>
        </a:xfrm>
      </p:grpSpPr>
      <p:sp>
        <p:nvSpPr>
          <p:cNvPr id="766" name="Google Shape;766;p3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767" name="Google Shape;767;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68" name="Google Shape;768;p3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9" name="Shape 779"/>
        <p:cNvGrpSpPr/>
        <p:nvPr/>
      </p:nvGrpSpPr>
      <p:grpSpPr>
        <a:xfrm>
          <a:off x="0" y="0"/>
          <a:ext cx="0" cy="0"/>
          <a:chOff x="0" y="0"/>
          <a:chExt cx="0" cy="0"/>
        </a:xfrm>
      </p:grpSpPr>
      <p:sp>
        <p:nvSpPr>
          <p:cNvPr id="780" name="Google Shape;780;p3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781" name="Google Shape;781;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82" name="Google Shape;782;p3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8" name="Shape 798"/>
        <p:cNvGrpSpPr/>
        <p:nvPr/>
      </p:nvGrpSpPr>
      <p:grpSpPr>
        <a:xfrm>
          <a:off x="0" y="0"/>
          <a:ext cx="0" cy="0"/>
          <a:chOff x="0" y="0"/>
          <a:chExt cx="0" cy="0"/>
        </a:xfrm>
      </p:grpSpPr>
      <p:sp>
        <p:nvSpPr>
          <p:cNvPr id="799" name="Google Shape;799;p3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800" name="Google Shape;800;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01" name="Google Shape;801;p3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6" name="Shape 806"/>
        <p:cNvGrpSpPr/>
        <p:nvPr/>
      </p:nvGrpSpPr>
      <p:grpSpPr>
        <a:xfrm>
          <a:off x="0" y="0"/>
          <a:ext cx="0" cy="0"/>
          <a:chOff x="0" y="0"/>
          <a:chExt cx="0" cy="0"/>
        </a:xfrm>
      </p:grpSpPr>
      <p:sp>
        <p:nvSpPr>
          <p:cNvPr id="807" name="Google Shape;807;p3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808" name="Google Shape;808;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09" name="Google Shape;809;p3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3" name="Shape 823"/>
        <p:cNvGrpSpPr/>
        <p:nvPr/>
      </p:nvGrpSpPr>
      <p:grpSpPr>
        <a:xfrm>
          <a:off x="0" y="0"/>
          <a:ext cx="0" cy="0"/>
          <a:chOff x="0" y="0"/>
          <a:chExt cx="0" cy="0"/>
        </a:xfrm>
      </p:grpSpPr>
      <p:sp>
        <p:nvSpPr>
          <p:cNvPr id="824" name="Google Shape;824;p3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825" name="Google Shape;825;p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6" name="Google Shape;826;p3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1" name="Shape 851"/>
        <p:cNvGrpSpPr/>
        <p:nvPr/>
      </p:nvGrpSpPr>
      <p:grpSpPr>
        <a:xfrm>
          <a:off x="0" y="0"/>
          <a:ext cx="0" cy="0"/>
          <a:chOff x="0" y="0"/>
          <a:chExt cx="0" cy="0"/>
        </a:xfrm>
      </p:grpSpPr>
      <p:sp>
        <p:nvSpPr>
          <p:cNvPr id="852" name="Google Shape;852;p3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853" name="Google Shape;853;p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54" name="Google Shape;854;p3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6" name="Shape 946"/>
        <p:cNvGrpSpPr/>
        <p:nvPr/>
      </p:nvGrpSpPr>
      <p:grpSpPr>
        <a:xfrm>
          <a:off x="0" y="0"/>
          <a:ext cx="0" cy="0"/>
          <a:chOff x="0" y="0"/>
          <a:chExt cx="0" cy="0"/>
        </a:xfrm>
      </p:grpSpPr>
      <p:sp>
        <p:nvSpPr>
          <p:cNvPr id="947" name="Google Shape;947;p3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948" name="Google Shape;948;p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49" name="Google Shape;949;p3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3" name="Shape 1033"/>
        <p:cNvGrpSpPr/>
        <p:nvPr/>
      </p:nvGrpSpPr>
      <p:grpSpPr>
        <a:xfrm>
          <a:off x="0" y="0"/>
          <a:ext cx="0" cy="0"/>
          <a:chOff x="0" y="0"/>
          <a:chExt cx="0" cy="0"/>
        </a:xfrm>
      </p:grpSpPr>
      <p:sp>
        <p:nvSpPr>
          <p:cNvPr id="1034" name="Google Shape;1034;p39:notes"/>
          <p:cNvSpPr txBox="1"/>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1035" name="Google Shape;1035;p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36" name="Google Shape;1036;p3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6" name="Shape 1086"/>
        <p:cNvGrpSpPr/>
        <p:nvPr/>
      </p:nvGrpSpPr>
      <p:grpSpPr>
        <a:xfrm>
          <a:off x="0" y="0"/>
          <a:ext cx="0" cy="0"/>
          <a:chOff x="0" y="0"/>
          <a:chExt cx="0" cy="0"/>
        </a:xfrm>
      </p:grpSpPr>
      <p:sp>
        <p:nvSpPr>
          <p:cNvPr id="1087" name="Google Shape;1087;p40:notes"/>
          <p:cNvSpPr txBox="1"/>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1088" name="Google Shape;1088;p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89" name="Google Shape;1089;p4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9" name="Shape 1149"/>
        <p:cNvGrpSpPr/>
        <p:nvPr/>
      </p:nvGrpSpPr>
      <p:grpSpPr>
        <a:xfrm>
          <a:off x="0" y="0"/>
          <a:ext cx="0" cy="0"/>
          <a:chOff x="0" y="0"/>
          <a:chExt cx="0" cy="0"/>
        </a:xfrm>
      </p:grpSpPr>
      <p:sp>
        <p:nvSpPr>
          <p:cNvPr id="1150" name="Google Shape;1150;p4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1151" name="Google Shape;1151;p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52" name="Google Shape;1152;p4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4" name="Shape 1164"/>
        <p:cNvGrpSpPr/>
        <p:nvPr/>
      </p:nvGrpSpPr>
      <p:grpSpPr>
        <a:xfrm>
          <a:off x="0" y="0"/>
          <a:ext cx="0" cy="0"/>
          <a:chOff x="0" y="0"/>
          <a:chExt cx="0" cy="0"/>
        </a:xfrm>
      </p:grpSpPr>
      <p:sp>
        <p:nvSpPr>
          <p:cNvPr id="1165" name="Google Shape;1165;p4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1166" name="Google Shape;1166;p4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67" name="Google Shape;1167;p4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2" name="Shape 1172"/>
        <p:cNvGrpSpPr/>
        <p:nvPr/>
      </p:nvGrpSpPr>
      <p:grpSpPr>
        <a:xfrm>
          <a:off x="0" y="0"/>
          <a:ext cx="0" cy="0"/>
          <a:chOff x="0" y="0"/>
          <a:chExt cx="0" cy="0"/>
        </a:xfrm>
      </p:grpSpPr>
      <p:sp>
        <p:nvSpPr>
          <p:cNvPr id="1173" name="Google Shape;1173;p4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1174" name="Google Shape;1174;p4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75" name="Google Shape;1175;p4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2" name="Shape 1192"/>
        <p:cNvGrpSpPr/>
        <p:nvPr/>
      </p:nvGrpSpPr>
      <p:grpSpPr>
        <a:xfrm>
          <a:off x="0" y="0"/>
          <a:ext cx="0" cy="0"/>
          <a:chOff x="0" y="0"/>
          <a:chExt cx="0" cy="0"/>
        </a:xfrm>
      </p:grpSpPr>
      <p:sp>
        <p:nvSpPr>
          <p:cNvPr id="1193" name="Google Shape;1193;p4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1194" name="Google Shape;1194;p4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95" name="Google Shape;1195;p4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4" name="Shape 1234"/>
        <p:cNvGrpSpPr/>
        <p:nvPr/>
      </p:nvGrpSpPr>
      <p:grpSpPr>
        <a:xfrm>
          <a:off x="0" y="0"/>
          <a:ext cx="0" cy="0"/>
          <a:chOff x="0" y="0"/>
          <a:chExt cx="0" cy="0"/>
        </a:xfrm>
      </p:grpSpPr>
      <p:sp>
        <p:nvSpPr>
          <p:cNvPr id="1235" name="Google Shape;1235;p4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1236" name="Google Shape;1236;p4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37" name="Google Shape;1237;p4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1" name="Shape 1271"/>
        <p:cNvGrpSpPr/>
        <p:nvPr/>
      </p:nvGrpSpPr>
      <p:grpSpPr>
        <a:xfrm>
          <a:off x="0" y="0"/>
          <a:ext cx="0" cy="0"/>
          <a:chOff x="0" y="0"/>
          <a:chExt cx="0" cy="0"/>
        </a:xfrm>
      </p:grpSpPr>
      <p:sp>
        <p:nvSpPr>
          <p:cNvPr id="1272" name="Google Shape;1272;p4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1273" name="Google Shape;1273;p4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74" name="Google Shape;1274;p4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7" name="Shape 1307"/>
        <p:cNvGrpSpPr/>
        <p:nvPr/>
      </p:nvGrpSpPr>
      <p:grpSpPr>
        <a:xfrm>
          <a:off x="0" y="0"/>
          <a:ext cx="0" cy="0"/>
          <a:chOff x="0" y="0"/>
          <a:chExt cx="0" cy="0"/>
        </a:xfrm>
      </p:grpSpPr>
      <p:sp>
        <p:nvSpPr>
          <p:cNvPr id="1308" name="Google Shape;1308;p4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1309" name="Google Shape;1309;p4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10" name="Google Shape;1310;p4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9" name="Shape 1339"/>
        <p:cNvGrpSpPr/>
        <p:nvPr/>
      </p:nvGrpSpPr>
      <p:grpSpPr>
        <a:xfrm>
          <a:off x="0" y="0"/>
          <a:ext cx="0" cy="0"/>
          <a:chOff x="0" y="0"/>
          <a:chExt cx="0" cy="0"/>
        </a:xfrm>
      </p:grpSpPr>
      <p:sp>
        <p:nvSpPr>
          <p:cNvPr id="1340" name="Google Shape;1340;p4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1341" name="Google Shape;1341;p4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42" name="Google Shape;1342;p4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5" name="Shape 1375"/>
        <p:cNvGrpSpPr/>
        <p:nvPr/>
      </p:nvGrpSpPr>
      <p:grpSpPr>
        <a:xfrm>
          <a:off x="0" y="0"/>
          <a:ext cx="0" cy="0"/>
          <a:chOff x="0" y="0"/>
          <a:chExt cx="0" cy="0"/>
        </a:xfrm>
      </p:grpSpPr>
      <p:sp>
        <p:nvSpPr>
          <p:cNvPr id="1376" name="Google Shape;1376;p4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1377" name="Google Shape;1377;p4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78" name="Google Shape;1378;p4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7" name="Shape 1407"/>
        <p:cNvGrpSpPr/>
        <p:nvPr/>
      </p:nvGrpSpPr>
      <p:grpSpPr>
        <a:xfrm>
          <a:off x="0" y="0"/>
          <a:ext cx="0" cy="0"/>
          <a:chOff x="0" y="0"/>
          <a:chExt cx="0" cy="0"/>
        </a:xfrm>
      </p:grpSpPr>
      <p:sp>
        <p:nvSpPr>
          <p:cNvPr id="1408" name="Google Shape;1408;p5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1409" name="Google Shape;1409;p5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10" name="Google Shape;1410;p5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9" name="Shape 1439"/>
        <p:cNvGrpSpPr/>
        <p:nvPr/>
      </p:nvGrpSpPr>
      <p:grpSpPr>
        <a:xfrm>
          <a:off x="0" y="0"/>
          <a:ext cx="0" cy="0"/>
          <a:chOff x="0" y="0"/>
          <a:chExt cx="0" cy="0"/>
        </a:xfrm>
      </p:grpSpPr>
      <p:sp>
        <p:nvSpPr>
          <p:cNvPr id="1440" name="Google Shape;1440;p5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1441" name="Google Shape;1441;p5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42" name="Google Shape;1442;p5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1" name="Shape 1471"/>
        <p:cNvGrpSpPr/>
        <p:nvPr/>
      </p:nvGrpSpPr>
      <p:grpSpPr>
        <a:xfrm>
          <a:off x="0" y="0"/>
          <a:ext cx="0" cy="0"/>
          <a:chOff x="0" y="0"/>
          <a:chExt cx="0" cy="0"/>
        </a:xfrm>
      </p:grpSpPr>
      <p:sp>
        <p:nvSpPr>
          <p:cNvPr id="1472" name="Google Shape;1472;p5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1473" name="Google Shape;1473;p5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74" name="Google Shape;1474;p5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8" name="Shape 1478"/>
        <p:cNvGrpSpPr/>
        <p:nvPr/>
      </p:nvGrpSpPr>
      <p:grpSpPr>
        <a:xfrm>
          <a:off x="0" y="0"/>
          <a:ext cx="0" cy="0"/>
          <a:chOff x="0" y="0"/>
          <a:chExt cx="0" cy="0"/>
        </a:xfrm>
      </p:grpSpPr>
      <p:sp>
        <p:nvSpPr>
          <p:cNvPr id="1479" name="Google Shape;1479;p5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1480" name="Google Shape;1480;p5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81" name="Google Shape;1481;p5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4" name="Shape 1524"/>
        <p:cNvGrpSpPr/>
        <p:nvPr/>
      </p:nvGrpSpPr>
      <p:grpSpPr>
        <a:xfrm>
          <a:off x="0" y="0"/>
          <a:ext cx="0" cy="0"/>
          <a:chOff x="0" y="0"/>
          <a:chExt cx="0" cy="0"/>
        </a:xfrm>
      </p:grpSpPr>
      <p:sp>
        <p:nvSpPr>
          <p:cNvPr id="1525" name="Google Shape;1525;p5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1526" name="Google Shape;1526;p5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27" name="Google Shape;1527;p5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1" name="Shape 1591"/>
        <p:cNvGrpSpPr/>
        <p:nvPr/>
      </p:nvGrpSpPr>
      <p:grpSpPr>
        <a:xfrm>
          <a:off x="0" y="0"/>
          <a:ext cx="0" cy="0"/>
          <a:chOff x="0" y="0"/>
          <a:chExt cx="0" cy="0"/>
        </a:xfrm>
      </p:grpSpPr>
      <p:sp>
        <p:nvSpPr>
          <p:cNvPr id="1592" name="Google Shape;1592;p5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1593" name="Google Shape;1593;p5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94" name="Google Shape;1594;p5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8" name="Shape 1598"/>
        <p:cNvGrpSpPr/>
        <p:nvPr/>
      </p:nvGrpSpPr>
      <p:grpSpPr>
        <a:xfrm>
          <a:off x="0" y="0"/>
          <a:ext cx="0" cy="0"/>
          <a:chOff x="0" y="0"/>
          <a:chExt cx="0" cy="0"/>
        </a:xfrm>
      </p:grpSpPr>
      <p:sp>
        <p:nvSpPr>
          <p:cNvPr id="1599" name="Google Shape;1599;p5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1600" name="Google Shape;1600;p5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01" name="Google Shape;1601;p5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7" name="Shape 1647"/>
        <p:cNvGrpSpPr/>
        <p:nvPr/>
      </p:nvGrpSpPr>
      <p:grpSpPr>
        <a:xfrm>
          <a:off x="0" y="0"/>
          <a:ext cx="0" cy="0"/>
          <a:chOff x="0" y="0"/>
          <a:chExt cx="0" cy="0"/>
        </a:xfrm>
      </p:grpSpPr>
      <p:sp>
        <p:nvSpPr>
          <p:cNvPr id="1648" name="Google Shape;1648;p5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1649" name="Google Shape;1649;p5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50" name="Google Shape;1650;p5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4" name="Shape 1654"/>
        <p:cNvGrpSpPr/>
        <p:nvPr/>
      </p:nvGrpSpPr>
      <p:grpSpPr>
        <a:xfrm>
          <a:off x="0" y="0"/>
          <a:ext cx="0" cy="0"/>
          <a:chOff x="0" y="0"/>
          <a:chExt cx="0" cy="0"/>
        </a:xfrm>
      </p:grpSpPr>
      <p:sp>
        <p:nvSpPr>
          <p:cNvPr id="1655" name="Google Shape;1655;p5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1656" name="Google Shape;1656;p5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57" name="Google Shape;1657;p5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5" name="Shape 1705"/>
        <p:cNvGrpSpPr/>
        <p:nvPr/>
      </p:nvGrpSpPr>
      <p:grpSpPr>
        <a:xfrm>
          <a:off x="0" y="0"/>
          <a:ext cx="0" cy="0"/>
          <a:chOff x="0" y="0"/>
          <a:chExt cx="0" cy="0"/>
        </a:xfrm>
      </p:grpSpPr>
      <p:sp>
        <p:nvSpPr>
          <p:cNvPr id="1706" name="Google Shape;1706;p5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1707" name="Google Shape;1707;p5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08" name="Google Shape;1708;p5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2" name="Shape 1722"/>
        <p:cNvGrpSpPr/>
        <p:nvPr/>
      </p:nvGrpSpPr>
      <p:grpSpPr>
        <a:xfrm>
          <a:off x="0" y="0"/>
          <a:ext cx="0" cy="0"/>
          <a:chOff x="0" y="0"/>
          <a:chExt cx="0" cy="0"/>
        </a:xfrm>
      </p:grpSpPr>
      <p:sp>
        <p:nvSpPr>
          <p:cNvPr id="1723" name="Google Shape;1723;p6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1724" name="Google Shape;1724;p6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25" name="Google Shape;1725;p6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0" name="Shape 1750"/>
        <p:cNvGrpSpPr/>
        <p:nvPr/>
      </p:nvGrpSpPr>
      <p:grpSpPr>
        <a:xfrm>
          <a:off x="0" y="0"/>
          <a:ext cx="0" cy="0"/>
          <a:chOff x="0" y="0"/>
          <a:chExt cx="0" cy="0"/>
        </a:xfrm>
      </p:grpSpPr>
      <p:sp>
        <p:nvSpPr>
          <p:cNvPr id="1751" name="Google Shape;1751;p6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1752" name="Google Shape;1752;p6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53" name="Google Shape;1753;p6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3" name="Shape 1783"/>
        <p:cNvGrpSpPr/>
        <p:nvPr/>
      </p:nvGrpSpPr>
      <p:grpSpPr>
        <a:xfrm>
          <a:off x="0" y="0"/>
          <a:ext cx="0" cy="0"/>
          <a:chOff x="0" y="0"/>
          <a:chExt cx="0" cy="0"/>
        </a:xfrm>
      </p:grpSpPr>
      <p:sp>
        <p:nvSpPr>
          <p:cNvPr id="1784" name="Google Shape;1784;p6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1785" name="Google Shape;1785;p6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86" name="Google Shape;1786;p6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4" name="Shape 1824"/>
        <p:cNvGrpSpPr/>
        <p:nvPr/>
      </p:nvGrpSpPr>
      <p:grpSpPr>
        <a:xfrm>
          <a:off x="0" y="0"/>
          <a:ext cx="0" cy="0"/>
          <a:chOff x="0" y="0"/>
          <a:chExt cx="0" cy="0"/>
        </a:xfrm>
      </p:grpSpPr>
      <p:sp>
        <p:nvSpPr>
          <p:cNvPr id="1825" name="Google Shape;1825;p6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26" name="Google Shape;1826;p6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5" name="Shape 1835"/>
        <p:cNvGrpSpPr/>
        <p:nvPr/>
      </p:nvGrpSpPr>
      <p:grpSpPr>
        <a:xfrm>
          <a:off x="0" y="0"/>
          <a:ext cx="0" cy="0"/>
          <a:chOff x="0" y="0"/>
          <a:chExt cx="0" cy="0"/>
        </a:xfrm>
      </p:grpSpPr>
      <p:sp>
        <p:nvSpPr>
          <p:cNvPr id="1836" name="Google Shape;1836;p6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37" name="Google Shape;1837;p6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8" name="Shape 1948"/>
        <p:cNvGrpSpPr/>
        <p:nvPr/>
      </p:nvGrpSpPr>
      <p:grpSpPr>
        <a:xfrm>
          <a:off x="0" y="0"/>
          <a:ext cx="0" cy="0"/>
          <a:chOff x="0" y="0"/>
          <a:chExt cx="0" cy="0"/>
        </a:xfrm>
      </p:grpSpPr>
      <p:sp>
        <p:nvSpPr>
          <p:cNvPr id="1949" name="Google Shape;1949;p6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50" name="Google Shape;1950;p6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0" name="Shape 2030"/>
        <p:cNvGrpSpPr/>
        <p:nvPr/>
      </p:nvGrpSpPr>
      <p:grpSpPr>
        <a:xfrm>
          <a:off x="0" y="0"/>
          <a:ext cx="0" cy="0"/>
          <a:chOff x="0" y="0"/>
          <a:chExt cx="0" cy="0"/>
        </a:xfrm>
      </p:grpSpPr>
      <p:sp>
        <p:nvSpPr>
          <p:cNvPr id="2031" name="Google Shape;2031;p6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32" name="Google Shape;2032;p6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3" name="Shape 2123"/>
        <p:cNvGrpSpPr/>
        <p:nvPr/>
      </p:nvGrpSpPr>
      <p:grpSpPr>
        <a:xfrm>
          <a:off x="0" y="0"/>
          <a:ext cx="0" cy="0"/>
          <a:chOff x="0" y="0"/>
          <a:chExt cx="0" cy="0"/>
        </a:xfrm>
      </p:grpSpPr>
      <p:sp>
        <p:nvSpPr>
          <p:cNvPr id="2124" name="Google Shape;2124;p6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25" name="Google Shape;2125;p6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5" name="Shape 2145"/>
        <p:cNvGrpSpPr/>
        <p:nvPr/>
      </p:nvGrpSpPr>
      <p:grpSpPr>
        <a:xfrm>
          <a:off x="0" y="0"/>
          <a:ext cx="0" cy="0"/>
          <a:chOff x="0" y="0"/>
          <a:chExt cx="0" cy="0"/>
        </a:xfrm>
      </p:grpSpPr>
      <p:sp>
        <p:nvSpPr>
          <p:cNvPr id="2146" name="Google Shape;2146;p6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47" name="Google Shape;2147;p6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9" name="Shape 2179"/>
        <p:cNvGrpSpPr/>
        <p:nvPr/>
      </p:nvGrpSpPr>
      <p:grpSpPr>
        <a:xfrm>
          <a:off x="0" y="0"/>
          <a:ext cx="0" cy="0"/>
          <a:chOff x="0" y="0"/>
          <a:chExt cx="0" cy="0"/>
        </a:xfrm>
      </p:grpSpPr>
      <p:sp>
        <p:nvSpPr>
          <p:cNvPr id="2180" name="Google Shape;2180;p6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81" name="Google Shape;2181;p6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4" name="Shape 2194"/>
        <p:cNvGrpSpPr/>
        <p:nvPr/>
      </p:nvGrpSpPr>
      <p:grpSpPr>
        <a:xfrm>
          <a:off x="0" y="0"/>
          <a:ext cx="0" cy="0"/>
          <a:chOff x="0" y="0"/>
          <a:chExt cx="0" cy="0"/>
        </a:xfrm>
      </p:grpSpPr>
      <p:sp>
        <p:nvSpPr>
          <p:cNvPr id="2195" name="Google Shape;2195;p7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96" name="Google Shape;2196;p7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2" name="Shape 2222"/>
        <p:cNvGrpSpPr/>
        <p:nvPr/>
      </p:nvGrpSpPr>
      <p:grpSpPr>
        <a:xfrm>
          <a:off x="0" y="0"/>
          <a:ext cx="0" cy="0"/>
          <a:chOff x="0" y="0"/>
          <a:chExt cx="0" cy="0"/>
        </a:xfrm>
      </p:grpSpPr>
      <p:sp>
        <p:nvSpPr>
          <p:cNvPr id="2223" name="Google Shape;2223;p7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24" name="Google Shape;2224;p7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4" name="Shape 2244"/>
        <p:cNvGrpSpPr/>
        <p:nvPr/>
      </p:nvGrpSpPr>
      <p:grpSpPr>
        <a:xfrm>
          <a:off x="0" y="0"/>
          <a:ext cx="0" cy="0"/>
          <a:chOff x="0" y="0"/>
          <a:chExt cx="0" cy="0"/>
        </a:xfrm>
      </p:grpSpPr>
      <p:sp>
        <p:nvSpPr>
          <p:cNvPr id="2245" name="Google Shape;2245;p7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46" name="Google Shape;2246;p7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9" name="Shape 2259"/>
        <p:cNvGrpSpPr/>
        <p:nvPr/>
      </p:nvGrpSpPr>
      <p:grpSpPr>
        <a:xfrm>
          <a:off x="0" y="0"/>
          <a:ext cx="0" cy="0"/>
          <a:chOff x="0" y="0"/>
          <a:chExt cx="0" cy="0"/>
        </a:xfrm>
      </p:grpSpPr>
      <p:sp>
        <p:nvSpPr>
          <p:cNvPr id="2260" name="Google Shape;2260;p7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61" name="Google Shape;2261;p7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2" name="Shape 2302"/>
        <p:cNvGrpSpPr/>
        <p:nvPr/>
      </p:nvGrpSpPr>
      <p:grpSpPr>
        <a:xfrm>
          <a:off x="0" y="0"/>
          <a:ext cx="0" cy="0"/>
          <a:chOff x="0" y="0"/>
          <a:chExt cx="0" cy="0"/>
        </a:xfrm>
      </p:grpSpPr>
      <p:sp>
        <p:nvSpPr>
          <p:cNvPr id="2303" name="Google Shape;2303;p7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04" name="Google Shape;2304;p7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5" name="Shape 2325"/>
        <p:cNvGrpSpPr/>
        <p:nvPr/>
      </p:nvGrpSpPr>
      <p:grpSpPr>
        <a:xfrm>
          <a:off x="0" y="0"/>
          <a:ext cx="0" cy="0"/>
          <a:chOff x="0" y="0"/>
          <a:chExt cx="0" cy="0"/>
        </a:xfrm>
      </p:grpSpPr>
      <p:sp>
        <p:nvSpPr>
          <p:cNvPr id="2326" name="Google Shape;2326;p7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27" name="Google Shape;2327;p7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9" name="Shape 2339"/>
        <p:cNvGrpSpPr/>
        <p:nvPr/>
      </p:nvGrpSpPr>
      <p:grpSpPr>
        <a:xfrm>
          <a:off x="0" y="0"/>
          <a:ext cx="0" cy="0"/>
          <a:chOff x="0" y="0"/>
          <a:chExt cx="0" cy="0"/>
        </a:xfrm>
      </p:grpSpPr>
      <p:sp>
        <p:nvSpPr>
          <p:cNvPr id="2340" name="Google Shape;2340;p7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41" name="Google Shape;2341;p7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1" name="Shape 2351"/>
        <p:cNvGrpSpPr/>
        <p:nvPr/>
      </p:nvGrpSpPr>
      <p:grpSpPr>
        <a:xfrm>
          <a:off x="0" y="0"/>
          <a:ext cx="0" cy="0"/>
          <a:chOff x="0" y="0"/>
          <a:chExt cx="0" cy="0"/>
        </a:xfrm>
      </p:grpSpPr>
      <p:sp>
        <p:nvSpPr>
          <p:cNvPr id="2352" name="Google Shape;2352;p7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53" name="Google Shape;2353;p7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6" name="Shape 2366"/>
        <p:cNvGrpSpPr/>
        <p:nvPr/>
      </p:nvGrpSpPr>
      <p:grpSpPr>
        <a:xfrm>
          <a:off x="0" y="0"/>
          <a:ext cx="0" cy="0"/>
          <a:chOff x="0" y="0"/>
          <a:chExt cx="0" cy="0"/>
        </a:xfrm>
      </p:grpSpPr>
      <p:sp>
        <p:nvSpPr>
          <p:cNvPr id="2367" name="Google Shape;2367;p7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68" name="Google Shape;2368;p7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9" name="Shape 2379"/>
        <p:cNvGrpSpPr/>
        <p:nvPr/>
      </p:nvGrpSpPr>
      <p:grpSpPr>
        <a:xfrm>
          <a:off x="0" y="0"/>
          <a:ext cx="0" cy="0"/>
          <a:chOff x="0" y="0"/>
          <a:chExt cx="0" cy="0"/>
        </a:xfrm>
      </p:grpSpPr>
      <p:sp>
        <p:nvSpPr>
          <p:cNvPr id="2380" name="Google Shape;2380;p7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81" name="Google Shape;2381;p7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9" name="Shape 2399"/>
        <p:cNvGrpSpPr/>
        <p:nvPr/>
      </p:nvGrpSpPr>
      <p:grpSpPr>
        <a:xfrm>
          <a:off x="0" y="0"/>
          <a:ext cx="0" cy="0"/>
          <a:chOff x="0" y="0"/>
          <a:chExt cx="0" cy="0"/>
        </a:xfrm>
      </p:grpSpPr>
      <p:sp>
        <p:nvSpPr>
          <p:cNvPr id="2400" name="Google Shape;2400;p8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01" name="Google Shape;2401;p8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9" name="Shape 2419"/>
        <p:cNvGrpSpPr/>
        <p:nvPr/>
      </p:nvGrpSpPr>
      <p:grpSpPr>
        <a:xfrm>
          <a:off x="0" y="0"/>
          <a:ext cx="0" cy="0"/>
          <a:chOff x="0" y="0"/>
          <a:chExt cx="0" cy="0"/>
        </a:xfrm>
      </p:grpSpPr>
      <p:sp>
        <p:nvSpPr>
          <p:cNvPr id="2420" name="Google Shape;2420;p8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21" name="Google Shape;2421;p8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5" name="Shape 2435"/>
        <p:cNvGrpSpPr/>
        <p:nvPr/>
      </p:nvGrpSpPr>
      <p:grpSpPr>
        <a:xfrm>
          <a:off x="0" y="0"/>
          <a:ext cx="0" cy="0"/>
          <a:chOff x="0" y="0"/>
          <a:chExt cx="0" cy="0"/>
        </a:xfrm>
      </p:grpSpPr>
      <p:sp>
        <p:nvSpPr>
          <p:cNvPr id="2436" name="Google Shape;2436;p8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37" name="Google Shape;2437;p8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8" name="Shape 2448"/>
        <p:cNvGrpSpPr/>
        <p:nvPr/>
      </p:nvGrpSpPr>
      <p:grpSpPr>
        <a:xfrm>
          <a:off x="0" y="0"/>
          <a:ext cx="0" cy="0"/>
          <a:chOff x="0" y="0"/>
          <a:chExt cx="0" cy="0"/>
        </a:xfrm>
      </p:grpSpPr>
      <p:sp>
        <p:nvSpPr>
          <p:cNvPr id="2449" name="Google Shape;2449;p8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50" name="Google Shape;2450;p8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4" name="Shape 2464"/>
        <p:cNvGrpSpPr/>
        <p:nvPr/>
      </p:nvGrpSpPr>
      <p:grpSpPr>
        <a:xfrm>
          <a:off x="0" y="0"/>
          <a:ext cx="0" cy="0"/>
          <a:chOff x="0" y="0"/>
          <a:chExt cx="0" cy="0"/>
        </a:xfrm>
      </p:grpSpPr>
      <p:sp>
        <p:nvSpPr>
          <p:cNvPr id="2465" name="Google Shape;2465;p8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66" name="Google Shape;2466;p8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0" name="Shape 2480"/>
        <p:cNvGrpSpPr/>
        <p:nvPr/>
      </p:nvGrpSpPr>
      <p:grpSpPr>
        <a:xfrm>
          <a:off x="0" y="0"/>
          <a:ext cx="0" cy="0"/>
          <a:chOff x="0" y="0"/>
          <a:chExt cx="0" cy="0"/>
        </a:xfrm>
      </p:grpSpPr>
      <p:sp>
        <p:nvSpPr>
          <p:cNvPr id="2481" name="Google Shape;2481;p8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82" name="Google Shape;2482;p8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6" name="Shape 2496"/>
        <p:cNvGrpSpPr/>
        <p:nvPr/>
      </p:nvGrpSpPr>
      <p:grpSpPr>
        <a:xfrm>
          <a:off x="0" y="0"/>
          <a:ext cx="0" cy="0"/>
          <a:chOff x="0" y="0"/>
          <a:chExt cx="0" cy="0"/>
        </a:xfrm>
      </p:grpSpPr>
      <p:sp>
        <p:nvSpPr>
          <p:cNvPr id="2497" name="Google Shape;2497;p8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98" name="Google Shape;2498;p8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0" name="Shape 2510"/>
        <p:cNvGrpSpPr/>
        <p:nvPr/>
      </p:nvGrpSpPr>
      <p:grpSpPr>
        <a:xfrm>
          <a:off x="0" y="0"/>
          <a:ext cx="0" cy="0"/>
          <a:chOff x="0" y="0"/>
          <a:chExt cx="0" cy="0"/>
        </a:xfrm>
      </p:grpSpPr>
      <p:sp>
        <p:nvSpPr>
          <p:cNvPr id="2511" name="Google Shape;2511;p8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12" name="Google Shape;2512;p8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5" name="Shape 2525"/>
        <p:cNvGrpSpPr/>
        <p:nvPr/>
      </p:nvGrpSpPr>
      <p:grpSpPr>
        <a:xfrm>
          <a:off x="0" y="0"/>
          <a:ext cx="0" cy="0"/>
          <a:chOff x="0" y="0"/>
          <a:chExt cx="0" cy="0"/>
        </a:xfrm>
      </p:grpSpPr>
      <p:sp>
        <p:nvSpPr>
          <p:cNvPr id="2526" name="Google Shape;2526;p8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27" name="Google Shape;2527;p8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3" name="Shape 2553"/>
        <p:cNvGrpSpPr/>
        <p:nvPr/>
      </p:nvGrpSpPr>
      <p:grpSpPr>
        <a:xfrm>
          <a:off x="0" y="0"/>
          <a:ext cx="0" cy="0"/>
          <a:chOff x="0" y="0"/>
          <a:chExt cx="0" cy="0"/>
        </a:xfrm>
      </p:grpSpPr>
      <p:sp>
        <p:nvSpPr>
          <p:cNvPr id="2554" name="Google Shape;2554;p8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55" name="Google Shape;2555;p8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2006 By Timothy K. Lund</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7" name="Google Shape;17;p2"/>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lvl1pPr lvl="0" algn="ctr">
              <a:spcBef>
                <a:spcPts val="640"/>
              </a:spcBef>
              <a:spcAft>
                <a:spcPts val="0"/>
              </a:spcAft>
              <a:buClr>
                <a:schemeClr val="dk1"/>
              </a:buClr>
              <a:buSzPts val="3200"/>
              <a:buFont typeface="Arial"/>
              <a:buNone/>
              <a:defRPr/>
            </a:lvl1pPr>
            <a:lvl2pPr lvl="1" algn="ctr">
              <a:spcBef>
                <a:spcPts val="560"/>
              </a:spcBef>
              <a:spcAft>
                <a:spcPts val="0"/>
              </a:spcAft>
              <a:buClr>
                <a:schemeClr val="dk1"/>
              </a:buClr>
              <a:buSzPts val="2800"/>
              <a:buFont typeface="Arial"/>
              <a:buNone/>
              <a:defRPr/>
            </a:lvl2pPr>
            <a:lvl3pPr lvl="2" algn="ctr">
              <a:spcBef>
                <a:spcPts val="480"/>
              </a:spcBef>
              <a:spcAft>
                <a:spcPts val="0"/>
              </a:spcAft>
              <a:buClr>
                <a:schemeClr val="dk1"/>
              </a:buClr>
              <a:buSzPts val="2400"/>
              <a:buFont typeface="Arial"/>
              <a:buNone/>
              <a:defRPr/>
            </a:lvl3pPr>
            <a:lvl4pPr lvl="3" algn="ctr">
              <a:spcBef>
                <a:spcPts val="400"/>
              </a:spcBef>
              <a:spcAft>
                <a:spcPts val="0"/>
              </a:spcAft>
              <a:buClr>
                <a:schemeClr val="dk1"/>
              </a:buClr>
              <a:buSzPts val="2000"/>
              <a:buFont typeface="Arial"/>
              <a:buNone/>
              <a:defRPr/>
            </a:lvl4pPr>
            <a:lvl5pPr lvl="4" algn="ctr">
              <a:spcBef>
                <a:spcPts val="400"/>
              </a:spcBef>
              <a:spcAft>
                <a:spcPts val="0"/>
              </a:spcAft>
              <a:buClr>
                <a:schemeClr val="dk1"/>
              </a:buClr>
              <a:buSzPts val="2000"/>
              <a:buFont typeface="Arial"/>
              <a:buNone/>
              <a:defRPr/>
            </a:lvl5pPr>
            <a:lvl6pPr lvl="5" algn="ctr">
              <a:spcBef>
                <a:spcPts val="400"/>
              </a:spcBef>
              <a:spcAft>
                <a:spcPts val="0"/>
              </a:spcAft>
              <a:buClr>
                <a:schemeClr val="dk1"/>
              </a:buClr>
              <a:buSzPts val="2000"/>
              <a:buFont typeface="Arial"/>
              <a:buNone/>
              <a:defRPr/>
            </a:lvl6pPr>
            <a:lvl7pPr lvl="6" algn="ctr">
              <a:spcBef>
                <a:spcPts val="400"/>
              </a:spcBef>
              <a:spcAft>
                <a:spcPts val="0"/>
              </a:spcAft>
              <a:buClr>
                <a:schemeClr val="dk1"/>
              </a:buClr>
              <a:buSzPts val="2000"/>
              <a:buFont typeface="Arial"/>
              <a:buNone/>
              <a:defRPr/>
            </a:lvl7pPr>
            <a:lvl8pPr lvl="7" algn="ctr">
              <a:spcBef>
                <a:spcPts val="400"/>
              </a:spcBef>
              <a:spcAft>
                <a:spcPts val="0"/>
              </a:spcAft>
              <a:buClr>
                <a:schemeClr val="dk1"/>
              </a:buClr>
              <a:buSzPts val="2000"/>
              <a:buFont typeface="Arial"/>
              <a:buNone/>
              <a:defRPr/>
            </a:lvl8pPr>
            <a:lvl9pPr lvl="8" algn="ctr">
              <a:spcBef>
                <a:spcPts val="400"/>
              </a:spcBef>
              <a:spcAft>
                <a:spcPts val="0"/>
              </a:spcAft>
              <a:buClr>
                <a:schemeClr val="dk1"/>
              </a:buClr>
              <a:buSzPts val="2000"/>
              <a:buFont typeface="Arial"/>
              <a:buNone/>
              <a:defRPr/>
            </a:lvl9pPr>
          </a:lstStyle>
          <a:p/>
        </p:txBody>
      </p:sp>
      <p:sp>
        <p:nvSpPr>
          <p:cNvPr id="18" name="Google Shape;18;p2"/>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b="0" i="0" sz="1400" u="none" cap="none" strike="noStrike">
                <a:solidFill>
                  <a:schemeClr val="dk1"/>
                </a:solidFill>
                <a:latin typeface="Arial"/>
                <a:ea typeface="Arial"/>
                <a:cs typeface="Arial"/>
                <a:sym typeface="Arial"/>
              </a:defRPr>
            </a:lvl1pPr>
            <a:lvl2pPr indent="0" lvl="1" marL="0" marR="0" algn="r">
              <a:spcBef>
                <a:spcPts val="0"/>
              </a:spcBef>
              <a:spcAft>
                <a:spcPts val="0"/>
              </a:spcAft>
              <a:buNone/>
              <a:defRPr b="0" i="0" sz="1400" u="none" cap="none" strike="noStrike">
                <a:solidFill>
                  <a:schemeClr val="dk1"/>
                </a:solidFill>
                <a:latin typeface="Arial"/>
                <a:ea typeface="Arial"/>
                <a:cs typeface="Arial"/>
                <a:sym typeface="Arial"/>
              </a:defRPr>
            </a:lvl2pPr>
            <a:lvl3pPr indent="0" lvl="2" marL="0" marR="0" algn="r">
              <a:spcBef>
                <a:spcPts val="0"/>
              </a:spcBef>
              <a:spcAft>
                <a:spcPts val="0"/>
              </a:spcAft>
              <a:buNone/>
              <a:defRPr b="0" i="0" sz="1400" u="none" cap="none" strike="noStrike">
                <a:solidFill>
                  <a:schemeClr val="dk1"/>
                </a:solidFill>
                <a:latin typeface="Arial"/>
                <a:ea typeface="Arial"/>
                <a:cs typeface="Arial"/>
                <a:sym typeface="Arial"/>
              </a:defRPr>
            </a:lvl3pPr>
            <a:lvl4pPr indent="0" lvl="3" marL="0" marR="0" algn="r">
              <a:spcBef>
                <a:spcPts val="0"/>
              </a:spcBef>
              <a:spcAft>
                <a:spcPts val="0"/>
              </a:spcAft>
              <a:buNone/>
              <a:defRPr b="0" i="0" sz="1400" u="none" cap="none" strike="noStrike">
                <a:solidFill>
                  <a:schemeClr val="dk1"/>
                </a:solidFill>
                <a:latin typeface="Arial"/>
                <a:ea typeface="Arial"/>
                <a:cs typeface="Arial"/>
                <a:sym typeface="Arial"/>
              </a:defRPr>
            </a:lvl4pPr>
            <a:lvl5pPr indent="0" lvl="4" marL="0" marR="0" algn="r">
              <a:spcBef>
                <a:spcPts val="0"/>
              </a:spcBef>
              <a:spcAft>
                <a:spcPts val="0"/>
              </a:spcAft>
              <a:buNone/>
              <a:defRPr b="0" i="0" sz="1400" u="none" cap="none" strike="noStrike">
                <a:solidFill>
                  <a:schemeClr val="dk1"/>
                </a:solidFill>
                <a:latin typeface="Arial"/>
                <a:ea typeface="Arial"/>
                <a:cs typeface="Arial"/>
                <a:sym typeface="Arial"/>
              </a:defRPr>
            </a:lvl5pPr>
            <a:lvl6pPr indent="0" lvl="5" marL="0" marR="0" algn="r">
              <a:spcBef>
                <a:spcPts val="0"/>
              </a:spcBef>
              <a:spcAft>
                <a:spcPts val="0"/>
              </a:spcAft>
              <a:buNone/>
              <a:defRPr b="0" i="0" sz="1400" u="none" cap="none" strike="noStrike">
                <a:solidFill>
                  <a:schemeClr val="dk1"/>
                </a:solidFill>
                <a:latin typeface="Arial"/>
                <a:ea typeface="Arial"/>
                <a:cs typeface="Arial"/>
                <a:sym typeface="Arial"/>
              </a:defRPr>
            </a:lvl6pPr>
            <a:lvl7pPr indent="0" lvl="6" marL="0" marR="0" algn="r">
              <a:spcBef>
                <a:spcPts val="0"/>
              </a:spcBef>
              <a:spcAft>
                <a:spcPts val="0"/>
              </a:spcAft>
              <a:buNone/>
              <a:defRPr b="0" i="0" sz="1400" u="none" cap="none" strike="noStrike">
                <a:solidFill>
                  <a:schemeClr val="dk1"/>
                </a:solidFill>
                <a:latin typeface="Arial"/>
                <a:ea typeface="Arial"/>
                <a:cs typeface="Arial"/>
                <a:sym typeface="Arial"/>
              </a:defRPr>
            </a:lvl7pPr>
            <a:lvl8pPr indent="0" lvl="7" marL="0" marR="0" algn="r">
              <a:spcBef>
                <a:spcPts val="0"/>
              </a:spcBef>
              <a:spcAft>
                <a:spcPts val="0"/>
              </a:spcAft>
              <a:buNone/>
              <a:defRPr b="0" i="0" sz="1400" u="none" cap="none" strike="noStrike">
                <a:solidFill>
                  <a:schemeClr val="dk1"/>
                </a:solidFill>
                <a:latin typeface="Arial"/>
                <a:ea typeface="Arial"/>
                <a:cs typeface="Arial"/>
                <a:sym typeface="Arial"/>
              </a:defRPr>
            </a:lvl8pPr>
            <a:lvl9pPr indent="0" lvl="8" marL="0" marR="0" algn="r">
              <a:spcBef>
                <a:spcPts val="0"/>
              </a:spcBef>
              <a:spcAft>
                <a:spcPts val="0"/>
              </a:spcAft>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1" name="Shape 21"/>
        <p:cNvGrpSpPr/>
        <p:nvPr/>
      </p:nvGrpSpPr>
      <p:grpSpPr>
        <a:xfrm>
          <a:off x="0" y="0"/>
          <a:ext cx="0" cy="0"/>
          <a:chOff x="0" y="0"/>
          <a:chExt cx="0" cy="0"/>
        </a:xfrm>
      </p:grpSpPr>
      <p:sp>
        <p:nvSpPr>
          <p:cNvPr id="22" name="Google Shape;22;p3"/>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3"/>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3"/>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b="0" i="0" sz="1400" u="none" cap="none" strike="noStrike">
                <a:solidFill>
                  <a:schemeClr val="dk1"/>
                </a:solidFill>
                <a:latin typeface="Arial"/>
                <a:ea typeface="Arial"/>
                <a:cs typeface="Arial"/>
                <a:sym typeface="Arial"/>
              </a:defRPr>
            </a:lvl1pPr>
            <a:lvl2pPr indent="0" lvl="1" marL="0" marR="0" algn="r">
              <a:spcBef>
                <a:spcPts val="0"/>
              </a:spcBef>
              <a:spcAft>
                <a:spcPts val="0"/>
              </a:spcAft>
              <a:buNone/>
              <a:defRPr b="0" i="0" sz="1400" u="none" cap="none" strike="noStrike">
                <a:solidFill>
                  <a:schemeClr val="dk1"/>
                </a:solidFill>
                <a:latin typeface="Arial"/>
                <a:ea typeface="Arial"/>
                <a:cs typeface="Arial"/>
                <a:sym typeface="Arial"/>
              </a:defRPr>
            </a:lvl2pPr>
            <a:lvl3pPr indent="0" lvl="2" marL="0" marR="0" algn="r">
              <a:spcBef>
                <a:spcPts val="0"/>
              </a:spcBef>
              <a:spcAft>
                <a:spcPts val="0"/>
              </a:spcAft>
              <a:buNone/>
              <a:defRPr b="0" i="0" sz="1400" u="none" cap="none" strike="noStrike">
                <a:solidFill>
                  <a:schemeClr val="dk1"/>
                </a:solidFill>
                <a:latin typeface="Arial"/>
                <a:ea typeface="Arial"/>
                <a:cs typeface="Arial"/>
                <a:sym typeface="Arial"/>
              </a:defRPr>
            </a:lvl3pPr>
            <a:lvl4pPr indent="0" lvl="3" marL="0" marR="0" algn="r">
              <a:spcBef>
                <a:spcPts val="0"/>
              </a:spcBef>
              <a:spcAft>
                <a:spcPts val="0"/>
              </a:spcAft>
              <a:buNone/>
              <a:defRPr b="0" i="0" sz="1400" u="none" cap="none" strike="noStrike">
                <a:solidFill>
                  <a:schemeClr val="dk1"/>
                </a:solidFill>
                <a:latin typeface="Arial"/>
                <a:ea typeface="Arial"/>
                <a:cs typeface="Arial"/>
                <a:sym typeface="Arial"/>
              </a:defRPr>
            </a:lvl4pPr>
            <a:lvl5pPr indent="0" lvl="4" marL="0" marR="0" algn="r">
              <a:spcBef>
                <a:spcPts val="0"/>
              </a:spcBef>
              <a:spcAft>
                <a:spcPts val="0"/>
              </a:spcAft>
              <a:buNone/>
              <a:defRPr b="0" i="0" sz="1400" u="none" cap="none" strike="noStrike">
                <a:solidFill>
                  <a:schemeClr val="dk1"/>
                </a:solidFill>
                <a:latin typeface="Arial"/>
                <a:ea typeface="Arial"/>
                <a:cs typeface="Arial"/>
                <a:sym typeface="Arial"/>
              </a:defRPr>
            </a:lvl5pPr>
            <a:lvl6pPr indent="0" lvl="5" marL="0" marR="0" algn="r">
              <a:spcBef>
                <a:spcPts val="0"/>
              </a:spcBef>
              <a:spcAft>
                <a:spcPts val="0"/>
              </a:spcAft>
              <a:buNone/>
              <a:defRPr b="0" i="0" sz="1400" u="none" cap="none" strike="noStrike">
                <a:solidFill>
                  <a:schemeClr val="dk1"/>
                </a:solidFill>
                <a:latin typeface="Arial"/>
                <a:ea typeface="Arial"/>
                <a:cs typeface="Arial"/>
                <a:sym typeface="Arial"/>
              </a:defRPr>
            </a:lvl6pPr>
            <a:lvl7pPr indent="0" lvl="6" marL="0" marR="0" algn="r">
              <a:spcBef>
                <a:spcPts val="0"/>
              </a:spcBef>
              <a:spcAft>
                <a:spcPts val="0"/>
              </a:spcAft>
              <a:buNone/>
              <a:defRPr b="0" i="0" sz="1400" u="none" cap="none" strike="noStrike">
                <a:solidFill>
                  <a:schemeClr val="dk1"/>
                </a:solidFill>
                <a:latin typeface="Arial"/>
                <a:ea typeface="Arial"/>
                <a:cs typeface="Arial"/>
                <a:sym typeface="Arial"/>
              </a:defRPr>
            </a:lvl7pPr>
            <a:lvl8pPr indent="0" lvl="7" marL="0" marR="0" algn="r">
              <a:spcBef>
                <a:spcPts val="0"/>
              </a:spcBef>
              <a:spcAft>
                <a:spcPts val="0"/>
              </a:spcAft>
              <a:buNone/>
              <a:defRPr b="0" i="0" sz="1400" u="none" cap="none" strike="noStrike">
                <a:solidFill>
                  <a:schemeClr val="dk1"/>
                </a:solidFill>
                <a:latin typeface="Arial"/>
                <a:ea typeface="Arial"/>
                <a:cs typeface="Arial"/>
                <a:sym typeface="Arial"/>
              </a:defRPr>
            </a:lvl8pPr>
            <a:lvl9pPr indent="0" lvl="8" marL="0" marR="0" algn="r">
              <a:spcBef>
                <a:spcPts val="0"/>
              </a:spcBef>
              <a:spcAft>
                <a:spcPts val="0"/>
              </a:spcAft>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7" name="Google Shape;27;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8" name="Google Shape;28;p4"/>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4"/>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4"/>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chemeClr val="dk1"/>
                </a:solidFill>
                <a:latin typeface="Arial"/>
                <a:ea typeface="Arial"/>
                <a:cs typeface="Arial"/>
                <a:sym typeface="Arial"/>
              </a:defRPr>
            </a:lvl1pPr>
            <a:lvl2pPr indent="0" lvl="1" marL="0" marR="0" algn="r">
              <a:spcBef>
                <a:spcPts val="0"/>
              </a:spcBef>
              <a:spcAft>
                <a:spcPts val="0"/>
              </a:spcAft>
              <a:buNone/>
              <a:defRPr sz="1400">
                <a:solidFill>
                  <a:schemeClr val="dk1"/>
                </a:solidFill>
                <a:latin typeface="Arial"/>
                <a:ea typeface="Arial"/>
                <a:cs typeface="Arial"/>
                <a:sym typeface="Arial"/>
              </a:defRPr>
            </a:lvl2pPr>
            <a:lvl3pPr indent="0" lvl="2" marL="0" marR="0" algn="r">
              <a:spcBef>
                <a:spcPts val="0"/>
              </a:spcBef>
              <a:spcAft>
                <a:spcPts val="0"/>
              </a:spcAft>
              <a:buNone/>
              <a:defRPr sz="1400">
                <a:solidFill>
                  <a:schemeClr val="dk1"/>
                </a:solidFill>
                <a:latin typeface="Arial"/>
                <a:ea typeface="Arial"/>
                <a:cs typeface="Arial"/>
                <a:sym typeface="Arial"/>
              </a:defRPr>
            </a:lvl3pPr>
            <a:lvl4pPr indent="0" lvl="3" marL="0" marR="0" algn="r">
              <a:spcBef>
                <a:spcPts val="0"/>
              </a:spcBef>
              <a:spcAft>
                <a:spcPts val="0"/>
              </a:spcAft>
              <a:buNone/>
              <a:defRPr sz="1400">
                <a:solidFill>
                  <a:schemeClr val="dk1"/>
                </a:solidFill>
                <a:latin typeface="Arial"/>
                <a:ea typeface="Arial"/>
                <a:cs typeface="Arial"/>
                <a:sym typeface="Arial"/>
              </a:defRPr>
            </a:lvl4pPr>
            <a:lvl5pPr indent="0" lvl="4" marL="0" marR="0" algn="r">
              <a:spcBef>
                <a:spcPts val="0"/>
              </a:spcBef>
              <a:spcAft>
                <a:spcPts val="0"/>
              </a:spcAft>
              <a:buNone/>
              <a:defRPr sz="1400">
                <a:solidFill>
                  <a:schemeClr val="dk1"/>
                </a:solidFill>
                <a:latin typeface="Arial"/>
                <a:ea typeface="Arial"/>
                <a:cs typeface="Arial"/>
                <a:sym typeface="Arial"/>
              </a:defRPr>
            </a:lvl5pPr>
            <a:lvl6pPr indent="0" lvl="5" marL="0" marR="0" algn="r">
              <a:spcBef>
                <a:spcPts val="0"/>
              </a:spcBef>
              <a:spcAft>
                <a:spcPts val="0"/>
              </a:spcAft>
              <a:buNone/>
              <a:defRPr sz="1400">
                <a:solidFill>
                  <a:schemeClr val="dk1"/>
                </a:solidFill>
                <a:latin typeface="Arial"/>
                <a:ea typeface="Arial"/>
                <a:cs typeface="Arial"/>
                <a:sym typeface="Arial"/>
              </a:defRPr>
            </a:lvl6pPr>
            <a:lvl7pPr indent="0" lvl="6" marL="0" marR="0" algn="r">
              <a:spcBef>
                <a:spcPts val="0"/>
              </a:spcBef>
              <a:spcAft>
                <a:spcPts val="0"/>
              </a:spcAft>
              <a:buNone/>
              <a:defRPr sz="1400">
                <a:solidFill>
                  <a:schemeClr val="dk1"/>
                </a:solidFill>
                <a:latin typeface="Arial"/>
                <a:ea typeface="Arial"/>
                <a:cs typeface="Arial"/>
                <a:sym typeface="Arial"/>
              </a:defRPr>
            </a:lvl7pPr>
            <a:lvl8pPr indent="0" lvl="7" marL="0" marR="0" algn="r">
              <a:spcBef>
                <a:spcPts val="0"/>
              </a:spcBef>
              <a:spcAft>
                <a:spcPts val="0"/>
              </a:spcAft>
              <a:buNone/>
              <a:defRPr sz="1400">
                <a:solidFill>
                  <a:schemeClr val="dk1"/>
                </a:solidFill>
                <a:latin typeface="Arial"/>
                <a:ea typeface="Arial"/>
                <a:cs typeface="Arial"/>
                <a:sym typeface="Arial"/>
              </a:defRPr>
            </a:lvl8pPr>
            <a:lvl9pPr indent="0" lvl="8" marL="0" marR="0" algn="r">
              <a:spcBef>
                <a:spcPts val="0"/>
              </a:spcBef>
              <a:spcAft>
                <a:spcPts val="0"/>
              </a:spcAft>
              <a:buNone/>
              <a:defRPr sz="14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3" name="Google Shape;33;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spcBef>
                <a:spcPts val="400"/>
              </a:spcBef>
              <a:spcAft>
                <a:spcPts val="0"/>
              </a:spcAft>
              <a:buClr>
                <a:schemeClr val="dk1"/>
              </a:buClr>
              <a:buSzPts val="2000"/>
              <a:buFont typeface="Arial"/>
              <a:buNone/>
              <a:defRPr sz="2000"/>
            </a:lvl1pPr>
            <a:lvl2pPr indent="-228600" lvl="1" marL="914400" algn="l">
              <a:spcBef>
                <a:spcPts val="360"/>
              </a:spcBef>
              <a:spcAft>
                <a:spcPts val="0"/>
              </a:spcAft>
              <a:buClr>
                <a:schemeClr val="dk1"/>
              </a:buClr>
              <a:buSzPts val="1800"/>
              <a:buFont typeface="Arial"/>
              <a:buNone/>
              <a:defRPr sz="1800"/>
            </a:lvl2pPr>
            <a:lvl3pPr indent="-228600" lvl="2" marL="1371600" algn="l">
              <a:spcBef>
                <a:spcPts val="320"/>
              </a:spcBef>
              <a:spcAft>
                <a:spcPts val="0"/>
              </a:spcAft>
              <a:buClr>
                <a:schemeClr val="dk1"/>
              </a:buClr>
              <a:buSzPts val="1600"/>
              <a:buFont typeface="Arial"/>
              <a:buNone/>
              <a:defRPr sz="1600"/>
            </a:lvl3pPr>
            <a:lvl4pPr indent="-228600" lvl="3" marL="1828800" algn="l">
              <a:spcBef>
                <a:spcPts val="280"/>
              </a:spcBef>
              <a:spcAft>
                <a:spcPts val="0"/>
              </a:spcAft>
              <a:buClr>
                <a:schemeClr val="dk1"/>
              </a:buClr>
              <a:buSzPts val="1400"/>
              <a:buFont typeface="Arial"/>
              <a:buNone/>
              <a:defRPr sz="1400"/>
            </a:lvl4pPr>
            <a:lvl5pPr indent="-228600" lvl="4" marL="2286000" algn="l">
              <a:spcBef>
                <a:spcPts val="280"/>
              </a:spcBef>
              <a:spcAft>
                <a:spcPts val="0"/>
              </a:spcAft>
              <a:buClr>
                <a:schemeClr val="dk1"/>
              </a:buClr>
              <a:buSzPts val="1400"/>
              <a:buFont typeface="Arial"/>
              <a:buNone/>
              <a:defRPr sz="1400"/>
            </a:lvl5pPr>
            <a:lvl6pPr indent="-228600" lvl="5" marL="2743200" algn="l">
              <a:spcBef>
                <a:spcPts val="280"/>
              </a:spcBef>
              <a:spcAft>
                <a:spcPts val="0"/>
              </a:spcAft>
              <a:buClr>
                <a:schemeClr val="dk1"/>
              </a:buClr>
              <a:buSzPts val="1400"/>
              <a:buFont typeface="Arial"/>
              <a:buNone/>
              <a:defRPr sz="1400"/>
            </a:lvl6pPr>
            <a:lvl7pPr indent="-228600" lvl="6" marL="3200400" algn="l">
              <a:spcBef>
                <a:spcPts val="280"/>
              </a:spcBef>
              <a:spcAft>
                <a:spcPts val="0"/>
              </a:spcAft>
              <a:buClr>
                <a:schemeClr val="dk1"/>
              </a:buClr>
              <a:buSzPts val="1400"/>
              <a:buFont typeface="Arial"/>
              <a:buNone/>
              <a:defRPr sz="1400"/>
            </a:lvl7pPr>
            <a:lvl8pPr indent="-228600" lvl="7" marL="3657600" algn="l">
              <a:spcBef>
                <a:spcPts val="280"/>
              </a:spcBef>
              <a:spcAft>
                <a:spcPts val="0"/>
              </a:spcAft>
              <a:buClr>
                <a:schemeClr val="dk1"/>
              </a:buClr>
              <a:buSzPts val="1400"/>
              <a:buFont typeface="Arial"/>
              <a:buNone/>
              <a:defRPr sz="1400"/>
            </a:lvl8pPr>
            <a:lvl9pPr indent="-228600" lvl="8" marL="4114800" algn="l">
              <a:spcBef>
                <a:spcPts val="280"/>
              </a:spcBef>
              <a:spcAft>
                <a:spcPts val="0"/>
              </a:spcAft>
              <a:buClr>
                <a:schemeClr val="dk1"/>
              </a:buClr>
              <a:buSzPts val="1400"/>
              <a:buFont typeface="Arial"/>
              <a:buNone/>
              <a:defRPr sz="1400"/>
            </a:lvl9pPr>
          </a:lstStyle>
          <a:p/>
        </p:txBody>
      </p:sp>
      <p:sp>
        <p:nvSpPr>
          <p:cNvPr id="34" name="Google Shape;34;p5"/>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5"/>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chemeClr val="dk1"/>
                </a:solidFill>
                <a:latin typeface="Arial"/>
                <a:ea typeface="Arial"/>
                <a:cs typeface="Arial"/>
                <a:sym typeface="Arial"/>
              </a:defRPr>
            </a:lvl1pPr>
            <a:lvl2pPr indent="0" lvl="1" marL="0" marR="0" algn="r">
              <a:spcBef>
                <a:spcPts val="0"/>
              </a:spcBef>
              <a:spcAft>
                <a:spcPts val="0"/>
              </a:spcAft>
              <a:buNone/>
              <a:defRPr sz="1400">
                <a:solidFill>
                  <a:schemeClr val="dk1"/>
                </a:solidFill>
                <a:latin typeface="Arial"/>
                <a:ea typeface="Arial"/>
                <a:cs typeface="Arial"/>
                <a:sym typeface="Arial"/>
              </a:defRPr>
            </a:lvl2pPr>
            <a:lvl3pPr indent="0" lvl="2" marL="0" marR="0" algn="r">
              <a:spcBef>
                <a:spcPts val="0"/>
              </a:spcBef>
              <a:spcAft>
                <a:spcPts val="0"/>
              </a:spcAft>
              <a:buNone/>
              <a:defRPr sz="1400">
                <a:solidFill>
                  <a:schemeClr val="dk1"/>
                </a:solidFill>
                <a:latin typeface="Arial"/>
                <a:ea typeface="Arial"/>
                <a:cs typeface="Arial"/>
                <a:sym typeface="Arial"/>
              </a:defRPr>
            </a:lvl3pPr>
            <a:lvl4pPr indent="0" lvl="3" marL="0" marR="0" algn="r">
              <a:spcBef>
                <a:spcPts val="0"/>
              </a:spcBef>
              <a:spcAft>
                <a:spcPts val="0"/>
              </a:spcAft>
              <a:buNone/>
              <a:defRPr sz="1400">
                <a:solidFill>
                  <a:schemeClr val="dk1"/>
                </a:solidFill>
                <a:latin typeface="Arial"/>
                <a:ea typeface="Arial"/>
                <a:cs typeface="Arial"/>
                <a:sym typeface="Arial"/>
              </a:defRPr>
            </a:lvl4pPr>
            <a:lvl5pPr indent="0" lvl="4" marL="0" marR="0" algn="r">
              <a:spcBef>
                <a:spcPts val="0"/>
              </a:spcBef>
              <a:spcAft>
                <a:spcPts val="0"/>
              </a:spcAft>
              <a:buNone/>
              <a:defRPr sz="1400">
                <a:solidFill>
                  <a:schemeClr val="dk1"/>
                </a:solidFill>
                <a:latin typeface="Arial"/>
                <a:ea typeface="Arial"/>
                <a:cs typeface="Arial"/>
                <a:sym typeface="Arial"/>
              </a:defRPr>
            </a:lvl5pPr>
            <a:lvl6pPr indent="0" lvl="5" marL="0" marR="0" algn="r">
              <a:spcBef>
                <a:spcPts val="0"/>
              </a:spcBef>
              <a:spcAft>
                <a:spcPts val="0"/>
              </a:spcAft>
              <a:buNone/>
              <a:defRPr sz="1400">
                <a:solidFill>
                  <a:schemeClr val="dk1"/>
                </a:solidFill>
                <a:latin typeface="Arial"/>
                <a:ea typeface="Arial"/>
                <a:cs typeface="Arial"/>
                <a:sym typeface="Arial"/>
              </a:defRPr>
            </a:lvl6pPr>
            <a:lvl7pPr indent="0" lvl="6" marL="0" marR="0" algn="r">
              <a:spcBef>
                <a:spcPts val="0"/>
              </a:spcBef>
              <a:spcAft>
                <a:spcPts val="0"/>
              </a:spcAft>
              <a:buNone/>
              <a:defRPr sz="1400">
                <a:solidFill>
                  <a:schemeClr val="dk1"/>
                </a:solidFill>
                <a:latin typeface="Arial"/>
                <a:ea typeface="Arial"/>
                <a:cs typeface="Arial"/>
                <a:sym typeface="Arial"/>
              </a:defRPr>
            </a:lvl7pPr>
            <a:lvl8pPr indent="0" lvl="7" marL="0" marR="0" algn="r">
              <a:spcBef>
                <a:spcPts val="0"/>
              </a:spcBef>
              <a:spcAft>
                <a:spcPts val="0"/>
              </a:spcAft>
              <a:buNone/>
              <a:defRPr sz="1400">
                <a:solidFill>
                  <a:schemeClr val="dk1"/>
                </a:solidFill>
                <a:latin typeface="Arial"/>
                <a:ea typeface="Arial"/>
                <a:cs typeface="Arial"/>
                <a:sym typeface="Arial"/>
              </a:defRPr>
            </a:lvl8pPr>
            <a:lvl9pPr indent="0" lvl="8" marL="0" marR="0" algn="r">
              <a:spcBef>
                <a:spcPts val="0"/>
              </a:spcBef>
              <a:spcAft>
                <a:spcPts val="0"/>
              </a:spcAft>
              <a:buNone/>
              <a:defRPr sz="14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9" name="Google Shape;39;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Font typeface="Arial"/>
              <a:buChar char="•"/>
              <a:defRPr sz="2800"/>
            </a:lvl1pPr>
            <a:lvl2pPr indent="-381000" lvl="1" marL="914400" algn="l">
              <a:spcBef>
                <a:spcPts val="480"/>
              </a:spcBef>
              <a:spcAft>
                <a:spcPts val="0"/>
              </a:spcAft>
              <a:buClr>
                <a:schemeClr val="dk1"/>
              </a:buClr>
              <a:buSzPts val="2400"/>
              <a:buFont typeface="Arial"/>
              <a:buChar char="–"/>
              <a:defRPr sz="2400"/>
            </a:lvl2pPr>
            <a:lvl3pPr indent="-355600" lvl="2" marL="1371600" algn="l">
              <a:spcBef>
                <a:spcPts val="400"/>
              </a:spcBef>
              <a:spcAft>
                <a:spcPts val="0"/>
              </a:spcAft>
              <a:buClr>
                <a:schemeClr val="dk1"/>
              </a:buClr>
              <a:buSzPts val="2000"/>
              <a:buFont typeface="Arial"/>
              <a:buChar char="•"/>
              <a:defRPr sz="2000"/>
            </a:lvl3pPr>
            <a:lvl4pPr indent="-342900" lvl="3" marL="1828800" algn="l">
              <a:spcBef>
                <a:spcPts val="360"/>
              </a:spcBef>
              <a:spcAft>
                <a:spcPts val="0"/>
              </a:spcAft>
              <a:buClr>
                <a:schemeClr val="dk1"/>
              </a:buClr>
              <a:buSzPts val="1800"/>
              <a:buFont typeface="Arial"/>
              <a:buChar char="–"/>
              <a:defRPr sz="1800"/>
            </a:lvl4pPr>
            <a:lvl5pPr indent="-342900" lvl="4" marL="2286000" algn="l">
              <a:spcBef>
                <a:spcPts val="360"/>
              </a:spcBef>
              <a:spcAft>
                <a:spcPts val="0"/>
              </a:spcAft>
              <a:buClr>
                <a:schemeClr val="dk1"/>
              </a:buClr>
              <a:buSzPts val="1800"/>
              <a:buFont typeface="Arial"/>
              <a:buChar char="»"/>
              <a:defRPr sz="1800"/>
            </a:lvl5pPr>
            <a:lvl6pPr indent="-342900" lvl="5" marL="2743200" algn="l">
              <a:spcBef>
                <a:spcPts val="360"/>
              </a:spcBef>
              <a:spcAft>
                <a:spcPts val="0"/>
              </a:spcAft>
              <a:buClr>
                <a:schemeClr val="dk1"/>
              </a:buClr>
              <a:buSzPts val="1800"/>
              <a:buFont typeface="Arial"/>
              <a:buChar char="»"/>
              <a:defRPr sz="1800"/>
            </a:lvl6pPr>
            <a:lvl7pPr indent="-342900" lvl="6" marL="3200400" algn="l">
              <a:spcBef>
                <a:spcPts val="360"/>
              </a:spcBef>
              <a:spcAft>
                <a:spcPts val="0"/>
              </a:spcAft>
              <a:buClr>
                <a:schemeClr val="dk1"/>
              </a:buClr>
              <a:buSzPts val="1800"/>
              <a:buFont typeface="Arial"/>
              <a:buChar char="»"/>
              <a:defRPr sz="1800"/>
            </a:lvl7pPr>
            <a:lvl8pPr indent="-342900" lvl="7" marL="3657600" algn="l">
              <a:spcBef>
                <a:spcPts val="360"/>
              </a:spcBef>
              <a:spcAft>
                <a:spcPts val="0"/>
              </a:spcAft>
              <a:buClr>
                <a:schemeClr val="dk1"/>
              </a:buClr>
              <a:buSzPts val="1800"/>
              <a:buFont typeface="Arial"/>
              <a:buChar char="»"/>
              <a:defRPr sz="1800"/>
            </a:lvl8pPr>
            <a:lvl9pPr indent="-342900" lvl="8" marL="4114800" algn="l">
              <a:spcBef>
                <a:spcPts val="360"/>
              </a:spcBef>
              <a:spcAft>
                <a:spcPts val="0"/>
              </a:spcAft>
              <a:buClr>
                <a:schemeClr val="dk1"/>
              </a:buClr>
              <a:buSzPts val="1800"/>
              <a:buFont typeface="Arial"/>
              <a:buChar char="»"/>
              <a:defRPr sz="1800"/>
            </a:lvl9pPr>
          </a:lstStyle>
          <a:p/>
        </p:txBody>
      </p:sp>
      <p:sp>
        <p:nvSpPr>
          <p:cNvPr id="40" name="Google Shape;40;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Font typeface="Arial"/>
              <a:buChar char="•"/>
              <a:defRPr sz="2800"/>
            </a:lvl1pPr>
            <a:lvl2pPr indent="-381000" lvl="1" marL="914400" algn="l">
              <a:spcBef>
                <a:spcPts val="480"/>
              </a:spcBef>
              <a:spcAft>
                <a:spcPts val="0"/>
              </a:spcAft>
              <a:buClr>
                <a:schemeClr val="dk1"/>
              </a:buClr>
              <a:buSzPts val="2400"/>
              <a:buFont typeface="Arial"/>
              <a:buChar char="–"/>
              <a:defRPr sz="2400"/>
            </a:lvl2pPr>
            <a:lvl3pPr indent="-355600" lvl="2" marL="1371600" algn="l">
              <a:spcBef>
                <a:spcPts val="400"/>
              </a:spcBef>
              <a:spcAft>
                <a:spcPts val="0"/>
              </a:spcAft>
              <a:buClr>
                <a:schemeClr val="dk1"/>
              </a:buClr>
              <a:buSzPts val="2000"/>
              <a:buFont typeface="Arial"/>
              <a:buChar char="•"/>
              <a:defRPr sz="2000"/>
            </a:lvl3pPr>
            <a:lvl4pPr indent="-342900" lvl="3" marL="1828800" algn="l">
              <a:spcBef>
                <a:spcPts val="360"/>
              </a:spcBef>
              <a:spcAft>
                <a:spcPts val="0"/>
              </a:spcAft>
              <a:buClr>
                <a:schemeClr val="dk1"/>
              </a:buClr>
              <a:buSzPts val="1800"/>
              <a:buFont typeface="Arial"/>
              <a:buChar char="–"/>
              <a:defRPr sz="1800"/>
            </a:lvl4pPr>
            <a:lvl5pPr indent="-342900" lvl="4" marL="2286000" algn="l">
              <a:spcBef>
                <a:spcPts val="360"/>
              </a:spcBef>
              <a:spcAft>
                <a:spcPts val="0"/>
              </a:spcAft>
              <a:buClr>
                <a:schemeClr val="dk1"/>
              </a:buClr>
              <a:buSzPts val="1800"/>
              <a:buFont typeface="Arial"/>
              <a:buChar char="»"/>
              <a:defRPr sz="1800"/>
            </a:lvl5pPr>
            <a:lvl6pPr indent="-342900" lvl="5" marL="2743200" algn="l">
              <a:spcBef>
                <a:spcPts val="360"/>
              </a:spcBef>
              <a:spcAft>
                <a:spcPts val="0"/>
              </a:spcAft>
              <a:buClr>
                <a:schemeClr val="dk1"/>
              </a:buClr>
              <a:buSzPts val="1800"/>
              <a:buFont typeface="Arial"/>
              <a:buChar char="»"/>
              <a:defRPr sz="1800"/>
            </a:lvl6pPr>
            <a:lvl7pPr indent="-342900" lvl="6" marL="3200400" algn="l">
              <a:spcBef>
                <a:spcPts val="360"/>
              </a:spcBef>
              <a:spcAft>
                <a:spcPts val="0"/>
              </a:spcAft>
              <a:buClr>
                <a:schemeClr val="dk1"/>
              </a:buClr>
              <a:buSzPts val="1800"/>
              <a:buFont typeface="Arial"/>
              <a:buChar char="»"/>
              <a:defRPr sz="1800"/>
            </a:lvl7pPr>
            <a:lvl8pPr indent="-342900" lvl="7" marL="3657600" algn="l">
              <a:spcBef>
                <a:spcPts val="360"/>
              </a:spcBef>
              <a:spcAft>
                <a:spcPts val="0"/>
              </a:spcAft>
              <a:buClr>
                <a:schemeClr val="dk1"/>
              </a:buClr>
              <a:buSzPts val="1800"/>
              <a:buFont typeface="Arial"/>
              <a:buChar char="»"/>
              <a:defRPr sz="1800"/>
            </a:lvl8pPr>
            <a:lvl9pPr indent="-342900" lvl="8" marL="4114800" algn="l">
              <a:spcBef>
                <a:spcPts val="360"/>
              </a:spcBef>
              <a:spcAft>
                <a:spcPts val="0"/>
              </a:spcAft>
              <a:buClr>
                <a:schemeClr val="dk1"/>
              </a:buClr>
              <a:buSzPts val="1800"/>
              <a:buFont typeface="Arial"/>
              <a:buChar char="»"/>
              <a:defRPr sz="1800"/>
            </a:lvl9pPr>
          </a:lstStyle>
          <a:p/>
        </p:txBody>
      </p:sp>
      <p:sp>
        <p:nvSpPr>
          <p:cNvPr id="41" name="Google Shape;41;p6"/>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6"/>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6"/>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chemeClr val="dk1"/>
                </a:solidFill>
                <a:latin typeface="Arial"/>
                <a:ea typeface="Arial"/>
                <a:cs typeface="Arial"/>
                <a:sym typeface="Arial"/>
              </a:defRPr>
            </a:lvl1pPr>
            <a:lvl2pPr indent="0" lvl="1" marL="0" marR="0" algn="r">
              <a:spcBef>
                <a:spcPts val="0"/>
              </a:spcBef>
              <a:spcAft>
                <a:spcPts val="0"/>
              </a:spcAft>
              <a:buNone/>
              <a:defRPr sz="1400">
                <a:solidFill>
                  <a:schemeClr val="dk1"/>
                </a:solidFill>
                <a:latin typeface="Arial"/>
                <a:ea typeface="Arial"/>
                <a:cs typeface="Arial"/>
                <a:sym typeface="Arial"/>
              </a:defRPr>
            </a:lvl2pPr>
            <a:lvl3pPr indent="0" lvl="2" marL="0" marR="0" algn="r">
              <a:spcBef>
                <a:spcPts val="0"/>
              </a:spcBef>
              <a:spcAft>
                <a:spcPts val="0"/>
              </a:spcAft>
              <a:buNone/>
              <a:defRPr sz="1400">
                <a:solidFill>
                  <a:schemeClr val="dk1"/>
                </a:solidFill>
                <a:latin typeface="Arial"/>
                <a:ea typeface="Arial"/>
                <a:cs typeface="Arial"/>
                <a:sym typeface="Arial"/>
              </a:defRPr>
            </a:lvl3pPr>
            <a:lvl4pPr indent="0" lvl="3" marL="0" marR="0" algn="r">
              <a:spcBef>
                <a:spcPts val="0"/>
              </a:spcBef>
              <a:spcAft>
                <a:spcPts val="0"/>
              </a:spcAft>
              <a:buNone/>
              <a:defRPr sz="1400">
                <a:solidFill>
                  <a:schemeClr val="dk1"/>
                </a:solidFill>
                <a:latin typeface="Arial"/>
                <a:ea typeface="Arial"/>
                <a:cs typeface="Arial"/>
                <a:sym typeface="Arial"/>
              </a:defRPr>
            </a:lvl4pPr>
            <a:lvl5pPr indent="0" lvl="4" marL="0" marR="0" algn="r">
              <a:spcBef>
                <a:spcPts val="0"/>
              </a:spcBef>
              <a:spcAft>
                <a:spcPts val="0"/>
              </a:spcAft>
              <a:buNone/>
              <a:defRPr sz="1400">
                <a:solidFill>
                  <a:schemeClr val="dk1"/>
                </a:solidFill>
                <a:latin typeface="Arial"/>
                <a:ea typeface="Arial"/>
                <a:cs typeface="Arial"/>
                <a:sym typeface="Arial"/>
              </a:defRPr>
            </a:lvl5pPr>
            <a:lvl6pPr indent="0" lvl="5" marL="0" marR="0" algn="r">
              <a:spcBef>
                <a:spcPts val="0"/>
              </a:spcBef>
              <a:spcAft>
                <a:spcPts val="0"/>
              </a:spcAft>
              <a:buNone/>
              <a:defRPr sz="1400">
                <a:solidFill>
                  <a:schemeClr val="dk1"/>
                </a:solidFill>
                <a:latin typeface="Arial"/>
                <a:ea typeface="Arial"/>
                <a:cs typeface="Arial"/>
                <a:sym typeface="Arial"/>
              </a:defRPr>
            </a:lvl6pPr>
            <a:lvl7pPr indent="0" lvl="6" marL="0" marR="0" algn="r">
              <a:spcBef>
                <a:spcPts val="0"/>
              </a:spcBef>
              <a:spcAft>
                <a:spcPts val="0"/>
              </a:spcAft>
              <a:buNone/>
              <a:defRPr sz="1400">
                <a:solidFill>
                  <a:schemeClr val="dk1"/>
                </a:solidFill>
                <a:latin typeface="Arial"/>
                <a:ea typeface="Arial"/>
                <a:cs typeface="Arial"/>
                <a:sym typeface="Arial"/>
              </a:defRPr>
            </a:lvl7pPr>
            <a:lvl8pPr indent="0" lvl="7" marL="0" marR="0" algn="r">
              <a:spcBef>
                <a:spcPts val="0"/>
              </a:spcBef>
              <a:spcAft>
                <a:spcPts val="0"/>
              </a:spcAft>
              <a:buNone/>
              <a:defRPr sz="1400">
                <a:solidFill>
                  <a:schemeClr val="dk1"/>
                </a:solidFill>
                <a:latin typeface="Arial"/>
                <a:ea typeface="Arial"/>
                <a:cs typeface="Arial"/>
                <a:sym typeface="Arial"/>
              </a:defRPr>
            </a:lvl8pPr>
            <a:lvl9pPr indent="0" lvl="8" marL="0" marR="0" algn="r">
              <a:spcBef>
                <a:spcPts val="0"/>
              </a:spcBef>
              <a:spcAft>
                <a:spcPts val="0"/>
              </a:spcAft>
              <a:buNone/>
              <a:defRPr sz="14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6" name="Google Shape;46;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Font typeface="Arial"/>
              <a:buNone/>
              <a:defRPr b="1" sz="2400"/>
            </a:lvl1pPr>
            <a:lvl2pPr indent="-228600" lvl="1" marL="914400" algn="l">
              <a:spcBef>
                <a:spcPts val="400"/>
              </a:spcBef>
              <a:spcAft>
                <a:spcPts val="0"/>
              </a:spcAft>
              <a:buClr>
                <a:schemeClr val="dk1"/>
              </a:buClr>
              <a:buSzPts val="2000"/>
              <a:buFont typeface="Arial"/>
              <a:buNone/>
              <a:defRPr b="1" sz="2000"/>
            </a:lvl2pPr>
            <a:lvl3pPr indent="-228600" lvl="2" marL="1371600" algn="l">
              <a:spcBef>
                <a:spcPts val="360"/>
              </a:spcBef>
              <a:spcAft>
                <a:spcPts val="0"/>
              </a:spcAft>
              <a:buClr>
                <a:schemeClr val="dk1"/>
              </a:buClr>
              <a:buSzPts val="1800"/>
              <a:buFont typeface="Arial"/>
              <a:buNone/>
              <a:defRPr b="1" sz="1800"/>
            </a:lvl3pPr>
            <a:lvl4pPr indent="-228600" lvl="3" marL="1828800" algn="l">
              <a:spcBef>
                <a:spcPts val="320"/>
              </a:spcBef>
              <a:spcAft>
                <a:spcPts val="0"/>
              </a:spcAft>
              <a:buClr>
                <a:schemeClr val="dk1"/>
              </a:buClr>
              <a:buSzPts val="1600"/>
              <a:buFont typeface="Arial"/>
              <a:buNone/>
              <a:defRPr b="1" sz="1600"/>
            </a:lvl4pPr>
            <a:lvl5pPr indent="-228600" lvl="4" marL="2286000" algn="l">
              <a:spcBef>
                <a:spcPts val="320"/>
              </a:spcBef>
              <a:spcAft>
                <a:spcPts val="0"/>
              </a:spcAft>
              <a:buClr>
                <a:schemeClr val="dk1"/>
              </a:buClr>
              <a:buSzPts val="1600"/>
              <a:buFont typeface="Arial"/>
              <a:buNone/>
              <a:defRPr b="1" sz="1600"/>
            </a:lvl5pPr>
            <a:lvl6pPr indent="-228600" lvl="5" marL="2743200" algn="l">
              <a:spcBef>
                <a:spcPts val="320"/>
              </a:spcBef>
              <a:spcAft>
                <a:spcPts val="0"/>
              </a:spcAft>
              <a:buClr>
                <a:schemeClr val="dk1"/>
              </a:buClr>
              <a:buSzPts val="1600"/>
              <a:buFont typeface="Arial"/>
              <a:buNone/>
              <a:defRPr b="1" sz="1600"/>
            </a:lvl6pPr>
            <a:lvl7pPr indent="-228600" lvl="6" marL="3200400" algn="l">
              <a:spcBef>
                <a:spcPts val="320"/>
              </a:spcBef>
              <a:spcAft>
                <a:spcPts val="0"/>
              </a:spcAft>
              <a:buClr>
                <a:schemeClr val="dk1"/>
              </a:buClr>
              <a:buSzPts val="1600"/>
              <a:buFont typeface="Arial"/>
              <a:buNone/>
              <a:defRPr b="1" sz="1600"/>
            </a:lvl7pPr>
            <a:lvl8pPr indent="-228600" lvl="7" marL="3657600" algn="l">
              <a:spcBef>
                <a:spcPts val="320"/>
              </a:spcBef>
              <a:spcAft>
                <a:spcPts val="0"/>
              </a:spcAft>
              <a:buClr>
                <a:schemeClr val="dk1"/>
              </a:buClr>
              <a:buSzPts val="1600"/>
              <a:buFont typeface="Arial"/>
              <a:buNone/>
              <a:defRPr b="1" sz="1600"/>
            </a:lvl8pPr>
            <a:lvl9pPr indent="-228600" lvl="8" marL="4114800" algn="l">
              <a:spcBef>
                <a:spcPts val="320"/>
              </a:spcBef>
              <a:spcAft>
                <a:spcPts val="0"/>
              </a:spcAft>
              <a:buClr>
                <a:schemeClr val="dk1"/>
              </a:buClr>
              <a:buSzPts val="1600"/>
              <a:buFont typeface="Arial"/>
              <a:buNone/>
              <a:defRPr b="1" sz="1600"/>
            </a:lvl9pPr>
          </a:lstStyle>
          <a:p/>
        </p:txBody>
      </p:sp>
      <p:sp>
        <p:nvSpPr>
          <p:cNvPr id="47" name="Google Shape;47;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Font typeface="Arial"/>
              <a:buChar char="•"/>
              <a:defRPr sz="2400"/>
            </a:lvl1pPr>
            <a:lvl2pPr indent="-355600" lvl="1" marL="914400" algn="l">
              <a:spcBef>
                <a:spcPts val="400"/>
              </a:spcBef>
              <a:spcAft>
                <a:spcPts val="0"/>
              </a:spcAft>
              <a:buClr>
                <a:schemeClr val="dk1"/>
              </a:buClr>
              <a:buSzPts val="2000"/>
              <a:buFont typeface="Arial"/>
              <a:buChar char="–"/>
              <a:defRPr sz="2000"/>
            </a:lvl2pPr>
            <a:lvl3pPr indent="-342900" lvl="2" marL="1371600" algn="l">
              <a:spcBef>
                <a:spcPts val="360"/>
              </a:spcBef>
              <a:spcAft>
                <a:spcPts val="0"/>
              </a:spcAft>
              <a:buClr>
                <a:schemeClr val="dk1"/>
              </a:buClr>
              <a:buSzPts val="1800"/>
              <a:buFont typeface="Arial"/>
              <a:buChar char="•"/>
              <a:defRPr sz="1800"/>
            </a:lvl3pPr>
            <a:lvl4pPr indent="-330200" lvl="3" marL="1828800" algn="l">
              <a:spcBef>
                <a:spcPts val="320"/>
              </a:spcBef>
              <a:spcAft>
                <a:spcPts val="0"/>
              </a:spcAft>
              <a:buClr>
                <a:schemeClr val="dk1"/>
              </a:buClr>
              <a:buSzPts val="1600"/>
              <a:buFont typeface="Arial"/>
              <a:buChar char="–"/>
              <a:defRPr sz="1600"/>
            </a:lvl4pPr>
            <a:lvl5pPr indent="-330200" lvl="4" marL="2286000" algn="l">
              <a:spcBef>
                <a:spcPts val="320"/>
              </a:spcBef>
              <a:spcAft>
                <a:spcPts val="0"/>
              </a:spcAft>
              <a:buClr>
                <a:schemeClr val="dk1"/>
              </a:buClr>
              <a:buSzPts val="1600"/>
              <a:buFont typeface="Arial"/>
              <a:buChar char="»"/>
              <a:defRPr sz="1600"/>
            </a:lvl5pPr>
            <a:lvl6pPr indent="-330200" lvl="5" marL="2743200" algn="l">
              <a:spcBef>
                <a:spcPts val="320"/>
              </a:spcBef>
              <a:spcAft>
                <a:spcPts val="0"/>
              </a:spcAft>
              <a:buClr>
                <a:schemeClr val="dk1"/>
              </a:buClr>
              <a:buSzPts val="1600"/>
              <a:buFont typeface="Arial"/>
              <a:buChar char="»"/>
              <a:defRPr sz="1600"/>
            </a:lvl6pPr>
            <a:lvl7pPr indent="-330200" lvl="6" marL="3200400" algn="l">
              <a:spcBef>
                <a:spcPts val="320"/>
              </a:spcBef>
              <a:spcAft>
                <a:spcPts val="0"/>
              </a:spcAft>
              <a:buClr>
                <a:schemeClr val="dk1"/>
              </a:buClr>
              <a:buSzPts val="1600"/>
              <a:buFont typeface="Arial"/>
              <a:buChar char="»"/>
              <a:defRPr sz="1600"/>
            </a:lvl7pPr>
            <a:lvl8pPr indent="-330200" lvl="7" marL="3657600" algn="l">
              <a:spcBef>
                <a:spcPts val="320"/>
              </a:spcBef>
              <a:spcAft>
                <a:spcPts val="0"/>
              </a:spcAft>
              <a:buClr>
                <a:schemeClr val="dk1"/>
              </a:buClr>
              <a:buSzPts val="1600"/>
              <a:buFont typeface="Arial"/>
              <a:buChar char="»"/>
              <a:defRPr sz="1600"/>
            </a:lvl8pPr>
            <a:lvl9pPr indent="-330200" lvl="8" marL="4114800" algn="l">
              <a:spcBef>
                <a:spcPts val="320"/>
              </a:spcBef>
              <a:spcAft>
                <a:spcPts val="0"/>
              </a:spcAft>
              <a:buClr>
                <a:schemeClr val="dk1"/>
              </a:buClr>
              <a:buSzPts val="1600"/>
              <a:buFont typeface="Arial"/>
              <a:buChar char="»"/>
              <a:defRPr sz="1600"/>
            </a:lvl9pPr>
          </a:lstStyle>
          <a:p/>
        </p:txBody>
      </p:sp>
      <p:sp>
        <p:nvSpPr>
          <p:cNvPr id="48" name="Google Shape;48;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Font typeface="Arial"/>
              <a:buNone/>
              <a:defRPr b="1" sz="2400"/>
            </a:lvl1pPr>
            <a:lvl2pPr indent="-228600" lvl="1" marL="914400" algn="l">
              <a:spcBef>
                <a:spcPts val="400"/>
              </a:spcBef>
              <a:spcAft>
                <a:spcPts val="0"/>
              </a:spcAft>
              <a:buClr>
                <a:schemeClr val="dk1"/>
              </a:buClr>
              <a:buSzPts val="2000"/>
              <a:buFont typeface="Arial"/>
              <a:buNone/>
              <a:defRPr b="1" sz="2000"/>
            </a:lvl2pPr>
            <a:lvl3pPr indent="-228600" lvl="2" marL="1371600" algn="l">
              <a:spcBef>
                <a:spcPts val="360"/>
              </a:spcBef>
              <a:spcAft>
                <a:spcPts val="0"/>
              </a:spcAft>
              <a:buClr>
                <a:schemeClr val="dk1"/>
              </a:buClr>
              <a:buSzPts val="1800"/>
              <a:buFont typeface="Arial"/>
              <a:buNone/>
              <a:defRPr b="1" sz="1800"/>
            </a:lvl3pPr>
            <a:lvl4pPr indent="-228600" lvl="3" marL="1828800" algn="l">
              <a:spcBef>
                <a:spcPts val="320"/>
              </a:spcBef>
              <a:spcAft>
                <a:spcPts val="0"/>
              </a:spcAft>
              <a:buClr>
                <a:schemeClr val="dk1"/>
              </a:buClr>
              <a:buSzPts val="1600"/>
              <a:buFont typeface="Arial"/>
              <a:buNone/>
              <a:defRPr b="1" sz="1600"/>
            </a:lvl4pPr>
            <a:lvl5pPr indent="-228600" lvl="4" marL="2286000" algn="l">
              <a:spcBef>
                <a:spcPts val="320"/>
              </a:spcBef>
              <a:spcAft>
                <a:spcPts val="0"/>
              </a:spcAft>
              <a:buClr>
                <a:schemeClr val="dk1"/>
              </a:buClr>
              <a:buSzPts val="1600"/>
              <a:buFont typeface="Arial"/>
              <a:buNone/>
              <a:defRPr b="1" sz="1600"/>
            </a:lvl5pPr>
            <a:lvl6pPr indent="-228600" lvl="5" marL="2743200" algn="l">
              <a:spcBef>
                <a:spcPts val="320"/>
              </a:spcBef>
              <a:spcAft>
                <a:spcPts val="0"/>
              </a:spcAft>
              <a:buClr>
                <a:schemeClr val="dk1"/>
              </a:buClr>
              <a:buSzPts val="1600"/>
              <a:buFont typeface="Arial"/>
              <a:buNone/>
              <a:defRPr b="1" sz="1600"/>
            </a:lvl6pPr>
            <a:lvl7pPr indent="-228600" lvl="6" marL="3200400" algn="l">
              <a:spcBef>
                <a:spcPts val="320"/>
              </a:spcBef>
              <a:spcAft>
                <a:spcPts val="0"/>
              </a:spcAft>
              <a:buClr>
                <a:schemeClr val="dk1"/>
              </a:buClr>
              <a:buSzPts val="1600"/>
              <a:buFont typeface="Arial"/>
              <a:buNone/>
              <a:defRPr b="1" sz="1600"/>
            </a:lvl7pPr>
            <a:lvl8pPr indent="-228600" lvl="7" marL="3657600" algn="l">
              <a:spcBef>
                <a:spcPts val="320"/>
              </a:spcBef>
              <a:spcAft>
                <a:spcPts val="0"/>
              </a:spcAft>
              <a:buClr>
                <a:schemeClr val="dk1"/>
              </a:buClr>
              <a:buSzPts val="1600"/>
              <a:buFont typeface="Arial"/>
              <a:buNone/>
              <a:defRPr b="1" sz="1600"/>
            </a:lvl8pPr>
            <a:lvl9pPr indent="-228600" lvl="8" marL="4114800" algn="l">
              <a:spcBef>
                <a:spcPts val="320"/>
              </a:spcBef>
              <a:spcAft>
                <a:spcPts val="0"/>
              </a:spcAft>
              <a:buClr>
                <a:schemeClr val="dk1"/>
              </a:buClr>
              <a:buSzPts val="1600"/>
              <a:buFont typeface="Arial"/>
              <a:buNone/>
              <a:defRPr b="1" sz="1600"/>
            </a:lvl9pPr>
          </a:lstStyle>
          <a:p/>
        </p:txBody>
      </p:sp>
      <p:sp>
        <p:nvSpPr>
          <p:cNvPr id="49" name="Google Shape;49;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Font typeface="Arial"/>
              <a:buChar char="•"/>
              <a:defRPr sz="2400"/>
            </a:lvl1pPr>
            <a:lvl2pPr indent="-355600" lvl="1" marL="914400" algn="l">
              <a:spcBef>
                <a:spcPts val="400"/>
              </a:spcBef>
              <a:spcAft>
                <a:spcPts val="0"/>
              </a:spcAft>
              <a:buClr>
                <a:schemeClr val="dk1"/>
              </a:buClr>
              <a:buSzPts val="2000"/>
              <a:buFont typeface="Arial"/>
              <a:buChar char="–"/>
              <a:defRPr sz="2000"/>
            </a:lvl2pPr>
            <a:lvl3pPr indent="-342900" lvl="2" marL="1371600" algn="l">
              <a:spcBef>
                <a:spcPts val="360"/>
              </a:spcBef>
              <a:spcAft>
                <a:spcPts val="0"/>
              </a:spcAft>
              <a:buClr>
                <a:schemeClr val="dk1"/>
              </a:buClr>
              <a:buSzPts val="1800"/>
              <a:buFont typeface="Arial"/>
              <a:buChar char="•"/>
              <a:defRPr sz="1800"/>
            </a:lvl3pPr>
            <a:lvl4pPr indent="-330200" lvl="3" marL="1828800" algn="l">
              <a:spcBef>
                <a:spcPts val="320"/>
              </a:spcBef>
              <a:spcAft>
                <a:spcPts val="0"/>
              </a:spcAft>
              <a:buClr>
                <a:schemeClr val="dk1"/>
              </a:buClr>
              <a:buSzPts val="1600"/>
              <a:buFont typeface="Arial"/>
              <a:buChar char="–"/>
              <a:defRPr sz="1600"/>
            </a:lvl4pPr>
            <a:lvl5pPr indent="-330200" lvl="4" marL="2286000" algn="l">
              <a:spcBef>
                <a:spcPts val="320"/>
              </a:spcBef>
              <a:spcAft>
                <a:spcPts val="0"/>
              </a:spcAft>
              <a:buClr>
                <a:schemeClr val="dk1"/>
              </a:buClr>
              <a:buSzPts val="1600"/>
              <a:buFont typeface="Arial"/>
              <a:buChar char="»"/>
              <a:defRPr sz="1600"/>
            </a:lvl5pPr>
            <a:lvl6pPr indent="-330200" lvl="5" marL="2743200" algn="l">
              <a:spcBef>
                <a:spcPts val="320"/>
              </a:spcBef>
              <a:spcAft>
                <a:spcPts val="0"/>
              </a:spcAft>
              <a:buClr>
                <a:schemeClr val="dk1"/>
              </a:buClr>
              <a:buSzPts val="1600"/>
              <a:buFont typeface="Arial"/>
              <a:buChar char="»"/>
              <a:defRPr sz="1600"/>
            </a:lvl6pPr>
            <a:lvl7pPr indent="-330200" lvl="6" marL="3200400" algn="l">
              <a:spcBef>
                <a:spcPts val="320"/>
              </a:spcBef>
              <a:spcAft>
                <a:spcPts val="0"/>
              </a:spcAft>
              <a:buClr>
                <a:schemeClr val="dk1"/>
              </a:buClr>
              <a:buSzPts val="1600"/>
              <a:buFont typeface="Arial"/>
              <a:buChar char="»"/>
              <a:defRPr sz="1600"/>
            </a:lvl7pPr>
            <a:lvl8pPr indent="-330200" lvl="7" marL="3657600" algn="l">
              <a:spcBef>
                <a:spcPts val="320"/>
              </a:spcBef>
              <a:spcAft>
                <a:spcPts val="0"/>
              </a:spcAft>
              <a:buClr>
                <a:schemeClr val="dk1"/>
              </a:buClr>
              <a:buSzPts val="1600"/>
              <a:buFont typeface="Arial"/>
              <a:buChar char="»"/>
              <a:defRPr sz="1600"/>
            </a:lvl8pPr>
            <a:lvl9pPr indent="-330200" lvl="8" marL="4114800" algn="l">
              <a:spcBef>
                <a:spcPts val="320"/>
              </a:spcBef>
              <a:spcAft>
                <a:spcPts val="0"/>
              </a:spcAft>
              <a:buClr>
                <a:schemeClr val="dk1"/>
              </a:buClr>
              <a:buSzPts val="1600"/>
              <a:buFont typeface="Arial"/>
              <a:buChar char="»"/>
              <a:defRPr sz="1600"/>
            </a:lvl9pPr>
          </a:lstStyle>
          <a:p/>
        </p:txBody>
      </p:sp>
      <p:sp>
        <p:nvSpPr>
          <p:cNvPr id="50" name="Google Shape;50;p7"/>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7"/>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7"/>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chemeClr val="dk1"/>
                </a:solidFill>
                <a:latin typeface="Arial"/>
                <a:ea typeface="Arial"/>
                <a:cs typeface="Arial"/>
                <a:sym typeface="Arial"/>
              </a:defRPr>
            </a:lvl1pPr>
            <a:lvl2pPr indent="0" lvl="1" marL="0" marR="0" algn="r">
              <a:spcBef>
                <a:spcPts val="0"/>
              </a:spcBef>
              <a:spcAft>
                <a:spcPts val="0"/>
              </a:spcAft>
              <a:buNone/>
              <a:defRPr sz="1400">
                <a:solidFill>
                  <a:schemeClr val="dk1"/>
                </a:solidFill>
                <a:latin typeface="Arial"/>
                <a:ea typeface="Arial"/>
                <a:cs typeface="Arial"/>
                <a:sym typeface="Arial"/>
              </a:defRPr>
            </a:lvl2pPr>
            <a:lvl3pPr indent="0" lvl="2" marL="0" marR="0" algn="r">
              <a:spcBef>
                <a:spcPts val="0"/>
              </a:spcBef>
              <a:spcAft>
                <a:spcPts val="0"/>
              </a:spcAft>
              <a:buNone/>
              <a:defRPr sz="1400">
                <a:solidFill>
                  <a:schemeClr val="dk1"/>
                </a:solidFill>
                <a:latin typeface="Arial"/>
                <a:ea typeface="Arial"/>
                <a:cs typeface="Arial"/>
                <a:sym typeface="Arial"/>
              </a:defRPr>
            </a:lvl3pPr>
            <a:lvl4pPr indent="0" lvl="3" marL="0" marR="0" algn="r">
              <a:spcBef>
                <a:spcPts val="0"/>
              </a:spcBef>
              <a:spcAft>
                <a:spcPts val="0"/>
              </a:spcAft>
              <a:buNone/>
              <a:defRPr sz="1400">
                <a:solidFill>
                  <a:schemeClr val="dk1"/>
                </a:solidFill>
                <a:latin typeface="Arial"/>
                <a:ea typeface="Arial"/>
                <a:cs typeface="Arial"/>
                <a:sym typeface="Arial"/>
              </a:defRPr>
            </a:lvl4pPr>
            <a:lvl5pPr indent="0" lvl="4" marL="0" marR="0" algn="r">
              <a:spcBef>
                <a:spcPts val="0"/>
              </a:spcBef>
              <a:spcAft>
                <a:spcPts val="0"/>
              </a:spcAft>
              <a:buNone/>
              <a:defRPr sz="1400">
                <a:solidFill>
                  <a:schemeClr val="dk1"/>
                </a:solidFill>
                <a:latin typeface="Arial"/>
                <a:ea typeface="Arial"/>
                <a:cs typeface="Arial"/>
                <a:sym typeface="Arial"/>
              </a:defRPr>
            </a:lvl5pPr>
            <a:lvl6pPr indent="0" lvl="5" marL="0" marR="0" algn="r">
              <a:spcBef>
                <a:spcPts val="0"/>
              </a:spcBef>
              <a:spcAft>
                <a:spcPts val="0"/>
              </a:spcAft>
              <a:buNone/>
              <a:defRPr sz="1400">
                <a:solidFill>
                  <a:schemeClr val="dk1"/>
                </a:solidFill>
                <a:latin typeface="Arial"/>
                <a:ea typeface="Arial"/>
                <a:cs typeface="Arial"/>
                <a:sym typeface="Arial"/>
              </a:defRPr>
            </a:lvl6pPr>
            <a:lvl7pPr indent="0" lvl="6" marL="0" marR="0" algn="r">
              <a:spcBef>
                <a:spcPts val="0"/>
              </a:spcBef>
              <a:spcAft>
                <a:spcPts val="0"/>
              </a:spcAft>
              <a:buNone/>
              <a:defRPr sz="1400">
                <a:solidFill>
                  <a:schemeClr val="dk1"/>
                </a:solidFill>
                <a:latin typeface="Arial"/>
                <a:ea typeface="Arial"/>
                <a:cs typeface="Arial"/>
                <a:sym typeface="Arial"/>
              </a:defRPr>
            </a:lvl7pPr>
            <a:lvl8pPr indent="0" lvl="7" marL="0" marR="0" algn="r">
              <a:spcBef>
                <a:spcPts val="0"/>
              </a:spcBef>
              <a:spcAft>
                <a:spcPts val="0"/>
              </a:spcAft>
              <a:buNone/>
              <a:defRPr sz="1400">
                <a:solidFill>
                  <a:schemeClr val="dk1"/>
                </a:solidFill>
                <a:latin typeface="Arial"/>
                <a:ea typeface="Arial"/>
                <a:cs typeface="Arial"/>
                <a:sym typeface="Arial"/>
              </a:defRPr>
            </a:lvl8pPr>
            <a:lvl9pPr indent="0" lvl="8" marL="0" marR="0" algn="r">
              <a:spcBef>
                <a:spcPts val="0"/>
              </a:spcBef>
              <a:spcAft>
                <a:spcPts val="0"/>
              </a:spcAft>
              <a:buNone/>
              <a:defRPr sz="14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5" name="Google Shape;55;p8"/>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8"/>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8"/>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chemeClr val="dk1"/>
                </a:solidFill>
                <a:latin typeface="Arial"/>
                <a:ea typeface="Arial"/>
                <a:cs typeface="Arial"/>
                <a:sym typeface="Arial"/>
              </a:defRPr>
            </a:lvl1pPr>
            <a:lvl2pPr indent="0" lvl="1" marL="0" marR="0" algn="r">
              <a:spcBef>
                <a:spcPts val="0"/>
              </a:spcBef>
              <a:spcAft>
                <a:spcPts val="0"/>
              </a:spcAft>
              <a:buNone/>
              <a:defRPr sz="1400">
                <a:solidFill>
                  <a:schemeClr val="dk1"/>
                </a:solidFill>
                <a:latin typeface="Arial"/>
                <a:ea typeface="Arial"/>
                <a:cs typeface="Arial"/>
                <a:sym typeface="Arial"/>
              </a:defRPr>
            </a:lvl2pPr>
            <a:lvl3pPr indent="0" lvl="2" marL="0" marR="0" algn="r">
              <a:spcBef>
                <a:spcPts val="0"/>
              </a:spcBef>
              <a:spcAft>
                <a:spcPts val="0"/>
              </a:spcAft>
              <a:buNone/>
              <a:defRPr sz="1400">
                <a:solidFill>
                  <a:schemeClr val="dk1"/>
                </a:solidFill>
                <a:latin typeface="Arial"/>
                <a:ea typeface="Arial"/>
                <a:cs typeface="Arial"/>
                <a:sym typeface="Arial"/>
              </a:defRPr>
            </a:lvl3pPr>
            <a:lvl4pPr indent="0" lvl="3" marL="0" marR="0" algn="r">
              <a:spcBef>
                <a:spcPts val="0"/>
              </a:spcBef>
              <a:spcAft>
                <a:spcPts val="0"/>
              </a:spcAft>
              <a:buNone/>
              <a:defRPr sz="1400">
                <a:solidFill>
                  <a:schemeClr val="dk1"/>
                </a:solidFill>
                <a:latin typeface="Arial"/>
                <a:ea typeface="Arial"/>
                <a:cs typeface="Arial"/>
                <a:sym typeface="Arial"/>
              </a:defRPr>
            </a:lvl4pPr>
            <a:lvl5pPr indent="0" lvl="4" marL="0" marR="0" algn="r">
              <a:spcBef>
                <a:spcPts val="0"/>
              </a:spcBef>
              <a:spcAft>
                <a:spcPts val="0"/>
              </a:spcAft>
              <a:buNone/>
              <a:defRPr sz="1400">
                <a:solidFill>
                  <a:schemeClr val="dk1"/>
                </a:solidFill>
                <a:latin typeface="Arial"/>
                <a:ea typeface="Arial"/>
                <a:cs typeface="Arial"/>
                <a:sym typeface="Arial"/>
              </a:defRPr>
            </a:lvl5pPr>
            <a:lvl6pPr indent="0" lvl="5" marL="0" marR="0" algn="r">
              <a:spcBef>
                <a:spcPts val="0"/>
              </a:spcBef>
              <a:spcAft>
                <a:spcPts val="0"/>
              </a:spcAft>
              <a:buNone/>
              <a:defRPr sz="1400">
                <a:solidFill>
                  <a:schemeClr val="dk1"/>
                </a:solidFill>
                <a:latin typeface="Arial"/>
                <a:ea typeface="Arial"/>
                <a:cs typeface="Arial"/>
                <a:sym typeface="Arial"/>
              </a:defRPr>
            </a:lvl6pPr>
            <a:lvl7pPr indent="0" lvl="6" marL="0" marR="0" algn="r">
              <a:spcBef>
                <a:spcPts val="0"/>
              </a:spcBef>
              <a:spcAft>
                <a:spcPts val="0"/>
              </a:spcAft>
              <a:buNone/>
              <a:defRPr sz="1400">
                <a:solidFill>
                  <a:schemeClr val="dk1"/>
                </a:solidFill>
                <a:latin typeface="Arial"/>
                <a:ea typeface="Arial"/>
                <a:cs typeface="Arial"/>
                <a:sym typeface="Arial"/>
              </a:defRPr>
            </a:lvl7pPr>
            <a:lvl8pPr indent="0" lvl="7" marL="0" marR="0" algn="r">
              <a:spcBef>
                <a:spcPts val="0"/>
              </a:spcBef>
              <a:spcAft>
                <a:spcPts val="0"/>
              </a:spcAft>
              <a:buNone/>
              <a:defRPr sz="1400">
                <a:solidFill>
                  <a:schemeClr val="dk1"/>
                </a:solidFill>
                <a:latin typeface="Arial"/>
                <a:ea typeface="Arial"/>
                <a:cs typeface="Arial"/>
                <a:sym typeface="Arial"/>
              </a:defRPr>
            </a:lvl8pPr>
            <a:lvl9pPr indent="0" lvl="8" marL="0" marR="0" algn="r">
              <a:spcBef>
                <a:spcPts val="0"/>
              </a:spcBef>
              <a:spcAft>
                <a:spcPts val="0"/>
              </a:spcAft>
              <a:buNone/>
              <a:defRPr sz="14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0" name="Google Shape;60;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431800" lvl="0" marL="457200" algn="l">
              <a:spcBef>
                <a:spcPts val="640"/>
              </a:spcBef>
              <a:spcAft>
                <a:spcPts val="0"/>
              </a:spcAft>
              <a:buClr>
                <a:schemeClr val="dk1"/>
              </a:buClr>
              <a:buSzPts val="3200"/>
              <a:buFont typeface="Arial"/>
              <a:buChar char="•"/>
              <a:defRPr sz="3200"/>
            </a:lvl1pPr>
            <a:lvl2pPr indent="-406400" lvl="1" marL="914400" algn="l">
              <a:spcBef>
                <a:spcPts val="560"/>
              </a:spcBef>
              <a:spcAft>
                <a:spcPts val="0"/>
              </a:spcAft>
              <a:buClr>
                <a:schemeClr val="dk1"/>
              </a:buClr>
              <a:buSzPts val="2800"/>
              <a:buFont typeface="Arial"/>
              <a:buChar char="–"/>
              <a:defRPr sz="2800"/>
            </a:lvl2pPr>
            <a:lvl3pPr indent="-381000" lvl="2" marL="1371600" algn="l">
              <a:spcBef>
                <a:spcPts val="480"/>
              </a:spcBef>
              <a:spcAft>
                <a:spcPts val="0"/>
              </a:spcAft>
              <a:buClr>
                <a:schemeClr val="dk1"/>
              </a:buClr>
              <a:buSzPts val="2400"/>
              <a:buFont typeface="Arial"/>
              <a:buChar char="•"/>
              <a:defRPr sz="2400"/>
            </a:lvl3pPr>
            <a:lvl4pPr indent="-355600" lvl="3" marL="1828800" algn="l">
              <a:spcBef>
                <a:spcPts val="400"/>
              </a:spcBef>
              <a:spcAft>
                <a:spcPts val="0"/>
              </a:spcAft>
              <a:buClr>
                <a:schemeClr val="dk1"/>
              </a:buClr>
              <a:buSzPts val="2000"/>
              <a:buFont typeface="Arial"/>
              <a:buChar char="–"/>
              <a:defRPr sz="2000"/>
            </a:lvl4pPr>
            <a:lvl5pPr indent="-355600" lvl="4" marL="2286000" algn="l">
              <a:spcBef>
                <a:spcPts val="400"/>
              </a:spcBef>
              <a:spcAft>
                <a:spcPts val="0"/>
              </a:spcAft>
              <a:buClr>
                <a:schemeClr val="dk1"/>
              </a:buClr>
              <a:buSzPts val="2000"/>
              <a:buFont typeface="Arial"/>
              <a:buChar char="»"/>
              <a:defRPr sz="2000"/>
            </a:lvl5pPr>
            <a:lvl6pPr indent="-355600" lvl="5" marL="2743200" algn="l">
              <a:spcBef>
                <a:spcPts val="400"/>
              </a:spcBef>
              <a:spcAft>
                <a:spcPts val="0"/>
              </a:spcAft>
              <a:buClr>
                <a:schemeClr val="dk1"/>
              </a:buClr>
              <a:buSzPts val="2000"/>
              <a:buFont typeface="Arial"/>
              <a:buChar char="»"/>
              <a:defRPr sz="2000"/>
            </a:lvl6pPr>
            <a:lvl7pPr indent="-355600" lvl="6" marL="3200400" algn="l">
              <a:spcBef>
                <a:spcPts val="400"/>
              </a:spcBef>
              <a:spcAft>
                <a:spcPts val="0"/>
              </a:spcAft>
              <a:buClr>
                <a:schemeClr val="dk1"/>
              </a:buClr>
              <a:buSzPts val="2000"/>
              <a:buFont typeface="Arial"/>
              <a:buChar char="»"/>
              <a:defRPr sz="2000"/>
            </a:lvl7pPr>
            <a:lvl8pPr indent="-355600" lvl="7" marL="3657600" algn="l">
              <a:spcBef>
                <a:spcPts val="400"/>
              </a:spcBef>
              <a:spcAft>
                <a:spcPts val="0"/>
              </a:spcAft>
              <a:buClr>
                <a:schemeClr val="dk1"/>
              </a:buClr>
              <a:buSzPts val="2000"/>
              <a:buFont typeface="Arial"/>
              <a:buChar char="»"/>
              <a:defRPr sz="2000"/>
            </a:lvl8pPr>
            <a:lvl9pPr indent="-355600" lvl="8" marL="4114800" algn="l">
              <a:spcBef>
                <a:spcPts val="400"/>
              </a:spcBef>
              <a:spcAft>
                <a:spcPts val="0"/>
              </a:spcAft>
              <a:buClr>
                <a:schemeClr val="dk1"/>
              </a:buClr>
              <a:buSzPts val="2000"/>
              <a:buFont typeface="Arial"/>
              <a:buChar char="»"/>
              <a:defRPr sz="2000"/>
            </a:lvl9pPr>
          </a:lstStyle>
          <a:p/>
        </p:txBody>
      </p:sp>
      <p:sp>
        <p:nvSpPr>
          <p:cNvPr id="61" name="Google Shape;61;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Font typeface="Arial"/>
              <a:buNone/>
              <a:defRPr sz="1400"/>
            </a:lvl1pPr>
            <a:lvl2pPr indent="-228600" lvl="1" marL="914400" algn="l">
              <a:spcBef>
                <a:spcPts val="240"/>
              </a:spcBef>
              <a:spcAft>
                <a:spcPts val="0"/>
              </a:spcAft>
              <a:buClr>
                <a:schemeClr val="dk1"/>
              </a:buClr>
              <a:buSzPts val="1200"/>
              <a:buFont typeface="Arial"/>
              <a:buNone/>
              <a:defRPr sz="1200"/>
            </a:lvl2pPr>
            <a:lvl3pPr indent="-228600" lvl="2" marL="1371600" algn="l">
              <a:spcBef>
                <a:spcPts val="200"/>
              </a:spcBef>
              <a:spcAft>
                <a:spcPts val="0"/>
              </a:spcAft>
              <a:buClr>
                <a:schemeClr val="dk1"/>
              </a:buClr>
              <a:buSzPts val="1000"/>
              <a:buFont typeface="Arial"/>
              <a:buNone/>
              <a:defRPr sz="1000"/>
            </a:lvl3pPr>
            <a:lvl4pPr indent="-228600" lvl="3" marL="1828800" algn="l">
              <a:spcBef>
                <a:spcPts val="180"/>
              </a:spcBef>
              <a:spcAft>
                <a:spcPts val="0"/>
              </a:spcAft>
              <a:buClr>
                <a:schemeClr val="dk1"/>
              </a:buClr>
              <a:buSzPts val="900"/>
              <a:buFont typeface="Arial"/>
              <a:buNone/>
              <a:defRPr sz="900"/>
            </a:lvl4pPr>
            <a:lvl5pPr indent="-228600" lvl="4" marL="2286000" algn="l">
              <a:spcBef>
                <a:spcPts val="180"/>
              </a:spcBef>
              <a:spcAft>
                <a:spcPts val="0"/>
              </a:spcAft>
              <a:buClr>
                <a:schemeClr val="dk1"/>
              </a:buClr>
              <a:buSzPts val="900"/>
              <a:buFont typeface="Arial"/>
              <a:buNone/>
              <a:defRPr sz="900"/>
            </a:lvl5pPr>
            <a:lvl6pPr indent="-228600" lvl="5" marL="2743200" algn="l">
              <a:spcBef>
                <a:spcPts val="180"/>
              </a:spcBef>
              <a:spcAft>
                <a:spcPts val="0"/>
              </a:spcAft>
              <a:buClr>
                <a:schemeClr val="dk1"/>
              </a:buClr>
              <a:buSzPts val="900"/>
              <a:buFont typeface="Arial"/>
              <a:buNone/>
              <a:defRPr sz="900"/>
            </a:lvl6pPr>
            <a:lvl7pPr indent="-228600" lvl="6" marL="3200400" algn="l">
              <a:spcBef>
                <a:spcPts val="180"/>
              </a:spcBef>
              <a:spcAft>
                <a:spcPts val="0"/>
              </a:spcAft>
              <a:buClr>
                <a:schemeClr val="dk1"/>
              </a:buClr>
              <a:buSzPts val="900"/>
              <a:buFont typeface="Arial"/>
              <a:buNone/>
              <a:defRPr sz="900"/>
            </a:lvl7pPr>
            <a:lvl8pPr indent="-228600" lvl="7" marL="3657600" algn="l">
              <a:spcBef>
                <a:spcPts val="180"/>
              </a:spcBef>
              <a:spcAft>
                <a:spcPts val="0"/>
              </a:spcAft>
              <a:buClr>
                <a:schemeClr val="dk1"/>
              </a:buClr>
              <a:buSzPts val="900"/>
              <a:buFont typeface="Arial"/>
              <a:buNone/>
              <a:defRPr sz="900"/>
            </a:lvl8pPr>
            <a:lvl9pPr indent="-228600" lvl="8" marL="4114800" algn="l">
              <a:spcBef>
                <a:spcPts val="180"/>
              </a:spcBef>
              <a:spcAft>
                <a:spcPts val="0"/>
              </a:spcAft>
              <a:buClr>
                <a:schemeClr val="dk1"/>
              </a:buClr>
              <a:buSzPts val="900"/>
              <a:buFont typeface="Arial"/>
              <a:buNone/>
              <a:defRPr sz="900"/>
            </a:lvl9pPr>
          </a:lstStyle>
          <a:p/>
        </p:txBody>
      </p:sp>
      <p:sp>
        <p:nvSpPr>
          <p:cNvPr id="62" name="Google Shape;62;p9"/>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9"/>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9"/>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chemeClr val="dk1"/>
                </a:solidFill>
                <a:latin typeface="Arial"/>
                <a:ea typeface="Arial"/>
                <a:cs typeface="Arial"/>
                <a:sym typeface="Arial"/>
              </a:defRPr>
            </a:lvl1pPr>
            <a:lvl2pPr indent="0" lvl="1" marL="0" marR="0" algn="r">
              <a:spcBef>
                <a:spcPts val="0"/>
              </a:spcBef>
              <a:spcAft>
                <a:spcPts val="0"/>
              </a:spcAft>
              <a:buNone/>
              <a:defRPr sz="1400">
                <a:solidFill>
                  <a:schemeClr val="dk1"/>
                </a:solidFill>
                <a:latin typeface="Arial"/>
                <a:ea typeface="Arial"/>
                <a:cs typeface="Arial"/>
                <a:sym typeface="Arial"/>
              </a:defRPr>
            </a:lvl2pPr>
            <a:lvl3pPr indent="0" lvl="2" marL="0" marR="0" algn="r">
              <a:spcBef>
                <a:spcPts val="0"/>
              </a:spcBef>
              <a:spcAft>
                <a:spcPts val="0"/>
              </a:spcAft>
              <a:buNone/>
              <a:defRPr sz="1400">
                <a:solidFill>
                  <a:schemeClr val="dk1"/>
                </a:solidFill>
                <a:latin typeface="Arial"/>
                <a:ea typeface="Arial"/>
                <a:cs typeface="Arial"/>
                <a:sym typeface="Arial"/>
              </a:defRPr>
            </a:lvl3pPr>
            <a:lvl4pPr indent="0" lvl="3" marL="0" marR="0" algn="r">
              <a:spcBef>
                <a:spcPts val="0"/>
              </a:spcBef>
              <a:spcAft>
                <a:spcPts val="0"/>
              </a:spcAft>
              <a:buNone/>
              <a:defRPr sz="1400">
                <a:solidFill>
                  <a:schemeClr val="dk1"/>
                </a:solidFill>
                <a:latin typeface="Arial"/>
                <a:ea typeface="Arial"/>
                <a:cs typeface="Arial"/>
                <a:sym typeface="Arial"/>
              </a:defRPr>
            </a:lvl4pPr>
            <a:lvl5pPr indent="0" lvl="4" marL="0" marR="0" algn="r">
              <a:spcBef>
                <a:spcPts val="0"/>
              </a:spcBef>
              <a:spcAft>
                <a:spcPts val="0"/>
              </a:spcAft>
              <a:buNone/>
              <a:defRPr sz="1400">
                <a:solidFill>
                  <a:schemeClr val="dk1"/>
                </a:solidFill>
                <a:latin typeface="Arial"/>
                <a:ea typeface="Arial"/>
                <a:cs typeface="Arial"/>
                <a:sym typeface="Arial"/>
              </a:defRPr>
            </a:lvl5pPr>
            <a:lvl6pPr indent="0" lvl="5" marL="0" marR="0" algn="r">
              <a:spcBef>
                <a:spcPts val="0"/>
              </a:spcBef>
              <a:spcAft>
                <a:spcPts val="0"/>
              </a:spcAft>
              <a:buNone/>
              <a:defRPr sz="1400">
                <a:solidFill>
                  <a:schemeClr val="dk1"/>
                </a:solidFill>
                <a:latin typeface="Arial"/>
                <a:ea typeface="Arial"/>
                <a:cs typeface="Arial"/>
                <a:sym typeface="Arial"/>
              </a:defRPr>
            </a:lvl6pPr>
            <a:lvl7pPr indent="0" lvl="6" marL="0" marR="0" algn="r">
              <a:spcBef>
                <a:spcPts val="0"/>
              </a:spcBef>
              <a:spcAft>
                <a:spcPts val="0"/>
              </a:spcAft>
              <a:buNone/>
              <a:defRPr sz="1400">
                <a:solidFill>
                  <a:schemeClr val="dk1"/>
                </a:solidFill>
                <a:latin typeface="Arial"/>
                <a:ea typeface="Arial"/>
                <a:cs typeface="Arial"/>
                <a:sym typeface="Arial"/>
              </a:defRPr>
            </a:lvl7pPr>
            <a:lvl8pPr indent="0" lvl="7" marL="0" marR="0" algn="r">
              <a:spcBef>
                <a:spcPts val="0"/>
              </a:spcBef>
              <a:spcAft>
                <a:spcPts val="0"/>
              </a:spcAft>
              <a:buNone/>
              <a:defRPr sz="1400">
                <a:solidFill>
                  <a:schemeClr val="dk1"/>
                </a:solidFill>
                <a:latin typeface="Arial"/>
                <a:ea typeface="Arial"/>
                <a:cs typeface="Arial"/>
                <a:sym typeface="Arial"/>
              </a:defRPr>
            </a:lvl8pPr>
            <a:lvl9pPr indent="0" lvl="8" marL="0" marR="0" algn="r">
              <a:spcBef>
                <a:spcPts val="0"/>
              </a:spcBef>
              <a:spcAft>
                <a:spcPts val="0"/>
              </a:spcAft>
              <a:buNone/>
              <a:defRPr sz="14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7" name="Google Shape;67;p10"/>
          <p:cNvSpPr/>
          <p:nvPr>
            <p:ph idx="2" type="pic"/>
          </p:nvPr>
        </p:nvSpPr>
        <p:spPr>
          <a:xfrm>
            <a:off x="1792288" y="612775"/>
            <a:ext cx="5486400" cy="4114800"/>
          </a:xfrm>
          <a:prstGeom prst="rect">
            <a:avLst/>
          </a:prstGeom>
          <a:noFill/>
          <a:ln>
            <a:noFill/>
          </a:ln>
        </p:spPr>
      </p:sp>
      <p:sp>
        <p:nvSpPr>
          <p:cNvPr id="68" name="Google Shape;68;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Font typeface="Arial"/>
              <a:buNone/>
              <a:defRPr sz="1400"/>
            </a:lvl1pPr>
            <a:lvl2pPr indent="-228600" lvl="1" marL="914400" algn="l">
              <a:spcBef>
                <a:spcPts val="240"/>
              </a:spcBef>
              <a:spcAft>
                <a:spcPts val="0"/>
              </a:spcAft>
              <a:buClr>
                <a:schemeClr val="dk1"/>
              </a:buClr>
              <a:buSzPts val="1200"/>
              <a:buFont typeface="Arial"/>
              <a:buNone/>
              <a:defRPr sz="1200"/>
            </a:lvl2pPr>
            <a:lvl3pPr indent="-228600" lvl="2" marL="1371600" algn="l">
              <a:spcBef>
                <a:spcPts val="200"/>
              </a:spcBef>
              <a:spcAft>
                <a:spcPts val="0"/>
              </a:spcAft>
              <a:buClr>
                <a:schemeClr val="dk1"/>
              </a:buClr>
              <a:buSzPts val="1000"/>
              <a:buFont typeface="Arial"/>
              <a:buNone/>
              <a:defRPr sz="1000"/>
            </a:lvl3pPr>
            <a:lvl4pPr indent="-228600" lvl="3" marL="1828800" algn="l">
              <a:spcBef>
                <a:spcPts val="180"/>
              </a:spcBef>
              <a:spcAft>
                <a:spcPts val="0"/>
              </a:spcAft>
              <a:buClr>
                <a:schemeClr val="dk1"/>
              </a:buClr>
              <a:buSzPts val="900"/>
              <a:buFont typeface="Arial"/>
              <a:buNone/>
              <a:defRPr sz="900"/>
            </a:lvl4pPr>
            <a:lvl5pPr indent="-228600" lvl="4" marL="2286000" algn="l">
              <a:spcBef>
                <a:spcPts val="180"/>
              </a:spcBef>
              <a:spcAft>
                <a:spcPts val="0"/>
              </a:spcAft>
              <a:buClr>
                <a:schemeClr val="dk1"/>
              </a:buClr>
              <a:buSzPts val="900"/>
              <a:buFont typeface="Arial"/>
              <a:buNone/>
              <a:defRPr sz="900"/>
            </a:lvl5pPr>
            <a:lvl6pPr indent="-228600" lvl="5" marL="2743200" algn="l">
              <a:spcBef>
                <a:spcPts val="180"/>
              </a:spcBef>
              <a:spcAft>
                <a:spcPts val="0"/>
              </a:spcAft>
              <a:buClr>
                <a:schemeClr val="dk1"/>
              </a:buClr>
              <a:buSzPts val="900"/>
              <a:buFont typeface="Arial"/>
              <a:buNone/>
              <a:defRPr sz="900"/>
            </a:lvl6pPr>
            <a:lvl7pPr indent="-228600" lvl="6" marL="3200400" algn="l">
              <a:spcBef>
                <a:spcPts val="180"/>
              </a:spcBef>
              <a:spcAft>
                <a:spcPts val="0"/>
              </a:spcAft>
              <a:buClr>
                <a:schemeClr val="dk1"/>
              </a:buClr>
              <a:buSzPts val="900"/>
              <a:buFont typeface="Arial"/>
              <a:buNone/>
              <a:defRPr sz="900"/>
            </a:lvl7pPr>
            <a:lvl8pPr indent="-228600" lvl="7" marL="3657600" algn="l">
              <a:spcBef>
                <a:spcPts val="180"/>
              </a:spcBef>
              <a:spcAft>
                <a:spcPts val="0"/>
              </a:spcAft>
              <a:buClr>
                <a:schemeClr val="dk1"/>
              </a:buClr>
              <a:buSzPts val="900"/>
              <a:buFont typeface="Arial"/>
              <a:buNone/>
              <a:defRPr sz="900"/>
            </a:lvl8pPr>
            <a:lvl9pPr indent="-228600" lvl="8" marL="4114800" algn="l">
              <a:spcBef>
                <a:spcPts val="180"/>
              </a:spcBef>
              <a:spcAft>
                <a:spcPts val="0"/>
              </a:spcAft>
              <a:buClr>
                <a:schemeClr val="dk1"/>
              </a:buClr>
              <a:buSzPts val="900"/>
              <a:buFont typeface="Arial"/>
              <a:buNone/>
              <a:defRPr sz="900"/>
            </a:lvl9pPr>
          </a:lstStyle>
          <a:p/>
        </p:txBody>
      </p:sp>
      <p:sp>
        <p:nvSpPr>
          <p:cNvPr id="69" name="Google Shape;69;p10"/>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0"/>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0"/>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chemeClr val="dk1"/>
                </a:solidFill>
                <a:latin typeface="Arial"/>
                <a:ea typeface="Arial"/>
                <a:cs typeface="Arial"/>
                <a:sym typeface="Arial"/>
              </a:defRPr>
            </a:lvl1pPr>
            <a:lvl2pPr indent="0" lvl="1" marL="0" marR="0" algn="r">
              <a:spcBef>
                <a:spcPts val="0"/>
              </a:spcBef>
              <a:spcAft>
                <a:spcPts val="0"/>
              </a:spcAft>
              <a:buNone/>
              <a:defRPr sz="1400">
                <a:solidFill>
                  <a:schemeClr val="dk1"/>
                </a:solidFill>
                <a:latin typeface="Arial"/>
                <a:ea typeface="Arial"/>
                <a:cs typeface="Arial"/>
                <a:sym typeface="Arial"/>
              </a:defRPr>
            </a:lvl2pPr>
            <a:lvl3pPr indent="0" lvl="2" marL="0" marR="0" algn="r">
              <a:spcBef>
                <a:spcPts val="0"/>
              </a:spcBef>
              <a:spcAft>
                <a:spcPts val="0"/>
              </a:spcAft>
              <a:buNone/>
              <a:defRPr sz="1400">
                <a:solidFill>
                  <a:schemeClr val="dk1"/>
                </a:solidFill>
                <a:latin typeface="Arial"/>
                <a:ea typeface="Arial"/>
                <a:cs typeface="Arial"/>
                <a:sym typeface="Arial"/>
              </a:defRPr>
            </a:lvl3pPr>
            <a:lvl4pPr indent="0" lvl="3" marL="0" marR="0" algn="r">
              <a:spcBef>
                <a:spcPts val="0"/>
              </a:spcBef>
              <a:spcAft>
                <a:spcPts val="0"/>
              </a:spcAft>
              <a:buNone/>
              <a:defRPr sz="1400">
                <a:solidFill>
                  <a:schemeClr val="dk1"/>
                </a:solidFill>
                <a:latin typeface="Arial"/>
                <a:ea typeface="Arial"/>
                <a:cs typeface="Arial"/>
                <a:sym typeface="Arial"/>
              </a:defRPr>
            </a:lvl4pPr>
            <a:lvl5pPr indent="0" lvl="4" marL="0" marR="0" algn="r">
              <a:spcBef>
                <a:spcPts val="0"/>
              </a:spcBef>
              <a:spcAft>
                <a:spcPts val="0"/>
              </a:spcAft>
              <a:buNone/>
              <a:defRPr sz="1400">
                <a:solidFill>
                  <a:schemeClr val="dk1"/>
                </a:solidFill>
                <a:latin typeface="Arial"/>
                <a:ea typeface="Arial"/>
                <a:cs typeface="Arial"/>
                <a:sym typeface="Arial"/>
              </a:defRPr>
            </a:lvl5pPr>
            <a:lvl6pPr indent="0" lvl="5" marL="0" marR="0" algn="r">
              <a:spcBef>
                <a:spcPts val="0"/>
              </a:spcBef>
              <a:spcAft>
                <a:spcPts val="0"/>
              </a:spcAft>
              <a:buNone/>
              <a:defRPr sz="1400">
                <a:solidFill>
                  <a:schemeClr val="dk1"/>
                </a:solidFill>
                <a:latin typeface="Arial"/>
                <a:ea typeface="Arial"/>
                <a:cs typeface="Arial"/>
                <a:sym typeface="Arial"/>
              </a:defRPr>
            </a:lvl6pPr>
            <a:lvl7pPr indent="0" lvl="6" marL="0" marR="0" algn="r">
              <a:spcBef>
                <a:spcPts val="0"/>
              </a:spcBef>
              <a:spcAft>
                <a:spcPts val="0"/>
              </a:spcAft>
              <a:buNone/>
              <a:defRPr sz="1400">
                <a:solidFill>
                  <a:schemeClr val="dk1"/>
                </a:solidFill>
                <a:latin typeface="Arial"/>
                <a:ea typeface="Arial"/>
                <a:cs typeface="Arial"/>
                <a:sym typeface="Arial"/>
              </a:defRPr>
            </a:lvl7pPr>
            <a:lvl8pPr indent="0" lvl="7" marL="0" marR="0" algn="r">
              <a:spcBef>
                <a:spcPts val="0"/>
              </a:spcBef>
              <a:spcAft>
                <a:spcPts val="0"/>
              </a:spcAft>
              <a:buNone/>
              <a:defRPr sz="1400">
                <a:solidFill>
                  <a:schemeClr val="dk1"/>
                </a:solidFill>
                <a:latin typeface="Arial"/>
                <a:ea typeface="Arial"/>
                <a:cs typeface="Arial"/>
                <a:sym typeface="Arial"/>
              </a:defRPr>
            </a:lvl8pPr>
            <a:lvl9pPr indent="0" lvl="8" marL="0" marR="0" algn="r">
              <a:spcBef>
                <a:spcPts val="0"/>
              </a:spcBef>
              <a:spcAft>
                <a:spcPts val="0"/>
              </a:spcAft>
              <a:buNone/>
              <a:defRPr sz="14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4" name="Google Shape;74;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11"/>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1"/>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1"/>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chemeClr val="dk1"/>
                </a:solidFill>
                <a:latin typeface="Arial"/>
                <a:ea typeface="Arial"/>
                <a:cs typeface="Arial"/>
                <a:sym typeface="Arial"/>
              </a:defRPr>
            </a:lvl1pPr>
            <a:lvl2pPr indent="0" lvl="1" marL="0" marR="0" algn="r">
              <a:spcBef>
                <a:spcPts val="0"/>
              </a:spcBef>
              <a:spcAft>
                <a:spcPts val="0"/>
              </a:spcAft>
              <a:buNone/>
              <a:defRPr sz="1400">
                <a:solidFill>
                  <a:schemeClr val="dk1"/>
                </a:solidFill>
                <a:latin typeface="Arial"/>
                <a:ea typeface="Arial"/>
                <a:cs typeface="Arial"/>
                <a:sym typeface="Arial"/>
              </a:defRPr>
            </a:lvl2pPr>
            <a:lvl3pPr indent="0" lvl="2" marL="0" marR="0" algn="r">
              <a:spcBef>
                <a:spcPts val="0"/>
              </a:spcBef>
              <a:spcAft>
                <a:spcPts val="0"/>
              </a:spcAft>
              <a:buNone/>
              <a:defRPr sz="1400">
                <a:solidFill>
                  <a:schemeClr val="dk1"/>
                </a:solidFill>
                <a:latin typeface="Arial"/>
                <a:ea typeface="Arial"/>
                <a:cs typeface="Arial"/>
                <a:sym typeface="Arial"/>
              </a:defRPr>
            </a:lvl3pPr>
            <a:lvl4pPr indent="0" lvl="3" marL="0" marR="0" algn="r">
              <a:spcBef>
                <a:spcPts val="0"/>
              </a:spcBef>
              <a:spcAft>
                <a:spcPts val="0"/>
              </a:spcAft>
              <a:buNone/>
              <a:defRPr sz="1400">
                <a:solidFill>
                  <a:schemeClr val="dk1"/>
                </a:solidFill>
                <a:latin typeface="Arial"/>
                <a:ea typeface="Arial"/>
                <a:cs typeface="Arial"/>
                <a:sym typeface="Arial"/>
              </a:defRPr>
            </a:lvl4pPr>
            <a:lvl5pPr indent="0" lvl="4" marL="0" marR="0" algn="r">
              <a:spcBef>
                <a:spcPts val="0"/>
              </a:spcBef>
              <a:spcAft>
                <a:spcPts val="0"/>
              </a:spcAft>
              <a:buNone/>
              <a:defRPr sz="1400">
                <a:solidFill>
                  <a:schemeClr val="dk1"/>
                </a:solidFill>
                <a:latin typeface="Arial"/>
                <a:ea typeface="Arial"/>
                <a:cs typeface="Arial"/>
                <a:sym typeface="Arial"/>
              </a:defRPr>
            </a:lvl5pPr>
            <a:lvl6pPr indent="0" lvl="5" marL="0" marR="0" algn="r">
              <a:spcBef>
                <a:spcPts val="0"/>
              </a:spcBef>
              <a:spcAft>
                <a:spcPts val="0"/>
              </a:spcAft>
              <a:buNone/>
              <a:defRPr sz="1400">
                <a:solidFill>
                  <a:schemeClr val="dk1"/>
                </a:solidFill>
                <a:latin typeface="Arial"/>
                <a:ea typeface="Arial"/>
                <a:cs typeface="Arial"/>
                <a:sym typeface="Arial"/>
              </a:defRPr>
            </a:lvl6pPr>
            <a:lvl7pPr indent="0" lvl="6" marL="0" marR="0" algn="r">
              <a:spcBef>
                <a:spcPts val="0"/>
              </a:spcBef>
              <a:spcAft>
                <a:spcPts val="0"/>
              </a:spcAft>
              <a:buNone/>
              <a:defRPr sz="1400">
                <a:solidFill>
                  <a:schemeClr val="dk1"/>
                </a:solidFill>
                <a:latin typeface="Arial"/>
                <a:ea typeface="Arial"/>
                <a:cs typeface="Arial"/>
                <a:sym typeface="Arial"/>
              </a:defRPr>
            </a:lvl7pPr>
            <a:lvl8pPr indent="0" lvl="7" marL="0" marR="0" algn="r">
              <a:spcBef>
                <a:spcPts val="0"/>
              </a:spcBef>
              <a:spcAft>
                <a:spcPts val="0"/>
              </a:spcAft>
              <a:buNone/>
              <a:defRPr sz="1400">
                <a:solidFill>
                  <a:schemeClr val="dk1"/>
                </a:solidFill>
                <a:latin typeface="Arial"/>
                <a:ea typeface="Arial"/>
                <a:cs typeface="Arial"/>
                <a:sym typeface="Arial"/>
              </a:defRPr>
            </a:lvl8pPr>
            <a:lvl9pPr indent="0" lvl="8" marL="0" marR="0" algn="r">
              <a:spcBef>
                <a:spcPts val="0"/>
              </a:spcBef>
              <a:spcAft>
                <a:spcPts val="0"/>
              </a:spcAft>
              <a:buNone/>
              <a:defRPr sz="14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80" name="Google Shape;80;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12"/>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2"/>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2"/>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chemeClr val="dk1"/>
                </a:solidFill>
                <a:latin typeface="Arial"/>
                <a:ea typeface="Arial"/>
                <a:cs typeface="Arial"/>
                <a:sym typeface="Arial"/>
              </a:defRPr>
            </a:lvl1pPr>
            <a:lvl2pPr indent="0" lvl="1" marL="0" marR="0" algn="r">
              <a:spcBef>
                <a:spcPts val="0"/>
              </a:spcBef>
              <a:spcAft>
                <a:spcPts val="0"/>
              </a:spcAft>
              <a:buNone/>
              <a:defRPr sz="1400">
                <a:solidFill>
                  <a:schemeClr val="dk1"/>
                </a:solidFill>
                <a:latin typeface="Arial"/>
                <a:ea typeface="Arial"/>
                <a:cs typeface="Arial"/>
                <a:sym typeface="Arial"/>
              </a:defRPr>
            </a:lvl2pPr>
            <a:lvl3pPr indent="0" lvl="2" marL="0" marR="0" algn="r">
              <a:spcBef>
                <a:spcPts val="0"/>
              </a:spcBef>
              <a:spcAft>
                <a:spcPts val="0"/>
              </a:spcAft>
              <a:buNone/>
              <a:defRPr sz="1400">
                <a:solidFill>
                  <a:schemeClr val="dk1"/>
                </a:solidFill>
                <a:latin typeface="Arial"/>
                <a:ea typeface="Arial"/>
                <a:cs typeface="Arial"/>
                <a:sym typeface="Arial"/>
              </a:defRPr>
            </a:lvl3pPr>
            <a:lvl4pPr indent="0" lvl="3" marL="0" marR="0" algn="r">
              <a:spcBef>
                <a:spcPts val="0"/>
              </a:spcBef>
              <a:spcAft>
                <a:spcPts val="0"/>
              </a:spcAft>
              <a:buNone/>
              <a:defRPr sz="1400">
                <a:solidFill>
                  <a:schemeClr val="dk1"/>
                </a:solidFill>
                <a:latin typeface="Arial"/>
                <a:ea typeface="Arial"/>
                <a:cs typeface="Arial"/>
                <a:sym typeface="Arial"/>
              </a:defRPr>
            </a:lvl4pPr>
            <a:lvl5pPr indent="0" lvl="4" marL="0" marR="0" algn="r">
              <a:spcBef>
                <a:spcPts val="0"/>
              </a:spcBef>
              <a:spcAft>
                <a:spcPts val="0"/>
              </a:spcAft>
              <a:buNone/>
              <a:defRPr sz="1400">
                <a:solidFill>
                  <a:schemeClr val="dk1"/>
                </a:solidFill>
                <a:latin typeface="Arial"/>
                <a:ea typeface="Arial"/>
                <a:cs typeface="Arial"/>
                <a:sym typeface="Arial"/>
              </a:defRPr>
            </a:lvl5pPr>
            <a:lvl6pPr indent="0" lvl="5" marL="0" marR="0" algn="r">
              <a:spcBef>
                <a:spcPts val="0"/>
              </a:spcBef>
              <a:spcAft>
                <a:spcPts val="0"/>
              </a:spcAft>
              <a:buNone/>
              <a:defRPr sz="1400">
                <a:solidFill>
                  <a:schemeClr val="dk1"/>
                </a:solidFill>
                <a:latin typeface="Arial"/>
                <a:ea typeface="Arial"/>
                <a:cs typeface="Arial"/>
                <a:sym typeface="Arial"/>
              </a:defRPr>
            </a:lvl6pPr>
            <a:lvl7pPr indent="0" lvl="6" marL="0" marR="0" algn="r">
              <a:spcBef>
                <a:spcPts val="0"/>
              </a:spcBef>
              <a:spcAft>
                <a:spcPts val="0"/>
              </a:spcAft>
              <a:buNone/>
              <a:defRPr sz="1400">
                <a:solidFill>
                  <a:schemeClr val="dk1"/>
                </a:solidFill>
                <a:latin typeface="Arial"/>
                <a:ea typeface="Arial"/>
                <a:cs typeface="Arial"/>
                <a:sym typeface="Arial"/>
              </a:defRPr>
            </a:lvl7pPr>
            <a:lvl8pPr indent="0" lvl="7" marL="0" marR="0" algn="r">
              <a:spcBef>
                <a:spcPts val="0"/>
              </a:spcBef>
              <a:spcAft>
                <a:spcPts val="0"/>
              </a:spcAft>
              <a:buNone/>
              <a:defRPr sz="1400">
                <a:solidFill>
                  <a:schemeClr val="dk1"/>
                </a:solidFill>
                <a:latin typeface="Arial"/>
                <a:ea typeface="Arial"/>
                <a:cs typeface="Arial"/>
                <a:sym typeface="Arial"/>
              </a:defRPr>
            </a:lvl8pPr>
            <a:lvl9pPr indent="0" lvl="8" marL="0" marR="0" algn="r">
              <a:spcBef>
                <a:spcPts val="0"/>
              </a:spcBef>
              <a:spcAft>
                <a:spcPts val="0"/>
              </a:spcAft>
              <a:buNone/>
              <a:defRPr sz="14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1pPr>
            <a:lvl2pPr lvl="1"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2pPr>
            <a:lvl3pPr lvl="2"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3pPr>
            <a:lvl4pPr lvl="3"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4pPr>
            <a:lvl5pPr lvl="4"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5pPr>
            <a:lvl6pPr lvl="5"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6pPr>
            <a:lvl7pPr lvl="6"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7pPr>
            <a:lvl8pPr lvl="7"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8pPr>
            <a:lvl9pPr lvl="8"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9pPr>
          </a:lstStyle>
          <a:p/>
        </p:txBody>
      </p:sp>
      <p:sp>
        <p:nvSpPr>
          <p:cNvPr id="11" name="Google Shape;11;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2" name="Google Shape;12;p1"/>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4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2000" u="none" cap="none" strike="noStrike">
                <a:solidFill>
                  <a:schemeClr val="dk1"/>
                </a:solidFill>
                <a:latin typeface="Courier New"/>
                <a:ea typeface="Courier New"/>
                <a:cs typeface="Courier New"/>
                <a:sym typeface="Courier New"/>
              </a:defRPr>
            </a:lvl2pPr>
            <a:lvl3pPr lvl="2" marR="0" rtl="0" algn="l">
              <a:spcBef>
                <a:spcPts val="0"/>
              </a:spcBef>
              <a:spcAft>
                <a:spcPts val="0"/>
              </a:spcAft>
              <a:buSzPts val="1400"/>
              <a:buNone/>
              <a:defRPr b="0" i="0" sz="2000" u="none" cap="none" strike="noStrike">
                <a:solidFill>
                  <a:schemeClr val="dk1"/>
                </a:solidFill>
                <a:latin typeface="Courier New"/>
                <a:ea typeface="Courier New"/>
                <a:cs typeface="Courier New"/>
                <a:sym typeface="Courier New"/>
              </a:defRPr>
            </a:lvl3pPr>
            <a:lvl4pPr lvl="3" marR="0" rtl="0" algn="l">
              <a:spcBef>
                <a:spcPts val="0"/>
              </a:spcBef>
              <a:spcAft>
                <a:spcPts val="0"/>
              </a:spcAft>
              <a:buSzPts val="1400"/>
              <a:buNone/>
              <a:defRPr b="0" i="0" sz="2000" u="none" cap="none" strike="noStrike">
                <a:solidFill>
                  <a:schemeClr val="dk1"/>
                </a:solidFill>
                <a:latin typeface="Courier New"/>
                <a:ea typeface="Courier New"/>
                <a:cs typeface="Courier New"/>
                <a:sym typeface="Courier New"/>
              </a:defRPr>
            </a:lvl4pPr>
            <a:lvl5pPr lvl="4" marR="0" rtl="0" algn="l">
              <a:spcBef>
                <a:spcPts val="0"/>
              </a:spcBef>
              <a:spcAft>
                <a:spcPts val="0"/>
              </a:spcAft>
              <a:buSzPts val="1400"/>
              <a:buNone/>
              <a:defRPr b="0" i="0" sz="2000" u="none" cap="none" strike="noStrike">
                <a:solidFill>
                  <a:schemeClr val="dk1"/>
                </a:solidFill>
                <a:latin typeface="Courier New"/>
                <a:ea typeface="Courier New"/>
                <a:cs typeface="Courier New"/>
                <a:sym typeface="Courier New"/>
              </a:defRPr>
            </a:lvl5pPr>
            <a:lvl6pPr lvl="5" marR="0" rtl="0" algn="l">
              <a:spcBef>
                <a:spcPts val="0"/>
              </a:spcBef>
              <a:spcAft>
                <a:spcPts val="0"/>
              </a:spcAft>
              <a:buSzPts val="1400"/>
              <a:buNone/>
              <a:defRPr b="0" i="0" sz="2000" u="none" cap="none" strike="noStrike">
                <a:solidFill>
                  <a:schemeClr val="dk1"/>
                </a:solidFill>
                <a:latin typeface="Courier New"/>
                <a:ea typeface="Courier New"/>
                <a:cs typeface="Courier New"/>
                <a:sym typeface="Courier New"/>
              </a:defRPr>
            </a:lvl6pPr>
            <a:lvl7pPr lvl="6" marR="0" rtl="0" algn="l">
              <a:spcBef>
                <a:spcPts val="0"/>
              </a:spcBef>
              <a:spcAft>
                <a:spcPts val="0"/>
              </a:spcAft>
              <a:buSzPts val="1400"/>
              <a:buNone/>
              <a:defRPr b="0" i="0" sz="2000" u="none" cap="none" strike="noStrike">
                <a:solidFill>
                  <a:schemeClr val="dk1"/>
                </a:solidFill>
                <a:latin typeface="Courier New"/>
                <a:ea typeface="Courier New"/>
                <a:cs typeface="Courier New"/>
                <a:sym typeface="Courier New"/>
              </a:defRPr>
            </a:lvl7pPr>
            <a:lvl8pPr lvl="7" marR="0" rtl="0" algn="l">
              <a:spcBef>
                <a:spcPts val="0"/>
              </a:spcBef>
              <a:spcAft>
                <a:spcPts val="0"/>
              </a:spcAft>
              <a:buSzPts val="1400"/>
              <a:buNone/>
              <a:defRPr b="0" i="0" sz="2000" u="none" cap="none" strike="noStrike">
                <a:solidFill>
                  <a:schemeClr val="dk1"/>
                </a:solidFill>
                <a:latin typeface="Courier New"/>
                <a:ea typeface="Courier New"/>
                <a:cs typeface="Courier New"/>
                <a:sym typeface="Courier New"/>
              </a:defRPr>
            </a:lvl8pPr>
            <a:lvl9pPr lvl="8" marR="0" rtl="0" algn="l">
              <a:spcBef>
                <a:spcPts val="0"/>
              </a:spcBef>
              <a:spcAft>
                <a:spcPts val="0"/>
              </a:spcAft>
              <a:buSzPts val="1400"/>
              <a:buNone/>
              <a:defRPr b="0" i="0" sz="2000" u="none" cap="none" strike="noStrike">
                <a:solidFill>
                  <a:schemeClr val="dk1"/>
                </a:solidFill>
                <a:latin typeface="Courier New"/>
                <a:ea typeface="Courier New"/>
                <a:cs typeface="Courier New"/>
                <a:sym typeface="Courier New"/>
              </a:defRPr>
            </a:lvl9pPr>
          </a:lstStyle>
          <a:p/>
        </p:txBody>
      </p:sp>
      <p:sp>
        <p:nvSpPr>
          <p:cNvPr id="13" name="Google Shape;13;p1"/>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14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2000" u="none" cap="none" strike="noStrike">
                <a:solidFill>
                  <a:schemeClr val="dk1"/>
                </a:solidFill>
                <a:latin typeface="Courier New"/>
                <a:ea typeface="Courier New"/>
                <a:cs typeface="Courier New"/>
                <a:sym typeface="Courier New"/>
              </a:defRPr>
            </a:lvl2pPr>
            <a:lvl3pPr lvl="2" marR="0" rtl="0" algn="l">
              <a:spcBef>
                <a:spcPts val="0"/>
              </a:spcBef>
              <a:spcAft>
                <a:spcPts val="0"/>
              </a:spcAft>
              <a:buSzPts val="1400"/>
              <a:buNone/>
              <a:defRPr b="0" i="0" sz="2000" u="none" cap="none" strike="noStrike">
                <a:solidFill>
                  <a:schemeClr val="dk1"/>
                </a:solidFill>
                <a:latin typeface="Courier New"/>
                <a:ea typeface="Courier New"/>
                <a:cs typeface="Courier New"/>
                <a:sym typeface="Courier New"/>
              </a:defRPr>
            </a:lvl3pPr>
            <a:lvl4pPr lvl="3" marR="0" rtl="0" algn="l">
              <a:spcBef>
                <a:spcPts val="0"/>
              </a:spcBef>
              <a:spcAft>
                <a:spcPts val="0"/>
              </a:spcAft>
              <a:buSzPts val="1400"/>
              <a:buNone/>
              <a:defRPr b="0" i="0" sz="2000" u="none" cap="none" strike="noStrike">
                <a:solidFill>
                  <a:schemeClr val="dk1"/>
                </a:solidFill>
                <a:latin typeface="Courier New"/>
                <a:ea typeface="Courier New"/>
                <a:cs typeface="Courier New"/>
                <a:sym typeface="Courier New"/>
              </a:defRPr>
            </a:lvl4pPr>
            <a:lvl5pPr lvl="4" marR="0" rtl="0" algn="l">
              <a:spcBef>
                <a:spcPts val="0"/>
              </a:spcBef>
              <a:spcAft>
                <a:spcPts val="0"/>
              </a:spcAft>
              <a:buSzPts val="1400"/>
              <a:buNone/>
              <a:defRPr b="0" i="0" sz="2000" u="none" cap="none" strike="noStrike">
                <a:solidFill>
                  <a:schemeClr val="dk1"/>
                </a:solidFill>
                <a:latin typeface="Courier New"/>
                <a:ea typeface="Courier New"/>
                <a:cs typeface="Courier New"/>
                <a:sym typeface="Courier New"/>
              </a:defRPr>
            </a:lvl5pPr>
            <a:lvl6pPr lvl="5" marR="0" rtl="0" algn="l">
              <a:spcBef>
                <a:spcPts val="0"/>
              </a:spcBef>
              <a:spcAft>
                <a:spcPts val="0"/>
              </a:spcAft>
              <a:buSzPts val="1400"/>
              <a:buNone/>
              <a:defRPr b="0" i="0" sz="2000" u="none" cap="none" strike="noStrike">
                <a:solidFill>
                  <a:schemeClr val="dk1"/>
                </a:solidFill>
                <a:latin typeface="Courier New"/>
                <a:ea typeface="Courier New"/>
                <a:cs typeface="Courier New"/>
                <a:sym typeface="Courier New"/>
              </a:defRPr>
            </a:lvl6pPr>
            <a:lvl7pPr lvl="6" marR="0" rtl="0" algn="l">
              <a:spcBef>
                <a:spcPts val="0"/>
              </a:spcBef>
              <a:spcAft>
                <a:spcPts val="0"/>
              </a:spcAft>
              <a:buSzPts val="1400"/>
              <a:buNone/>
              <a:defRPr b="0" i="0" sz="2000" u="none" cap="none" strike="noStrike">
                <a:solidFill>
                  <a:schemeClr val="dk1"/>
                </a:solidFill>
                <a:latin typeface="Courier New"/>
                <a:ea typeface="Courier New"/>
                <a:cs typeface="Courier New"/>
                <a:sym typeface="Courier New"/>
              </a:defRPr>
            </a:lvl7pPr>
            <a:lvl8pPr lvl="7" marR="0" rtl="0" algn="l">
              <a:spcBef>
                <a:spcPts val="0"/>
              </a:spcBef>
              <a:spcAft>
                <a:spcPts val="0"/>
              </a:spcAft>
              <a:buSzPts val="1400"/>
              <a:buNone/>
              <a:defRPr b="0" i="0" sz="2000" u="none" cap="none" strike="noStrike">
                <a:solidFill>
                  <a:schemeClr val="dk1"/>
                </a:solidFill>
                <a:latin typeface="Courier New"/>
                <a:ea typeface="Courier New"/>
                <a:cs typeface="Courier New"/>
                <a:sym typeface="Courier New"/>
              </a:defRPr>
            </a:lvl8pPr>
            <a:lvl9pPr lvl="8" marR="0" rtl="0" algn="l">
              <a:spcBef>
                <a:spcPts val="0"/>
              </a:spcBef>
              <a:spcAft>
                <a:spcPts val="0"/>
              </a:spcAft>
              <a:buSzPts val="1400"/>
              <a:buNone/>
              <a:defRPr b="0" i="0" sz="2000" u="none" cap="none" strike="noStrike">
                <a:solidFill>
                  <a:schemeClr val="dk1"/>
                </a:solidFill>
                <a:latin typeface="Courier New"/>
                <a:ea typeface="Courier New"/>
                <a:cs typeface="Courier New"/>
                <a:sym typeface="Courier New"/>
              </a:defRPr>
            </a:lvl9pPr>
          </a:lstStyle>
          <a:p/>
        </p:txBody>
      </p:sp>
      <p:sp>
        <p:nvSpPr>
          <p:cNvPr id="14" name="Google Shape;14;p1"/>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spcAft>
                <a:spcPts val="0"/>
              </a:spcAft>
              <a:buNone/>
              <a:defRPr b="0" i="0" sz="1400" u="none" cap="none" strike="noStrike">
                <a:solidFill>
                  <a:schemeClr val="dk1"/>
                </a:solidFill>
                <a:latin typeface="Arial"/>
                <a:ea typeface="Arial"/>
                <a:cs typeface="Arial"/>
                <a:sym typeface="Arial"/>
              </a:defRPr>
            </a:lvl1pPr>
            <a:lvl2pPr indent="0" lvl="1" marL="0" marR="0" rtl="0" algn="r">
              <a:spcBef>
                <a:spcPts val="0"/>
              </a:spcBef>
              <a:spcAft>
                <a:spcPts val="0"/>
              </a:spcAft>
              <a:buNone/>
              <a:defRPr b="0" i="0" sz="1400" u="none" cap="none" strike="noStrike">
                <a:solidFill>
                  <a:schemeClr val="dk1"/>
                </a:solidFill>
                <a:latin typeface="Arial"/>
                <a:ea typeface="Arial"/>
                <a:cs typeface="Arial"/>
                <a:sym typeface="Arial"/>
              </a:defRPr>
            </a:lvl2pPr>
            <a:lvl3pPr indent="0" lvl="2" marL="0" marR="0" rtl="0" algn="r">
              <a:spcBef>
                <a:spcPts val="0"/>
              </a:spcBef>
              <a:spcAft>
                <a:spcPts val="0"/>
              </a:spcAft>
              <a:buNone/>
              <a:defRPr b="0" i="0" sz="1400" u="none" cap="none" strike="noStrike">
                <a:solidFill>
                  <a:schemeClr val="dk1"/>
                </a:solidFill>
                <a:latin typeface="Arial"/>
                <a:ea typeface="Arial"/>
                <a:cs typeface="Arial"/>
                <a:sym typeface="Arial"/>
              </a:defRPr>
            </a:lvl3pPr>
            <a:lvl4pPr indent="0" lvl="3" marL="0" marR="0" rtl="0" algn="r">
              <a:spcBef>
                <a:spcPts val="0"/>
              </a:spcBef>
              <a:spcAft>
                <a:spcPts val="0"/>
              </a:spcAft>
              <a:buNone/>
              <a:defRPr b="0" i="0" sz="1400" u="none" cap="none" strike="noStrike">
                <a:solidFill>
                  <a:schemeClr val="dk1"/>
                </a:solidFill>
                <a:latin typeface="Arial"/>
                <a:ea typeface="Arial"/>
                <a:cs typeface="Arial"/>
                <a:sym typeface="Arial"/>
              </a:defRPr>
            </a:lvl4pPr>
            <a:lvl5pPr indent="0" lvl="4" marL="0" marR="0" rtl="0" algn="r">
              <a:spcBef>
                <a:spcPts val="0"/>
              </a:spcBef>
              <a:spcAft>
                <a:spcPts val="0"/>
              </a:spcAft>
              <a:buNone/>
              <a:defRPr b="0" i="0" sz="1400" u="none" cap="none" strike="noStrike">
                <a:solidFill>
                  <a:schemeClr val="dk1"/>
                </a:solidFill>
                <a:latin typeface="Arial"/>
                <a:ea typeface="Arial"/>
                <a:cs typeface="Arial"/>
                <a:sym typeface="Arial"/>
              </a:defRPr>
            </a:lvl5pPr>
            <a:lvl6pPr indent="0" lvl="5" marL="0" marR="0" rtl="0" algn="r">
              <a:spcBef>
                <a:spcPts val="0"/>
              </a:spcBef>
              <a:spcAft>
                <a:spcPts val="0"/>
              </a:spcAft>
              <a:buNone/>
              <a:defRPr b="0" i="0" sz="1400" u="none" cap="none" strike="noStrike">
                <a:solidFill>
                  <a:schemeClr val="dk1"/>
                </a:solidFill>
                <a:latin typeface="Arial"/>
                <a:ea typeface="Arial"/>
                <a:cs typeface="Arial"/>
                <a:sym typeface="Arial"/>
              </a:defRPr>
            </a:lvl6pPr>
            <a:lvl7pPr indent="0" lvl="6" marL="0" marR="0" rtl="0" algn="r">
              <a:spcBef>
                <a:spcPts val="0"/>
              </a:spcBef>
              <a:spcAft>
                <a:spcPts val="0"/>
              </a:spcAft>
              <a:buNone/>
              <a:defRPr b="0" i="0" sz="1400" u="none" cap="none" strike="noStrike">
                <a:solidFill>
                  <a:schemeClr val="dk1"/>
                </a:solidFill>
                <a:latin typeface="Arial"/>
                <a:ea typeface="Arial"/>
                <a:cs typeface="Arial"/>
                <a:sym typeface="Arial"/>
              </a:defRPr>
            </a:lvl7pPr>
            <a:lvl8pPr indent="0" lvl="7" marL="0" marR="0" rtl="0" algn="r">
              <a:spcBef>
                <a:spcPts val="0"/>
              </a:spcBef>
              <a:spcAft>
                <a:spcPts val="0"/>
              </a:spcAft>
              <a:buNone/>
              <a:defRPr b="0" i="0" sz="1400" u="none" cap="none" strike="noStrike">
                <a:solidFill>
                  <a:schemeClr val="dk1"/>
                </a:solidFill>
                <a:latin typeface="Arial"/>
                <a:ea typeface="Arial"/>
                <a:cs typeface="Arial"/>
                <a:sym typeface="Arial"/>
              </a:defRPr>
            </a:lvl8pPr>
            <a:lvl9pPr indent="0" lvl="8" marL="0" marR="0" rtl="0" algn="r">
              <a:spcBef>
                <a:spcPts val="0"/>
              </a:spcBef>
              <a:spcAft>
                <a:spcPts val="0"/>
              </a:spcAft>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0.jpg"/><Relationship Id="rId4" Type="http://schemas.openxmlformats.org/officeDocument/2006/relationships/image" Target="../media/image3.jpg"/><Relationship Id="rId5" Type="http://schemas.openxmlformats.org/officeDocument/2006/relationships/image" Target="../media/image10.jpg"/><Relationship Id="rId6" Type="http://schemas.openxmlformats.org/officeDocument/2006/relationships/image" Target="../media/image6.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hyperlink" Target="https://www.google.com/url?q=http://wallpapertoon.com/disney-red-car/&amp;sa=U&amp;ei=tVBdU4SWEJW1yATDqYKwBA&amp;ved=0CDYQ9QEwBDgU&amp;usg=AFQjCNG2RET7OTajFJOPt7GHNFO2D37PFg" TargetMode="External"/><Relationship Id="rId4" Type="http://schemas.openxmlformats.org/officeDocument/2006/relationships/image" Target="../media/image9.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4.png"/><Relationship Id="rId4" Type="http://schemas.openxmlformats.org/officeDocument/2006/relationships/image" Target="../media/image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4.png"/><Relationship Id="rId4" Type="http://schemas.openxmlformats.org/officeDocument/2006/relationships/image" Target="../media/image8.png"/><Relationship Id="rId9" Type="http://schemas.openxmlformats.org/officeDocument/2006/relationships/image" Target="../media/image13.jpg"/><Relationship Id="rId5" Type="http://schemas.openxmlformats.org/officeDocument/2006/relationships/image" Target="../media/image28.png"/><Relationship Id="rId6" Type="http://schemas.openxmlformats.org/officeDocument/2006/relationships/image" Target="../media/image12.png"/><Relationship Id="rId7" Type="http://schemas.openxmlformats.org/officeDocument/2006/relationships/image" Target="../media/image11.png"/><Relationship Id="rId8" Type="http://schemas.openxmlformats.org/officeDocument/2006/relationships/image" Target="../media/image1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4.png"/><Relationship Id="rId4" Type="http://schemas.openxmlformats.org/officeDocument/2006/relationships/image" Target="../media/image8.png"/><Relationship Id="rId5" Type="http://schemas.openxmlformats.org/officeDocument/2006/relationships/hyperlink" Target="https://www.google.com/url?q=http://www.sturmgewehr.com/bhinton/Czech_Vz52_52.57/&amp;sa=U&amp;ei=FVNdU--xLdWxyATkx4Bo&amp;ved=0CEQQ9QEwCzgo&amp;usg=AFQjCNE28stlsR5egFA4StvJrbowwpysiQ" TargetMode="External"/><Relationship Id="rId6" Type="http://schemas.openxmlformats.org/officeDocument/2006/relationships/image" Target="../media/image15.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4.png"/><Relationship Id="rId4" Type="http://schemas.openxmlformats.org/officeDocument/2006/relationships/image" Target="../media/image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4.png"/><Relationship Id="rId4" Type="http://schemas.openxmlformats.org/officeDocument/2006/relationships/image" Target="../media/image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21.jpg"/><Relationship Id="rId4" Type="http://schemas.openxmlformats.org/officeDocument/2006/relationships/image" Target="../media/image24.png"/><Relationship Id="rId5" Type="http://schemas.openxmlformats.org/officeDocument/2006/relationships/image" Target="../media/image16.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1.jpg"/><Relationship Id="rId4" Type="http://schemas.openxmlformats.org/officeDocument/2006/relationships/image" Target="../media/image16.jpg"/><Relationship Id="rId5" Type="http://schemas.openxmlformats.org/officeDocument/2006/relationships/image" Target="../media/image2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21.jpg"/><Relationship Id="rId4" Type="http://schemas.openxmlformats.org/officeDocument/2006/relationships/image" Target="../media/image16.jpg"/><Relationship Id="rId5" Type="http://schemas.openxmlformats.org/officeDocument/2006/relationships/image" Target="../media/image2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21.jpg"/><Relationship Id="rId4" Type="http://schemas.openxmlformats.org/officeDocument/2006/relationships/image" Target="../media/image16.jpg"/><Relationship Id="rId5" Type="http://schemas.openxmlformats.org/officeDocument/2006/relationships/image" Target="../media/image2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2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26.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19.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19.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19.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hyperlink" Target="http://www.youtube.com/watch?v=-4_rceVPVSY"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33.png"/><Relationship Id="rId4" Type="http://schemas.openxmlformats.org/officeDocument/2006/relationships/image" Target="../media/image25.jp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25.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25.jp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25.jp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37.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image" Target="../media/image37.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 Id="rId3" Type="http://schemas.openxmlformats.org/officeDocument/2006/relationships/image" Target="../media/image32.jp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 Id="rId3" Type="http://schemas.openxmlformats.org/officeDocument/2006/relationships/image" Target="../media/image31.jp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 Id="rId3" Type="http://schemas.openxmlformats.org/officeDocument/2006/relationships/image" Target="../media/image31.jp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 Id="rId3" Type="http://schemas.openxmlformats.org/officeDocument/2006/relationships/image" Target="../media/image2.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 Id="rId3" Type="http://schemas.openxmlformats.org/officeDocument/2006/relationships/image" Target="../media/image49.png"/><Relationship Id="rId4" Type="http://schemas.openxmlformats.org/officeDocument/2006/relationships/hyperlink" Target="http://www.falklands.gov.fk/pb/sg/world-records.htm" TargetMode="Externa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 Id="rId3" Type="http://schemas.openxmlformats.org/officeDocument/2006/relationships/image" Target="../media/image35.jp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 Id="rId3" Type="http://schemas.openxmlformats.org/officeDocument/2006/relationships/image" Target="../media/image35.jp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 Id="rId3" Type="http://schemas.openxmlformats.org/officeDocument/2006/relationships/image" Target="../media/image35.jp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 Id="rId3" Type="http://schemas.openxmlformats.org/officeDocument/2006/relationships/image" Target="../media/image35.jp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 Id="rId3" Type="http://schemas.openxmlformats.org/officeDocument/2006/relationships/image" Target="../media/image42.png"/><Relationship Id="rId4" Type="http://schemas.openxmlformats.org/officeDocument/2006/relationships/image" Target="../media/image38.png"/><Relationship Id="rId5" Type="http://schemas.openxmlformats.org/officeDocument/2006/relationships/image" Target="../media/image41.jpg"/><Relationship Id="rId6" Type="http://schemas.openxmlformats.org/officeDocument/2006/relationships/image" Target="../media/image39.jp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 Id="rId3" Type="http://schemas.openxmlformats.org/officeDocument/2006/relationships/image" Target="../media/image39.jp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 Id="rId3" Type="http://schemas.openxmlformats.org/officeDocument/2006/relationships/image" Target="../media/image39.jp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 Id="rId3" Type="http://schemas.openxmlformats.org/officeDocument/2006/relationships/image" Target="../media/image39.jp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 Id="rId3" Type="http://schemas.openxmlformats.org/officeDocument/2006/relationships/image" Target="../media/image43.jp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 Id="rId3" Type="http://schemas.openxmlformats.org/officeDocument/2006/relationships/image" Target="../media/image43.jp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 Id="rId3" Type="http://schemas.openxmlformats.org/officeDocument/2006/relationships/image" Target="../media/image43.jp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 Id="rId3" Type="http://schemas.openxmlformats.org/officeDocument/2006/relationships/image" Target="../media/image43.jp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 Id="rId3" Type="http://schemas.openxmlformats.org/officeDocument/2006/relationships/image" Target="../media/image50.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 Id="rId3" Type="http://schemas.openxmlformats.org/officeDocument/2006/relationships/image" Target="../media/image52.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 Id="rId3" Type="http://schemas.openxmlformats.org/officeDocument/2006/relationships/image" Target="../media/image46.png"/><Relationship Id="rId4" Type="http://schemas.openxmlformats.org/officeDocument/2006/relationships/image" Target="../media/image51.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 Id="rId3" Type="http://schemas.openxmlformats.org/officeDocument/2006/relationships/image" Target="../media/image46.png"/><Relationship Id="rId4" Type="http://schemas.openxmlformats.org/officeDocument/2006/relationships/image" Target="../media/image61.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 Id="rId3" Type="http://schemas.openxmlformats.org/officeDocument/2006/relationships/image" Target="../media/image46.png"/><Relationship Id="rId4" Type="http://schemas.openxmlformats.org/officeDocument/2006/relationships/image" Target="../media/image45.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 Id="rId3" Type="http://schemas.openxmlformats.org/officeDocument/2006/relationships/image" Target="../media/image46.png"/><Relationship Id="rId4" Type="http://schemas.openxmlformats.org/officeDocument/2006/relationships/image" Target="../media/image48.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 Id="rId3" Type="http://schemas.openxmlformats.org/officeDocument/2006/relationships/image" Target="../media/image53.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 Id="rId3" Type="http://schemas.openxmlformats.org/officeDocument/2006/relationships/image" Target="../media/image56.png"/><Relationship Id="rId4" Type="http://schemas.openxmlformats.org/officeDocument/2006/relationships/image" Target="../media/image55.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 Id="rId3" Type="http://schemas.openxmlformats.org/officeDocument/2006/relationships/image" Target="../media/image56.png"/><Relationship Id="rId4" Type="http://schemas.openxmlformats.org/officeDocument/2006/relationships/image" Target="../media/image54.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 Id="rId3" Type="http://schemas.openxmlformats.org/officeDocument/2006/relationships/image" Target="../media/image67.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 Id="rId3" Type="http://schemas.openxmlformats.org/officeDocument/2006/relationships/image" Target="../media/image59.png"/><Relationship Id="rId4" Type="http://schemas.openxmlformats.org/officeDocument/2006/relationships/image" Target="../media/image63.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 Id="rId3" Type="http://schemas.openxmlformats.org/officeDocument/2006/relationships/image" Target="../media/image59.png"/><Relationship Id="rId4" Type="http://schemas.openxmlformats.org/officeDocument/2006/relationships/image" Target="../media/image68.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 Id="rId3" Type="http://schemas.openxmlformats.org/officeDocument/2006/relationships/image" Target="../media/image66.png"/><Relationship Id="rId4" Type="http://schemas.openxmlformats.org/officeDocument/2006/relationships/image" Target="../media/image69.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 Id="rId3" Type="http://schemas.openxmlformats.org/officeDocument/2006/relationships/image" Target="../media/image66.png"/><Relationship Id="rId4" Type="http://schemas.openxmlformats.org/officeDocument/2006/relationships/image" Target="../media/image64.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 Id="rId3" Type="http://schemas.openxmlformats.org/officeDocument/2006/relationships/image" Target="../media/image66.png"/><Relationship Id="rId4" Type="http://schemas.openxmlformats.org/officeDocument/2006/relationships/image" Target="../media/image60.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 Id="rId3" Type="http://schemas.openxmlformats.org/officeDocument/2006/relationships/image" Target="../media/image66.png"/><Relationship Id="rId4" Type="http://schemas.openxmlformats.org/officeDocument/2006/relationships/image" Target="../media/image6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3"/>
          <p:cNvSpPr/>
          <p:nvPr/>
        </p:nvSpPr>
        <p:spPr>
          <a:xfrm>
            <a:off x="685800" y="1549400"/>
            <a:ext cx="7772400" cy="3119438"/>
          </a:xfrm>
          <a:prstGeom prst="rect">
            <a:avLst/>
          </a:prstGeom>
          <a:solidFill>
            <a:srgbClr val="EAEAEA"/>
          </a:solidFill>
          <a:ln>
            <a:noFill/>
          </a:ln>
        </p:spPr>
        <p:txBody>
          <a:bodyPr anchorCtr="0" anchor="t" bIns="45700" lIns="91425" spcFirstLastPara="1" rIns="91425" wrap="square" tIns="45700">
            <a:noAutofit/>
          </a:bodyPr>
          <a:lstStyle/>
          <a:p>
            <a:pPr indent="-457200" lvl="0" marL="457200" marR="0" rtl="0" algn="l">
              <a:spcBef>
                <a:spcPts val="0"/>
              </a:spcBef>
              <a:spcAft>
                <a:spcPts val="0"/>
              </a:spcAft>
              <a:buClr>
                <a:schemeClr val="dk1"/>
              </a:buClr>
              <a:buSzPts val="2400"/>
              <a:buFont typeface="Arial"/>
              <a:buNone/>
            </a:pPr>
            <a:r>
              <a:rPr b="1" i="0" lang="en-US" sz="2400" u="none" cap="none" strike="noStrike">
                <a:solidFill>
                  <a:schemeClr val="dk1"/>
                </a:solidFill>
                <a:latin typeface="Arial"/>
                <a:ea typeface="Arial"/>
                <a:cs typeface="Arial"/>
                <a:sym typeface="Arial"/>
              </a:rPr>
              <a:t>Essential idea: </a:t>
            </a:r>
            <a:r>
              <a:rPr b="0" i="0" lang="en-US" sz="2400" u="none" cap="none" strike="noStrike">
                <a:solidFill>
                  <a:schemeClr val="dk1"/>
                </a:solidFill>
                <a:latin typeface="Arial"/>
                <a:ea typeface="Arial"/>
                <a:cs typeface="Arial"/>
                <a:sym typeface="Arial"/>
              </a:rPr>
              <a:t>Motion may be described and analysed by the use of graphs and equations.</a:t>
            </a:r>
            <a:endParaRPr b="1" i="0" sz="2400" u="none" cap="none" strike="noStrike">
              <a:solidFill>
                <a:schemeClr val="dk1"/>
              </a:solidFill>
              <a:latin typeface="Arial"/>
              <a:ea typeface="Arial"/>
              <a:cs typeface="Arial"/>
              <a:sym typeface="Arial"/>
            </a:endParaRPr>
          </a:p>
          <a:p>
            <a:pPr indent="-457200" lvl="0" marL="457200" marR="0" rtl="0" algn="l">
              <a:spcBef>
                <a:spcPts val="480"/>
              </a:spcBef>
              <a:spcAft>
                <a:spcPts val="0"/>
              </a:spcAft>
              <a:buClr>
                <a:schemeClr val="dk1"/>
              </a:buClr>
              <a:buSzPts val="2400"/>
              <a:buFont typeface="Arial"/>
              <a:buNone/>
            </a:pPr>
            <a:r>
              <a:rPr b="1" i="0" lang="en-US" sz="2400" u="none" cap="none" strike="noStrike">
                <a:solidFill>
                  <a:schemeClr val="dk1"/>
                </a:solidFill>
                <a:latin typeface="Arial"/>
                <a:ea typeface="Arial"/>
                <a:cs typeface="Arial"/>
                <a:sym typeface="Arial"/>
              </a:rPr>
              <a:t>Nature of science: </a:t>
            </a:r>
            <a:r>
              <a:rPr b="0" i="0" lang="en-US" sz="2400" u="none" cap="none" strike="noStrike">
                <a:solidFill>
                  <a:schemeClr val="dk1"/>
                </a:solidFill>
                <a:latin typeface="Arial"/>
                <a:ea typeface="Arial"/>
                <a:cs typeface="Arial"/>
                <a:sym typeface="Arial"/>
              </a:rPr>
              <a:t>Observations: The ideas of motion are fundamental to many areas of physics, providing a link to the consideration of forces and their implication. The kinematic equations for uniform acceleration were developed through careful observations of the natural world.</a:t>
            </a:r>
            <a:endParaRPr b="1" i="0" sz="2400" u="none" cap="none" strike="noStrike">
              <a:solidFill>
                <a:schemeClr val="dk1"/>
              </a:solidFill>
              <a:latin typeface="Arial"/>
              <a:ea typeface="Arial"/>
              <a:cs typeface="Arial"/>
              <a:sym typeface="Arial"/>
            </a:endParaRPr>
          </a:p>
        </p:txBody>
      </p:sp>
      <p:sp>
        <p:nvSpPr>
          <p:cNvPr id="90" name="Google Shape;90;p13"/>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2: Mechanics</a:t>
            </a:r>
            <a:br>
              <a:rPr b="1" lang="en-US" sz="2800"/>
            </a:br>
            <a:r>
              <a:rPr lang="en-US" sz="2800">
                <a:solidFill>
                  <a:schemeClr val="dk1"/>
                </a:solidFill>
              </a:rPr>
              <a:t>2.1 – Motion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9">
                                            <p:txEl>
                                              <p:pRg end="0" st="0"/>
                                            </p:txEl>
                                          </p:spTgt>
                                        </p:tgtEl>
                                        <p:attrNameLst>
                                          <p:attrName>style.visibility</p:attrName>
                                        </p:attrNameLst>
                                      </p:cBhvr>
                                      <p:to>
                                        <p:strVal val="visible"/>
                                      </p:to>
                                    </p:set>
                                    <p:anim calcmode="lin" valueType="num">
                                      <p:cBhvr additive="base">
                                        <p:cTn dur="500"/>
                                        <p:tgtEl>
                                          <p:spTgt spid="89">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9">
                                            <p:txEl>
                                              <p:pRg end="1" st="1"/>
                                            </p:txEl>
                                          </p:spTgt>
                                        </p:tgtEl>
                                        <p:attrNameLst>
                                          <p:attrName>style.visibility</p:attrName>
                                        </p:attrNameLst>
                                      </p:cBhvr>
                                      <p:to>
                                        <p:strVal val="visible"/>
                                      </p:to>
                                    </p:set>
                                    <p:anim calcmode="lin" valueType="num">
                                      <p:cBhvr additive="base">
                                        <p:cTn dur="500"/>
                                        <p:tgtEl>
                                          <p:spTgt spid="89">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4"/>
          <p:cNvSpPr/>
          <p:nvPr/>
        </p:nvSpPr>
        <p:spPr>
          <a:xfrm>
            <a:off x="685800" y="1549400"/>
            <a:ext cx="7772400" cy="3513138"/>
          </a:xfrm>
          <a:prstGeom prst="rect">
            <a:avLst/>
          </a:prstGeom>
          <a:solidFill>
            <a:srgbClr val="EAEAEA"/>
          </a:solidFill>
          <a:ln>
            <a:noFill/>
          </a:ln>
        </p:spPr>
        <p:txBody>
          <a:bodyPr anchorCtr="0" anchor="t" bIns="45700" lIns="91425" spcFirstLastPara="1" rIns="91425" wrap="square" tIns="45700">
            <a:noAutofit/>
          </a:bodyPr>
          <a:lstStyle/>
          <a:p>
            <a:pPr indent="-457200" lvl="0" marL="457200" marR="0" rtl="0" algn="l">
              <a:spcBef>
                <a:spcPts val="0"/>
              </a:spcBef>
              <a:spcAft>
                <a:spcPts val="0"/>
              </a:spcAft>
              <a:buClr>
                <a:schemeClr val="accent2"/>
              </a:buClr>
              <a:buSzPts val="2400"/>
              <a:buFont typeface="Arial"/>
              <a:buNone/>
            </a:pPr>
            <a:r>
              <a:rPr b="1" i="0" lang="en-US" sz="2400" u="none" cap="none" strike="noStrike">
                <a:solidFill>
                  <a:schemeClr val="accent2"/>
                </a:solidFill>
                <a:latin typeface="Arial"/>
                <a:ea typeface="Arial"/>
                <a:cs typeface="Arial"/>
                <a:sym typeface="Arial"/>
              </a:rPr>
              <a:t>Understandings: </a:t>
            </a:r>
            <a:endParaRPr b="0" i="0" sz="2400" u="none" cap="none" strike="noStrike">
              <a:solidFill>
                <a:schemeClr val="accent2"/>
              </a:solidFill>
              <a:latin typeface="Arial"/>
              <a:ea typeface="Arial"/>
              <a:cs typeface="Arial"/>
              <a:sym typeface="Arial"/>
            </a:endParaRPr>
          </a:p>
          <a:p>
            <a:pPr indent="-457200" lvl="0" marL="457200" marR="0" rtl="0" algn="l">
              <a:spcBef>
                <a:spcPts val="480"/>
              </a:spcBef>
              <a:spcAft>
                <a:spcPts val="0"/>
              </a:spcAft>
              <a:buClr>
                <a:schemeClr val="accent2"/>
              </a:buClr>
              <a:buSzPts val="2400"/>
              <a:buFont typeface="Arial"/>
              <a:buNone/>
            </a:pPr>
            <a:r>
              <a:rPr b="0" i="0" lang="en-US" sz="2400" u="none" cap="none" strike="noStrike">
                <a:solidFill>
                  <a:schemeClr val="accent2"/>
                </a:solidFill>
                <a:latin typeface="Arial"/>
                <a:ea typeface="Arial"/>
                <a:cs typeface="Arial"/>
                <a:sym typeface="Arial"/>
              </a:rPr>
              <a:t>• Distance and displacement </a:t>
            </a:r>
            <a:endParaRPr/>
          </a:p>
          <a:p>
            <a:pPr indent="-457200" lvl="0" marL="457200" marR="0" rtl="0" algn="l">
              <a:spcBef>
                <a:spcPts val="480"/>
              </a:spcBef>
              <a:spcAft>
                <a:spcPts val="0"/>
              </a:spcAft>
              <a:buClr>
                <a:schemeClr val="accent2"/>
              </a:buClr>
              <a:buSzPts val="2400"/>
              <a:buFont typeface="Arial"/>
              <a:buNone/>
            </a:pPr>
            <a:r>
              <a:rPr b="0" i="0" lang="en-US" sz="2400" u="none" cap="none" strike="noStrike">
                <a:solidFill>
                  <a:schemeClr val="accent2"/>
                </a:solidFill>
                <a:latin typeface="Arial"/>
                <a:ea typeface="Arial"/>
                <a:cs typeface="Arial"/>
                <a:sym typeface="Arial"/>
              </a:rPr>
              <a:t>• Speed and velocity </a:t>
            </a:r>
            <a:endParaRPr/>
          </a:p>
          <a:p>
            <a:pPr indent="-457200" lvl="0" marL="457200" marR="0" rtl="0" algn="l">
              <a:spcBef>
                <a:spcPts val="480"/>
              </a:spcBef>
              <a:spcAft>
                <a:spcPts val="0"/>
              </a:spcAft>
              <a:buClr>
                <a:schemeClr val="accent2"/>
              </a:buClr>
              <a:buSzPts val="2400"/>
              <a:buFont typeface="Arial"/>
              <a:buNone/>
            </a:pPr>
            <a:r>
              <a:rPr b="0" i="0" lang="en-US" sz="2400" u="none" cap="none" strike="noStrike">
                <a:solidFill>
                  <a:schemeClr val="accent2"/>
                </a:solidFill>
                <a:latin typeface="Arial"/>
                <a:ea typeface="Arial"/>
                <a:cs typeface="Arial"/>
                <a:sym typeface="Arial"/>
              </a:rPr>
              <a:t>• Acceleration </a:t>
            </a:r>
            <a:endParaRPr/>
          </a:p>
          <a:p>
            <a:pPr indent="-457200" lvl="0" marL="457200" marR="0" rtl="0" algn="l">
              <a:spcBef>
                <a:spcPts val="480"/>
              </a:spcBef>
              <a:spcAft>
                <a:spcPts val="0"/>
              </a:spcAft>
              <a:buClr>
                <a:schemeClr val="accent2"/>
              </a:buClr>
              <a:buSzPts val="2400"/>
              <a:buFont typeface="Arial"/>
              <a:buNone/>
            </a:pPr>
            <a:r>
              <a:rPr b="0" i="0" lang="en-US" sz="2400" u="none" cap="none" strike="noStrike">
                <a:solidFill>
                  <a:schemeClr val="accent2"/>
                </a:solidFill>
                <a:latin typeface="Arial"/>
                <a:ea typeface="Arial"/>
                <a:cs typeface="Arial"/>
                <a:sym typeface="Arial"/>
              </a:rPr>
              <a:t>• Graphs describing motion </a:t>
            </a:r>
            <a:endParaRPr/>
          </a:p>
          <a:p>
            <a:pPr indent="-457200" lvl="0" marL="457200" marR="0" rtl="0" algn="l">
              <a:spcBef>
                <a:spcPts val="480"/>
              </a:spcBef>
              <a:spcAft>
                <a:spcPts val="0"/>
              </a:spcAft>
              <a:buClr>
                <a:schemeClr val="accent2"/>
              </a:buClr>
              <a:buSzPts val="2400"/>
              <a:buFont typeface="Arial"/>
              <a:buNone/>
            </a:pPr>
            <a:r>
              <a:rPr b="0" i="0" lang="en-US" sz="2400" u="none" cap="none" strike="noStrike">
                <a:solidFill>
                  <a:schemeClr val="accent2"/>
                </a:solidFill>
                <a:latin typeface="Arial"/>
                <a:ea typeface="Arial"/>
                <a:cs typeface="Arial"/>
                <a:sym typeface="Arial"/>
              </a:rPr>
              <a:t>• Equations of motion for uniform acceleration </a:t>
            </a:r>
            <a:endParaRPr/>
          </a:p>
          <a:p>
            <a:pPr indent="-457200" lvl="0" marL="457200" marR="0" rtl="0" algn="l">
              <a:spcBef>
                <a:spcPts val="480"/>
              </a:spcBef>
              <a:spcAft>
                <a:spcPts val="0"/>
              </a:spcAft>
              <a:buClr>
                <a:schemeClr val="accent2"/>
              </a:buClr>
              <a:buSzPts val="2400"/>
              <a:buFont typeface="Arial"/>
              <a:buNone/>
            </a:pPr>
            <a:r>
              <a:rPr b="0" i="0" lang="en-US" sz="2400" u="none" cap="none" strike="noStrike">
                <a:solidFill>
                  <a:schemeClr val="accent2"/>
                </a:solidFill>
                <a:latin typeface="Arial"/>
                <a:ea typeface="Arial"/>
                <a:cs typeface="Arial"/>
                <a:sym typeface="Arial"/>
              </a:rPr>
              <a:t>• Projectile motion </a:t>
            </a:r>
            <a:endParaRPr/>
          </a:p>
          <a:p>
            <a:pPr indent="-457200" lvl="0" marL="457200" marR="0" rtl="0" algn="l">
              <a:spcBef>
                <a:spcPts val="480"/>
              </a:spcBef>
              <a:spcAft>
                <a:spcPts val="0"/>
              </a:spcAft>
              <a:buClr>
                <a:schemeClr val="accent2"/>
              </a:buClr>
              <a:buSzPts val="2400"/>
              <a:buFont typeface="Arial"/>
              <a:buNone/>
            </a:pPr>
            <a:r>
              <a:rPr b="0" i="0" lang="en-US" sz="2400" u="none" cap="none" strike="noStrike">
                <a:solidFill>
                  <a:schemeClr val="accent2"/>
                </a:solidFill>
                <a:latin typeface="Arial"/>
                <a:ea typeface="Arial"/>
                <a:cs typeface="Arial"/>
                <a:sym typeface="Arial"/>
              </a:rPr>
              <a:t>• Fluid resistance and terminal speed </a:t>
            </a:r>
            <a:endParaRPr b="1" i="0" sz="2400" u="none" cap="none" strike="noStrike">
              <a:solidFill>
                <a:schemeClr val="accent2"/>
              </a:solidFill>
              <a:latin typeface="Arial"/>
              <a:ea typeface="Arial"/>
              <a:cs typeface="Arial"/>
              <a:sym typeface="Arial"/>
            </a:endParaRPr>
          </a:p>
        </p:txBody>
      </p:sp>
      <p:sp>
        <p:nvSpPr>
          <p:cNvPr id="97" name="Google Shape;97;p14"/>
          <p:cNvSpPr txBox="1"/>
          <p:nvPr>
            <p:ph idx="4294967295"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i="0" lang="en-US" sz="2800" u="none" cap="none" strike="noStrike">
                <a:solidFill>
                  <a:schemeClr val="dk2"/>
                </a:solidFill>
                <a:latin typeface="Arial"/>
                <a:ea typeface="Arial"/>
                <a:cs typeface="Arial"/>
                <a:sym typeface="Arial"/>
              </a:rPr>
              <a:t>Topic 2: Mechanics</a:t>
            </a:r>
            <a:br>
              <a:rPr b="1" i="0" lang="en-US" sz="2800" u="none" cap="none" strike="noStrike">
                <a:solidFill>
                  <a:schemeClr val="dk2"/>
                </a:solidFill>
                <a:latin typeface="Arial"/>
                <a:ea typeface="Arial"/>
                <a:cs typeface="Arial"/>
                <a:sym typeface="Arial"/>
              </a:rPr>
            </a:br>
            <a:r>
              <a:rPr b="0" i="0" lang="en-US" sz="2800" u="none" cap="none" strike="noStrike">
                <a:solidFill>
                  <a:schemeClr val="dk1"/>
                </a:solidFill>
                <a:latin typeface="Arial"/>
                <a:ea typeface="Arial"/>
                <a:cs typeface="Arial"/>
                <a:sym typeface="Arial"/>
              </a:rPr>
              <a:t>2.1 – Motion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6">
                                            <p:txEl>
                                              <p:pRg end="0" st="0"/>
                                            </p:txEl>
                                          </p:spTgt>
                                        </p:tgtEl>
                                        <p:attrNameLst>
                                          <p:attrName>style.visibility</p:attrName>
                                        </p:attrNameLst>
                                      </p:cBhvr>
                                      <p:to>
                                        <p:strVal val="visible"/>
                                      </p:to>
                                    </p:set>
                                    <p:anim calcmode="lin" valueType="num">
                                      <p:cBhvr additive="base">
                                        <p:cTn dur="500"/>
                                        <p:tgtEl>
                                          <p:spTgt spid="96">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6">
                                            <p:txEl>
                                              <p:pRg end="1" st="1"/>
                                            </p:txEl>
                                          </p:spTgt>
                                        </p:tgtEl>
                                        <p:attrNameLst>
                                          <p:attrName>style.visibility</p:attrName>
                                        </p:attrNameLst>
                                      </p:cBhvr>
                                      <p:to>
                                        <p:strVal val="visible"/>
                                      </p:to>
                                    </p:set>
                                    <p:anim calcmode="lin" valueType="num">
                                      <p:cBhvr additive="base">
                                        <p:cTn dur="500"/>
                                        <p:tgtEl>
                                          <p:spTgt spid="96">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6">
                                            <p:txEl>
                                              <p:pRg end="2" st="2"/>
                                            </p:txEl>
                                          </p:spTgt>
                                        </p:tgtEl>
                                        <p:attrNameLst>
                                          <p:attrName>style.visibility</p:attrName>
                                        </p:attrNameLst>
                                      </p:cBhvr>
                                      <p:to>
                                        <p:strVal val="visible"/>
                                      </p:to>
                                    </p:set>
                                    <p:anim calcmode="lin" valueType="num">
                                      <p:cBhvr additive="base">
                                        <p:cTn dur="500"/>
                                        <p:tgtEl>
                                          <p:spTgt spid="96">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6">
                                            <p:txEl>
                                              <p:pRg end="3" st="3"/>
                                            </p:txEl>
                                          </p:spTgt>
                                        </p:tgtEl>
                                        <p:attrNameLst>
                                          <p:attrName>style.visibility</p:attrName>
                                        </p:attrNameLst>
                                      </p:cBhvr>
                                      <p:to>
                                        <p:strVal val="visible"/>
                                      </p:to>
                                    </p:set>
                                    <p:anim calcmode="lin" valueType="num">
                                      <p:cBhvr additive="base">
                                        <p:cTn dur="500"/>
                                        <p:tgtEl>
                                          <p:spTgt spid="96">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6">
                                            <p:txEl>
                                              <p:pRg end="4" st="4"/>
                                            </p:txEl>
                                          </p:spTgt>
                                        </p:tgtEl>
                                        <p:attrNameLst>
                                          <p:attrName>style.visibility</p:attrName>
                                        </p:attrNameLst>
                                      </p:cBhvr>
                                      <p:to>
                                        <p:strVal val="visible"/>
                                      </p:to>
                                    </p:set>
                                    <p:anim calcmode="lin" valueType="num">
                                      <p:cBhvr additive="base">
                                        <p:cTn dur="500"/>
                                        <p:tgtEl>
                                          <p:spTgt spid="96">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6">
                                            <p:txEl>
                                              <p:pRg end="5" st="5"/>
                                            </p:txEl>
                                          </p:spTgt>
                                        </p:tgtEl>
                                        <p:attrNameLst>
                                          <p:attrName>style.visibility</p:attrName>
                                        </p:attrNameLst>
                                      </p:cBhvr>
                                      <p:to>
                                        <p:strVal val="visible"/>
                                      </p:to>
                                    </p:set>
                                    <p:anim calcmode="lin" valueType="num">
                                      <p:cBhvr additive="base">
                                        <p:cTn dur="500"/>
                                        <p:tgtEl>
                                          <p:spTgt spid="96">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6">
                                            <p:txEl>
                                              <p:pRg end="6" st="6"/>
                                            </p:txEl>
                                          </p:spTgt>
                                        </p:tgtEl>
                                        <p:attrNameLst>
                                          <p:attrName>style.visibility</p:attrName>
                                        </p:attrNameLst>
                                      </p:cBhvr>
                                      <p:to>
                                        <p:strVal val="visible"/>
                                      </p:to>
                                    </p:set>
                                    <p:anim calcmode="lin" valueType="num">
                                      <p:cBhvr additive="base">
                                        <p:cTn dur="500"/>
                                        <p:tgtEl>
                                          <p:spTgt spid="96">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6">
                                            <p:txEl>
                                              <p:pRg end="7" st="7"/>
                                            </p:txEl>
                                          </p:spTgt>
                                        </p:tgtEl>
                                        <p:attrNameLst>
                                          <p:attrName>style.visibility</p:attrName>
                                        </p:attrNameLst>
                                      </p:cBhvr>
                                      <p:to>
                                        <p:strVal val="visible"/>
                                      </p:to>
                                    </p:set>
                                    <p:anim calcmode="lin" valueType="num">
                                      <p:cBhvr additive="base">
                                        <p:cTn dur="500"/>
                                        <p:tgtEl>
                                          <p:spTgt spid="96">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5"/>
          <p:cNvSpPr/>
          <p:nvPr/>
        </p:nvSpPr>
        <p:spPr>
          <a:xfrm>
            <a:off x="685800" y="1549400"/>
            <a:ext cx="7772400" cy="5308600"/>
          </a:xfrm>
          <a:prstGeom prst="rect">
            <a:avLst/>
          </a:prstGeom>
          <a:solidFill>
            <a:srgbClr val="EAEAEA"/>
          </a:solidFill>
          <a:ln>
            <a:noFill/>
          </a:ln>
        </p:spPr>
        <p:txBody>
          <a:bodyPr anchorCtr="0" anchor="t" bIns="45700" lIns="91425" spcFirstLastPara="1" rIns="91425" wrap="square" tIns="45700">
            <a:noAutofit/>
          </a:bodyPr>
          <a:lstStyle/>
          <a:p>
            <a:pPr indent="-457200" lvl="0" marL="457200" marR="0" rtl="0" algn="l">
              <a:spcBef>
                <a:spcPts val="0"/>
              </a:spcBef>
              <a:spcAft>
                <a:spcPts val="0"/>
              </a:spcAft>
              <a:buClr>
                <a:schemeClr val="accent2"/>
              </a:buClr>
              <a:buSzPts val="2400"/>
              <a:buFont typeface="Arial"/>
              <a:buNone/>
            </a:pPr>
            <a:r>
              <a:rPr b="1" i="0" lang="en-US" sz="2400" u="none" cap="none" strike="noStrike">
                <a:solidFill>
                  <a:schemeClr val="accent2"/>
                </a:solidFill>
                <a:latin typeface="Arial"/>
                <a:ea typeface="Arial"/>
                <a:cs typeface="Arial"/>
                <a:sym typeface="Arial"/>
              </a:rPr>
              <a:t>Applications and skills: </a:t>
            </a:r>
            <a:endParaRPr b="0" i="0" sz="2400" u="none" cap="none" strike="noStrike">
              <a:solidFill>
                <a:schemeClr val="accent2"/>
              </a:solidFill>
              <a:latin typeface="Arial"/>
              <a:ea typeface="Arial"/>
              <a:cs typeface="Arial"/>
              <a:sym typeface="Arial"/>
            </a:endParaRPr>
          </a:p>
          <a:p>
            <a:pPr indent="-457200" lvl="0" marL="457200" marR="0" rtl="0" algn="l">
              <a:spcBef>
                <a:spcPts val="480"/>
              </a:spcBef>
              <a:spcAft>
                <a:spcPts val="0"/>
              </a:spcAft>
              <a:buClr>
                <a:schemeClr val="accent2"/>
              </a:buClr>
              <a:buSzPts val="2400"/>
              <a:buFont typeface="Arial"/>
              <a:buNone/>
            </a:pPr>
            <a:r>
              <a:rPr b="0" i="0" lang="en-US" sz="2400" u="none" cap="none" strike="noStrike">
                <a:solidFill>
                  <a:schemeClr val="accent2"/>
                </a:solidFill>
                <a:latin typeface="Arial"/>
                <a:ea typeface="Arial"/>
                <a:cs typeface="Arial"/>
                <a:sym typeface="Arial"/>
              </a:rPr>
              <a:t>• Determining instantaneous and average values for velocity, speed and acceleration </a:t>
            </a:r>
            <a:endParaRPr/>
          </a:p>
          <a:p>
            <a:pPr indent="-457200" lvl="0" marL="457200" marR="0" rtl="0" algn="l">
              <a:spcBef>
                <a:spcPts val="480"/>
              </a:spcBef>
              <a:spcAft>
                <a:spcPts val="0"/>
              </a:spcAft>
              <a:buClr>
                <a:schemeClr val="accent2"/>
              </a:buClr>
              <a:buSzPts val="2400"/>
              <a:buFont typeface="Arial"/>
              <a:buNone/>
            </a:pPr>
            <a:r>
              <a:rPr b="0" i="0" lang="en-US" sz="2400" u="none" cap="none" strike="noStrike">
                <a:solidFill>
                  <a:schemeClr val="accent2"/>
                </a:solidFill>
                <a:latin typeface="Arial"/>
                <a:ea typeface="Arial"/>
                <a:cs typeface="Arial"/>
                <a:sym typeface="Arial"/>
              </a:rPr>
              <a:t>• Solving problems using equations of motion for uniform acceleration </a:t>
            </a:r>
            <a:endParaRPr/>
          </a:p>
          <a:p>
            <a:pPr indent="-457200" lvl="0" marL="457200" marR="0" rtl="0" algn="l">
              <a:spcBef>
                <a:spcPts val="480"/>
              </a:spcBef>
              <a:spcAft>
                <a:spcPts val="0"/>
              </a:spcAft>
              <a:buClr>
                <a:schemeClr val="accent2"/>
              </a:buClr>
              <a:buSzPts val="2400"/>
              <a:buFont typeface="Arial"/>
              <a:buNone/>
            </a:pPr>
            <a:r>
              <a:rPr b="0" i="0" lang="en-US" sz="2400" u="none" cap="none" strike="noStrike">
                <a:solidFill>
                  <a:schemeClr val="accent2"/>
                </a:solidFill>
                <a:latin typeface="Arial"/>
                <a:ea typeface="Arial"/>
                <a:cs typeface="Arial"/>
                <a:sym typeface="Arial"/>
              </a:rPr>
              <a:t>• Sketching and interpreting motion graphs </a:t>
            </a:r>
            <a:endParaRPr/>
          </a:p>
          <a:p>
            <a:pPr indent="-457200" lvl="0" marL="457200" marR="0" rtl="0" algn="l">
              <a:spcBef>
                <a:spcPts val="480"/>
              </a:spcBef>
              <a:spcAft>
                <a:spcPts val="0"/>
              </a:spcAft>
              <a:buClr>
                <a:schemeClr val="accent2"/>
              </a:buClr>
              <a:buSzPts val="2400"/>
              <a:buFont typeface="Arial"/>
              <a:buNone/>
            </a:pPr>
            <a:r>
              <a:rPr b="0" i="0" lang="en-US" sz="2400" u="none" cap="none" strike="noStrike">
                <a:solidFill>
                  <a:schemeClr val="accent2"/>
                </a:solidFill>
                <a:latin typeface="Arial"/>
                <a:ea typeface="Arial"/>
                <a:cs typeface="Arial"/>
                <a:sym typeface="Arial"/>
              </a:rPr>
              <a:t>• Determining the acceleration of free-fall experimentally </a:t>
            </a:r>
            <a:endParaRPr/>
          </a:p>
          <a:p>
            <a:pPr indent="-457200" lvl="0" marL="457200" marR="0" rtl="0" algn="l">
              <a:spcBef>
                <a:spcPts val="480"/>
              </a:spcBef>
              <a:spcAft>
                <a:spcPts val="0"/>
              </a:spcAft>
              <a:buClr>
                <a:schemeClr val="accent2"/>
              </a:buClr>
              <a:buSzPts val="2400"/>
              <a:buFont typeface="Arial"/>
              <a:buNone/>
            </a:pPr>
            <a:r>
              <a:rPr b="0" i="0" lang="en-US" sz="2400" u="none" cap="none" strike="noStrike">
                <a:solidFill>
                  <a:schemeClr val="accent2"/>
                </a:solidFill>
                <a:latin typeface="Arial"/>
                <a:ea typeface="Arial"/>
                <a:cs typeface="Arial"/>
                <a:sym typeface="Arial"/>
              </a:rPr>
              <a:t>• Analysing projectile motion, including the resolution of vertical and horizontal components of acceleration, velocity and displacement </a:t>
            </a:r>
            <a:endParaRPr/>
          </a:p>
          <a:p>
            <a:pPr indent="-457200" lvl="0" marL="457200" marR="0" rtl="0" algn="l">
              <a:spcBef>
                <a:spcPts val="480"/>
              </a:spcBef>
              <a:spcAft>
                <a:spcPts val="0"/>
              </a:spcAft>
              <a:buClr>
                <a:schemeClr val="accent2"/>
              </a:buClr>
              <a:buSzPts val="2400"/>
              <a:buFont typeface="Arial"/>
              <a:buNone/>
            </a:pPr>
            <a:r>
              <a:rPr b="0" i="0" lang="en-US" sz="2400" u="none" cap="none" strike="noStrike">
                <a:solidFill>
                  <a:schemeClr val="accent2"/>
                </a:solidFill>
                <a:latin typeface="Arial"/>
                <a:ea typeface="Arial"/>
                <a:cs typeface="Arial"/>
                <a:sym typeface="Arial"/>
              </a:rPr>
              <a:t>• Qualitatively describing the effect of fluid resistance on falling objects or projectiles, including reaching terminal speed </a:t>
            </a:r>
            <a:endParaRPr b="1" i="0" sz="2400" u="none" cap="none" strike="noStrike">
              <a:solidFill>
                <a:schemeClr val="accent2"/>
              </a:solidFill>
              <a:latin typeface="Arial"/>
              <a:ea typeface="Arial"/>
              <a:cs typeface="Arial"/>
              <a:sym typeface="Arial"/>
            </a:endParaRPr>
          </a:p>
        </p:txBody>
      </p:sp>
      <p:sp>
        <p:nvSpPr>
          <p:cNvPr id="104" name="Google Shape;104;p15"/>
          <p:cNvSpPr txBox="1"/>
          <p:nvPr>
            <p:ph idx="4294967295"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i="0" lang="en-US" sz="2800" u="none" cap="none" strike="noStrike">
                <a:solidFill>
                  <a:schemeClr val="dk2"/>
                </a:solidFill>
                <a:latin typeface="Arial"/>
                <a:ea typeface="Arial"/>
                <a:cs typeface="Arial"/>
                <a:sym typeface="Arial"/>
              </a:rPr>
              <a:t>Topic 2: Mechanics</a:t>
            </a:r>
            <a:br>
              <a:rPr b="1" i="0" lang="en-US" sz="2800" u="none" cap="none" strike="noStrike">
                <a:solidFill>
                  <a:schemeClr val="dk2"/>
                </a:solidFill>
                <a:latin typeface="Arial"/>
                <a:ea typeface="Arial"/>
                <a:cs typeface="Arial"/>
                <a:sym typeface="Arial"/>
              </a:rPr>
            </a:br>
            <a:r>
              <a:rPr b="0" i="0" lang="en-US" sz="2800" u="none" cap="none" strike="noStrike">
                <a:solidFill>
                  <a:schemeClr val="dk1"/>
                </a:solidFill>
                <a:latin typeface="Arial"/>
                <a:ea typeface="Arial"/>
                <a:cs typeface="Arial"/>
                <a:sym typeface="Arial"/>
              </a:rPr>
              <a:t>2.1 – Motion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3">
                                            <p:txEl>
                                              <p:pRg end="0" st="0"/>
                                            </p:txEl>
                                          </p:spTgt>
                                        </p:tgtEl>
                                        <p:attrNameLst>
                                          <p:attrName>style.visibility</p:attrName>
                                        </p:attrNameLst>
                                      </p:cBhvr>
                                      <p:to>
                                        <p:strVal val="visible"/>
                                      </p:to>
                                    </p:set>
                                    <p:anim calcmode="lin" valueType="num">
                                      <p:cBhvr additive="base">
                                        <p:cTn dur="500"/>
                                        <p:tgtEl>
                                          <p:spTgt spid="103">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3">
                                            <p:txEl>
                                              <p:pRg end="1" st="1"/>
                                            </p:txEl>
                                          </p:spTgt>
                                        </p:tgtEl>
                                        <p:attrNameLst>
                                          <p:attrName>style.visibility</p:attrName>
                                        </p:attrNameLst>
                                      </p:cBhvr>
                                      <p:to>
                                        <p:strVal val="visible"/>
                                      </p:to>
                                    </p:set>
                                    <p:anim calcmode="lin" valueType="num">
                                      <p:cBhvr additive="base">
                                        <p:cTn dur="500"/>
                                        <p:tgtEl>
                                          <p:spTgt spid="103">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3">
                                            <p:txEl>
                                              <p:pRg end="2" st="2"/>
                                            </p:txEl>
                                          </p:spTgt>
                                        </p:tgtEl>
                                        <p:attrNameLst>
                                          <p:attrName>style.visibility</p:attrName>
                                        </p:attrNameLst>
                                      </p:cBhvr>
                                      <p:to>
                                        <p:strVal val="visible"/>
                                      </p:to>
                                    </p:set>
                                    <p:anim calcmode="lin" valueType="num">
                                      <p:cBhvr additive="base">
                                        <p:cTn dur="500"/>
                                        <p:tgtEl>
                                          <p:spTgt spid="103">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3">
                                            <p:txEl>
                                              <p:pRg end="3" st="3"/>
                                            </p:txEl>
                                          </p:spTgt>
                                        </p:tgtEl>
                                        <p:attrNameLst>
                                          <p:attrName>style.visibility</p:attrName>
                                        </p:attrNameLst>
                                      </p:cBhvr>
                                      <p:to>
                                        <p:strVal val="visible"/>
                                      </p:to>
                                    </p:set>
                                    <p:anim calcmode="lin" valueType="num">
                                      <p:cBhvr additive="base">
                                        <p:cTn dur="500"/>
                                        <p:tgtEl>
                                          <p:spTgt spid="103">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3">
                                            <p:txEl>
                                              <p:pRg end="4" st="4"/>
                                            </p:txEl>
                                          </p:spTgt>
                                        </p:tgtEl>
                                        <p:attrNameLst>
                                          <p:attrName>style.visibility</p:attrName>
                                        </p:attrNameLst>
                                      </p:cBhvr>
                                      <p:to>
                                        <p:strVal val="visible"/>
                                      </p:to>
                                    </p:set>
                                    <p:anim calcmode="lin" valueType="num">
                                      <p:cBhvr additive="base">
                                        <p:cTn dur="500"/>
                                        <p:tgtEl>
                                          <p:spTgt spid="103">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3">
                                            <p:txEl>
                                              <p:pRg end="5" st="5"/>
                                            </p:txEl>
                                          </p:spTgt>
                                        </p:tgtEl>
                                        <p:attrNameLst>
                                          <p:attrName>style.visibility</p:attrName>
                                        </p:attrNameLst>
                                      </p:cBhvr>
                                      <p:to>
                                        <p:strVal val="visible"/>
                                      </p:to>
                                    </p:set>
                                    <p:anim calcmode="lin" valueType="num">
                                      <p:cBhvr additive="base">
                                        <p:cTn dur="500"/>
                                        <p:tgtEl>
                                          <p:spTgt spid="103">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3">
                                            <p:txEl>
                                              <p:pRg end="6" st="6"/>
                                            </p:txEl>
                                          </p:spTgt>
                                        </p:tgtEl>
                                        <p:attrNameLst>
                                          <p:attrName>style.visibility</p:attrName>
                                        </p:attrNameLst>
                                      </p:cBhvr>
                                      <p:to>
                                        <p:strVal val="visible"/>
                                      </p:to>
                                    </p:set>
                                    <p:anim calcmode="lin" valueType="num">
                                      <p:cBhvr additive="base">
                                        <p:cTn dur="500"/>
                                        <p:tgtEl>
                                          <p:spTgt spid="103">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6"/>
          <p:cNvSpPr/>
          <p:nvPr/>
        </p:nvSpPr>
        <p:spPr>
          <a:xfrm>
            <a:off x="685800" y="1549400"/>
            <a:ext cx="7772400" cy="5067300"/>
          </a:xfrm>
          <a:prstGeom prst="rect">
            <a:avLst/>
          </a:prstGeom>
          <a:solidFill>
            <a:srgbClr val="EAEAEA"/>
          </a:solidFill>
          <a:ln>
            <a:noFill/>
          </a:ln>
        </p:spPr>
        <p:txBody>
          <a:bodyPr anchorCtr="0" anchor="t" bIns="45700" lIns="91425" spcFirstLastPara="1" rIns="91425" wrap="square" tIns="45700">
            <a:noAutofit/>
          </a:bodyPr>
          <a:lstStyle/>
          <a:p>
            <a:pPr indent="-457200" lvl="0" marL="457200" marR="0" rtl="0" algn="l">
              <a:spcBef>
                <a:spcPts val="0"/>
              </a:spcBef>
              <a:spcAft>
                <a:spcPts val="0"/>
              </a:spcAft>
              <a:buClr>
                <a:schemeClr val="dk1"/>
              </a:buClr>
              <a:buSzPts val="2400"/>
              <a:buFont typeface="Arial"/>
              <a:buNone/>
            </a:pPr>
            <a:r>
              <a:rPr b="1" i="0" lang="en-US" sz="2400" u="none" cap="none" strike="noStrike">
                <a:solidFill>
                  <a:schemeClr val="dk1"/>
                </a:solidFill>
                <a:latin typeface="Arial"/>
                <a:ea typeface="Arial"/>
                <a:cs typeface="Arial"/>
                <a:sym typeface="Arial"/>
              </a:rPr>
              <a:t>Guidance: </a:t>
            </a:r>
            <a:endParaRPr b="0" i="0" sz="2400" u="none" cap="none" strike="noStrike">
              <a:solidFill>
                <a:schemeClr val="dk1"/>
              </a:solidFill>
              <a:latin typeface="Arial"/>
              <a:ea typeface="Arial"/>
              <a:cs typeface="Arial"/>
              <a:sym typeface="Arial"/>
            </a:endParaRPr>
          </a:p>
          <a:p>
            <a:pPr indent="-457200" lvl="0" marL="457200" marR="0" rtl="0" algn="l">
              <a:spcBef>
                <a:spcPts val="480"/>
              </a:spcBef>
              <a:spcAft>
                <a:spcPts val="0"/>
              </a:spcAft>
              <a:buClr>
                <a:schemeClr val="dk1"/>
              </a:buClr>
              <a:buSzPts val="2400"/>
              <a:buFont typeface="Arial"/>
              <a:buNone/>
            </a:pPr>
            <a:r>
              <a:rPr b="0" i="0" lang="en-US" sz="2400" u="none" cap="none" strike="noStrike">
                <a:solidFill>
                  <a:schemeClr val="dk1"/>
                </a:solidFill>
                <a:latin typeface="Arial"/>
                <a:ea typeface="Arial"/>
                <a:cs typeface="Arial"/>
                <a:sym typeface="Arial"/>
              </a:rPr>
              <a:t>• Calculations will be restricted to those neglecting air resistance </a:t>
            </a:r>
            <a:endParaRPr/>
          </a:p>
          <a:p>
            <a:pPr indent="-457200" lvl="0" marL="457200" marR="0" rtl="0" algn="l">
              <a:spcBef>
                <a:spcPts val="480"/>
              </a:spcBef>
              <a:spcAft>
                <a:spcPts val="0"/>
              </a:spcAft>
              <a:buClr>
                <a:schemeClr val="dk1"/>
              </a:buClr>
              <a:buSzPts val="2400"/>
              <a:buFont typeface="Arial"/>
              <a:buNone/>
            </a:pPr>
            <a:r>
              <a:rPr b="0" i="0" lang="en-US" sz="2400" u="none" cap="none" strike="noStrike">
                <a:solidFill>
                  <a:schemeClr val="dk1"/>
                </a:solidFill>
                <a:latin typeface="Arial"/>
                <a:ea typeface="Arial"/>
                <a:cs typeface="Arial"/>
                <a:sym typeface="Arial"/>
              </a:rPr>
              <a:t>• Projectile motion will only involve problems using a constant value of </a:t>
            </a:r>
            <a:r>
              <a:rPr b="0" i="1" lang="en-US" sz="2400" u="none" cap="none" strike="noStrike">
                <a:solidFill>
                  <a:schemeClr val="dk1"/>
                </a:solidFill>
                <a:latin typeface="Arial"/>
                <a:ea typeface="Arial"/>
                <a:cs typeface="Arial"/>
                <a:sym typeface="Arial"/>
              </a:rPr>
              <a:t>g </a:t>
            </a:r>
            <a:r>
              <a:rPr b="0" i="0" lang="en-US" sz="2400" u="none" cap="none" strike="noStrike">
                <a:solidFill>
                  <a:schemeClr val="dk1"/>
                </a:solidFill>
                <a:latin typeface="Arial"/>
                <a:ea typeface="Arial"/>
                <a:cs typeface="Arial"/>
                <a:sym typeface="Arial"/>
              </a:rPr>
              <a:t>close to the surface of the Earth </a:t>
            </a:r>
            <a:endParaRPr/>
          </a:p>
          <a:p>
            <a:pPr indent="-457200" lvl="0" marL="457200" marR="0" rtl="0" algn="l">
              <a:spcBef>
                <a:spcPts val="480"/>
              </a:spcBef>
              <a:spcAft>
                <a:spcPts val="0"/>
              </a:spcAft>
              <a:buClr>
                <a:schemeClr val="dk1"/>
              </a:buClr>
              <a:buSzPts val="2400"/>
              <a:buFont typeface="Arial"/>
              <a:buNone/>
            </a:pPr>
            <a:r>
              <a:rPr b="0" i="0" lang="en-US" sz="2400" u="none" cap="none" strike="noStrike">
                <a:solidFill>
                  <a:schemeClr val="dk1"/>
                </a:solidFill>
                <a:latin typeface="Arial"/>
                <a:ea typeface="Arial"/>
                <a:cs typeface="Arial"/>
                <a:sym typeface="Arial"/>
              </a:rPr>
              <a:t>• The equation of the path of a projectile will not be required</a:t>
            </a:r>
            <a:endParaRPr b="1" i="0" sz="2400" u="none" cap="none" strike="noStrike">
              <a:solidFill>
                <a:schemeClr val="dk1"/>
              </a:solidFill>
              <a:latin typeface="Arial"/>
              <a:ea typeface="Arial"/>
              <a:cs typeface="Arial"/>
              <a:sym typeface="Arial"/>
            </a:endParaRPr>
          </a:p>
          <a:p>
            <a:pPr indent="-457200" lvl="0" marL="457200" marR="0" rtl="0" algn="l">
              <a:spcBef>
                <a:spcPts val="480"/>
              </a:spcBef>
              <a:spcAft>
                <a:spcPts val="0"/>
              </a:spcAft>
              <a:buClr>
                <a:srgbClr val="FF0000"/>
              </a:buClr>
              <a:buSzPts val="2400"/>
              <a:buFont typeface="Arial"/>
              <a:buNone/>
            </a:pPr>
            <a:r>
              <a:rPr b="1" i="0" lang="en-US" sz="2400" u="none" cap="none" strike="noStrike">
                <a:solidFill>
                  <a:srgbClr val="FF0000"/>
                </a:solidFill>
                <a:latin typeface="Arial"/>
                <a:ea typeface="Arial"/>
                <a:cs typeface="Arial"/>
                <a:sym typeface="Arial"/>
              </a:rPr>
              <a:t>Data booklet reference:</a:t>
            </a:r>
            <a:r>
              <a:rPr b="0" i="0" lang="en-US" sz="2400" u="none" cap="none" strike="noStrike">
                <a:solidFill>
                  <a:srgbClr val="FF0000"/>
                </a:solidFill>
                <a:latin typeface="Arial"/>
                <a:ea typeface="Arial"/>
                <a:cs typeface="Arial"/>
                <a:sym typeface="Arial"/>
              </a:rPr>
              <a:t> </a:t>
            </a:r>
            <a:endParaRPr/>
          </a:p>
          <a:p>
            <a:pPr indent="-457200" lvl="0" marL="457200" marR="0" rtl="0" algn="l">
              <a:spcBef>
                <a:spcPts val="480"/>
              </a:spcBef>
              <a:spcAft>
                <a:spcPts val="0"/>
              </a:spcAft>
              <a:buClr>
                <a:srgbClr val="FF0000"/>
              </a:buClr>
              <a:buSzPts val="2400"/>
              <a:buFont typeface="Arial"/>
              <a:buNone/>
            </a:pPr>
            <a:r>
              <a:rPr b="0" i="0" lang="en-US" sz="2400" u="none" cap="none" strike="noStrike">
                <a:solidFill>
                  <a:srgbClr val="FF0000"/>
                </a:solidFill>
                <a:latin typeface="Arial"/>
                <a:ea typeface="Arial"/>
                <a:cs typeface="Arial"/>
                <a:sym typeface="Arial"/>
              </a:rPr>
              <a:t>• </a:t>
            </a:r>
            <a:r>
              <a:rPr b="0" i="1" lang="en-US" sz="2400" u="none" cap="none" strike="noStrike">
                <a:solidFill>
                  <a:srgbClr val="FF0000"/>
                </a:solidFill>
                <a:latin typeface="Arial"/>
                <a:ea typeface="Arial"/>
                <a:cs typeface="Arial"/>
                <a:sym typeface="Arial"/>
              </a:rPr>
              <a:t>v</a:t>
            </a:r>
            <a:r>
              <a:rPr b="0" i="0" lang="en-US" sz="2400" u="none" cap="none" strike="noStrike">
                <a:solidFill>
                  <a:srgbClr val="FF0000"/>
                </a:solidFill>
                <a:latin typeface="Arial"/>
                <a:ea typeface="Arial"/>
                <a:cs typeface="Arial"/>
                <a:sym typeface="Arial"/>
              </a:rPr>
              <a:t> = </a:t>
            </a:r>
            <a:r>
              <a:rPr b="0" i="1" lang="en-US" sz="2400" u="none" cap="none" strike="noStrike">
                <a:solidFill>
                  <a:srgbClr val="FF0000"/>
                </a:solidFill>
                <a:latin typeface="Arial"/>
                <a:ea typeface="Arial"/>
                <a:cs typeface="Arial"/>
                <a:sym typeface="Arial"/>
              </a:rPr>
              <a:t>u</a:t>
            </a:r>
            <a:r>
              <a:rPr b="0" i="0" lang="en-US" sz="2400" u="none" cap="none" strike="noStrike">
                <a:solidFill>
                  <a:srgbClr val="FF0000"/>
                </a:solidFill>
                <a:latin typeface="Arial"/>
                <a:ea typeface="Arial"/>
                <a:cs typeface="Arial"/>
                <a:sym typeface="Arial"/>
              </a:rPr>
              <a:t> + </a:t>
            </a:r>
            <a:r>
              <a:rPr b="0" i="1" lang="en-US" sz="2400" u="none" cap="none" strike="noStrike">
                <a:solidFill>
                  <a:srgbClr val="FF0000"/>
                </a:solidFill>
                <a:latin typeface="Arial"/>
                <a:ea typeface="Arial"/>
                <a:cs typeface="Arial"/>
                <a:sym typeface="Arial"/>
              </a:rPr>
              <a:t>at</a:t>
            </a:r>
            <a:r>
              <a:rPr b="0" i="0" lang="en-US" sz="2400" u="none" cap="none" strike="noStrike">
                <a:solidFill>
                  <a:srgbClr val="FF0000"/>
                </a:solidFill>
                <a:latin typeface="Arial"/>
                <a:ea typeface="Arial"/>
                <a:cs typeface="Arial"/>
                <a:sym typeface="Arial"/>
              </a:rPr>
              <a:t> </a:t>
            </a:r>
            <a:endParaRPr/>
          </a:p>
          <a:p>
            <a:pPr indent="-457200" lvl="0" marL="457200" marR="0" rtl="0" algn="l">
              <a:spcBef>
                <a:spcPts val="480"/>
              </a:spcBef>
              <a:spcAft>
                <a:spcPts val="0"/>
              </a:spcAft>
              <a:buClr>
                <a:srgbClr val="FF0000"/>
              </a:buClr>
              <a:buSzPts val="2400"/>
              <a:buFont typeface="Arial"/>
              <a:buNone/>
            </a:pPr>
            <a:r>
              <a:rPr b="0" i="0" lang="en-US" sz="2400" u="none" cap="none" strike="noStrike">
                <a:solidFill>
                  <a:srgbClr val="FF0000"/>
                </a:solidFill>
                <a:latin typeface="Arial"/>
                <a:ea typeface="Arial"/>
                <a:cs typeface="Arial"/>
                <a:sym typeface="Arial"/>
              </a:rPr>
              <a:t>• </a:t>
            </a:r>
            <a:r>
              <a:rPr b="0" i="1" lang="en-US" sz="2400" u="none" cap="none" strike="noStrike">
                <a:solidFill>
                  <a:srgbClr val="FF0000"/>
                </a:solidFill>
                <a:latin typeface="Arial"/>
                <a:ea typeface="Arial"/>
                <a:cs typeface="Arial"/>
                <a:sym typeface="Arial"/>
              </a:rPr>
              <a:t>s</a:t>
            </a:r>
            <a:r>
              <a:rPr b="0" i="0" lang="en-US" sz="2400" u="none" cap="none" strike="noStrike">
                <a:solidFill>
                  <a:srgbClr val="FF0000"/>
                </a:solidFill>
                <a:latin typeface="Arial"/>
                <a:ea typeface="Arial"/>
                <a:cs typeface="Arial"/>
                <a:sym typeface="Arial"/>
              </a:rPr>
              <a:t> = </a:t>
            </a:r>
            <a:r>
              <a:rPr b="0" i="1" lang="en-US" sz="2400" u="none" cap="none" strike="noStrike">
                <a:solidFill>
                  <a:srgbClr val="FF0000"/>
                </a:solidFill>
                <a:latin typeface="Arial"/>
                <a:ea typeface="Arial"/>
                <a:cs typeface="Arial"/>
                <a:sym typeface="Arial"/>
              </a:rPr>
              <a:t>ut</a:t>
            </a:r>
            <a:r>
              <a:rPr b="0" i="0" lang="en-US" sz="2400" u="none" cap="none" strike="noStrike">
                <a:solidFill>
                  <a:srgbClr val="FF0000"/>
                </a:solidFill>
                <a:latin typeface="Arial"/>
                <a:ea typeface="Arial"/>
                <a:cs typeface="Arial"/>
                <a:sym typeface="Arial"/>
              </a:rPr>
              <a:t> + (1/2)</a:t>
            </a:r>
            <a:r>
              <a:rPr b="0" i="1" lang="en-US" sz="2400" u="none" cap="none" strike="noStrike">
                <a:solidFill>
                  <a:srgbClr val="FF0000"/>
                </a:solidFill>
                <a:latin typeface="Arial"/>
                <a:ea typeface="Arial"/>
                <a:cs typeface="Arial"/>
                <a:sym typeface="Arial"/>
              </a:rPr>
              <a:t>at</a:t>
            </a:r>
            <a:r>
              <a:rPr b="0" baseline="30000" i="0" lang="en-US" sz="2400" u="none" cap="none" strike="noStrike">
                <a:solidFill>
                  <a:srgbClr val="FF0000"/>
                </a:solidFill>
                <a:latin typeface="Arial"/>
                <a:ea typeface="Arial"/>
                <a:cs typeface="Arial"/>
                <a:sym typeface="Arial"/>
              </a:rPr>
              <a:t>2</a:t>
            </a:r>
            <a:r>
              <a:rPr b="0" i="0" lang="en-US" sz="2400" u="none" cap="none" strike="noStrike">
                <a:solidFill>
                  <a:srgbClr val="FF0000"/>
                </a:solidFill>
                <a:latin typeface="Arial"/>
                <a:ea typeface="Arial"/>
                <a:cs typeface="Arial"/>
                <a:sym typeface="Arial"/>
              </a:rPr>
              <a:t> </a:t>
            </a:r>
            <a:endParaRPr/>
          </a:p>
          <a:p>
            <a:pPr indent="-457200" lvl="0" marL="457200" marR="0" rtl="0" algn="l">
              <a:spcBef>
                <a:spcPts val="480"/>
              </a:spcBef>
              <a:spcAft>
                <a:spcPts val="0"/>
              </a:spcAft>
              <a:buClr>
                <a:srgbClr val="FF0000"/>
              </a:buClr>
              <a:buSzPts val="2400"/>
              <a:buFont typeface="Arial"/>
              <a:buNone/>
            </a:pPr>
            <a:r>
              <a:rPr b="0" i="0" lang="en-US" sz="2400" u="none" cap="none" strike="noStrike">
                <a:solidFill>
                  <a:srgbClr val="FF0000"/>
                </a:solidFill>
                <a:latin typeface="Arial"/>
                <a:ea typeface="Arial"/>
                <a:cs typeface="Arial"/>
                <a:sym typeface="Arial"/>
              </a:rPr>
              <a:t>• </a:t>
            </a:r>
            <a:r>
              <a:rPr b="0" i="1" lang="en-US" sz="2400" u="none" cap="none" strike="noStrike">
                <a:solidFill>
                  <a:srgbClr val="FF0000"/>
                </a:solidFill>
                <a:latin typeface="Arial"/>
                <a:ea typeface="Arial"/>
                <a:cs typeface="Arial"/>
                <a:sym typeface="Arial"/>
              </a:rPr>
              <a:t>v</a:t>
            </a:r>
            <a:r>
              <a:rPr b="0" baseline="30000" i="0" lang="en-US" sz="2400" u="none" cap="none" strike="noStrike">
                <a:solidFill>
                  <a:srgbClr val="FF0000"/>
                </a:solidFill>
                <a:latin typeface="Arial"/>
                <a:ea typeface="Arial"/>
                <a:cs typeface="Arial"/>
                <a:sym typeface="Arial"/>
              </a:rPr>
              <a:t>2</a:t>
            </a:r>
            <a:r>
              <a:rPr b="0" i="0" lang="en-US" sz="2400" u="none" cap="none" strike="noStrike">
                <a:solidFill>
                  <a:srgbClr val="FF0000"/>
                </a:solidFill>
                <a:latin typeface="Arial"/>
                <a:ea typeface="Arial"/>
                <a:cs typeface="Arial"/>
                <a:sym typeface="Arial"/>
              </a:rPr>
              <a:t> = </a:t>
            </a:r>
            <a:r>
              <a:rPr b="0" i="1" lang="en-US" sz="2400" u="none" cap="none" strike="noStrike">
                <a:solidFill>
                  <a:srgbClr val="FF0000"/>
                </a:solidFill>
                <a:latin typeface="Arial"/>
                <a:ea typeface="Arial"/>
                <a:cs typeface="Arial"/>
                <a:sym typeface="Arial"/>
              </a:rPr>
              <a:t>u</a:t>
            </a:r>
            <a:r>
              <a:rPr b="0" baseline="30000" i="0" lang="en-US" sz="2400" u="none" cap="none" strike="noStrike">
                <a:solidFill>
                  <a:srgbClr val="FF0000"/>
                </a:solidFill>
                <a:latin typeface="Arial"/>
                <a:ea typeface="Arial"/>
                <a:cs typeface="Arial"/>
                <a:sym typeface="Arial"/>
              </a:rPr>
              <a:t>2</a:t>
            </a:r>
            <a:r>
              <a:rPr b="0" i="0" lang="en-US" sz="2400" u="none" cap="none" strike="noStrike">
                <a:solidFill>
                  <a:srgbClr val="FF0000"/>
                </a:solidFill>
                <a:latin typeface="Arial"/>
                <a:ea typeface="Arial"/>
                <a:cs typeface="Arial"/>
                <a:sym typeface="Arial"/>
              </a:rPr>
              <a:t> + 2</a:t>
            </a:r>
            <a:r>
              <a:rPr b="0" i="1" lang="en-US" sz="2400" u="none" cap="none" strike="noStrike">
                <a:solidFill>
                  <a:srgbClr val="FF0000"/>
                </a:solidFill>
                <a:latin typeface="Arial"/>
                <a:ea typeface="Arial"/>
                <a:cs typeface="Arial"/>
                <a:sym typeface="Arial"/>
              </a:rPr>
              <a:t>as</a:t>
            </a:r>
            <a:r>
              <a:rPr b="0" i="0" lang="en-US" sz="2400" u="none" cap="none" strike="noStrike">
                <a:solidFill>
                  <a:srgbClr val="FF0000"/>
                </a:solidFill>
                <a:latin typeface="Arial"/>
                <a:ea typeface="Arial"/>
                <a:cs typeface="Arial"/>
                <a:sym typeface="Arial"/>
              </a:rPr>
              <a:t> </a:t>
            </a:r>
            <a:endParaRPr/>
          </a:p>
          <a:p>
            <a:pPr indent="-457200" lvl="0" marL="457200" marR="0" rtl="0" algn="l">
              <a:spcBef>
                <a:spcPts val="480"/>
              </a:spcBef>
              <a:spcAft>
                <a:spcPts val="0"/>
              </a:spcAft>
              <a:buClr>
                <a:srgbClr val="FF0000"/>
              </a:buClr>
              <a:buSzPts val="2400"/>
              <a:buFont typeface="Arial"/>
              <a:buNone/>
            </a:pPr>
            <a:r>
              <a:rPr b="0" i="0" lang="en-US" sz="2400" u="none" cap="none" strike="noStrike">
                <a:solidFill>
                  <a:srgbClr val="FF0000"/>
                </a:solidFill>
                <a:latin typeface="Arial"/>
                <a:ea typeface="Arial"/>
                <a:cs typeface="Arial"/>
                <a:sym typeface="Arial"/>
              </a:rPr>
              <a:t>• </a:t>
            </a:r>
            <a:r>
              <a:rPr b="0" i="1" lang="en-US" sz="2400" u="none" cap="none" strike="noStrike">
                <a:solidFill>
                  <a:srgbClr val="FF0000"/>
                </a:solidFill>
                <a:latin typeface="Arial"/>
                <a:ea typeface="Arial"/>
                <a:cs typeface="Arial"/>
                <a:sym typeface="Arial"/>
              </a:rPr>
              <a:t>s</a:t>
            </a:r>
            <a:r>
              <a:rPr b="0" i="0" lang="en-US" sz="2400" u="none" cap="none" strike="noStrike">
                <a:solidFill>
                  <a:srgbClr val="FF0000"/>
                </a:solidFill>
                <a:latin typeface="Arial"/>
                <a:ea typeface="Arial"/>
                <a:cs typeface="Arial"/>
                <a:sym typeface="Arial"/>
              </a:rPr>
              <a:t> = (1/2)(</a:t>
            </a:r>
            <a:r>
              <a:rPr b="0" i="1" lang="en-US" sz="2400" u="none" cap="none" strike="noStrike">
                <a:solidFill>
                  <a:srgbClr val="FF0000"/>
                </a:solidFill>
                <a:latin typeface="Arial"/>
                <a:ea typeface="Arial"/>
                <a:cs typeface="Arial"/>
                <a:sym typeface="Arial"/>
              </a:rPr>
              <a:t>v</a:t>
            </a:r>
            <a:r>
              <a:rPr b="0" i="0" lang="en-US" sz="2400" u="none" cap="none" strike="noStrike">
                <a:solidFill>
                  <a:srgbClr val="FF0000"/>
                </a:solidFill>
                <a:latin typeface="Arial"/>
                <a:ea typeface="Arial"/>
                <a:cs typeface="Arial"/>
                <a:sym typeface="Arial"/>
              </a:rPr>
              <a:t> + </a:t>
            </a:r>
            <a:r>
              <a:rPr b="0" i="1" lang="en-US" sz="2400" u="none" cap="none" strike="noStrike">
                <a:solidFill>
                  <a:srgbClr val="FF0000"/>
                </a:solidFill>
                <a:latin typeface="Arial"/>
                <a:ea typeface="Arial"/>
                <a:cs typeface="Arial"/>
                <a:sym typeface="Arial"/>
              </a:rPr>
              <a:t>u</a:t>
            </a:r>
            <a:r>
              <a:rPr b="0" i="0" lang="en-US" sz="2400" u="none" cap="none" strike="noStrike">
                <a:solidFill>
                  <a:srgbClr val="FF0000"/>
                </a:solidFill>
                <a:latin typeface="Arial"/>
                <a:ea typeface="Arial"/>
                <a:cs typeface="Arial"/>
                <a:sym typeface="Arial"/>
              </a:rPr>
              <a:t>) / t</a:t>
            </a:r>
            <a:r>
              <a:rPr b="0" i="1" lang="en-US" sz="2400" u="none" cap="none" strike="noStrike">
                <a:solidFill>
                  <a:srgbClr val="FF0000"/>
                </a:solidFill>
                <a:latin typeface="Arial"/>
                <a:ea typeface="Arial"/>
                <a:cs typeface="Arial"/>
                <a:sym typeface="Arial"/>
              </a:rPr>
              <a:t> </a:t>
            </a:r>
            <a:endParaRPr b="0" i="0" sz="2400" u="none" cap="none" strike="noStrike">
              <a:solidFill>
                <a:srgbClr val="FF0000"/>
              </a:solidFill>
              <a:latin typeface="Arial"/>
              <a:ea typeface="Arial"/>
              <a:cs typeface="Arial"/>
              <a:sym typeface="Arial"/>
            </a:endParaRPr>
          </a:p>
        </p:txBody>
      </p:sp>
      <p:sp>
        <p:nvSpPr>
          <p:cNvPr id="111" name="Google Shape;111;p16"/>
          <p:cNvSpPr txBox="1"/>
          <p:nvPr>
            <p:ph idx="4294967295"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i="0" lang="en-US" sz="2800" u="none" cap="none" strike="noStrike">
                <a:solidFill>
                  <a:schemeClr val="dk2"/>
                </a:solidFill>
                <a:latin typeface="Arial"/>
                <a:ea typeface="Arial"/>
                <a:cs typeface="Arial"/>
                <a:sym typeface="Arial"/>
              </a:rPr>
              <a:t>Topic 2: Mechanics</a:t>
            </a:r>
            <a:br>
              <a:rPr b="1" i="0" lang="en-US" sz="2800" u="none" cap="none" strike="noStrike">
                <a:solidFill>
                  <a:schemeClr val="dk2"/>
                </a:solidFill>
                <a:latin typeface="Arial"/>
                <a:ea typeface="Arial"/>
                <a:cs typeface="Arial"/>
                <a:sym typeface="Arial"/>
              </a:rPr>
            </a:br>
            <a:r>
              <a:rPr b="0" i="0" lang="en-US" sz="2800" u="none" cap="none" strike="noStrike">
                <a:solidFill>
                  <a:schemeClr val="dk1"/>
                </a:solidFill>
                <a:latin typeface="Arial"/>
                <a:ea typeface="Arial"/>
                <a:cs typeface="Arial"/>
                <a:sym typeface="Arial"/>
              </a:rPr>
              <a:t>2.1 – Motion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0">
                                            <p:txEl>
                                              <p:pRg end="0" st="0"/>
                                            </p:txEl>
                                          </p:spTgt>
                                        </p:tgtEl>
                                        <p:attrNameLst>
                                          <p:attrName>style.visibility</p:attrName>
                                        </p:attrNameLst>
                                      </p:cBhvr>
                                      <p:to>
                                        <p:strVal val="visible"/>
                                      </p:to>
                                    </p:set>
                                    <p:anim calcmode="lin" valueType="num">
                                      <p:cBhvr additive="base">
                                        <p:cTn dur="500"/>
                                        <p:tgtEl>
                                          <p:spTgt spid="110">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0">
                                            <p:txEl>
                                              <p:pRg end="1" st="1"/>
                                            </p:txEl>
                                          </p:spTgt>
                                        </p:tgtEl>
                                        <p:attrNameLst>
                                          <p:attrName>style.visibility</p:attrName>
                                        </p:attrNameLst>
                                      </p:cBhvr>
                                      <p:to>
                                        <p:strVal val="visible"/>
                                      </p:to>
                                    </p:set>
                                    <p:anim calcmode="lin" valueType="num">
                                      <p:cBhvr additive="base">
                                        <p:cTn dur="500"/>
                                        <p:tgtEl>
                                          <p:spTgt spid="110">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0">
                                            <p:txEl>
                                              <p:pRg end="2" st="2"/>
                                            </p:txEl>
                                          </p:spTgt>
                                        </p:tgtEl>
                                        <p:attrNameLst>
                                          <p:attrName>style.visibility</p:attrName>
                                        </p:attrNameLst>
                                      </p:cBhvr>
                                      <p:to>
                                        <p:strVal val="visible"/>
                                      </p:to>
                                    </p:set>
                                    <p:anim calcmode="lin" valueType="num">
                                      <p:cBhvr additive="base">
                                        <p:cTn dur="500"/>
                                        <p:tgtEl>
                                          <p:spTgt spid="110">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0">
                                            <p:txEl>
                                              <p:pRg end="3" st="3"/>
                                            </p:txEl>
                                          </p:spTgt>
                                        </p:tgtEl>
                                        <p:attrNameLst>
                                          <p:attrName>style.visibility</p:attrName>
                                        </p:attrNameLst>
                                      </p:cBhvr>
                                      <p:to>
                                        <p:strVal val="visible"/>
                                      </p:to>
                                    </p:set>
                                    <p:anim calcmode="lin" valueType="num">
                                      <p:cBhvr additive="base">
                                        <p:cTn dur="500"/>
                                        <p:tgtEl>
                                          <p:spTgt spid="110">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0">
                                            <p:txEl>
                                              <p:pRg end="4" st="4"/>
                                            </p:txEl>
                                          </p:spTgt>
                                        </p:tgtEl>
                                        <p:attrNameLst>
                                          <p:attrName>style.visibility</p:attrName>
                                        </p:attrNameLst>
                                      </p:cBhvr>
                                      <p:to>
                                        <p:strVal val="visible"/>
                                      </p:to>
                                    </p:set>
                                    <p:anim calcmode="lin" valueType="num">
                                      <p:cBhvr additive="base">
                                        <p:cTn dur="500"/>
                                        <p:tgtEl>
                                          <p:spTgt spid="110">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0">
                                            <p:txEl>
                                              <p:pRg end="5" st="5"/>
                                            </p:txEl>
                                          </p:spTgt>
                                        </p:tgtEl>
                                        <p:attrNameLst>
                                          <p:attrName>style.visibility</p:attrName>
                                        </p:attrNameLst>
                                      </p:cBhvr>
                                      <p:to>
                                        <p:strVal val="visible"/>
                                      </p:to>
                                    </p:set>
                                    <p:anim calcmode="lin" valueType="num">
                                      <p:cBhvr additive="base">
                                        <p:cTn dur="500"/>
                                        <p:tgtEl>
                                          <p:spTgt spid="110">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0">
                                            <p:txEl>
                                              <p:pRg end="6" st="6"/>
                                            </p:txEl>
                                          </p:spTgt>
                                        </p:tgtEl>
                                        <p:attrNameLst>
                                          <p:attrName>style.visibility</p:attrName>
                                        </p:attrNameLst>
                                      </p:cBhvr>
                                      <p:to>
                                        <p:strVal val="visible"/>
                                      </p:to>
                                    </p:set>
                                    <p:anim calcmode="lin" valueType="num">
                                      <p:cBhvr additive="base">
                                        <p:cTn dur="500"/>
                                        <p:tgtEl>
                                          <p:spTgt spid="110">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0">
                                            <p:txEl>
                                              <p:pRg end="7" st="7"/>
                                            </p:txEl>
                                          </p:spTgt>
                                        </p:tgtEl>
                                        <p:attrNameLst>
                                          <p:attrName>style.visibility</p:attrName>
                                        </p:attrNameLst>
                                      </p:cBhvr>
                                      <p:to>
                                        <p:strVal val="visible"/>
                                      </p:to>
                                    </p:set>
                                    <p:anim calcmode="lin" valueType="num">
                                      <p:cBhvr additive="base">
                                        <p:cTn dur="500"/>
                                        <p:tgtEl>
                                          <p:spTgt spid="110">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0">
                                            <p:txEl>
                                              <p:pRg end="8" st="8"/>
                                            </p:txEl>
                                          </p:spTgt>
                                        </p:tgtEl>
                                        <p:attrNameLst>
                                          <p:attrName>style.visibility</p:attrName>
                                        </p:attrNameLst>
                                      </p:cBhvr>
                                      <p:to>
                                        <p:strVal val="visible"/>
                                      </p:to>
                                    </p:set>
                                    <p:anim calcmode="lin" valueType="num">
                                      <p:cBhvr additive="base">
                                        <p:cTn dur="500"/>
                                        <p:tgtEl>
                                          <p:spTgt spid="110">
                                            <p:txEl>
                                              <p:pRg end="8" st="8"/>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17"/>
          <p:cNvSpPr/>
          <p:nvPr/>
        </p:nvSpPr>
        <p:spPr>
          <a:xfrm>
            <a:off x="685800" y="1549400"/>
            <a:ext cx="7772400" cy="3576638"/>
          </a:xfrm>
          <a:prstGeom prst="rect">
            <a:avLst/>
          </a:prstGeom>
          <a:solidFill>
            <a:srgbClr val="EAEAEA"/>
          </a:solidFill>
          <a:ln>
            <a:noFill/>
          </a:ln>
        </p:spPr>
        <p:txBody>
          <a:bodyPr anchorCtr="0" anchor="t" bIns="45700" lIns="91425" spcFirstLastPara="1" rIns="91425" wrap="square" tIns="45700">
            <a:noAutofit/>
          </a:bodyPr>
          <a:lstStyle/>
          <a:p>
            <a:pPr indent="-457200" lvl="0" marL="457200" marR="0" rtl="0" algn="l">
              <a:spcBef>
                <a:spcPts val="0"/>
              </a:spcBef>
              <a:spcAft>
                <a:spcPts val="0"/>
              </a:spcAft>
              <a:buClr>
                <a:schemeClr val="dk1"/>
              </a:buClr>
              <a:buSzPts val="2400"/>
              <a:buFont typeface="Arial"/>
              <a:buNone/>
            </a:pPr>
            <a:r>
              <a:rPr b="1" i="0" lang="en-US" sz="2400" u="none" cap="none" strike="noStrike">
                <a:solidFill>
                  <a:schemeClr val="dk1"/>
                </a:solidFill>
                <a:latin typeface="Arial"/>
                <a:ea typeface="Arial"/>
                <a:cs typeface="Arial"/>
                <a:sym typeface="Arial"/>
              </a:rPr>
              <a:t>International-mindedness: </a:t>
            </a:r>
            <a:endParaRPr b="0" i="0" sz="2400" u="none" cap="none" strike="noStrike">
              <a:solidFill>
                <a:schemeClr val="dk1"/>
              </a:solidFill>
              <a:latin typeface="Arial"/>
              <a:ea typeface="Arial"/>
              <a:cs typeface="Arial"/>
              <a:sym typeface="Arial"/>
            </a:endParaRPr>
          </a:p>
          <a:p>
            <a:pPr indent="-457200" lvl="0" marL="457200" marR="0" rtl="0" algn="l">
              <a:spcBef>
                <a:spcPts val="480"/>
              </a:spcBef>
              <a:spcAft>
                <a:spcPts val="0"/>
              </a:spcAft>
              <a:buClr>
                <a:schemeClr val="dk1"/>
              </a:buClr>
              <a:buSzPts val="2400"/>
              <a:buFont typeface="Arial"/>
              <a:buNone/>
            </a:pPr>
            <a:r>
              <a:rPr b="0" i="0" lang="en-US" sz="2400" u="none" cap="none" strike="noStrike">
                <a:solidFill>
                  <a:schemeClr val="dk1"/>
                </a:solidFill>
                <a:latin typeface="Arial"/>
                <a:ea typeface="Arial"/>
                <a:cs typeface="Arial"/>
                <a:sym typeface="Arial"/>
              </a:rPr>
              <a:t>• International cooperation is needed for tracking shipping, land-based transport, aircraft and objects in space </a:t>
            </a:r>
            <a:endParaRPr b="1" i="0" sz="2400" u="none" cap="none" strike="noStrike">
              <a:solidFill>
                <a:schemeClr val="dk1"/>
              </a:solidFill>
              <a:latin typeface="Arial"/>
              <a:ea typeface="Arial"/>
              <a:cs typeface="Arial"/>
              <a:sym typeface="Arial"/>
            </a:endParaRPr>
          </a:p>
          <a:p>
            <a:pPr indent="-457200" lvl="0" marL="457200" marR="0" rtl="0" algn="l">
              <a:spcBef>
                <a:spcPts val="480"/>
              </a:spcBef>
              <a:spcAft>
                <a:spcPts val="0"/>
              </a:spcAft>
              <a:buClr>
                <a:schemeClr val="dk1"/>
              </a:buClr>
              <a:buSzPts val="2400"/>
              <a:buFont typeface="Arial"/>
              <a:buNone/>
            </a:pPr>
            <a:r>
              <a:rPr b="1" i="0" lang="en-US" sz="2400" u="none" cap="none" strike="noStrike">
                <a:solidFill>
                  <a:schemeClr val="dk1"/>
                </a:solidFill>
                <a:latin typeface="Arial"/>
                <a:ea typeface="Arial"/>
                <a:cs typeface="Arial"/>
                <a:sym typeface="Arial"/>
              </a:rPr>
              <a:t>Theory of knowledge: </a:t>
            </a:r>
            <a:endParaRPr b="0" i="0" sz="2400" u="none" cap="none" strike="noStrike">
              <a:solidFill>
                <a:schemeClr val="dk1"/>
              </a:solidFill>
              <a:latin typeface="Arial"/>
              <a:ea typeface="Arial"/>
              <a:cs typeface="Arial"/>
              <a:sym typeface="Arial"/>
            </a:endParaRPr>
          </a:p>
          <a:p>
            <a:pPr indent="-457200" lvl="0" marL="457200" marR="0" rtl="0" algn="l">
              <a:spcBef>
                <a:spcPts val="480"/>
              </a:spcBef>
              <a:spcAft>
                <a:spcPts val="0"/>
              </a:spcAft>
              <a:buClr>
                <a:schemeClr val="dk1"/>
              </a:buClr>
              <a:buSzPts val="2400"/>
              <a:buFont typeface="Arial"/>
              <a:buNone/>
            </a:pPr>
            <a:r>
              <a:rPr b="0" i="0" lang="en-US" sz="2400" u="none" cap="none" strike="noStrike">
                <a:solidFill>
                  <a:schemeClr val="dk1"/>
                </a:solidFill>
                <a:latin typeface="Arial"/>
                <a:ea typeface="Arial"/>
                <a:cs typeface="Arial"/>
                <a:sym typeface="Arial"/>
              </a:rPr>
              <a:t>• The independence of horizontal and vertical motion in projectile motion seems to be counter-intuitive. How do scientists work around their intuitions? How do scientists make use of their intuitions?</a:t>
            </a:r>
            <a:endParaRPr b="1" i="0" sz="2400" u="none" cap="none" strike="noStrike">
              <a:solidFill>
                <a:schemeClr val="dk1"/>
              </a:solidFill>
              <a:latin typeface="Arial"/>
              <a:ea typeface="Arial"/>
              <a:cs typeface="Arial"/>
              <a:sym typeface="Arial"/>
            </a:endParaRPr>
          </a:p>
        </p:txBody>
      </p:sp>
      <p:sp>
        <p:nvSpPr>
          <p:cNvPr id="118" name="Google Shape;118;p17"/>
          <p:cNvSpPr txBox="1"/>
          <p:nvPr>
            <p:ph idx="4294967295"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i="0" lang="en-US" sz="2800" u="none" cap="none" strike="noStrike">
                <a:solidFill>
                  <a:schemeClr val="dk2"/>
                </a:solidFill>
                <a:latin typeface="Arial"/>
                <a:ea typeface="Arial"/>
                <a:cs typeface="Arial"/>
                <a:sym typeface="Arial"/>
              </a:rPr>
              <a:t>Topic 2: Mechanics</a:t>
            </a:r>
            <a:br>
              <a:rPr b="1" i="0" lang="en-US" sz="2800" u="none" cap="none" strike="noStrike">
                <a:solidFill>
                  <a:schemeClr val="dk2"/>
                </a:solidFill>
                <a:latin typeface="Arial"/>
                <a:ea typeface="Arial"/>
                <a:cs typeface="Arial"/>
                <a:sym typeface="Arial"/>
              </a:rPr>
            </a:br>
            <a:r>
              <a:rPr b="0" i="0" lang="en-US" sz="2800" u="none" cap="none" strike="noStrike">
                <a:solidFill>
                  <a:schemeClr val="dk1"/>
                </a:solidFill>
                <a:latin typeface="Arial"/>
                <a:ea typeface="Arial"/>
                <a:cs typeface="Arial"/>
                <a:sym typeface="Arial"/>
              </a:rPr>
              <a:t>2.1 – Motion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7">
                                            <p:txEl>
                                              <p:pRg end="0" st="0"/>
                                            </p:txEl>
                                          </p:spTgt>
                                        </p:tgtEl>
                                        <p:attrNameLst>
                                          <p:attrName>style.visibility</p:attrName>
                                        </p:attrNameLst>
                                      </p:cBhvr>
                                      <p:to>
                                        <p:strVal val="visible"/>
                                      </p:to>
                                    </p:set>
                                    <p:anim calcmode="lin" valueType="num">
                                      <p:cBhvr additive="base">
                                        <p:cTn dur="500"/>
                                        <p:tgtEl>
                                          <p:spTgt spid="117">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7">
                                            <p:txEl>
                                              <p:pRg end="1" st="1"/>
                                            </p:txEl>
                                          </p:spTgt>
                                        </p:tgtEl>
                                        <p:attrNameLst>
                                          <p:attrName>style.visibility</p:attrName>
                                        </p:attrNameLst>
                                      </p:cBhvr>
                                      <p:to>
                                        <p:strVal val="visible"/>
                                      </p:to>
                                    </p:set>
                                    <p:anim calcmode="lin" valueType="num">
                                      <p:cBhvr additive="base">
                                        <p:cTn dur="500"/>
                                        <p:tgtEl>
                                          <p:spTgt spid="117">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7">
                                            <p:txEl>
                                              <p:pRg end="2" st="2"/>
                                            </p:txEl>
                                          </p:spTgt>
                                        </p:tgtEl>
                                        <p:attrNameLst>
                                          <p:attrName>style.visibility</p:attrName>
                                        </p:attrNameLst>
                                      </p:cBhvr>
                                      <p:to>
                                        <p:strVal val="visible"/>
                                      </p:to>
                                    </p:set>
                                    <p:anim calcmode="lin" valueType="num">
                                      <p:cBhvr additive="base">
                                        <p:cTn dur="500"/>
                                        <p:tgtEl>
                                          <p:spTgt spid="117">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7">
                                            <p:txEl>
                                              <p:pRg end="3" st="3"/>
                                            </p:txEl>
                                          </p:spTgt>
                                        </p:tgtEl>
                                        <p:attrNameLst>
                                          <p:attrName>style.visibility</p:attrName>
                                        </p:attrNameLst>
                                      </p:cBhvr>
                                      <p:to>
                                        <p:strVal val="visible"/>
                                      </p:to>
                                    </p:set>
                                    <p:anim calcmode="lin" valueType="num">
                                      <p:cBhvr additive="base">
                                        <p:cTn dur="500"/>
                                        <p:tgtEl>
                                          <p:spTgt spid="117">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18"/>
          <p:cNvSpPr/>
          <p:nvPr/>
        </p:nvSpPr>
        <p:spPr>
          <a:xfrm>
            <a:off x="685800" y="1549400"/>
            <a:ext cx="7772400" cy="4848225"/>
          </a:xfrm>
          <a:prstGeom prst="rect">
            <a:avLst/>
          </a:prstGeom>
          <a:solidFill>
            <a:srgbClr val="EAEAEA"/>
          </a:solidFill>
          <a:ln>
            <a:noFill/>
          </a:ln>
        </p:spPr>
        <p:txBody>
          <a:bodyPr anchorCtr="0" anchor="t" bIns="45700" lIns="91425" spcFirstLastPara="1" rIns="91425" wrap="square" tIns="45700">
            <a:noAutofit/>
          </a:bodyPr>
          <a:lstStyle/>
          <a:p>
            <a:pPr indent="-457200" lvl="0" marL="457200" marR="0" rtl="0" algn="l">
              <a:spcBef>
                <a:spcPts val="0"/>
              </a:spcBef>
              <a:spcAft>
                <a:spcPts val="0"/>
              </a:spcAft>
              <a:buClr>
                <a:schemeClr val="dk1"/>
              </a:buClr>
              <a:buSzPts val="2400"/>
              <a:buFont typeface="Arial"/>
              <a:buNone/>
            </a:pPr>
            <a:r>
              <a:rPr b="1" i="0" lang="en-US" sz="2400" u="none" cap="none" strike="noStrike">
                <a:solidFill>
                  <a:schemeClr val="dk1"/>
                </a:solidFill>
                <a:latin typeface="Arial"/>
                <a:ea typeface="Arial"/>
                <a:cs typeface="Arial"/>
                <a:sym typeface="Arial"/>
              </a:rPr>
              <a:t>Utilization: </a:t>
            </a:r>
            <a:endParaRPr b="0" i="0" sz="2400" u="none" cap="none" strike="noStrike">
              <a:solidFill>
                <a:schemeClr val="dk1"/>
              </a:solidFill>
              <a:latin typeface="Arial"/>
              <a:ea typeface="Arial"/>
              <a:cs typeface="Arial"/>
              <a:sym typeface="Arial"/>
            </a:endParaRPr>
          </a:p>
          <a:p>
            <a:pPr indent="-457200" lvl="0" marL="457200" marR="0" rtl="0" algn="l">
              <a:spcBef>
                <a:spcPts val="480"/>
              </a:spcBef>
              <a:spcAft>
                <a:spcPts val="0"/>
              </a:spcAft>
              <a:buClr>
                <a:schemeClr val="dk1"/>
              </a:buClr>
              <a:buSzPts val="2400"/>
              <a:buFont typeface="Arial"/>
              <a:buNone/>
            </a:pPr>
            <a:r>
              <a:rPr b="0" i="0" lang="en-US" sz="2400" u="none" cap="none" strike="noStrike">
                <a:solidFill>
                  <a:schemeClr val="dk1"/>
                </a:solidFill>
                <a:latin typeface="Arial"/>
                <a:ea typeface="Arial"/>
                <a:cs typeface="Arial"/>
                <a:sym typeface="Arial"/>
              </a:rPr>
              <a:t>• Diving, parachuting and similar activities where fluid resistance affects motion </a:t>
            </a:r>
            <a:endParaRPr/>
          </a:p>
          <a:p>
            <a:pPr indent="-457200" lvl="0" marL="457200" marR="0" rtl="0" algn="l">
              <a:spcBef>
                <a:spcPts val="480"/>
              </a:spcBef>
              <a:spcAft>
                <a:spcPts val="0"/>
              </a:spcAft>
              <a:buClr>
                <a:schemeClr val="dk1"/>
              </a:buClr>
              <a:buSzPts val="2400"/>
              <a:buFont typeface="Arial"/>
              <a:buNone/>
            </a:pPr>
            <a:r>
              <a:rPr b="0" i="0" lang="en-US" sz="2400" u="none" cap="none" strike="noStrike">
                <a:solidFill>
                  <a:schemeClr val="dk1"/>
                </a:solidFill>
                <a:latin typeface="Arial"/>
                <a:ea typeface="Arial"/>
                <a:cs typeface="Arial"/>
                <a:sym typeface="Arial"/>
              </a:rPr>
              <a:t>• The accurate use of ballistics requires careful analysis </a:t>
            </a:r>
            <a:endParaRPr/>
          </a:p>
          <a:p>
            <a:pPr indent="-457200" lvl="0" marL="457200" marR="0" rtl="0" algn="l">
              <a:spcBef>
                <a:spcPts val="480"/>
              </a:spcBef>
              <a:spcAft>
                <a:spcPts val="0"/>
              </a:spcAft>
              <a:buClr>
                <a:schemeClr val="dk1"/>
              </a:buClr>
              <a:buSzPts val="2400"/>
              <a:buFont typeface="Arial"/>
              <a:buNone/>
            </a:pPr>
            <a:r>
              <a:rPr b="0" i="0" lang="en-US" sz="2400" u="none" cap="none" strike="noStrike">
                <a:solidFill>
                  <a:schemeClr val="dk1"/>
                </a:solidFill>
                <a:latin typeface="Arial"/>
                <a:ea typeface="Arial"/>
                <a:cs typeface="Arial"/>
                <a:sym typeface="Arial"/>
              </a:rPr>
              <a:t>• Biomechanics (see </a:t>
            </a:r>
            <a:r>
              <a:rPr b="0" i="1" lang="en-US" sz="2400" u="none" cap="none" strike="noStrike">
                <a:solidFill>
                  <a:schemeClr val="dk1"/>
                </a:solidFill>
                <a:latin typeface="Arial"/>
                <a:ea typeface="Arial"/>
                <a:cs typeface="Arial"/>
                <a:sym typeface="Arial"/>
              </a:rPr>
              <a:t>Sports, exercise and health science SL </a:t>
            </a:r>
            <a:r>
              <a:rPr b="0" i="0" lang="en-US" sz="2400" u="none" cap="none" strike="noStrike">
                <a:solidFill>
                  <a:schemeClr val="dk1"/>
                </a:solidFill>
                <a:latin typeface="Arial"/>
                <a:ea typeface="Arial"/>
                <a:cs typeface="Arial"/>
                <a:sym typeface="Arial"/>
              </a:rPr>
              <a:t>sub-topic </a:t>
            </a:r>
            <a:r>
              <a:rPr b="0" i="1" lang="en-US" sz="2400" u="none" cap="none" strike="noStrike">
                <a:solidFill>
                  <a:schemeClr val="dk1"/>
                </a:solidFill>
                <a:latin typeface="Arial"/>
                <a:ea typeface="Arial"/>
                <a:cs typeface="Arial"/>
                <a:sym typeface="Arial"/>
              </a:rPr>
              <a:t>4.3</a:t>
            </a:r>
            <a:r>
              <a:rPr b="0" i="0" lang="en-US" sz="2400" u="none" cap="none" strike="noStrike">
                <a:solidFill>
                  <a:schemeClr val="dk1"/>
                </a:solidFill>
                <a:latin typeface="Arial"/>
                <a:ea typeface="Arial"/>
                <a:cs typeface="Arial"/>
                <a:sym typeface="Arial"/>
              </a:rPr>
              <a:t>) </a:t>
            </a:r>
            <a:endParaRPr/>
          </a:p>
          <a:p>
            <a:pPr indent="-457200" lvl="0" marL="457200" marR="0" rtl="0" algn="l">
              <a:spcBef>
                <a:spcPts val="480"/>
              </a:spcBef>
              <a:spcAft>
                <a:spcPts val="0"/>
              </a:spcAft>
              <a:buClr>
                <a:schemeClr val="dk1"/>
              </a:buClr>
              <a:buSzPts val="2400"/>
              <a:buFont typeface="Arial"/>
              <a:buNone/>
            </a:pPr>
            <a:r>
              <a:rPr b="0" i="0" lang="en-US" sz="2400" u="none" cap="none" strike="noStrike">
                <a:solidFill>
                  <a:schemeClr val="dk1"/>
                </a:solidFill>
                <a:latin typeface="Arial"/>
                <a:ea typeface="Arial"/>
                <a:cs typeface="Arial"/>
                <a:sym typeface="Arial"/>
              </a:rPr>
              <a:t>• Quadratic functions (see </a:t>
            </a:r>
            <a:r>
              <a:rPr b="0" i="1" lang="en-US" sz="2400" u="none" cap="none" strike="noStrike">
                <a:solidFill>
                  <a:schemeClr val="dk1"/>
                </a:solidFill>
                <a:latin typeface="Arial"/>
                <a:ea typeface="Arial"/>
                <a:cs typeface="Arial"/>
                <a:sym typeface="Arial"/>
              </a:rPr>
              <a:t>Mathematics HL </a:t>
            </a:r>
            <a:r>
              <a:rPr b="0" i="0" lang="en-US" sz="2400" u="none" cap="none" strike="noStrike">
                <a:solidFill>
                  <a:schemeClr val="dk1"/>
                </a:solidFill>
                <a:latin typeface="Arial"/>
                <a:ea typeface="Arial"/>
                <a:cs typeface="Arial"/>
                <a:sym typeface="Arial"/>
              </a:rPr>
              <a:t>sub-topic </a:t>
            </a:r>
            <a:r>
              <a:rPr b="0" i="1" lang="en-US" sz="2400" u="none" cap="none" strike="noStrike">
                <a:solidFill>
                  <a:schemeClr val="dk1"/>
                </a:solidFill>
                <a:latin typeface="Arial"/>
                <a:ea typeface="Arial"/>
                <a:cs typeface="Arial"/>
                <a:sym typeface="Arial"/>
              </a:rPr>
              <a:t>2.6</a:t>
            </a:r>
            <a:r>
              <a:rPr b="0" i="0" lang="en-US" sz="2400" u="none" cap="none" strike="noStrike">
                <a:solidFill>
                  <a:schemeClr val="dk1"/>
                </a:solidFill>
                <a:latin typeface="Arial"/>
                <a:ea typeface="Arial"/>
                <a:cs typeface="Arial"/>
                <a:sym typeface="Arial"/>
              </a:rPr>
              <a:t>; </a:t>
            </a:r>
            <a:r>
              <a:rPr b="0" i="1" lang="en-US" sz="2400" u="none" cap="none" strike="noStrike">
                <a:solidFill>
                  <a:schemeClr val="dk1"/>
                </a:solidFill>
                <a:latin typeface="Arial"/>
                <a:ea typeface="Arial"/>
                <a:cs typeface="Arial"/>
                <a:sym typeface="Arial"/>
              </a:rPr>
              <a:t>Mathematics SL </a:t>
            </a:r>
            <a:r>
              <a:rPr b="0" i="0" lang="en-US" sz="2400" u="none" cap="none" strike="noStrike">
                <a:solidFill>
                  <a:schemeClr val="dk1"/>
                </a:solidFill>
                <a:latin typeface="Arial"/>
                <a:ea typeface="Arial"/>
                <a:cs typeface="Arial"/>
                <a:sym typeface="Arial"/>
              </a:rPr>
              <a:t>sub-topic </a:t>
            </a:r>
            <a:r>
              <a:rPr b="0" i="1" lang="en-US" sz="2400" u="none" cap="none" strike="noStrike">
                <a:solidFill>
                  <a:schemeClr val="dk1"/>
                </a:solidFill>
                <a:latin typeface="Arial"/>
                <a:ea typeface="Arial"/>
                <a:cs typeface="Arial"/>
                <a:sym typeface="Arial"/>
              </a:rPr>
              <a:t>2.4</a:t>
            </a:r>
            <a:r>
              <a:rPr b="0" i="0" lang="en-US" sz="2400" u="none" cap="none" strike="noStrike">
                <a:solidFill>
                  <a:schemeClr val="dk1"/>
                </a:solidFill>
                <a:latin typeface="Arial"/>
                <a:ea typeface="Arial"/>
                <a:cs typeface="Arial"/>
                <a:sym typeface="Arial"/>
              </a:rPr>
              <a:t>; </a:t>
            </a:r>
            <a:r>
              <a:rPr b="0" i="1" lang="en-US" sz="2400" u="none" cap="none" strike="noStrike">
                <a:solidFill>
                  <a:schemeClr val="dk1"/>
                </a:solidFill>
                <a:latin typeface="Arial"/>
                <a:ea typeface="Arial"/>
                <a:cs typeface="Arial"/>
                <a:sym typeface="Arial"/>
              </a:rPr>
              <a:t>Mathematical studies SL </a:t>
            </a:r>
            <a:r>
              <a:rPr b="0" i="0" lang="en-US" sz="2400" u="none" cap="none" strike="noStrike">
                <a:solidFill>
                  <a:schemeClr val="dk1"/>
                </a:solidFill>
                <a:latin typeface="Arial"/>
                <a:ea typeface="Arial"/>
                <a:cs typeface="Arial"/>
                <a:sym typeface="Arial"/>
              </a:rPr>
              <a:t>sub-topic </a:t>
            </a:r>
            <a:r>
              <a:rPr b="0" i="1" lang="en-US" sz="2400" u="none" cap="none" strike="noStrike">
                <a:solidFill>
                  <a:schemeClr val="dk1"/>
                </a:solidFill>
                <a:latin typeface="Arial"/>
                <a:ea typeface="Arial"/>
                <a:cs typeface="Arial"/>
                <a:sym typeface="Arial"/>
              </a:rPr>
              <a:t>6.3</a:t>
            </a:r>
            <a:r>
              <a:rPr b="0" i="0" lang="en-US" sz="2400" u="none" cap="none" strike="noStrike">
                <a:solidFill>
                  <a:schemeClr val="dk1"/>
                </a:solidFill>
                <a:latin typeface="Arial"/>
                <a:ea typeface="Arial"/>
                <a:cs typeface="Arial"/>
                <a:sym typeface="Arial"/>
              </a:rPr>
              <a:t>)</a:t>
            </a:r>
            <a:endParaRPr/>
          </a:p>
          <a:p>
            <a:pPr indent="-457200" lvl="0" marL="457200" marR="0" rtl="0" algn="l">
              <a:spcBef>
                <a:spcPts val="480"/>
              </a:spcBef>
              <a:spcAft>
                <a:spcPts val="0"/>
              </a:spcAft>
              <a:buClr>
                <a:schemeClr val="dk1"/>
              </a:buClr>
              <a:buSzPts val="2400"/>
              <a:buFont typeface="Arial"/>
              <a:buNone/>
            </a:pPr>
            <a:r>
              <a:rPr b="0" i="0" lang="en-US" sz="2400" u="none" cap="none" strike="noStrike">
                <a:solidFill>
                  <a:schemeClr val="dk1"/>
                </a:solidFill>
                <a:latin typeface="Arial"/>
                <a:ea typeface="Arial"/>
                <a:cs typeface="Arial"/>
                <a:sym typeface="Arial"/>
              </a:rPr>
              <a:t>• The kinematic equations are treated in calculus form in </a:t>
            </a:r>
            <a:r>
              <a:rPr b="0" i="1" lang="en-US" sz="2400" u="none" cap="none" strike="noStrike">
                <a:solidFill>
                  <a:schemeClr val="dk1"/>
                </a:solidFill>
                <a:latin typeface="Arial"/>
                <a:ea typeface="Arial"/>
                <a:cs typeface="Arial"/>
                <a:sym typeface="Arial"/>
              </a:rPr>
              <a:t>Mathematics HL </a:t>
            </a:r>
            <a:r>
              <a:rPr b="0" i="0" lang="en-US" sz="2400" u="none" cap="none" strike="noStrike">
                <a:solidFill>
                  <a:schemeClr val="dk1"/>
                </a:solidFill>
                <a:latin typeface="Arial"/>
                <a:ea typeface="Arial"/>
                <a:cs typeface="Arial"/>
                <a:sym typeface="Arial"/>
              </a:rPr>
              <a:t>sub-topic </a:t>
            </a:r>
            <a:r>
              <a:rPr b="0" i="1" lang="en-US" sz="2400" u="none" cap="none" strike="noStrike">
                <a:solidFill>
                  <a:schemeClr val="dk1"/>
                </a:solidFill>
                <a:latin typeface="Arial"/>
                <a:ea typeface="Arial"/>
                <a:cs typeface="Arial"/>
                <a:sym typeface="Arial"/>
              </a:rPr>
              <a:t>6.6 </a:t>
            </a:r>
            <a:r>
              <a:rPr b="0" i="0" lang="en-US" sz="2400" u="none" cap="none" strike="noStrike">
                <a:solidFill>
                  <a:schemeClr val="dk1"/>
                </a:solidFill>
                <a:latin typeface="Arial"/>
                <a:ea typeface="Arial"/>
                <a:cs typeface="Arial"/>
                <a:sym typeface="Arial"/>
              </a:rPr>
              <a:t>and </a:t>
            </a:r>
            <a:r>
              <a:rPr b="0" i="1" lang="en-US" sz="2400" u="none" cap="none" strike="noStrike">
                <a:solidFill>
                  <a:schemeClr val="dk1"/>
                </a:solidFill>
                <a:latin typeface="Arial"/>
                <a:ea typeface="Arial"/>
                <a:cs typeface="Arial"/>
                <a:sym typeface="Arial"/>
              </a:rPr>
              <a:t>Mathematics SL </a:t>
            </a:r>
            <a:r>
              <a:rPr b="0" i="0" lang="en-US" sz="2400" u="none" cap="none" strike="noStrike">
                <a:solidFill>
                  <a:schemeClr val="dk1"/>
                </a:solidFill>
                <a:latin typeface="Arial"/>
                <a:ea typeface="Arial"/>
                <a:cs typeface="Arial"/>
                <a:sym typeface="Arial"/>
              </a:rPr>
              <a:t>sub-topic </a:t>
            </a:r>
            <a:r>
              <a:rPr b="0" i="1" lang="en-US" sz="2400" u="none" cap="none" strike="noStrike">
                <a:solidFill>
                  <a:schemeClr val="dk1"/>
                </a:solidFill>
                <a:latin typeface="Arial"/>
                <a:ea typeface="Arial"/>
                <a:cs typeface="Arial"/>
                <a:sym typeface="Arial"/>
              </a:rPr>
              <a:t>6.6 </a:t>
            </a:r>
            <a:endParaRPr b="1" i="0" sz="2400" u="none" cap="none" strike="noStrike">
              <a:solidFill>
                <a:schemeClr val="dk1"/>
              </a:solidFill>
              <a:latin typeface="Arial"/>
              <a:ea typeface="Arial"/>
              <a:cs typeface="Arial"/>
              <a:sym typeface="Arial"/>
            </a:endParaRPr>
          </a:p>
        </p:txBody>
      </p:sp>
      <p:sp>
        <p:nvSpPr>
          <p:cNvPr id="125" name="Google Shape;125;p18"/>
          <p:cNvSpPr txBox="1"/>
          <p:nvPr>
            <p:ph idx="4294967295"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i="0" lang="en-US" sz="2800" u="none" cap="none" strike="noStrike">
                <a:solidFill>
                  <a:schemeClr val="dk2"/>
                </a:solidFill>
                <a:latin typeface="Arial"/>
                <a:ea typeface="Arial"/>
                <a:cs typeface="Arial"/>
                <a:sym typeface="Arial"/>
              </a:rPr>
              <a:t>Topic 2: Mechanics</a:t>
            </a:r>
            <a:br>
              <a:rPr b="1" i="0" lang="en-US" sz="2800" u="none" cap="none" strike="noStrike">
                <a:solidFill>
                  <a:schemeClr val="dk2"/>
                </a:solidFill>
                <a:latin typeface="Arial"/>
                <a:ea typeface="Arial"/>
                <a:cs typeface="Arial"/>
                <a:sym typeface="Arial"/>
              </a:rPr>
            </a:br>
            <a:r>
              <a:rPr b="0" i="0" lang="en-US" sz="2800" u="none" cap="none" strike="noStrike">
                <a:solidFill>
                  <a:schemeClr val="dk1"/>
                </a:solidFill>
                <a:latin typeface="Arial"/>
                <a:ea typeface="Arial"/>
                <a:cs typeface="Arial"/>
                <a:sym typeface="Arial"/>
              </a:rPr>
              <a:t>2.1 – Motion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4">
                                            <p:txEl>
                                              <p:pRg end="0" st="0"/>
                                            </p:txEl>
                                          </p:spTgt>
                                        </p:tgtEl>
                                        <p:attrNameLst>
                                          <p:attrName>style.visibility</p:attrName>
                                        </p:attrNameLst>
                                      </p:cBhvr>
                                      <p:to>
                                        <p:strVal val="visible"/>
                                      </p:to>
                                    </p:set>
                                    <p:anim calcmode="lin" valueType="num">
                                      <p:cBhvr additive="base">
                                        <p:cTn dur="500"/>
                                        <p:tgtEl>
                                          <p:spTgt spid="124">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4">
                                            <p:txEl>
                                              <p:pRg end="1" st="1"/>
                                            </p:txEl>
                                          </p:spTgt>
                                        </p:tgtEl>
                                        <p:attrNameLst>
                                          <p:attrName>style.visibility</p:attrName>
                                        </p:attrNameLst>
                                      </p:cBhvr>
                                      <p:to>
                                        <p:strVal val="visible"/>
                                      </p:to>
                                    </p:set>
                                    <p:anim calcmode="lin" valueType="num">
                                      <p:cBhvr additive="base">
                                        <p:cTn dur="500"/>
                                        <p:tgtEl>
                                          <p:spTgt spid="124">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4">
                                            <p:txEl>
                                              <p:pRg end="2" st="2"/>
                                            </p:txEl>
                                          </p:spTgt>
                                        </p:tgtEl>
                                        <p:attrNameLst>
                                          <p:attrName>style.visibility</p:attrName>
                                        </p:attrNameLst>
                                      </p:cBhvr>
                                      <p:to>
                                        <p:strVal val="visible"/>
                                      </p:to>
                                    </p:set>
                                    <p:anim calcmode="lin" valueType="num">
                                      <p:cBhvr additive="base">
                                        <p:cTn dur="500"/>
                                        <p:tgtEl>
                                          <p:spTgt spid="124">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4">
                                            <p:txEl>
                                              <p:pRg end="3" st="3"/>
                                            </p:txEl>
                                          </p:spTgt>
                                        </p:tgtEl>
                                        <p:attrNameLst>
                                          <p:attrName>style.visibility</p:attrName>
                                        </p:attrNameLst>
                                      </p:cBhvr>
                                      <p:to>
                                        <p:strVal val="visible"/>
                                      </p:to>
                                    </p:set>
                                    <p:anim calcmode="lin" valueType="num">
                                      <p:cBhvr additive="base">
                                        <p:cTn dur="500"/>
                                        <p:tgtEl>
                                          <p:spTgt spid="124">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4">
                                            <p:txEl>
                                              <p:pRg end="4" st="4"/>
                                            </p:txEl>
                                          </p:spTgt>
                                        </p:tgtEl>
                                        <p:attrNameLst>
                                          <p:attrName>style.visibility</p:attrName>
                                        </p:attrNameLst>
                                      </p:cBhvr>
                                      <p:to>
                                        <p:strVal val="visible"/>
                                      </p:to>
                                    </p:set>
                                    <p:anim calcmode="lin" valueType="num">
                                      <p:cBhvr additive="base">
                                        <p:cTn dur="500"/>
                                        <p:tgtEl>
                                          <p:spTgt spid="124">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4">
                                            <p:txEl>
                                              <p:pRg end="5" st="5"/>
                                            </p:txEl>
                                          </p:spTgt>
                                        </p:tgtEl>
                                        <p:attrNameLst>
                                          <p:attrName>style.visibility</p:attrName>
                                        </p:attrNameLst>
                                      </p:cBhvr>
                                      <p:to>
                                        <p:strVal val="visible"/>
                                      </p:to>
                                    </p:set>
                                    <p:anim calcmode="lin" valueType="num">
                                      <p:cBhvr additive="base">
                                        <p:cTn dur="500"/>
                                        <p:tgtEl>
                                          <p:spTgt spid="124">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19"/>
          <p:cNvSpPr/>
          <p:nvPr/>
        </p:nvSpPr>
        <p:spPr>
          <a:xfrm>
            <a:off x="685800" y="1549400"/>
            <a:ext cx="7772400" cy="4702175"/>
          </a:xfrm>
          <a:prstGeom prst="rect">
            <a:avLst/>
          </a:prstGeom>
          <a:solidFill>
            <a:srgbClr val="EAEAEA"/>
          </a:solidFill>
          <a:ln>
            <a:noFill/>
          </a:ln>
        </p:spPr>
        <p:txBody>
          <a:bodyPr anchorCtr="0" anchor="t" bIns="45700" lIns="91425" spcFirstLastPara="1" rIns="91425" wrap="square" tIns="45700">
            <a:noAutofit/>
          </a:bodyPr>
          <a:lstStyle/>
          <a:p>
            <a:pPr indent="-457200" lvl="0" marL="457200" marR="0" rtl="0" algn="l">
              <a:spcBef>
                <a:spcPts val="0"/>
              </a:spcBef>
              <a:spcAft>
                <a:spcPts val="0"/>
              </a:spcAft>
              <a:buClr>
                <a:schemeClr val="dk1"/>
              </a:buClr>
              <a:buSzPts val="2400"/>
              <a:buFont typeface="Arial"/>
              <a:buNone/>
            </a:pPr>
            <a:r>
              <a:rPr b="1" i="0" lang="en-US" sz="2400" u="none" cap="none" strike="noStrike">
                <a:solidFill>
                  <a:schemeClr val="dk1"/>
                </a:solidFill>
                <a:latin typeface="Arial"/>
                <a:ea typeface="Arial"/>
                <a:cs typeface="Arial"/>
                <a:sym typeface="Arial"/>
              </a:rPr>
              <a:t>Aims: </a:t>
            </a:r>
            <a:endParaRPr b="0" i="0" sz="2400" u="none" cap="none" strike="noStrike">
              <a:solidFill>
                <a:schemeClr val="dk1"/>
              </a:solidFill>
              <a:latin typeface="Arial"/>
              <a:ea typeface="Arial"/>
              <a:cs typeface="Arial"/>
              <a:sym typeface="Arial"/>
            </a:endParaRPr>
          </a:p>
          <a:p>
            <a:pPr indent="-457200" lvl="0" marL="457200" marR="0" rtl="0" algn="l">
              <a:spcBef>
                <a:spcPts val="480"/>
              </a:spcBef>
              <a:spcAft>
                <a:spcPts val="0"/>
              </a:spcAft>
              <a:buClr>
                <a:schemeClr val="dk1"/>
              </a:buClr>
              <a:buSzPts val="2400"/>
              <a:buFont typeface="Arial"/>
              <a:buNone/>
            </a:pPr>
            <a:r>
              <a:rPr b="0" i="0" lang="en-US" sz="2400" u="none" cap="none" strike="noStrike">
                <a:solidFill>
                  <a:schemeClr val="dk1"/>
                </a:solidFill>
                <a:latin typeface="Arial"/>
                <a:ea typeface="Arial"/>
                <a:cs typeface="Arial"/>
                <a:sym typeface="Arial"/>
              </a:rPr>
              <a:t>• </a:t>
            </a:r>
            <a:r>
              <a:rPr b="1" i="0" lang="en-US" sz="2400" u="none" cap="none" strike="noStrike">
                <a:solidFill>
                  <a:schemeClr val="dk1"/>
                </a:solidFill>
                <a:latin typeface="Arial"/>
                <a:ea typeface="Arial"/>
                <a:cs typeface="Arial"/>
                <a:sym typeface="Arial"/>
              </a:rPr>
              <a:t>Aim 2: </a:t>
            </a:r>
            <a:r>
              <a:rPr b="0" i="0" lang="en-US" sz="2400" u="none" cap="none" strike="noStrike">
                <a:solidFill>
                  <a:schemeClr val="dk1"/>
                </a:solidFill>
                <a:latin typeface="Arial"/>
                <a:ea typeface="Arial"/>
                <a:cs typeface="Arial"/>
                <a:sym typeface="Arial"/>
              </a:rPr>
              <a:t>much of the development of classical physics has been built on the advances in kinematics </a:t>
            </a:r>
            <a:endParaRPr/>
          </a:p>
          <a:p>
            <a:pPr indent="-457200" lvl="0" marL="457200" marR="0" rtl="0" algn="l">
              <a:spcBef>
                <a:spcPts val="480"/>
              </a:spcBef>
              <a:spcAft>
                <a:spcPts val="0"/>
              </a:spcAft>
              <a:buClr>
                <a:schemeClr val="dk1"/>
              </a:buClr>
              <a:buSzPts val="2400"/>
              <a:buFont typeface="Arial"/>
              <a:buNone/>
            </a:pPr>
            <a:r>
              <a:rPr b="0" i="0" lang="en-US" sz="2400" u="none" cap="none" strike="noStrike">
                <a:solidFill>
                  <a:schemeClr val="dk1"/>
                </a:solidFill>
                <a:latin typeface="Arial"/>
                <a:ea typeface="Arial"/>
                <a:cs typeface="Arial"/>
                <a:sym typeface="Arial"/>
              </a:rPr>
              <a:t>• </a:t>
            </a:r>
            <a:r>
              <a:rPr b="1" i="0" lang="en-US" sz="2400" u="none" cap="none" strike="noStrike">
                <a:solidFill>
                  <a:schemeClr val="dk1"/>
                </a:solidFill>
                <a:latin typeface="Arial"/>
                <a:ea typeface="Arial"/>
                <a:cs typeface="Arial"/>
                <a:sym typeface="Arial"/>
              </a:rPr>
              <a:t>Aim 6: </a:t>
            </a:r>
            <a:r>
              <a:rPr b="0" i="0" lang="en-US" sz="2400" u="none" cap="none" strike="noStrike">
                <a:solidFill>
                  <a:schemeClr val="dk1"/>
                </a:solidFill>
                <a:latin typeface="Arial"/>
                <a:ea typeface="Arial"/>
                <a:cs typeface="Arial"/>
                <a:sym typeface="Arial"/>
              </a:rPr>
              <a:t>experiments, including use of data logging, could include (but are not limited to): determination of </a:t>
            </a:r>
            <a:r>
              <a:rPr b="0" i="1" lang="en-US" sz="2400" u="none" cap="none" strike="noStrike">
                <a:solidFill>
                  <a:schemeClr val="dk1"/>
                </a:solidFill>
                <a:latin typeface="Arial"/>
                <a:ea typeface="Arial"/>
                <a:cs typeface="Arial"/>
                <a:sym typeface="Arial"/>
              </a:rPr>
              <a:t>g</a:t>
            </a:r>
            <a:r>
              <a:rPr b="0" i="0" lang="en-US" sz="2400" u="none" cap="none" strike="noStrike">
                <a:solidFill>
                  <a:schemeClr val="dk1"/>
                </a:solidFill>
                <a:latin typeface="Arial"/>
                <a:ea typeface="Arial"/>
                <a:cs typeface="Arial"/>
                <a:sym typeface="Arial"/>
              </a:rPr>
              <a:t>, estimating speed using travel timetables, analysing projectile motion, and investigating motion through a fluid </a:t>
            </a:r>
            <a:endParaRPr/>
          </a:p>
          <a:p>
            <a:pPr indent="-457200" lvl="0" marL="457200" marR="0" rtl="0" algn="l">
              <a:spcBef>
                <a:spcPts val="480"/>
              </a:spcBef>
              <a:spcAft>
                <a:spcPts val="0"/>
              </a:spcAft>
              <a:buClr>
                <a:schemeClr val="dk1"/>
              </a:buClr>
              <a:buSzPts val="2400"/>
              <a:buFont typeface="Arial"/>
              <a:buNone/>
            </a:pPr>
            <a:r>
              <a:rPr b="0" i="0" lang="en-US" sz="2400" u="none" cap="none" strike="noStrike">
                <a:solidFill>
                  <a:schemeClr val="dk1"/>
                </a:solidFill>
                <a:latin typeface="Arial"/>
                <a:ea typeface="Arial"/>
                <a:cs typeface="Arial"/>
                <a:sym typeface="Arial"/>
              </a:rPr>
              <a:t>• </a:t>
            </a:r>
            <a:r>
              <a:rPr b="1" i="0" lang="en-US" sz="2400" u="none" cap="none" strike="noStrike">
                <a:solidFill>
                  <a:schemeClr val="dk1"/>
                </a:solidFill>
                <a:latin typeface="Arial"/>
                <a:ea typeface="Arial"/>
                <a:cs typeface="Arial"/>
                <a:sym typeface="Arial"/>
              </a:rPr>
              <a:t>Aim 7: </a:t>
            </a:r>
            <a:r>
              <a:rPr b="0" i="0" lang="en-US" sz="2400" u="none" cap="none" strike="noStrike">
                <a:solidFill>
                  <a:schemeClr val="dk1"/>
                </a:solidFill>
                <a:latin typeface="Arial"/>
                <a:ea typeface="Arial"/>
                <a:cs typeface="Arial"/>
                <a:sym typeface="Arial"/>
              </a:rPr>
              <a:t>technology has allowed for more accurate and precise measurements of motion, including video analysis of real-life projectiles and modelling/simulations of terminal velocity </a:t>
            </a:r>
            <a:endParaRPr/>
          </a:p>
        </p:txBody>
      </p:sp>
      <p:sp>
        <p:nvSpPr>
          <p:cNvPr id="132" name="Google Shape;132;p19"/>
          <p:cNvSpPr txBox="1"/>
          <p:nvPr>
            <p:ph idx="4294967295"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i="0" lang="en-US" sz="2800" u="none" cap="none" strike="noStrike">
                <a:solidFill>
                  <a:schemeClr val="dk2"/>
                </a:solidFill>
                <a:latin typeface="Arial"/>
                <a:ea typeface="Arial"/>
                <a:cs typeface="Arial"/>
                <a:sym typeface="Arial"/>
              </a:rPr>
              <a:t>Topic 2: Mechanics</a:t>
            </a:r>
            <a:br>
              <a:rPr b="1" i="0" lang="en-US" sz="2800" u="none" cap="none" strike="noStrike">
                <a:solidFill>
                  <a:schemeClr val="dk2"/>
                </a:solidFill>
                <a:latin typeface="Arial"/>
                <a:ea typeface="Arial"/>
                <a:cs typeface="Arial"/>
                <a:sym typeface="Arial"/>
              </a:rPr>
            </a:br>
            <a:r>
              <a:rPr b="0" i="0" lang="en-US" sz="2800" u="none" cap="none" strike="noStrike">
                <a:solidFill>
                  <a:schemeClr val="dk1"/>
                </a:solidFill>
                <a:latin typeface="Arial"/>
                <a:ea typeface="Arial"/>
                <a:cs typeface="Arial"/>
                <a:sym typeface="Arial"/>
              </a:rPr>
              <a:t>2.1 – Motion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1">
                                            <p:txEl>
                                              <p:pRg end="0" st="0"/>
                                            </p:txEl>
                                          </p:spTgt>
                                        </p:tgtEl>
                                        <p:attrNameLst>
                                          <p:attrName>style.visibility</p:attrName>
                                        </p:attrNameLst>
                                      </p:cBhvr>
                                      <p:to>
                                        <p:strVal val="visible"/>
                                      </p:to>
                                    </p:set>
                                    <p:anim calcmode="lin" valueType="num">
                                      <p:cBhvr additive="base">
                                        <p:cTn dur="500"/>
                                        <p:tgtEl>
                                          <p:spTgt spid="131">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1">
                                            <p:txEl>
                                              <p:pRg end="1" st="1"/>
                                            </p:txEl>
                                          </p:spTgt>
                                        </p:tgtEl>
                                        <p:attrNameLst>
                                          <p:attrName>style.visibility</p:attrName>
                                        </p:attrNameLst>
                                      </p:cBhvr>
                                      <p:to>
                                        <p:strVal val="visible"/>
                                      </p:to>
                                    </p:set>
                                    <p:anim calcmode="lin" valueType="num">
                                      <p:cBhvr additive="base">
                                        <p:cTn dur="500"/>
                                        <p:tgtEl>
                                          <p:spTgt spid="131">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1">
                                            <p:txEl>
                                              <p:pRg end="2" st="2"/>
                                            </p:txEl>
                                          </p:spTgt>
                                        </p:tgtEl>
                                        <p:attrNameLst>
                                          <p:attrName>style.visibility</p:attrName>
                                        </p:attrNameLst>
                                      </p:cBhvr>
                                      <p:to>
                                        <p:strVal val="visible"/>
                                      </p:to>
                                    </p:set>
                                    <p:anim calcmode="lin" valueType="num">
                                      <p:cBhvr additive="base">
                                        <p:cTn dur="500"/>
                                        <p:tgtEl>
                                          <p:spTgt spid="131">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1">
                                            <p:txEl>
                                              <p:pRg end="3" st="3"/>
                                            </p:txEl>
                                          </p:spTgt>
                                        </p:tgtEl>
                                        <p:attrNameLst>
                                          <p:attrName>style.visibility</p:attrName>
                                        </p:attrNameLst>
                                      </p:cBhvr>
                                      <p:to>
                                        <p:strVal val="visible"/>
                                      </p:to>
                                    </p:set>
                                    <p:anim calcmode="lin" valueType="num">
                                      <p:cBhvr additive="base">
                                        <p:cTn dur="500"/>
                                        <p:tgtEl>
                                          <p:spTgt spid="131">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0"/>
          <p:cNvSpPr/>
          <p:nvPr/>
        </p:nvSpPr>
        <p:spPr>
          <a:xfrm>
            <a:off x="685800" y="1549400"/>
            <a:ext cx="7772400" cy="2879725"/>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accent2"/>
              </a:buClr>
              <a:buSzPts val="2400"/>
              <a:buFont typeface="Arial"/>
              <a:buNone/>
            </a:pPr>
            <a:r>
              <a:rPr b="0" i="1" lang="en-US" sz="2400" u="none" cap="none" strike="noStrike">
                <a:solidFill>
                  <a:schemeClr val="accent2"/>
                </a:solidFill>
                <a:latin typeface="Arial"/>
                <a:ea typeface="Arial"/>
                <a:cs typeface="Arial"/>
                <a:sym typeface="Arial"/>
              </a:rPr>
              <a:t>Distance and displacement</a:t>
            </a:r>
            <a:r>
              <a:rPr b="0" i="0" lang="en-US" sz="2400" u="none" cap="none" strike="noStrike">
                <a:solidFill>
                  <a:schemeClr val="accent2"/>
                </a:solidFill>
                <a:latin typeface="Arial"/>
                <a:ea typeface="Arial"/>
                <a:cs typeface="Arial"/>
                <a:sym typeface="Arial"/>
              </a:rPr>
              <a:t> </a:t>
            </a:r>
            <a:r>
              <a:rPr b="0" i="0" lang="en-US" sz="2400" u="none" cap="none" strike="noStrike">
                <a:solidFill>
                  <a:schemeClr val="dk1"/>
                </a:solidFill>
                <a:latin typeface="Arial"/>
                <a:ea typeface="Arial"/>
                <a:cs typeface="Arial"/>
                <a:sym typeface="Arial"/>
              </a:rPr>
              <a:t>	</a:t>
            </a:r>
            <a:endParaRPr/>
          </a:p>
          <a:p>
            <a:pPr indent="0" lvl="0" marL="0" marR="0" rtl="0" algn="l">
              <a:spcBef>
                <a:spcPts val="480"/>
              </a:spcBef>
              <a:spcAft>
                <a:spcPts val="0"/>
              </a:spcAft>
              <a:buClr>
                <a:schemeClr val="dk1"/>
              </a:buClr>
              <a:buSzPts val="2400"/>
              <a:buFont typeface="Arial"/>
              <a:buNone/>
            </a:pPr>
            <a:r>
              <a:rPr b="0" i="0" lang="en-US" sz="2400" u="none" cap="none" strike="noStrike">
                <a:solidFill>
                  <a:schemeClr val="dk1"/>
                </a:solidFill>
                <a:latin typeface="Arial"/>
                <a:ea typeface="Arial"/>
                <a:cs typeface="Arial"/>
                <a:sym typeface="Arial"/>
              </a:rPr>
              <a:t>∙</a:t>
            </a:r>
            <a:r>
              <a:rPr b="1" i="0" lang="en-US" sz="2400" u="none" cap="none" strike="noStrike">
                <a:solidFill>
                  <a:schemeClr val="dk1"/>
                </a:solidFill>
                <a:latin typeface="Arial"/>
                <a:ea typeface="Arial"/>
                <a:cs typeface="Arial"/>
                <a:sym typeface="Arial"/>
              </a:rPr>
              <a:t>Mechanics</a:t>
            </a:r>
            <a:r>
              <a:rPr b="0" i="0" lang="en-US" sz="2400" u="none" cap="none" strike="noStrike">
                <a:solidFill>
                  <a:schemeClr val="dk1"/>
                </a:solidFill>
                <a:latin typeface="Arial"/>
                <a:ea typeface="Arial"/>
                <a:cs typeface="Arial"/>
                <a:sym typeface="Arial"/>
              </a:rPr>
              <a:t> is the branch of physics which concerns itself with forces, and how they affect a body's motion.</a:t>
            </a:r>
            <a:endParaRPr/>
          </a:p>
          <a:p>
            <a:pPr indent="0" lvl="0" marL="0" marR="0" rtl="0" algn="l">
              <a:spcBef>
                <a:spcPts val="480"/>
              </a:spcBef>
              <a:spcAft>
                <a:spcPts val="0"/>
              </a:spcAft>
              <a:buClr>
                <a:schemeClr val="dk1"/>
              </a:buClr>
              <a:buSzPts val="2400"/>
              <a:buFont typeface="Arial"/>
              <a:buNone/>
            </a:pPr>
            <a:r>
              <a:rPr b="0" i="0" lang="en-US" sz="2400" u="none" cap="none" strike="noStrike">
                <a:solidFill>
                  <a:schemeClr val="dk1"/>
                </a:solidFill>
                <a:latin typeface="Arial"/>
                <a:ea typeface="Arial"/>
                <a:cs typeface="Arial"/>
                <a:sym typeface="Arial"/>
              </a:rPr>
              <a:t>∙</a:t>
            </a:r>
            <a:r>
              <a:rPr b="1" i="0" lang="en-US" sz="2400" u="none" cap="none" strike="noStrike">
                <a:solidFill>
                  <a:schemeClr val="dk1"/>
                </a:solidFill>
                <a:latin typeface="Arial"/>
                <a:ea typeface="Arial"/>
                <a:cs typeface="Arial"/>
                <a:sym typeface="Arial"/>
              </a:rPr>
              <a:t>Kinematics</a:t>
            </a:r>
            <a:r>
              <a:rPr b="0" i="0" lang="en-US" sz="2400" u="none" cap="none" strike="noStrike">
                <a:solidFill>
                  <a:schemeClr val="dk1"/>
                </a:solidFill>
                <a:latin typeface="Arial"/>
                <a:ea typeface="Arial"/>
                <a:cs typeface="Arial"/>
                <a:sym typeface="Arial"/>
              </a:rPr>
              <a:t> is the sub-branch of mechanics which studies only a body's motion without regard to causes.</a:t>
            </a:r>
            <a:endParaRPr/>
          </a:p>
          <a:p>
            <a:pPr indent="0" lvl="0" marL="0" marR="0" rtl="0" algn="l">
              <a:spcBef>
                <a:spcPts val="480"/>
              </a:spcBef>
              <a:spcAft>
                <a:spcPts val="0"/>
              </a:spcAft>
              <a:buClr>
                <a:schemeClr val="dk1"/>
              </a:buClr>
              <a:buSzPts val="2400"/>
              <a:buFont typeface="Arial"/>
              <a:buNone/>
            </a:pPr>
            <a:r>
              <a:rPr b="0" i="0" lang="en-US" sz="2400" u="none" cap="none" strike="noStrike">
                <a:solidFill>
                  <a:schemeClr val="dk1"/>
                </a:solidFill>
                <a:latin typeface="Arial"/>
                <a:ea typeface="Arial"/>
                <a:cs typeface="Arial"/>
                <a:sym typeface="Arial"/>
              </a:rPr>
              <a:t>∙</a:t>
            </a:r>
            <a:r>
              <a:rPr b="1" i="0" lang="en-US" sz="2400" u="none" cap="none" strike="noStrike">
                <a:solidFill>
                  <a:schemeClr val="dk1"/>
                </a:solidFill>
                <a:latin typeface="Arial"/>
                <a:ea typeface="Arial"/>
                <a:cs typeface="Arial"/>
                <a:sym typeface="Arial"/>
              </a:rPr>
              <a:t>Dynamics</a:t>
            </a:r>
            <a:r>
              <a:rPr b="0" i="0" lang="en-US" sz="2400" u="none" cap="none" strike="noStrike">
                <a:solidFill>
                  <a:schemeClr val="dk1"/>
                </a:solidFill>
                <a:latin typeface="Arial"/>
                <a:ea typeface="Arial"/>
                <a:cs typeface="Arial"/>
                <a:sym typeface="Arial"/>
              </a:rPr>
              <a:t> is the sub-branch of mechanics which studies the forces which </a:t>
            </a:r>
            <a:r>
              <a:rPr b="0" i="1" lang="en-US" sz="2400" u="none" cap="none" strike="noStrike">
                <a:solidFill>
                  <a:schemeClr val="dk1"/>
                </a:solidFill>
                <a:latin typeface="Arial"/>
                <a:ea typeface="Arial"/>
                <a:cs typeface="Arial"/>
                <a:sym typeface="Arial"/>
              </a:rPr>
              <a:t>cause</a:t>
            </a:r>
            <a:r>
              <a:rPr b="0" i="0" lang="en-US" sz="2400" u="none" cap="none" strike="noStrike">
                <a:solidFill>
                  <a:schemeClr val="dk1"/>
                </a:solidFill>
                <a:latin typeface="Arial"/>
                <a:ea typeface="Arial"/>
                <a:cs typeface="Arial"/>
                <a:sym typeface="Arial"/>
              </a:rPr>
              <a:t> a body's motion.</a:t>
            </a:r>
            <a:endParaRPr/>
          </a:p>
        </p:txBody>
      </p:sp>
      <p:sp>
        <p:nvSpPr>
          <p:cNvPr id="139" name="Google Shape;139;p20"/>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2: Mechanics</a:t>
            </a:r>
            <a:br>
              <a:rPr b="1" lang="en-US" sz="2800"/>
            </a:br>
            <a:r>
              <a:rPr lang="en-US" sz="2800">
                <a:solidFill>
                  <a:schemeClr val="dk1"/>
                </a:solidFill>
              </a:rPr>
              <a:t>2.1 – Motion</a:t>
            </a:r>
            <a:endParaRPr/>
          </a:p>
        </p:txBody>
      </p:sp>
      <p:pic>
        <p:nvPicPr>
          <p:cNvPr descr="galileo" id="140" name="Google Shape;140;p20"/>
          <p:cNvPicPr preferRelativeResize="0"/>
          <p:nvPr/>
        </p:nvPicPr>
        <p:blipFill rotWithShape="1">
          <a:blip r:embed="rId3">
            <a:alphaModFix/>
          </a:blip>
          <a:srcRect b="0" l="0" r="0" t="0"/>
          <a:stretch/>
        </p:blipFill>
        <p:spPr>
          <a:xfrm>
            <a:off x="704850" y="4411663"/>
            <a:ext cx="2173288" cy="2446337"/>
          </a:xfrm>
          <a:prstGeom prst="rect">
            <a:avLst/>
          </a:prstGeom>
          <a:noFill/>
          <a:ln>
            <a:noFill/>
          </a:ln>
        </p:spPr>
      </p:pic>
      <p:sp>
        <p:nvSpPr>
          <p:cNvPr id="141" name="Google Shape;141;p20"/>
          <p:cNvSpPr txBox="1"/>
          <p:nvPr/>
        </p:nvSpPr>
        <p:spPr>
          <a:xfrm>
            <a:off x="2913063" y="5313363"/>
            <a:ext cx="895350" cy="3667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chemeClr val="dk1"/>
                </a:solidFill>
                <a:latin typeface="Arial"/>
                <a:ea typeface="Arial"/>
                <a:cs typeface="Arial"/>
                <a:sym typeface="Arial"/>
              </a:rPr>
              <a:t>Galileo</a:t>
            </a:r>
            <a:endParaRPr/>
          </a:p>
        </p:txBody>
      </p:sp>
      <p:sp>
        <p:nvSpPr>
          <p:cNvPr id="142" name="Google Shape;142;p20"/>
          <p:cNvSpPr txBox="1"/>
          <p:nvPr/>
        </p:nvSpPr>
        <p:spPr>
          <a:xfrm>
            <a:off x="2905125" y="5611813"/>
            <a:ext cx="1301750" cy="3667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1800" u="none" cap="none" strike="noStrike">
                <a:solidFill>
                  <a:srgbClr val="FF0000"/>
                </a:solidFill>
                <a:latin typeface="Arial"/>
                <a:ea typeface="Arial"/>
                <a:cs typeface="Arial"/>
                <a:sym typeface="Arial"/>
              </a:rPr>
              <a:t>Kinematics</a:t>
            </a:r>
            <a:endParaRPr/>
          </a:p>
        </p:txBody>
      </p:sp>
      <p:pic>
        <p:nvPicPr>
          <p:cNvPr descr="newton" id="143" name="Google Shape;143;p20"/>
          <p:cNvPicPr preferRelativeResize="0"/>
          <p:nvPr/>
        </p:nvPicPr>
        <p:blipFill rotWithShape="1">
          <a:blip r:embed="rId4">
            <a:alphaModFix/>
          </a:blip>
          <a:srcRect b="0" l="0" r="0" t="0"/>
          <a:stretch/>
        </p:blipFill>
        <p:spPr>
          <a:xfrm>
            <a:off x="6586538" y="4416425"/>
            <a:ext cx="1874837" cy="2441575"/>
          </a:xfrm>
          <a:prstGeom prst="rect">
            <a:avLst/>
          </a:prstGeom>
          <a:noFill/>
          <a:ln>
            <a:noFill/>
          </a:ln>
        </p:spPr>
      </p:pic>
      <p:sp>
        <p:nvSpPr>
          <p:cNvPr id="144" name="Google Shape;144;p20"/>
          <p:cNvSpPr txBox="1"/>
          <p:nvPr/>
        </p:nvSpPr>
        <p:spPr>
          <a:xfrm>
            <a:off x="5441950" y="5303838"/>
            <a:ext cx="958850" cy="366712"/>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1800" u="none" cap="none" strike="noStrike">
                <a:solidFill>
                  <a:schemeClr val="dk1"/>
                </a:solidFill>
                <a:latin typeface="Arial"/>
                <a:ea typeface="Arial"/>
                <a:cs typeface="Arial"/>
                <a:sym typeface="Arial"/>
              </a:rPr>
              <a:t>Newton</a:t>
            </a:r>
            <a:endParaRPr/>
          </a:p>
        </p:txBody>
      </p:sp>
      <p:sp>
        <p:nvSpPr>
          <p:cNvPr id="145" name="Google Shape;145;p20"/>
          <p:cNvSpPr txBox="1"/>
          <p:nvPr/>
        </p:nvSpPr>
        <p:spPr>
          <a:xfrm>
            <a:off x="5221288" y="5635625"/>
            <a:ext cx="1187450" cy="366713"/>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1" lang="en-US" sz="1800" u="none" cap="none" strike="noStrike">
                <a:solidFill>
                  <a:srgbClr val="FF0000"/>
                </a:solidFill>
                <a:latin typeface="Arial"/>
                <a:ea typeface="Arial"/>
                <a:cs typeface="Arial"/>
                <a:sym typeface="Arial"/>
              </a:rPr>
              <a:t>Dynamics</a:t>
            </a:r>
            <a:endParaRPr/>
          </a:p>
        </p:txBody>
      </p:sp>
      <p:sp>
        <p:nvSpPr>
          <p:cNvPr id="146" name="Google Shape;146;p20"/>
          <p:cNvSpPr txBox="1"/>
          <p:nvPr/>
        </p:nvSpPr>
        <p:spPr>
          <a:xfrm>
            <a:off x="5191125" y="5988050"/>
            <a:ext cx="1212850" cy="366713"/>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1" lang="en-US" sz="1800" u="none" cap="none" strike="noStrike">
                <a:solidFill>
                  <a:srgbClr val="FF0000"/>
                </a:solidFill>
                <a:latin typeface="Arial"/>
                <a:ea typeface="Arial"/>
                <a:cs typeface="Arial"/>
                <a:sym typeface="Arial"/>
              </a:rPr>
              <a:t>(Calculus)</a:t>
            </a:r>
            <a:endParaRPr/>
          </a:p>
        </p:txBody>
      </p:sp>
      <p:sp>
        <p:nvSpPr>
          <p:cNvPr id="147" name="Google Shape;147;p20"/>
          <p:cNvSpPr txBox="1"/>
          <p:nvPr/>
        </p:nvSpPr>
        <p:spPr>
          <a:xfrm>
            <a:off x="3122613" y="4529138"/>
            <a:ext cx="3057525" cy="82232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1" lang="en-US" sz="2400" u="none" cap="none" strike="noStrike">
                <a:solidFill>
                  <a:schemeClr val="lt2"/>
                </a:solidFill>
                <a:latin typeface="Arial"/>
                <a:ea typeface="Arial"/>
                <a:cs typeface="Arial"/>
                <a:sym typeface="Arial"/>
              </a:rPr>
              <a:t>The two pillars of mechanics</a:t>
            </a:r>
            <a:endParaRPr/>
          </a:p>
        </p:txBody>
      </p:sp>
      <p:pic>
        <p:nvPicPr>
          <p:cNvPr descr="ANd9GcTaOt9vMz-E6vLWXx4mLH6GLmUQVGaae5Gg4Sq_peZct6Wevw4gDg" id="148" name="Google Shape;148;p20"/>
          <p:cNvPicPr preferRelativeResize="0"/>
          <p:nvPr/>
        </p:nvPicPr>
        <p:blipFill rotWithShape="1">
          <a:blip r:embed="rId5">
            <a:alphaModFix/>
          </a:blip>
          <a:srcRect b="0" l="0" r="0" t="0"/>
          <a:stretch/>
        </p:blipFill>
        <p:spPr>
          <a:xfrm>
            <a:off x="1500188" y="4221163"/>
            <a:ext cx="2592387" cy="2768600"/>
          </a:xfrm>
          <a:prstGeom prst="rect">
            <a:avLst/>
          </a:prstGeom>
          <a:noFill/>
          <a:ln>
            <a:noFill/>
          </a:ln>
        </p:spPr>
      </p:pic>
      <p:pic>
        <p:nvPicPr>
          <p:cNvPr descr="ANd9GcTaOt9vMz-E6vLWXx4mLH6GLmUQVGaae5Gg4Sq_peZct6Wevw4gDg" id="149" name="Google Shape;149;p20"/>
          <p:cNvPicPr preferRelativeResize="0"/>
          <p:nvPr/>
        </p:nvPicPr>
        <p:blipFill rotWithShape="1">
          <a:blip r:embed="rId6">
            <a:alphaModFix/>
          </a:blip>
          <a:srcRect b="0" l="0" r="0" t="0"/>
          <a:stretch/>
        </p:blipFill>
        <p:spPr>
          <a:xfrm>
            <a:off x="5273675" y="4194175"/>
            <a:ext cx="2624138" cy="28003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8">
                                            <p:txEl>
                                              <p:pRg end="0" st="0"/>
                                            </p:txEl>
                                          </p:spTgt>
                                        </p:tgtEl>
                                        <p:attrNameLst>
                                          <p:attrName>style.visibility</p:attrName>
                                        </p:attrNameLst>
                                      </p:cBhvr>
                                      <p:to>
                                        <p:strVal val="visible"/>
                                      </p:to>
                                    </p:set>
                                    <p:anim calcmode="lin" valueType="num">
                                      <p:cBhvr additive="base">
                                        <p:cTn dur="500"/>
                                        <p:tgtEl>
                                          <p:spTgt spid="138">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8">
                                            <p:txEl>
                                              <p:pRg end="1" st="1"/>
                                            </p:txEl>
                                          </p:spTgt>
                                        </p:tgtEl>
                                        <p:attrNameLst>
                                          <p:attrName>style.visibility</p:attrName>
                                        </p:attrNameLst>
                                      </p:cBhvr>
                                      <p:to>
                                        <p:strVal val="visible"/>
                                      </p:to>
                                    </p:set>
                                    <p:anim calcmode="lin" valueType="num">
                                      <p:cBhvr additive="base">
                                        <p:cTn dur="500"/>
                                        <p:tgtEl>
                                          <p:spTgt spid="138">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8">
                                            <p:txEl>
                                              <p:pRg end="2" st="2"/>
                                            </p:txEl>
                                          </p:spTgt>
                                        </p:tgtEl>
                                        <p:attrNameLst>
                                          <p:attrName>style.visibility</p:attrName>
                                        </p:attrNameLst>
                                      </p:cBhvr>
                                      <p:to>
                                        <p:strVal val="visible"/>
                                      </p:to>
                                    </p:set>
                                    <p:anim calcmode="lin" valueType="num">
                                      <p:cBhvr additive="base">
                                        <p:cTn dur="500"/>
                                        <p:tgtEl>
                                          <p:spTgt spid="138">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8">
                                            <p:txEl>
                                              <p:pRg end="3" st="3"/>
                                            </p:txEl>
                                          </p:spTgt>
                                        </p:tgtEl>
                                        <p:attrNameLst>
                                          <p:attrName>style.visibility</p:attrName>
                                        </p:attrNameLst>
                                      </p:cBhvr>
                                      <p:to>
                                        <p:strVal val="visible"/>
                                      </p:to>
                                    </p:set>
                                    <p:anim calcmode="lin" valueType="num">
                                      <p:cBhvr additive="base">
                                        <p:cTn dur="500"/>
                                        <p:tgtEl>
                                          <p:spTgt spid="138">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0"/>
                                        </p:tgtEl>
                                        <p:attrNameLst>
                                          <p:attrName>style.visibility</p:attrName>
                                        </p:attrNameLst>
                                      </p:cBhvr>
                                      <p:to>
                                        <p:strVal val="visible"/>
                                      </p:to>
                                    </p:set>
                                    <p:animEffect filter="fade" transition="in">
                                      <p:cBhvr>
                                        <p:cTn dur="1000"/>
                                        <p:tgtEl>
                                          <p:spTgt spid="140"/>
                                        </p:tgtEl>
                                      </p:cBhvr>
                                    </p:animEffect>
                                  </p:childTnLst>
                                </p:cTn>
                              </p:par>
                              <p:par>
                                <p:cTn fill="hold" nodeType="withEffect" presetClass="entr" presetID="10" presetSubtype="0">
                                  <p:stCondLst>
                                    <p:cond delay="0"/>
                                  </p:stCondLst>
                                  <p:childTnLst>
                                    <p:set>
                                      <p:cBhvr>
                                        <p:cTn dur="1" fill="hold">
                                          <p:stCondLst>
                                            <p:cond delay="0"/>
                                          </p:stCondLst>
                                        </p:cTn>
                                        <p:tgtEl>
                                          <p:spTgt spid="141"/>
                                        </p:tgtEl>
                                        <p:attrNameLst>
                                          <p:attrName>style.visibility</p:attrName>
                                        </p:attrNameLst>
                                      </p:cBhvr>
                                      <p:to>
                                        <p:strVal val="visible"/>
                                      </p:to>
                                    </p:set>
                                    <p:animEffect filter="fade" transition="in">
                                      <p:cBhvr>
                                        <p:cTn dur="1000"/>
                                        <p:tgtEl>
                                          <p:spTgt spid="14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2"/>
                                        </p:tgtEl>
                                        <p:attrNameLst>
                                          <p:attrName>style.visibility</p:attrName>
                                        </p:attrNameLst>
                                      </p:cBhvr>
                                      <p:to>
                                        <p:strVal val="visible"/>
                                      </p:to>
                                    </p:set>
                                    <p:animEffect filter="fade" transition="in">
                                      <p:cBhvr>
                                        <p:cTn dur="1000"/>
                                        <p:tgtEl>
                                          <p:spTgt spid="14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3"/>
                                        </p:tgtEl>
                                        <p:attrNameLst>
                                          <p:attrName>style.visibility</p:attrName>
                                        </p:attrNameLst>
                                      </p:cBhvr>
                                      <p:to>
                                        <p:strVal val="visible"/>
                                      </p:to>
                                    </p:set>
                                    <p:animEffect filter="fade" transition="in">
                                      <p:cBhvr>
                                        <p:cTn dur="1000"/>
                                        <p:tgtEl>
                                          <p:spTgt spid="143"/>
                                        </p:tgtEl>
                                      </p:cBhvr>
                                    </p:animEffect>
                                  </p:childTnLst>
                                </p:cTn>
                              </p:par>
                              <p:par>
                                <p:cTn fill="hold" nodeType="withEffect" presetClass="entr" presetID="10" presetSubtype="0">
                                  <p:stCondLst>
                                    <p:cond delay="0"/>
                                  </p:stCondLst>
                                  <p:childTnLst>
                                    <p:set>
                                      <p:cBhvr>
                                        <p:cTn dur="1" fill="hold">
                                          <p:stCondLst>
                                            <p:cond delay="0"/>
                                          </p:stCondLst>
                                        </p:cTn>
                                        <p:tgtEl>
                                          <p:spTgt spid="144"/>
                                        </p:tgtEl>
                                        <p:attrNameLst>
                                          <p:attrName>style.visibility</p:attrName>
                                        </p:attrNameLst>
                                      </p:cBhvr>
                                      <p:to>
                                        <p:strVal val="visible"/>
                                      </p:to>
                                    </p:set>
                                    <p:animEffect filter="fade" transition="in">
                                      <p:cBhvr>
                                        <p:cTn dur="1000"/>
                                        <p:tgtEl>
                                          <p:spTgt spid="14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5"/>
                                        </p:tgtEl>
                                        <p:attrNameLst>
                                          <p:attrName>style.visibility</p:attrName>
                                        </p:attrNameLst>
                                      </p:cBhvr>
                                      <p:to>
                                        <p:strVal val="visible"/>
                                      </p:to>
                                    </p:set>
                                    <p:animEffect filter="fade" transition="in">
                                      <p:cBhvr>
                                        <p:cTn dur="1000"/>
                                        <p:tgtEl>
                                          <p:spTgt spid="14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
                                        </p:tgtEl>
                                        <p:attrNameLst>
                                          <p:attrName>style.visibility</p:attrName>
                                        </p:attrNameLst>
                                      </p:cBhvr>
                                      <p:to>
                                        <p:strVal val="visible"/>
                                      </p:to>
                                    </p:set>
                                    <p:animEffect filter="fade" transition="in">
                                      <p:cBhvr>
                                        <p:cTn dur="1000"/>
                                        <p:tgtEl>
                                          <p:spTgt spid="146"/>
                                        </p:tgtEl>
                                      </p:cBhvr>
                                    </p:animEffect>
                                  </p:childTnLst>
                                </p:cTn>
                              </p:par>
                              <p:par>
                                <p:cTn fill="hold" nodeType="withEffect" presetClass="entr" presetID="10" presetSubtype="0">
                                  <p:stCondLst>
                                    <p:cond delay="0"/>
                                  </p:stCondLst>
                                  <p:childTnLst>
                                    <p:set>
                                      <p:cBhvr>
                                        <p:cTn dur="1" fill="hold">
                                          <p:stCondLst>
                                            <p:cond delay="0"/>
                                          </p:stCondLst>
                                        </p:cTn>
                                        <p:tgtEl>
                                          <p:spTgt spid="147"/>
                                        </p:tgtEl>
                                        <p:attrNameLst>
                                          <p:attrName>style.visibility</p:attrName>
                                        </p:attrNameLst>
                                      </p:cBhvr>
                                      <p:to>
                                        <p:strVal val="visible"/>
                                      </p:to>
                                    </p:set>
                                    <p:animEffect filter="fade" transition="in">
                                      <p:cBhvr>
                                        <p:cTn dur="1000"/>
                                        <p:tgtEl>
                                          <p:spTgt spid="14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149"/>
                                        </p:tgtEl>
                                        <p:attrNameLst>
                                          <p:attrName>style.visibility</p:attrName>
                                        </p:attrNameLst>
                                      </p:cBhvr>
                                      <p:to>
                                        <p:strVal val="visible"/>
                                      </p:to>
                                    </p:set>
                                    <p:anim calcmode="lin" valueType="num">
                                      <p:cBhvr additive="base">
                                        <p:cTn dur="5000"/>
                                        <p:tgtEl>
                                          <p:spTgt spid="149"/>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48"/>
                                        </p:tgtEl>
                                        <p:attrNameLst>
                                          <p:attrName>style.visibility</p:attrName>
                                        </p:attrNameLst>
                                      </p:cBhvr>
                                      <p:to>
                                        <p:strVal val="visible"/>
                                      </p:to>
                                    </p:set>
                                    <p:anim calcmode="lin" valueType="num">
                                      <p:cBhvr additive="base">
                                        <p:cTn dur="5000"/>
                                        <p:tgtEl>
                                          <p:spTgt spid="148"/>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1"/>
          <p:cNvSpPr/>
          <p:nvPr/>
        </p:nvSpPr>
        <p:spPr>
          <a:xfrm>
            <a:off x="685800" y="1549400"/>
            <a:ext cx="7772400" cy="5308600"/>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accent2"/>
              </a:buClr>
              <a:buSzPts val="2400"/>
              <a:buFont typeface="Arial"/>
              <a:buNone/>
            </a:pPr>
            <a:r>
              <a:rPr b="0" i="1" lang="en-US" sz="2400" u="none" cap="none" strike="noStrike">
                <a:solidFill>
                  <a:schemeClr val="accent2"/>
                </a:solidFill>
                <a:latin typeface="Arial"/>
                <a:ea typeface="Arial"/>
                <a:cs typeface="Arial"/>
                <a:sym typeface="Arial"/>
              </a:rPr>
              <a:t>Distance and displacement</a:t>
            </a:r>
            <a:r>
              <a:rPr b="0" i="0" lang="en-US" sz="2400" u="none" cap="none" strike="noStrike">
                <a:solidFill>
                  <a:schemeClr val="accent2"/>
                </a:solidFill>
                <a:latin typeface="Arial"/>
                <a:ea typeface="Arial"/>
                <a:cs typeface="Arial"/>
                <a:sym typeface="Arial"/>
              </a:rPr>
              <a:t> </a:t>
            </a:r>
            <a:r>
              <a:rPr b="0" i="0" lang="en-US" sz="2000" u="none" cap="none" strike="noStrike">
                <a:solidFill>
                  <a:schemeClr val="dk1"/>
                </a:solidFill>
                <a:latin typeface="Courier New"/>
                <a:ea typeface="Courier New"/>
                <a:cs typeface="Courier New"/>
                <a:sym typeface="Courier New"/>
              </a:rPr>
              <a:t>	</a:t>
            </a:r>
            <a:endParaRPr/>
          </a:p>
          <a:p>
            <a:pPr indent="0" lvl="0" marL="0" marR="0" rtl="0" algn="l">
              <a:spcBef>
                <a:spcPts val="480"/>
              </a:spcBef>
              <a:spcAft>
                <a:spcPts val="0"/>
              </a:spcAft>
              <a:buClr>
                <a:schemeClr val="dk1"/>
              </a:buClr>
              <a:buSzPts val="2400"/>
              <a:buFont typeface="Arial"/>
              <a:buNone/>
            </a:pPr>
            <a:r>
              <a:rPr b="0" i="0" lang="en-US" sz="2400" u="none" cap="none" strike="noStrike">
                <a:solidFill>
                  <a:schemeClr val="dk1"/>
                </a:solidFill>
                <a:latin typeface="Arial"/>
                <a:ea typeface="Arial"/>
                <a:cs typeface="Arial"/>
                <a:sym typeface="Arial"/>
              </a:rPr>
              <a:t>∙Kinematics is the study of </a:t>
            </a:r>
            <a:r>
              <a:rPr b="1" i="0" lang="en-US" sz="2400" u="none" cap="none" strike="noStrike">
                <a:solidFill>
                  <a:schemeClr val="dk1"/>
                </a:solidFill>
                <a:latin typeface="Arial"/>
                <a:ea typeface="Arial"/>
                <a:cs typeface="Arial"/>
                <a:sym typeface="Arial"/>
              </a:rPr>
              <a:t>displacement</a:t>
            </a:r>
            <a:r>
              <a:rPr b="0" i="0" lang="en-US" sz="2400" u="none" cap="none" strike="noStrike">
                <a:solidFill>
                  <a:schemeClr val="dk1"/>
                </a:solidFill>
                <a:latin typeface="Arial"/>
                <a:ea typeface="Arial"/>
                <a:cs typeface="Arial"/>
                <a:sym typeface="Arial"/>
              </a:rPr>
              <a:t>, </a:t>
            </a:r>
            <a:r>
              <a:rPr b="1" i="0" lang="en-US" sz="2400" u="none" cap="none" strike="noStrike">
                <a:solidFill>
                  <a:schemeClr val="dk1"/>
                </a:solidFill>
                <a:latin typeface="Arial"/>
                <a:ea typeface="Arial"/>
                <a:cs typeface="Arial"/>
                <a:sym typeface="Arial"/>
              </a:rPr>
              <a:t>velocity</a:t>
            </a:r>
            <a:r>
              <a:rPr b="0" i="0" lang="en-US" sz="2400" u="none" cap="none" strike="noStrike">
                <a:solidFill>
                  <a:schemeClr val="dk1"/>
                </a:solidFill>
                <a:latin typeface="Arial"/>
                <a:ea typeface="Arial"/>
                <a:cs typeface="Arial"/>
                <a:sym typeface="Arial"/>
              </a:rPr>
              <a:t> and </a:t>
            </a:r>
            <a:r>
              <a:rPr b="1" i="0" lang="en-US" sz="2400" u="none" cap="none" strike="noStrike">
                <a:solidFill>
                  <a:schemeClr val="dk1"/>
                </a:solidFill>
                <a:latin typeface="Arial"/>
                <a:ea typeface="Arial"/>
                <a:cs typeface="Arial"/>
                <a:sym typeface="Arial"/>
              </a:rPr>
              <a:t>acceleration</a:t>
            </a:r>
            <a:r>
              <a:rPr b="0" i="0" lang="en-US" sz="2400" u="none" cap="none" strike="noStrike">
                <a:solidFill>
                  <a:schemeClr val="dk1"/>
                </a:solidFill>
                <a:latin typeface="Arial"/>
                <a:ea typeface="Arial"/>
                <a:cs typeface="Arial"/>
                <a:sym typeface="Arial"/>
              </a:rPr>
              <a:t>, or in short, a study of motion.</a:t>
            </a:r>
            <a:endParaRPr/>
          </a:p>
          <a:p>
            <a:pPr indent="0" lvl="0" marL="0" marR="0" rtl="0" algn="l">
              <a:spcBef>
                <a:spcPts val="480"/>
              </a:spcBef>
              <a:spcAft>
                <a:spcPts val="0"/>
              </a:spcAft>
              <a:buClr>
                <a:schemeClr val="dk1"/>
              </a:buClr>
              <a:buSzPts val="2400"/>
              <a:buFont typeface="Arial"/>
              <a:buNone/>
            </a:pPr>
            <a:r>
              <a:rPr b="0" i="0" lang="en-US" sz="2400" u="none" cap="none" strike="noStrike">
                <a:solidFill>
                  <a:schemeClr val="dk1"/>
                </a:solidFill>
                <a:latin typeface="Arial"/>
                <a:ea typeface="Arial"/>
                <a:cs typeface="Arial"/>
                <a:sym typeface="Arial"/>
              </a:rPr>
              <a:t>∙A study of motion begins with </a:t>
            </a:r>
            <a:r>
              <a:rPr b="1" i="0" lang="en-US" sz="2400" u="none" cap="none" strike="noStrike">
                <a:solidFill>
                  <a:schemeClr val="dk1"/>
                </a:solidFill>
                <a:latin typeface="Arial"/>
                <a:ea typeface="Arial"/>
                <a:cs typeface="Arial"/>
                <a:sym typeface="Arial"/>
              </a:rPr>
              <a:t>position</a:t>
            </a:r>
            <a:r>
              <a:rPr b="0" i="0" lang="en-US" sz="2400" u="none" cap="none" strike="noStrike">
                <a:solidFill>
                  <a:schemeClr val="dk1"/>
                </a:solidFill>
                <a:latin typeface="Arial"/>
                <a:ea typeface="Arial"/>
                <a:cs typeface="Arial"/>
                <a:sym typeface="Arial"/>
              </a:rPr>
              <a:t> and change in </a:t>
            </a:r>
            <a:r>
              <a:rPr b="1" i="0" lang="en-US" sz="2400" u="none" cap="none" strike="noStrike">
                <a:solidFill>
                  <a:schemeClr val="dk1"/>
                </a:solidFill>
                <a:latin typeface="Arial"/>
                <a:ea typeface="Arial"/>
                <a:cs typeface="Arial"/>
                <a:sym typeface="Arial"/>
              </a:rPr>
              <a:t>position</a:t>
            </a:r>
            <a:r>
              <a:rPr b="0" i="0" lang="en-US" sz="2400" u="none" cap="none" strike="noStrike">
                <a:solidFill>
                  <a:schemeClr val="dk1"/>
                </a:solidFill>
                <a:latin typeface="Arial"/>
                <a:ea typeface="Arial"/>
                <a:cs typeface="Arial"/>
                <a:sym typeface="Arial"/>
              </a:rPr>
              <a:t>.</a:t>
            </a:r>
            <a:endParaRPr/>
          </a:p>
          <a:p>
            <a:pPr indent="0" lvl="0" marL="0" marR="0" rtl="0" algn="l">
              <a:spcBef>
                <a:spcPts val="480"/>
              </a:spcBef>
              <a:spcAft>
                <a:spcPts val="0"/>
              </a:spcAft>
              <a:buClr>
                <a:schemeClr val="dk1"/>
              </a:buClr>
              <a:buSzPts val="2400"/>
              <a:buFont typeface="Arial"/>
              <a:buNone/>
            </a:pPr>
            <a:r>
              <a:rPr b="0" i="0" lang="en-US" sz="2400" u="none" cap="none" strike="noStrike">
                <a:solidFill>
                  <a:schemeClr val="dk1"/>
                </a:solidFill>
                <a:latin typeface="Arial"/>
                <a:ea typeface="Arial"/>
                <a:cs typeface="Arial"/>
                <a:sym typeface="Arial"/>
              </a:rPr>
              <a:t>∙Consider Freddie the Fly, and his quest for food:</a:t>
            </a:r>
            <a:endParaRPr/>
          </a:p>
          <a:p>
            <a:pPr indent="0" lvl="0" marL="0" marR="0" rtl="0" algn="l">
              <a:spcBef>
                <a:spcPts val="48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spcBef>
                <a:spcPts val="36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spcBef>
                <a:spcPts val="36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spcBef>
                <a:spcPts val="36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spcBef>
                <a:spcPts val="480"/>
              </a:spcBef>
              <a:spcAft>
                <a:spcPts val="0"/>
              </a:spcAft>
              <a:buClr>
                <a:schemeClr val="dk1"/>
              </a:buClr>
              <a:buSzPts val="2400"/>
              <a:buFont typeface="Arial"/>
              <a:buNone/>
            </a:pPr>
            <a:r>
              <a:rPr b="0" i="0" lang="en-US" sz="2400" u="none" cap="none" strike="noStrike">
                <a:solidFill>
                  <a:schemeClr val="dk1"/>
                </a:solidFill>
                <a:latin typeface="Arial"/>
                <a:ea typeface="Arial"/>
                <a:cs typeface="Arial"/>
                <a:sym typeface="Arial"/>
              </a:rPr>
              <a:t>∙The distance Freddie travels is simply how far he has flown, without regard to direction.  Freddie's distance is 6 meters.</a:t>
            </a:r>
            <a:endParaRPr/>
          </a:p>
        </p:txBody>
      </p:sp>
      <p:sp>
        <p:nvSpPr>
          <p:cNvPr id="156" name="Google Shape;156;p21"/>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2: Mechanics</a:t>
            </a:r>
            <a:br>
              <a:rPr b="1" lang="en-US" sz="2800"/>
            </a:br>
            <a:r>
              <a:rPr lang="en-US" sz="2800">
                <a:solidFill>
                  <a:schemeClr val="dk1"/>
                </a:solidFill>
              </a:rPr>
              <a:t>2.1 – Motion</a:t>
            </a:r>
            <a:endParaRPr/>
          </a:p>
        </p:txBody>
      </p:sp>
      <p:grpSp>
        <p:nvGrpSpPr>
          <p:cNvPr id="157" name="Google Shape;157;p21"/>
          <p:cNvGrpSpPr/>
          <p:nvPr/>
        </p:nvGrpSpPr>
        <p:grpSpPr>
          <a:xfrm>
            <a:off x="6643688" y="4059238"/>
            <a:ext cx="1531937" cy="1003300"/>
            <a:chOff x="4030" y="2469"/>
            <a:chExt cx="965" cy="632"/>
          </a:xfrm>
        </p:grpSpPr>
        <p:sp>
          <p:nvSpPr>
            <p:cNvPr id="158" name="Google Shape;158;p21"/>
            <p:cNvSpPr/>
            <p:nvPr/>
          </p:nvSpPr>
          <p:spPr>
            <a:xfrm>
              <a:off x="4030" y="2530"/>
              <a:ext cx="965" cy="571"/>
            </a:xfrm>
            <a:custGeom>
              <a:rect b="b" l="l" r="r" t="t"/>
              <a:pathLst>
                <a:path extrusionOk="0" h="245" w="389">
                  <a:moveTo>
                    <a:pt x="216" y="2"/>
                  </a:moveTo>
                  <a:cubicBezTo>
                    <a:pt x="222" y="0"/>
                    <a:pt x="251" y="50"/>
                    <a:pt x="279" y="78"/>
                  </a:cubicBezTo>
                  <a:cubicBezTo>
                    <a:pt x="307" y="106"/>
                    <a:pt x="389" y="141"/>
                    <a:pt x="383" y="168"/>
                  </a:cubicBezTo>
                  <a:cubicBezTo>
                    <a:pt x="377" y="195"/>
                    <a:pt x="295" y="231"/>
                    <a:pt x="244" y="238"/>
                  </a:cubicBezTo>
                  <a:cubicBezTo>
                    <a:pt x="193" y="245"/>
                    <a:pt x="116" y="231"/>
                    <a:pt x="77" y="210"/>
                  </a:cubicBezTo>
                  <a:cubicBezTo>
                    <a:pt x="38" y="189"/>
                    <a:pt x="0" y="135"/>
                    <a:pt x="8" y="113"/>
                  </a:cubicBezTo>
                  <a:cubicBezTo>
                    <a:pt x="16" y="91"/>
                    <a:pt x="87" y="81"/>
                    <a:pt x="126" y="78"/>
                  </a:cubicBezTo>
                  <a:cubicBezTo>
                    <a:pt x="165" y="75"/>
                    <a:pt x="228" y="102"/>
                    <a:pt x="244" y="92"/>
                  </a:cubicBezTo>
                  <a:cubicBezTo>
                    <a:pt x="260" y="82"/>
                    <a:pt x="210" y="4"/>
                    <a:pt x="216" y="2"/>
                  </a:cubicBezTo>
                  <a:close/>
                </a:path>
              </a:pathLst>
            </a:custGeom>
            <a:gradFill>
              <a:gsLst>
                <a:gs pos="0">
                  <a:srgbClr val="2F1800"/>
                </a:gs>
                <a:gs pos="100000">
                  <a:srgbClr val="663300"/>
                </a:gs>
              </a:gsLst>
              <a:path path="circle">
                <a:fillToRect b="50%" l="50%" r="50%" t="50%"/>
              </a:path>
              <a:tileRect/>
            </a:gra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59" name="Google Shape;159;p21"/>
            <p:cNvSpPr/>
            <p:nvPr/>
          </p:nvSpPr>
          <p:spPr>
            <a:xfrm>
              <a:off x="4135" y="2469"/>
              <a:ext cx="736" cy="502"/>
            </a:xfrm>
            <a:custGeom>
              <a:rect b="b" l="l" r="r" t="t"/>
              <a:pathLst>
                <a:path extrusionOk="0" h="245" w="389">
                  <a:moveTo>
                    <a:pt x="216" y="2"/>
                  </a:moveTo>
                  <a:cubicBezTo>
                    <a:pt x="222" y="0"/>
                    <a:pt x="251" y="50"/>
                    <a:pt x="279" y="78"/>
                  </a:cubicBezTo>
                  <a:cubicBezTo>
                    <a:pt x="307" y="106"/>
                    <a:pt x="389" y="141"/>
                    <a:pt x="383" y="168"/>
                  </a:cubicBezTo>
                  <a:cubicBezTo>
                    <a:pt x="377" y="195"/>
                    <a:pt x="295" y="231"/>
                    <a:pt x="244" y="238"/>
                  </a:cubicBezTo>
                  <a:cubicBezTo>
                    <a:pt x="193" y="245"/>
                    <a:pt x="116" y="231"/>
                    <a:pt x="77" y="210"/>
                  </a:cubicBezTo>
                  <a:cubicBezTo>
                    <a:pt x="38" y="189"/>
                    <a:pt x="0" y="135"/>
                    <a:pt x="8" y="113"/>
                  </a:cubicBezTo>
                  <a:cubicBezTo>
                    <a:pt x="16" y="91"/>
                    <a:pt x="87" y="81"/>
                    <a:pt x="126" y="78"/>
                  </a:cubicBezTo>
                  <a:cubicBezTo>
                    <a:pt x="165" y="75"/>
                    <a:pt x="228" y="102"/>
                    <a:pt x="244" y="92"/>
                  </a:cubicBezTo>
                  <a:cubicBezTo>
                    <a:pt x="260" y="82"/>
                    <a:pt x="210" y="4"/>
                    <a:pt x="216" y="2"/>
                  </a:cubicBezTo>
                  <a:close/>
                </a:path>
              </a:pathLst>
            </a:custGeom>
            <a:gradFill>
              <a:gsLst>
                <a:gs pos="0">
                  <a:srgbClr val="2F1800"/>
                </a:gs>
                <a:gs pos="100000">
                  <a:srgbClr val="663300"/>
                </a:gs>
              </a:gsLst>
              <a:path path="circle">
                <a:fillToRect b="50%" l="50%" r="50%" t="50%"/>
              </a:path>
              <a:tileRect/>
            </a:gra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grpSp>
      <p:pic>
        <p:nvPicPr>
          <p:cNvPr id="160" name="Google Shape;160;p21"/>
          <p:cNvPicPr preferRelativeResize="0"/>
          <p:nvPr/>
        </p:nvPicPr>
        <p:blipFill rotWithShape="1">
          <a:blip r:embed="rId3">
            <a:alphaModFix/>
          </a:blip>
          <a:srcRect b="0" l="0" r="0" t="0"/>
          <a:stretch/>
        </p:blipFill>
        <p:spPr>
          <a:xfrm rot="-4226565">
            <a:off x="823913" y="3981450"/>
            <a:ext cx="1273175" cy="1273175"/>
          </a:xfrm>
          <a:prstGeom prst="rect">
            <a:avLst/>
          </a:prstGeom>
          <a:noFill/>
          <a:ln>
            <a:noFill/>
          </a:ln>
        </p:spPr>
      </p:pic>
      <p:sp>
        <p:nvSpPr>
          <p:cNvPr id="161" name="Google Shape;161;p21"/>
          <p:cNvSpPr/>
          <p:nvPr/>
        </p:nvSpPr>
        <p:spPr>
          <a:xfrm>
            <a:off x="1403350" y="4546600"/>
            <a:ext cx="142875" cy="142875"/>
          </a:xfrm>
          <a:prstGeom prst="ellipse">
            <a:avLst/>
          </a:prstGeom>
          <a:solidFill>
            <a:srgbClr val="FF00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sz="2000" u="none">
              <a:solidFill>
                <a:schemeClr val="dk1"/>
              </a:solidFill>
              <a:latin typeface="Courier New"/>
              <a:ea typeface="Courier New"/>
              <a:cs typeface="Courier New"/>
              <a:sym typeface="Courier New"/>
            </a:endParaRPr>
          </a:p>
        </p:txBody>
      </p:sp>
      <p:sp>
        <p:nvSpPr>
          <p:cNvPr id="162" name="Google Shape;162;p21"/>
          <p:cNvSpPr/>
          <p:nvPr/>
        </p:nvSpPr>
        <p:spPr>
          <a:xfrm>
            <a:off x="7262813" y="4565650"/>
            <a:ext cx="142875" cy="142875"/>
          </a:xfrm>
          <a:prstGeom prst="ellipse">
            <a:avLst/>
          </a:prstGeom>
          <a:solidFill>
            <a:srgbClr val="FF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sz="2000" u="none">
              <a:solidFill>
                <a:schemeClr val="dk1"/>
              </a:solidFill>
              <a:latin typeface="Courier New"/>
              <a:ea typeface="Courier New"/>
              <a:cs typeface="Courier New"/>
              <a:sym typeface="Courier New"/>
            </a:endParaRPr>
          </a:p>
        </p:txBody>
      </p:sp>
      <p:cxnSp>
        <p:nvCxnSpPr>
          <p:cNvPr id="163" name="Google Shape;163;p21"/>
          <p:cNvCxnSpPr/>
          <p:nvPr/>
        </p:nvCxnSpPr>
        <p:spPr>
          <a:xfrm>
            <a:off x="1447800" y="4624388"/>
            <a:ext cx="5883275" cy="0"/>
          </a:xfrm>
          <a:prstGeom prst="straightConnector1">
            <a:avLst/>
          </a:prstGeom>
          <a:noFill/>
          <a:ln cap="flat" cmpd="sng" w="9525">
            <a:solidFill>
              <a:schemeClr val="dk1"/>
            </a:solidFill>
            <a:prstDash val="dash"/>
            <a:round/>
            <a:headEnd len="med" w="med" type="none"/>
            <a:tailEnd len="med" w="med" type="triangle"/>
          </a:ln>
        </p:spPr>
      </p:cxnSp>
      <p:sp>
        <p:nvSpPr>
          <p:cNvPr id="164" name="Google Shape;164;p21"/>
          <p:cNvSpPr txBox="1"/>
          <p:nvPr/>
        </p:nvSpPr>
        <p:spPr>
          <a:xfrm rot="-1964114">
            <a:off x="6172200" y="4427538"/>
            <a:ext cx="2470150" cy="442912"/>
          </a:xfrm>
          <a:prstGeom prst="rect">
            <a:avLst/>
          </a:prstGeom>
          <a:noFill/>
          <a:ln cap="flat" cmpd="sng" w="76200">
            <a:solidFill>
              <a:schemeClr val="dk1"/>
            </a:solidFill>
            <a:prstDash val="dot"/>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0" lang="en-US" sz="1800" u="none">
                <a:solidFill>
                  <a:schemeClr val="dk1"/>
                </a:solidFill>
                <a:latin typeface="Arial"/>
                <a:ea typeface="Arial"/>
                <a:cs typeface="Arial"/>
                <a:sym typeface="Arial"/>
              </a:rPr>
              <a:t>Melte</a:t>
            </a:r>
            <a:r>
              <a:rPr b="0" lang="en-US" sz="1800" u="none">
                <a:solidFill>
                  <a:schemeClr val="lt1"/>
                </a:solidFill>
                <a:latin typeface="Arial"/>
                <a:ea typeface="Arial"/>
                <a:cs typeface="Arial"/>
                <a:sym typeface="Arial"/>
              </a:rPr>
              <a:t>d</a:t>
            </a:r>
            <a:r>
              <a:rPr b="0" lang="en-US" sz="1800" u="none">
                <a:solidFill>
                  <a:schemeClr val="dk1"/>
                </a:solidFill>
                <a:latin typeface="Arial"/>
                <a:ea typeface="Arial"/>
                <a:cs typeface="Arial"/>
                <a:sym typeface="Arial"/>
              </a:rPr>
              <a:t> </a:t>
            </a:r>
            <a:r>
              <a:rPr b="0" lang="en-US" sz="1800" u="none">
                <a:solidFill>
                  <a:schemeClr val="lt1"/>
                </a:solidFill>
                <a:latin typeface="Arial"/>
                <a:ea typeface="Arial"/>
                <a:cs typeface="Arial"/>
                <a:sym typeface="Arial"/>
              </a:rPr>
              <a:t>chocola</a:t>
            </a:r>
            <a:r>
              <a:rPr b="0" lang="en-US" sz="1800" u="none">
                <a:solidFill>
                  <a:schemeClr val="dk1"/>
                </a:solidFill>
                <a:latin typeface="Arial"/>
                <a:ea typeface="Arial"/>
                <a:cs typeface="Arial"/>
                <a:sym typeface="Arial"/>
              </a:rPr>
              <a:t>te chip</a:t>
            </a:r>
            <a:endParaRPr/>
          </a:p>
        </p:txBody>
      </p:sp>
      <p:grpSp>
        <p:nvGrpSpPr>
          <p:cNvPr id="165" name="Google Shape;165;p21"/>
          <p:cNvGrpSpPr/>
          <p:nvPr/>
        </p:nvGrpSpPr>
        <p:grpSpPr>
          <a:xfrm>
            <a:off x="1458119" y="4896644"/>
            <a:ext cx="5849938" cy="908844"/>
            <a:chOff x="847" y="2525"/>
            <a:chExt cx="3685" cy="572"/>
          </a:xfrm>
        </p:grpSpPr>
        <p:sp>
          <p:nvSpPr>
            <p:cNvPr id="166" name="Google Shape;166;p21"/>
            <p:cNvSpPr/>
            <p:nvPr/>
          </p:nvSpPr>
          <p:spPr>
            <a:xfrm rot="-5400000">
              <a:off x="2571" y="809"/>
              <a:ext cx="236" cy="3685"/>
            </a:xfrm>
            <a:prstGeom prst="leftBrace">
              <a:avLst>
                <a:gd fmla="val 130120" name="adj1"/>
                <a:gd fmla="val 50000"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21"/>
            <p:cNvSpPr txBox="1"/>
            <p:nvPr/>
          </p:nvSpPr>
          <p:spPr>
            <a:xfrm>
              <a:off x="915" y="2525"/>
              <a:ext cx="3505" cy="83"/>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sz="2000" u="none">
                <a:solidFill>
                  <a:schemeClr val="dk1"/>
                </a:solidFill>
                <a:latin typeface="Courier New"/>
                <a:ea typeface="Courier New"/>
                <a:cs typeface="Courier New"/>
                <a:sym typeface="Courier New"/>
              </a:endParaRPr>
            </a:p>
          </p:txBody>
        </p:sp>
        <p:sp>
          <p:nvSpPr>
            <p:cNvPr id="168" name="Google Shape;168;p21"/>
            <p:cNvSpPr txBox="1"/>
            <p:nvPr/>
          </p:nvSpPr>
          <p:spPr>
            <a:xfrm>
              <a:off x="2358" y="2809"/>
              <a:ext cx="761"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2400" u="none">
                  <a:solidFill>
                    <a:schemeClr val="accent2"/>
                  </a:solidFill>
                  <a:latin typeface="Arial"/>
                  <a:ea typeface="Arial"/>
                  <a:cs typeface="Arial"/>
                  <a:sym typeface="Arial"/>
                </a:rPr>
                <a:t>d</a:t>
              </a:r>
              <a:r>
                <a:rPr b="0" lang="en-US" sz="2400" u="none">
                  <a:solidFill>
                    <a:schemeClr val="accent2"/>
                  </a:solidFill>
                  <a:latin typeface="Arial"/>
                  <a:ea typeface="Arial"/>
                  <a:cs typeface="Arial"/>
                  <a:sym typeface="Arial"/>
                </a:rPr>
                <a:t> = 6 m</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0"/>
                                        </p:tgtEl>
                                        <p:attrNameLst>
                                          <p:attrName>style.visibility</p:attrName>
                                        </p:attrNameLst>
                                      </p:cBhvr>
                                      <p:to>
                                        <p:strVal val="visible"/>
                                      </p:to>
                                    </p:set>
                                    <p:animEffect filter="fade" transition="in">
                                      <p:cBhvr>
                                        <p:cTn dur="2000"/>
                                        <p:tgtEl>
                                          <p:spTgt spid="16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157"/>
                                        </p:tgtEl>
                                        <p:attrNameLst>
                                          <p:attrName>style.visibility</p:attrName>
                                        </p:attrNameLst>
                                      </p:cBhvr>
                                      <p:to>
                                        <p:strVal val="visible"/>
                                      </p:to>
                                    </p:set>
                                    <p:anim calcmode="lin" valueType="num">
                                      <p:cBhvr additive="base">
                                        <p:cTn dur="500"/>
                                        <p:tgtEl>
                                          <p:spTgt spid="157"/>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4"/>
                                        </p:tgtEl>
                                        <p:attrNameLst>
                                          <p:attrName>style.visibility</p:attrName>
                                        </p:attrNameLst>
                                      </p:cBhvr>
                                      <p:to>
                                        <p:strVal val="visible"/>
                                      </p:to>
                                    </p:set>
                                    <p:animEffect filter="fade" transition="in">
                                      <p:cBhvr>
                                        <p:cTn dur="500"/>
                                        <p:tgtEl>
                                          <p:spTgt spid="16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2" presetSubtype="4">
                                  <p:stCondLst>
                                    <p:cond delay="0"/>
                                  </p:stCondLst>
                                  <p:childTnLst>
                                    <p:anim calcmode="lin" valueType="num">
                                      <p:cBhvr additive="base">
                                        <p:cTn dur="500"/>
                                        <p:tgtEl>
                                          <p:spTgt spid="164"/>
                                        </p:tgtEl>
                                        <p:attrNameLst>
                                          <p:attrName>ppt_y</p:attrName>
                                        </p:attrNameLst>
                                      </p:cBhvr>
                                      <p:tavLst>
                                        <p:tav fmla="" tm="0">
                                          <p:val>
                                            <p:strVal val="#ppt_y"/>
                                          </p:val>
                                        </p:tav>
                                        <p:tav fmla="" tm="100000">
                                          <p:val>
                                            <p:strVal val="#ppt_y+1"/>
                                          </p:val>
                                        </p:tav>
                                      </p:tavLst>
                                    </p:anim>
                                    <p:set>
                                      <p:cBhvr>
                                        <p:cTn dur="1" fill="hold">
                                          <p:stCondLst>
                                            <p:cond delay="500"/>
                                          </p:stCondLst>
                                        </p:cTn>
                                        <p:tgtEl>
                                          <p:spTgt spid="16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3"/>
                                        </p:tgtEl>
                                        <p:attrNameLst>
                                          <p:attrName>style.visibility</p:attrName>
                                        </p:attrNameLst>
                                      </p:cBhvr>
                                      <p:to>
                                        <p:strVal val="visible"/>
                                      </p:to>
                                    </p:set>
                                    <p:animEffect filter="fade" transition="in">
                                      <p:cBhvr>
                                        <p:cTn dur="500"/>
                                        <p:tgtEl>
                                          <p:spTgt spid="16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1"/>
                                        </p:tgtEl>
                                        <p:attrNameLst>
                                          <p:attrName>style.visibility</p:attrName>
                                        </p:attrNameLst>
                                      </p:cBhvr>
                                      <p:to>
                                        <p:strVal val="visible"/>
                                      </p:to>
                                    </p:set>
                                    <p:anim calcmode="lin" valueType="num">
                                      <p:cBhvr additive="base">
                                        <p:cTn dur="500"/>
                                        <p:tgtEl>
                                          <p:spTgt spid="161"/>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62"/>
                                        </p:tgtEl>
                                        <p:attrNameLst>
                                          <p:attrName>style.visibility</p:attrName>
                                        </p:attrNameLst>
                                      </p:cBhvr>
                                      <p:to>
                                        <p:strVal val="visible"/>
                                      </p:to>
                                    </p:set>
                                    <p:anim calcmode="lin" valueType="num">
                                      <p:cBhvr additive="base">
                                        <p:cTn dur="500"/>
                                        <p:tgtEl>
                                          <p:spTgt spid="162"/>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xit" presetID="2" presetSubtype="4">
                                  <p:stCondLst>
                                    <p:cond delay="0"/>
                                  </p:stCondLst>
                                  <p:childTnLst>
                                    <p:anim calcmode="lin" valueType="num">
                                      <p:cBhvr additive="base">
                                        <p:cTn dur="500"/>
                                        <p:tgtEl>
                                          <p:spTgt spid="160"/>
                                        </p:tgtEl>
                                        <p:attrNameLst>
                                          <p:attrName>ppt_y</p:attrName>
                                        </p:attrNameLst>
                                      </p:cBhvr>
                                      <p:tavLst>
                                        <p:tav fmla="" tm="0">
                                          <p:val>
                                            <p:strVal val="#ppt_y"/>
                                          </p:val>
                                        </p:tav>
                                        <p:tav fmla="" tm="100000">
                                          <p:val>
                                            <p:strVal val="#ppt_y+1"/>
                                          </p:val>
                                        </p:tav>
                                      </p:tavLst>
                                    </p:anim>
                                    <p:set>
                                      <p:cBhvr>
                                        <p:cTn dur="1" fill="hold">
                                          <p:stCondLst>
                                            <p:cond delay="500"/>
                                          </p:stCondLst>
                                        </p:cTn>
                                        <p:tgtEl>
                                          <p:spTgt spid="160"/>
                                        </p:tgtEl>
                                        <p:attrNameLst>
                                          <p:attrName>style.visibility</p:attrName>
                                        </p:attrNameLst>
                                      </p:cBhvr>
                                      <p:to>
                                        <p:strVal val="hidden"/>
                                      </p:to>
                                    </p:set>
                                  </p:childTnLst>
                                </p:cTn>
                              </p:par>
                              <p:par>
                                <p:cTn fill="hold" nodeType="withEffect" presetClass="exit" presetID="2" presetSubtype="4">
                                  <p:stCondLst>
                                    <p:cond delay="0"/>
                                  </p:stCondLst>
                                  <p:childTnLst>
                                    <p:anim calcmode="lin" valueType="num">
                                      <p:cBhvr additive="base">
                                        <p:cTn dur="500"/>
                                        <p:tgtEl>
                                          <p:spTgt spid="157"/>
                                        </p:tgtEl>
                                        <p:attrNameLst>
                                          <p:attrName>ppt_y</p:attrName>
                                        </p:attrNameLst>
                                      </p:cBhvr>
                                      <p:tavLst>
                                        <p:tav fmla="" tm="0">
                                          <p:val>
                                            <p:strVal val="#ppt_y"/>
                                          </p:val>
                                        </p:tav>
                                        <p:tav fmla="" tm="100000">
                                          <p:val>
                                            <p:strVal val="#ppt_y+1"/>
                                          </p:val>
                                        </p:tav>
                                      </p:tavLst>
                                    </p:anim>
                                    <p:set>
                                      <p:cBhvr>
                                        <p:cTn dur="1" fill="hold">
                                          <p:stCondLst>
                                            <p:cond delay="500"/>
                                          </p:stCondLst>
                                        </p:cTn>
                                        <p:tgtEl>
                                          <p:spTgt spid="15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5"/>
                                        </p:tgtEl>
                                        <p:attrNameLst>
                                          <p:attrName>style.visibility</p:attrName>
                                        </p:attrNameLst>
                                      </p:cBhvr>
                                      <p:to>
                                        <p:strVal val="visible"/>
                                      </p:to>
                                    </p:set>
                                    <p:animEffect filter="fade" transition="in">
                                      <p:cBhvr>
                                        <p:cTn dur="500"/>
                                        <p:tgtEl>
                                          <p:spTgt spid="16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2"/>
          <p:cNvSpPr/>
          <p:nvPr/>
        </p:nvSpPr>
        <p:spPr>
          <a:xfrm>
            <a:off x="685800" y="1549400"/>
            <a:ext cx="7772400" cy="5308600"/>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accent2"/>
              </a:buClr>
              <a:buSzPts val="2400"/>
              <a:buFont typeface="Arial"/>
              <a:buNone/>
            </a:pPr>
            <a:r>
              <a:rPr i="1" lang="en-US" sz="2400">
                <a:solidFill>
                  <a:schemeClr val="accent2"/>
                </a:solidFill>
                <a:latin typeface="Arial"/>
                <a:ea typeface="Arial"/>
                <a:cs typeface="Arial"/>
                <a:sym typeface="Arial"/>
              </a:rPr>
              <a:t>Distance and displacement</a:t>
            </a:r>
            <a:r>
              <a:rPr lang="en-US" sz="2400">
                <a:solidFill>
                  <a:schemeClr val="accent2"/>
                </a:solidFill>
                <a:latin typeface="Arial"/>
                <a:ea typeface="Arial"/>
                <a:cs typeface="Arial"/>
                <a:sym typeface="Arial"/>
              </a:rPr>
              <a:t> </a:t>
            </a:r>
            <a:r>
              <a:rPr lang="en-US" sz="2000">
                <a:solidFill>
                  <a:schemeClr val="dk1"/>
                </a:solidFill>
                <a:latin typeface="Courier New"/>
                <a:ea typeface="Courier New"/>
                <a:cs typeface="Courier New"/>
                <a:sym typeface="Courier New"/>
              </a:rPr>
              <a:t>	</a:t>
            </a:r>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a:t>
            </a:r>
            <a:r>
              <a:rPr b="1" lang="en-US" sz="2400">
                <a:solidFill>
                  <a:schemeClr val="dk1"/>
                </a:solidFill>
                <a:latin typeface="Arial"/>
                <a:ea typeface="Arial"/>
                <a:cs typeface="Arial"/>
                <a:sym typeface="Arial"/>
              </a:rPr>
              <a:t>Distance</a:t>
            </a:r>
            <a:r>
              <a:rPr lang="en-US" sz="2400">
                <a:solidFill>
                  <a:schemeClr val="dk1"/>
                </a:solidFill>
                <a:latin typeface="Arial"/>
                <a:ea typeface="Arial"/>
                <a:cs typeface="Arial"/>
                <a:sym typeface="Arial"/>
              </a:rPr>
              <a:t> is simply how far something has traveled without regard to direction. Freddy has gone </a:t>
            </a:r>
            <a:r>
              <a:rPr lang="en-US" sz="2400" u="sng">
                <a:solidFill>
                  <a:schemeClr val="dk1"/>
                </a:solidFill>
                <a:latin typeface="Arial"/>
                <a:ea typeface="Arial"/>
                <a:cs typeface="Arial"/>
                <a:sym typeface="Arial"/>
              </a:rPr>
              <a:t>6 m</a:t>
            </a:r>
            <a:r>
              <a:rPr lang="en-US" sz="2400">
                <a:solidFill>
                  <a:schemeClr val="dk1"/>
                </a:solidFill>
                <a:latin typeface="Arial"/>
                <a:ea typeface="Arial"/>
                <a:cs typeface="Arial"/>
                <a:sym typeface="Arial"/>
              </a:rPr>
              <a:t>.</a:t>
            </a:r>
            <a:endParaRPr/>
          </a:p>
          <a:p>
            <a:pPr indent="0" lvl="0" marL="0" marR="0" rtl="0" algn="l">
              <a:spcBef>
                <a:spcPts val="240"/>
              </a:spcBef>
              <a:spcAft>
                <a:spcPts val="0"/>
              </a:spcAft>
              <a:buClr>
                <a:schemeClr val="dk1"/>
              </a:buClr>
              <a:buSzPts val="2400"/>
              <a:buFont typeface="Arial"/>
              <a:buNone/>
            </a:pPr>
            <a:r>
              <a:rPr lang="en-US" sz="2400">
                <a:solidFill>
                  <a:schemeClr val="dk1"/>
                </a:solidFill>
                <a:latin typeface="Arial"/>
                <a:ea typeface="Arial"/>
                <a:cs typeface="Arial"/>
                <a:sym typeface="Arial"/>
              </a:rPr>
              <a:t>∙</a:t>
            </a:r>
            <a:r>
              <a:rPr b="1" lang="en-US" sz="2400">
                <a:solidFill>
                  <a:schemeClr val="dk1"/>
                </a:solidFill>
                <a:latin typeface="Arial"/>
                <a:ea typeface="Arial"/>
                <a:cs typeface="Arial"/>
                <a:sym typeface="Arial"/>
              </a:rPr>
              <a:t>Displacement</a:t>
            </a:r>
            <a:r>
              <a:rPr lang="en-US" sz="2400">
                <a:solidFill>
                  <a:schemeClr val="dk1"/>
                </a:solidFill>
                <a:latin typeface="Arial"/>
                <a:ea typeface="Arial"/>
                <a:cs typeface="Arial"/>
                <a:sym typeface="Arial"/>
              </a:rPr>
              <a:t>, on the other hand, is not only distance traveled, but also direction.</a:t>
            </a:r>
            <a:endParaRPr b="1" sz="2400">
              <a:solidFill>
                <a:schemeClr val="dk1"/>
              </a:solidFill>
              <a:latin typeface="Arial"/>
              <a:ea typeface="Arial"/>
              <a:cs typeface="Arial"/>
              <a:sym typeface="Arial"/>
            </a:endParaRPr>
          </a:p>
          <a:p>
            <a:pPr indent="0" lvl="0" marL="0" marR="0" rtl="0" algn="l">
              <a:spcBef>
                <a:spcPts val="240"/>
              </a:spcBef>
              <a:spcAft>
                <a:spcPts val="0"/>
              </a:spcAft>
              <a:buClr>
                <a:schemeClr val="dk1"/>
              </a:buClr>
              <a:buSzPts val="2400"/>
              <a:buFont typeface="Arial"/>
              <a:buNone/>
            </a:pPr>
            <a:r>
              <a:t/>
            </a:r>
            <a:endParaRPr sz="2400">
              <a:solidFill>
                <a:schemeClr val="dk1"/>
              </a:solidFill>
              <a:latin typeface="Arial"/>
              <a:ea typeface="Arial"/>
              <a:cs typeface="Arial"/>
              <a:sym typeface="Arial"/>
            </a:endParaRPr>
          </a:p>
          <a:p>
            <a:pPr indent="0" lvl="0" marL="0" marR="0" rtl="0" algn="l">
              <a:spcBef>
                <a:spcPts val="240"/>
              </a:spcBef>
              <a:spcAft>
                <a:spcPts val="0"/>
              </a:spcAft>
              <a:buClr>
                <a:schemeClr val="dk1"/>
              </a:buClr>
              <a:buSzPts val="2400"/>
              <a:buFont typeface="Arial"/>
              <a:buNone/>
            </a:pPr>
            <a:r>
              <a:t/>
            </a:r>
            <a:endParaRPr sz="2400">
              <a:solidFill>
                <a:schemeClr val="dk1"/>
              </a:solidFill>
              <a:latin typeface="Arial"/>
              <a:ea typeface="Arial"/>
              <a:cs typeface="Arial"/>
              <a:sym typeface="Arial"/>
            </a:endParaRPr>
          </a:p>
          <a:p>
            <a:pPr indent="0" lvl="0" marL="0" marR="0" rtl="0" algn="l">
              <a:spcBef>
                <a:spcPts val="240"/>
              </a:spcBef>
              <a:spcAft>
                <a:spcPts val="0"/>
              </a:spcAft>
              <a:buClr>
                <a:schemeClr val="dk1"/>
              </a:buClr>
              <a:buSzPts val="2400"/>
              <a:buFont typeface="Arial"/>
              <a:buNone/>
            </a:pPr>
            <a:r>
              <a:t/>
            </a:r>
            <a:endParaRPr sz="2400">
              <a:solidFill>
                <a:schemeClr val="dk1"/>
              </a:solidFill>
              <a:latin typeface="Arial"/>
              <a:ea typeface="Arial"/>
              <a:cs typeface="Arial"/>
              <a:sym typeface="Arial"/>
            </a:endParaRPr>
          </a:p>
          <a:p>
            <a:pPr indent="0" lvl="0" marL="0" marR="0" rtl="0" algn="l">
              <a:spcBef>
                <a:spcPts val="240"/>
              </a:spcBef>
              <a:spcAft>
                <a:spcPts val="0"/>
              </a:spcAft>
              <a:buClr>
                <a:schemeClr val="dk1"/>
              </a:buClr>
              <a:buSzPts val="2400"/>
              <a:buFont typeface="Arial"/>
              <a:buNone/>
            </a:pPr>
            <a:r>
              <a:t/>
            </a:r>
            <a:endParaRPr sz="2400">
              <a:solidFill>
                <a:schemeClr val="dk1"/>
              </a:solidFill>
              <a:latin typeface="Arial"/>
              <a:ea typeface="Arial"/>
              <a:cs typeface="Arial"/>
              <a:sym typeface="Arial"/>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∙This makes displacement a vector. It has a </a:t>
            </a:r>
            <a:r>
              <a:rPr i="1" lang="en-US" sz="2400">
                <a:solidFill>
                  <a:schemeClr val="dk1"/>
                </a:solidFill>
                <a:latin typeface="Arial"/>
                <a:ea typeface="Arial"/>
                <a:cs typeface="Arial"/>
                <a:sym typeface="Arial"/>
              </a:rPr>
              <a:t>magnitude</a:t>
            </a:r>
            <a:r>
              <a:rPr lang="en-US" sz="2400">
                <a:solidFill>
                  <a:schemeClr val="dk1"/>
                </a:solidFill>
                <a:latin typeface="Arial"/>
                <a:ea typeface="Arial"/>
                <a:cs typeface="Arial"/>
                <a:sym typeface="Arial"/>
              </a:rPr>
              <a:t> (6 m) and a </a:t>
            </a:r>
            <a:r>
              <a:rPr i="1" lang="en-US" sz="2400">
                <a:solidFill>
                  <a:schemeClr val="dk1"/>
                </a:solidFill>
                <a:latin typeface="Arial"/>
                <a:ea typeface="Arial"/>
                <a:cs typeface="Arial"/>
                <a:sym typeface="Arial"/>
              </a:rPr>
              <a:t>direction</a:t>
            </a:r>
            <a:r>
              <a:rPr lang="en-US" sz="2400">
                <a:solidFill>
                  <a:schemeClr val="dk1"/>
                </a:solidFill>
                <a:latin typeface="Arial"/>
                <a:ea typeface="Arial"/>
                <a:cs typeface="Arial"/>
                <a:sym typeface="Arial"/>
              </a:rPr>
              <a:t> (+ x-direction).</a:t>
            </a:r>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∙We say Freddie travels through a displacement of </a:t>
            </a:r>
            <a:r>
              <a:rPr lang="en-US" sz="2400" u="sng">
                <a:solidFill>
                  <a:schemeClr val="dk1"/>
                </a:solidFill>
                <a:latin typeface="Arial"/>
                <a:ea typeface="Arial"/>
                <a:cs typeface="Arial"/>
                <a:sym typeface="Arial"/>
              </a:rPr>
              <a:t>6 m</a:t>
            </a:r>
            <a:r>
              <a:rPr lang="en-US" sz="2400">
                <a:solidFill>
                  <a:schemeClr val="dk1"/>
                </a:solidFill>
                <a:latin typeface="Arial"/>
                <a:ea typeface="Arial"/>
                <a:cs typeface="Arial"/>
                <a:sym typeface="Arial"/>
              </a:rPr>
              <a:t> in the </a:t>
            </a:r>
            <a:r>
              <a:rPr lang="en-US" sz="2400" u="sng">
                <a:solidFill>
                  <a:schemeClr val="dk1"/>
                </a:solidFill>
                <a:latin typeface="Arial"/>
                <a:ea typeface="Arial"/>
                <a:cs typeface="Arial"/>
                <a:sym typeface="Arial"/>
              </a:rPr>
              <a:t>positive x-direction</a:t>
            </a:r>
            <a:r>
              <a:rPr lang="en-US" sz="2400">
                <a:solidFill>
                  <a:schemeClr val="dk1"/>
                </a:solidFill>
                <a:latin typeface="Arial"/>
                <a:ea typeface="Arial"/>
                <a:cs typeface="Arial"/>
                <a:sym typeface="Arial"/>
              </a:rPr>
              <a:t>.</a:t>
            </a:r>
            <a:endParaRPr/>
          </a:p>
        </p:txBody>
      </p:sp>
      <p:sp>
        <p:nvSpPr>
          <p:cNvPr id="175" name="Google Shape;175;p22"/>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2: Mechanics</a:t>
            </a:r>
            <a:br>
              <a:rPr b="1" lang="en-US" sz="2800"/>
            </a:br>
            <a:r>
              <a:rPr lang="en-US" sz="2800">
                <a:solidFill>
                  <a:schemeClr val="dk1"/>
                </a:solidFill>
              </a:rPr>
              <a:t>2.1 – Motion</a:t>
            </a:r>
            <a:endParaRPr/>
          </a:p>
        </p:txBody>
      </p:sp>
      <p:grpSp>
        <p:nvGrpSpPr>
          <p:cNvPr id="176" name="Google Shape;176;p22"/>
          <p:cNvGrpSpPr/>
          <p:nvPr/>
        </p:nvGrpSpPr>
        <p:grpSpPr>
          <a:xfrm>
            <a:off x="647543" y="3157380"/>
            <a:ext cx="7528082" cy="1625916"/>
            <a:chOff x="408" y="2461"/>
            <a:chExt cx="4742" cy="1024"/>
          </a:xfrm>
        </p:grpSpPr>
        <p:grpSp>
          <p:nvGrpSpPr>
            <p:cNvPr id="177" name="Google Shape;177;p22"/>
            <p:cNvGrpSpPr/>
            <p:nvPr/>
          </p:nvGrpSpPr>
          <p:grpSpPr>
            <a:xfrm>
              <a:off x="4185" y="2621"/>
              <a:ext cx="965" cy="632"/>
              <a:chOff x="4030" y="2469"/>
              <a:chExt cx="965" cy="632"/>
            </a:xfrm>
          </p:grpSpPr>
          <p:sp>
            <p:nvSpPr>
              <p:cNvPr id="178" name="Google Shape;178;p22"/>
              <p:cNvSpPr/>
              <p:nvPr/>
            </p:nvSpPr>
            <p:spPr>
              <a:xfrm>
                <a:off x="4030" y="2530"/>
                <a:ext cx="965" cy="571"/>
              </a:xfrm>
              <a:custGeom>
                <a:rect b="b" l="l" r="r" t="t"/>
                <a:pathLst>
                  <a:path extrusionOk="0" h="245" w="389">
                    <a:moveTo>
                      <a:pt x="216" y="2"/>
                    </a:moveTo>
                    <a:cubicBezTo>
                      <a:pt x="222" y="0"/>
                      <a:pt x="251" y="50"/>
                      <a:pt x="279" y="78"/>
                    </a:cubicBezTo>
                    <a:cubicBezTo>
                      <a:pt x="307" y="106"/>
                      <a:pt x="389" y="141"/>
                      <a:pt x="383" y="168"/>
                    </a:cubicBezTo>
                    <a:cubicBezTo>
                      <a:pt x="377" y="195"/>
                      <a:pt x="295" y="231"/>
                      <a:pt x="244" y="238"/>
                    </a:cubicBezTo>
                    <a:cubicBezTo>
                      <a:pt x="193" y="245"/>
                      <a:pt x="116" y="231"/>
                      <a:pt x="77" y="210"/>
                    </a:cubicBezTo>
                    <a:cubicBezTo>
                      <a:pt x="38" y="189"/>
                      <a:pt x="0" y="135"/>
                      <a:pt x="8" y="113"/>
                    </a:cubicBezTo>
                    <a:cubicBezTo>
                      <a:pt x="16" y="91"/>
                      <a:pt x="87" y="81"/>
                      <a:pt x="126" y="78"/>
                    </a:cubicBezTo>
                    <a:cubicBezTo>
                      <a:pt x="165" y="75"/>
                      <a:pt x="228" y="102"/>
                      <a:pt x="244" y="92"/>
                    </a:cubicBezTo>
                    <a:cubicBezTo>
                      <a:pt x="260" y="82"/>
                      <a:pt x="210" y="4"/>
                      <a:pt x="216" y="2"/>
                    </a:cubicBezTo>
                    <a:close/>
                  </a:path>
                </a:pathLst>
              </a:custGeom>
              <a:gradFill>
                <a:gsLst>
                  <a:gs pos="0">
                    <a:srgbClr val="2F1800"/>
                  </a:gs>
                  <a:gs pos="100000">
                    <a:srgbClr val="663300"/>
                  </a:gs>
                </a:gsLst>
                <a:path path="circle">
                  <a:fillToRect b="50%" l="50%" r="50%" t="50%"/>
                </a:path>
                <a:tileRect/>
              </a:gra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79" name="Google Shape;179;p22"/>
              <p:cNvSpPr/>
              <p:nvPr/>
            </p:nvSpPr>
            <p:spPr>
              <a:xfrm>
                <a:off x="4135" y="2469"/>
                <a:ext cx="736" cy="502"/>
              </a:xfrm>
              <a:custGeom>
                <a:rect b="b" l="l" r="r" t="t"/>
                <a:pathLst>
                  <a:path extrusionOk="0" h="245" w="389">
                    <a:moveTo>
                      <a:pt x="216" y="2"/>
                    </a:moveTo>
                    <a:cubicBezTo>
                      <a:pt x="222" y="0"/>
                      <a:pt x="251" y="50"/>
                      <a:pt x="279" y="78"/>
                    </a:cubicBezTo>
                    <a:cubicBezTo>
                      <a:pt x="307" y="106"/>
                      <a:pt x="389" y="141"/>
                      <a:pt x="383" y="168"/>
                    </a:cubicBezTo>
                    <a:cubicBezTo>
                      <a:pt x="377" y="195"/>
                      <a:pt x="295" y="231"/>
                      <a:pt x="244" y="238"/>
                    </a:cubicBezTo>
                    <a:cubicBezTo>
                      <a:pt x="193" y="245"/>
                      <a:pt x="116" y="231"/>
                      <a:pt x="77" y="210"/>
                    </a:cubicBezTo>
                    <a:cubicBezTo>
                      <a:pt x="38" y="189"/>
                      <a:pt x="0" y="135"/>
                      <a:pt x="8" y="113"/>
                    </a:cubicBezTo>
                    <a:cubicBezTo>
                      <a:pt x="16" y="91"/>
                      <a:pt x="87" y="81"/>
                      <a:pt x="126" y="78"/>
                    </a:cubicBezTo>
                    <a:cubicBezTo>
                      <a:pt x="165" y="75"/>
                      <a:pt x="228" y="102"/>
                      <a:pt x="244" y="92"/>
                    </a:cubicBezTo>
                    <a:cubicBezTo>
                      <a:pt x="260" y="82"/>
                      <a:pt x="210" y="4"/>
                      <a:pt x="216" y="2"/>
                    </a:cubicBezTo>
                    <a:close/>
                  </a:path>
                </a:pathLst>
              </a:custGeom>
              <a:gradFill>
                <a:gsLst>
                  <a:gs pos="0">
                    <a:srgbClr val="2F1800"/>
                  </a:gs>
                  <a:gs pos="100000">
                    <a:srgbClr val="663300"/>
                  </a:gs>
                </a:gsLst>
                <a:path path="circle">
                  <a:fillToRect b="50%" l="50%" r="50%" t="50%"/>
                </a:path>
                <a:tileRect/>
              </a:gra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grpSp>
        <p:pic>
          <p:nvPicPr>
            <p:cNvPr id="180" name="Google Shape;180;p22"/>
            <p:cNvPicPr preferRelativeResize="0"/>
            <p:nvPr/>
          </p:nvPicPr>
          <p:blipFill rotWithShape="1">
            <a:blip r:embed="rId3">
              <a:alphaModFix/>
            </a:blip>
            <a:srcRect b="0" l="0" r="0" t="0"/>
            <a:stretch/>
          </p:blipFill>
          <p:spPr>
            <a:xfrm rot="-4226565">
              <a:off x="519" y="2572"/>
              <a:ext cx="802" cy="802"/>
            </a:xfrm>
            <a:prstGeom prst="rect">
              <a:avLst/>
            </a:prstGeom>
            <a:noFill/>
            <a:ln>
              <a:noFill/>
            </a:ln>
          </p:spPr>
        </p:pic>
        <p:sp>
          <p:nvSpPr>
            <p:cNvPr id="181" name="Google Shape;181;p22"/>
            <p:cNvSpPr/>
            <p:nvPr/>
          </p:nvSpPr>
          <p:spPr>
            <a:xfrm>
              <a:off x="884" y="2928"/>
              <a:ext cx="90" cy="90"/>
            </a:xfrm>
            <a:prstGeom prst="ellipse">
              <a:avLst/>
            </a:prstGeom>
            <a:solidFill>
              <a:srgbClr val="FF00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82" name="Google Shape;182;p22"/>
            <p:cNvSpPr/>
            <p:nvPr/>
          </p:nvSpPr>
          <p:spPr>
            <a:xfrm>
              <a:off x="4575" y="2940"/>
              <a:ext cx="90" cy="90"/>
            </a:xfrm>
            <a:prstGeom prst="ellipse">
              <a:avLst/>
            </a:prstGeom>
            <a:solidFill>
              <a:srgbClr val="FF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cxnSp>
          <p:nvCxnSpPr>
            <p:cNvPr id="183" name="Google Shape;183;p22"/>
            <p:cNvCxnSpPr/>
            <p:nvPr/>
          </p:nvCxnSpPr>
          <p:spPr>
            <a:xfrm>
              <a:off x="912" y="2977"/>
              <a:ext cx="3706" cy="0"/>
            </a:xfrm>
            <a:prstGeom prst="straightConnector1">
              <a:avLst/>
            </a:prstGeom>
            <a:noFill/>
            <a:ln cap="flat" cmpd="sng" w="57150">
              <a:solidFill>
                <a:srgbClr val="FF0000"/>
              </a:solidFill>
              <a:prstDash val="dash"/>
              <a:round/>
              <a:headEnd len="med" w="med" type="none"/>
              <a:tailEnd len="med" w="med" type="stealth"/>
            </a:ln>
          </p:spPr>
        </p:cxnSp>
        <p:sp>
          <p:nvSpPr>
            <p:cNvPr id="184" name="Google Shape;184;p22"/>
            <p:cNvSpPr txBox="1"/>
            <p:nvPr/>
          </p:nvSpPr>
          <p:spPr>
            <a:xfrm>
              <a:off x="2225" y="3001"/>
              <a:ext cx="1402"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accent2"/>
                  </a:solidFill>
                  <a:latin typeface="Arial"/>
                  <a:ea typeface="Arial"/>
                  <a:cs typeface="Arial"/>
                  <a:sym typeface="Arial"/>
                </a:rPr>
                <a:t>Distance = </a:t>
              </a:r>
              <a:r>
                <a:rPr lang="en-US" sz="2400" u="sng">
                  <a:solidFill>
                    <a:schemeClr val="accent2"/>
                  </a:solidFill>
                  <a:latin typeface="Arial"/>
                  <a:ea typeface="Arial"/>
                  <a:cs typeface="Arial"/>
                  <a:sym typeface="Arial"/>
                </a:rPr>
                <a:t>6 m</a:t>
              </a:r>
              <a:endParaRPr/>
            </a:p>
          </p:txBody>
        </p:sp>
      </p:grpSp>
      <p:sp>
        <p:nvSpPr>
          <p:cNvPr id="185" name="Google Shape;185;p22"/>
          <p:cNvSpPr txBox="1"/>
          <p:nvPr/>
        </p:nvSpPr>
        <p:spPr>
          <a:xfrm>
            <a:off x="2873375" y="4351338"/>
            <a:ext cx="5041900" cy="8223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FF0000"/>
                </a:solidFill>
                <a:latin typeface="Arial"/>
                <a:ea typeface="Arial"/>
                <a:cs typeface="Arial"/>
                <a:sym typeface="Arial"/>
              </a:rPr>
              <a:t>Displacement = </a:t>
            </a:r>
            <a:r>
              <a:rPr lang="en-US" sz="2400" u="sng">
                <a:solidFill>
                  <a:srgbClr val="FF0000"/>
                </a:solidFill>
                <a:latin typeface="Arial"/>
                <a:ea typeface="Arial"/>
                <a:cs typeface="Arial"/>
                <a:sym typeface="Arial"/>
              </a:rPr>
              <a:t>6 m</a:t>
            </a:r>
            <a:r>
              <a:rPr lang="en-US" sz="2400">
                <a:solidFill>
                  <a:srgbClr val="FF0000"/>
                </a:solidFill>
                <a:latin typeface="Arial"/>
                <a:ea typeface="Arial"/>
                <a:cs typeface="Arial"/>
                <a:sym typeface="Arial"/>
              </a:rPr>
              <a:t>                            	  in the    </a:t>
            </a:r>
            <a:r>
              <a:rPr lang="en-US" sz="2400" u="sng">
                <a:solidFill>
                  <a:srgbClr val="FF0000"/>
                </a:solidFill>
                <a:latin typeface="Arial"/>
                <a:ea typeface="Arial"/>
                <a:cs typeface="Arial"/>
                <a:sym typeface="Arial"/>
              </a:rPr>
              <a:t>positive x-direction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76"/>
                                        </p:tgtEl>
                                        <p:attrNameLst>
                                          <p:attrName>style.visibility</p:attrName>
                                        </p:attrNameLst>
                                      </p:cBhvr>
                                      <p:to>
                                        <p:strVal val="visible"/>
                                      </p:to>
                                    </p:set>
                                    <p:anim calcmode="lin" valueType="num">
                                      <p:cBhvr additive="base">
                                        <p:cTn dur="500"/>
                                        <p:tgtEl>
                                          <p:spTgt spid="176"/>
                                        </p:tgtEl>
                                        <p:attrNameLst>
                                          <p:attrName>ppt_w</p:attrName>
                                        </p:attrNameLst>
                                      </p:cBhvr>
                                      <p:tavLst>
                                        <p:tav fmla="" tm="0">
                                          <p:val>
                                            <p:strVal val="0"/>
                                          </p:val>
                                        </p:tav>
                                        <p:tav fmla="" tm="100000">
                                          <p:val>
                                            <p:strVal val="#ppt_w"/>
                                          </p:val>
                                        </p:tav>
                                      </p:tavLst>
                                    </p:anim>
                                    <p:anim calcmode="lin" valueType="num">
                                      <p:cBhvr additive="base">
                                        <p:cTn dur="500"/>
                                        <p:tgtEl>
                                          <p:spTgt spid="176"/>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85"/>
                                        </p:tgtEl>
                                        <p:attrNameLst>
                                          <p:attrName>style.visibility</p:attrName>
                                        </p:attrNameLst>
                                      </p:cBhvr>
                                      <p:to>
                                        <p:strVal val="visible"/>
                                      </p:to>
                                    </p:set>
                                    <p:anim calcmode="lin" valueType="num">
                                      <p:cBhvr additive="base">
                                        <p:cTn dur="500"/>
                                        <p:tgtEl>
                                          <p:spTgt spid="185"/>
                                        </p:tgtEl>
                                        <p:attrNameLst>
                                          <p:attrName>ppt_w</p:attrName>
                                        </p:attrNameLst>
                                      </p:cBhvr>
                                      <p:tavLst>
                                        <p:tav fmla="" tm="0">
                                          <p:val>
                                            <p:strVal val="0"/>
                                          </p:val>
                                        </p:tav>
                                        <p:tav fmla="" tm="100000">
                                          <p:val>
                                            <p:strVal val="#ppt_w"/>
                                          </p:val>
                                        </p:tav>
                                      </p:tavLst>
                                    </p:anim>
                                    <p:anim calcmode="lin" valueType="num">
                                      <p:cBhvr additive="base">
                                        <p:cTn dur="500"/>
                                        <p:tgtEl>
                                          <p:spTgt spid="185"/>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23"/>
          <p:cNvSpPr/>
          <p:nvPr/>
        </p:nvSpPr>
        <p:spPr>
          <a:xfrm>
            <a:off x="685800" y="1549400"/>
            <a:ext cx="7772400" cy="4141788"/>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accent2"/>
              </a:buClr>
              <a:buSzPts val="2400"/>
              <a:buFont typeface="Arial"/>
              <a:buNone/>
            </a:pPr>
            <a:r>
              <a:rPr i="1" lang="en-US" sz="2400">
                <a:solidFill>
                  <a:schemeClr val="accent2"/>
                </a:solidFill>
                <a:latin typeface="Arial"/>
                <a:ea typeface="Arial"/>
                <a:cs typeface="Arial"/>
                <a:sym typeface="Arial"/>
              </a:rPr>
              <a:t>Distance and displacement</a:t>
            </a:r>
            <a:r>
              <a:rPr lang="en-US" sz="2400">
                <a:solidFill>
                  <a:schemeClr val="accent2"/>
                </a:solidFill>
                <a:latin typeface="Arial"/>
                <a:ea typeface="Arial"/>
                <a:cs typeface="Arial"/>
                <a:sym typeface="Arial"/>
              </a:rPr>
              <a:t> </a:t>
            </a:r>
            <a:r>
              <a:rPr lang="en-US" sz="2000">
                <a:solidFill>
                  <a:schemeClr val="dk1"/>
                </a:solidFill>
                <a:latin typeface="Courier New"/>
                <a:ea typeface="Courier New"/>
                <a:cs typeface="Courier New"/>
                <a:sym typeface="Courier New"/>
              </a:rPr>
              <a:t>	</a:t>
            </a:r>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∙Let’s revisit some previous examples of a ball moving through some displacements…</a:t>
            </a:r>
            <a:endParaRPr/>
          </a:p>
          <a:p>
            <a:pPr indent="0" lvl="0" marL="0" marR="0" rtl="0" algn="l">
              <a:spcBef>
                <a:spcPts val="480"/>
              </a:spcBef>
              <a:spcAft>
                <a:spcPts val="0"/>
              </a:spcAft>
              <a:buClr>
                <a:schemeClr val="dk1"/>
              </a:buClr>
              <a:buSzPts val="2400"/>
              <a:buFont typeface="Arial"/>
              <a:buNone/>
            </a:pPr>
            <a:r>
              <a:t/>
            </a:r>
            <a:endParaRPr sz="2400">
              <a:solidFill>
                <a:schemeClr val="dk1"/>
              </a:solidFill>
              <a:latin typeface="Arial"/>
              <a:ea typeface="Arial"/>
              <a:cs typeface="Arial"/>
              <a:sym typeface="Arial"/>
            </a:endParaRPr>
          </a:p>
          <a:p>
            <a:pPr indent="0" lvl="0" marL="0" marR="0" rtl="0" algn="l">
              <a:spcBef>
                <a:spcPts val="480"/>
              </a:spcBef>
              <a:spcAft>
                <a:spcPts val="0"/>
              </a:spcAft>
              <a:buClr>
                <a:schemeClr val="dk1"/>
              </a:buClr>
              <a:buSzPts val="2400"/>
              <a:buFont typeface="Arial"/>
              <a:buNone/>
            </a:pPr>
            <a:r>
              <a:t/>
            </a:r>
            <a:endParaRPr sz="2400">
              <a:solidFill>
                <a:schemeClr val="dk1"/>
              </a:solidFill>
              <a:latin typeface="Arial"/>
              <a:ea typeface="Arial"/>
              <a:cs typeface="Arial"/>
              <a:sym typeface="Arial"/>
            </a:endParaRPr>
          </a:p>
          <a:p>
            <a:pPr indent="0" lvl="0" marL="0" marR="0" rtl="0" algn="l">
              <a:spcBef>
                <a:spcPts val="480"/>
              </a:spcBef>
              <a:spcAft>
                <a:spcPts val="0"/>
              </a:spcAft>
              <a:buClr>
                <a:schemeClr val="dk1"/>
              </a:buClr>
              <a:buSzPts val="2400"/>
              <a:buFont typeface="Arial"/>
              <a:buNone/>
            </a:pPr>
            <a:r>
              <a:t/>
            </a:r>
            <a:endParaRPr sz="2400">
              <a:solidFill>
                <a:schemeClr val="dk1"/>
              </a:solidFill>
              <a:latin typeface="Arial"/>
              <a:ea typeface="Arial"/>
              <a:cs typeface="Arial"/>
              <a:sym typeface="Arial"/>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∙Displacement A is just 15 m to the right (or +15 m for short).</a:t>
            </a:r>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∙Displacement B is just 20 m to the left (or -20 m for short).</a:t>
            </a:r>
            <a:endParaRPr/>
          </a:p>
        </p:txBody>
      </p:sp>
      <p:sp>
        <p:nvSpPr>
          <p:cNvPr id="192" name="Google Shape;192;p23"/>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2: Mechanics</a:t>
            </a:r>
            <a:br>
              <a:rPr b="1" lang="en-US" sz="2800"/>
            </a:br>
            <a:r>
              <a:rPr lang="en-US" sz="2800">
                <a:solidFill>
                  <a:schemeClr val="dk1"/>
                </a:solidFill>
              </a:rPr>
              <a:t>2.1 – Motion</a:t>
            </a:r>
            <a:endParaRPr/>
          </a:p>
        </p:txBody>
      </p:sp>
      <p:grpSp>
        <p:nvGrpSpPr>
          <p:cNvPr id="193" name="Google Shape;193;p23"/>
          <p:cNvGrpSpPr/>
          <p:nvPr/>
        </p:nvGrpSpPr>
        <p:grpSpPr>
          <a:xfrm>
            <a:off x="2224088" y="2949575"/>
            <a:ext cx="6435725" cy="457200"/>
            <a:chOff x="1184" y="1398"/>
            <a:chExt cx="4054" cy="288"/>
          </a:xfrm>
        </p:grpSpPr>
        <p:grpSp>
          <p:nvGrpSpPr>
            <p:cNvPr id="194" name="Google Shape;194;p23"/>
            <p:cNvGrpSpPr/>
            <p:nvPr/>
          </p:nvGrpSpPr>
          <p:grpSpPr>
            <a:xfrm>
              <a:off x="1184" y="1479"/>
              <a:ext cx="3456" cy="58"/>
              <a:chOff x="1119" y="2163"/>
              <a:chExt cx="3456" cy="108"/>
            </a:xfrm>
          </p:grpSpPr>
          <p:sp>
            <p:nvSpPr>
              <p:cNvPr id="195" name="Google Shape;195;p23"/>
              <p:cNvSpPr/>
              <p:nvPr/>
            </p:nvSpPr>
            <p:spPr>
              <a:xfrm>
                <a:off x="1119" y="2163"/>
                <a:ext cx="108" cy="108"/>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96" name="Google Shape;196;p23"/>
              <p:cNvSpPr/>
              <p:nvPr/>
            </p:nvSpPr>
            <p:spPr>
              <a:xfrm>
                <a:off x="1227" y="2163"/>
                <a:ext cx="108" cy="10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97" name="Google Shape;197;p23"/>
              <p:cNvSpPr/>
              <p:nvPr/>
            </p:nvSpPr>
            <p:spPr>
              <a:xfrm>
                <a:off x="1335" y="2163"/>
                <a:ext cx="108" cy="108"/>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98" name="Google Shape;198;p23"/>
              <p:cNvSpPr/>
              <p:nvPr/>
            </p:nvSpPr>
            <p:spPr>
              <a:xfrm>
                <a:off x="1443" y="2163"/>
                <a:ext cx="108" cy="10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99" name="Google Shape;199;p23"/>
              <p:cNvSpPr/>
              <p:nvPr/>
            </p:nvSpPr>
            <p:spPr>
              <a:xfrm>
                <a:off x="1551" y="2163"/>
                <a:ext cx="108" cy="108"/>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00" name="Google Shape;200;p23"/>
              <p:cNvSpPr/>
              <p:nvPr/>
            </p:nvSpPr>
            <p:spPr>
              <a:xfrm>
                <a:off x="1659" y="2163"/>
                <a:ext cx="108" cy="10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01" name="Google Shape;201;p23"/>
              <p:cNvSpPr/>
              <p:nvPr/>
            </p:nvSpPr>
            <p:spPr>
              <a:xfrm>
                <a:off x="1767" y="2163"/>
                <a:ext cx="108" cy="108"/>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02" name="Google Shape;202;p23"/>
              <p:cNvSpPr/>
              <p:nvPr/>
            </p:nvSpPr>
            <p:spPr>
              <a:xfrm>
                <a:off x="1875" y="2163"/>
                <a:ext cx="108" cy="10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03" name="Google Shape;203;p23"/>
              <p:cNvSpPr/>
              <p:nvPr/>
            </p:nvSpPr>
            <p:spPr>
              <a:xfrm>
                <a:off x="1983" y="2163"/>
                <a:ext cx="108" cy="108"/>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04" name="Google Shape;204;p23"/>
              <p:cNvSpPr/>
              <p:nvPr/>
            </p:nvSpPr>
            <p:spPr>
              <a:xfrm>
                <a:off x="2091" y="2163"/>
                <a:ext cx="108" cy="10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05" name="Google Shape;205;p23"/>
              <p:cNvSpPr/>
              <p:nvPr/>
            </p:nvSpPr>
            <p:spPr>
              <a:xfrm>
                <a:off x="2199" y="2163"/>
                <a:ext cx="108" cy="108"/>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06" name="Google Shape;206;p23"/>
              <p:cNvSpPr/>
              <p:nvPr/>
            </p:nvSpPr>
            <p:spPr>
              <a:xfrm>
                <a:off x="2307" y="2163"/>
                <a:ext cx="108" cy="10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07" name="Google Shape;207;p23"/>
              <p:cNvSpPr/>
              <p:nvPr/>
            </p:nvSpPr>
            <p:spPr>
              <a:xfrm>
                <a:off x="2415" y="2163"/>
                <a:ext cx="108" cy="108"/>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08" name="Google Shape;208;p23"/>
              <p:cNvSpPr/>
              <p:nvPr/>
            </p:nvSpPr>
            <p:spPr>
              <a:xfrm>
                <a:off x="2523" y="2163"/>
                <a:ext cx="108" cy="10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09" name="Google Shape;209;p23"/>
              <p:cNvSpPr/>
              <p:nvPr/>
            </p:nvSpPr>
            <p:spPr>
              <a:xfrm>
                <a:off x="2631" y="2163"/>
                <a:ext cx="108" cy="108"/>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10" name="Google Shape;210;p23"/>
              <p:cNvSpPr/>
              <p:nvPr/>
            </p:nvSpPr>
            <p:spPr>
              <a:xfrm>
                <a:off x="2739" y="2163"/>
                <a:ext cx="108" cy="10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11" name="Google Shape;211;p23"/>
              <p:cNvSpPr/>
              <p:nvPr/>
            </p:nvSpPr>
            <p:spPr>
              <a:xfrm>
                <a:off x="2847" y="2163"/>
                <a:ext cx="108" cy="108"/>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12" name="Google Shape;212;p23"/>
              <p:cNvSpPr/>
              <p:nvPr/>
            </p:nvSpPr>
            <p:spPr>
              <a:xfrm>
                <a:off x="2955" y="2163"/>
                <a:ext cx="108" cy="10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13" name="Google Shape;213;p23"/>
              <p:cNvSpPr/>
              <p:nvPr/>
            </p:nvSpPr>
            <p:spPr>
              <a:xfrm>
                <a:off x="3063" y="2163"/>
                <a:ext cx="108" cy="108"/>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14" name="Google Shape;214;p23"/>
              <p:cNvSpPr/>
              <p:nvPr/>
            </p:nvSpPr>
            <p:spPr>
              <a:xfrm>
                <a:off x="3171" y="2163"/>
                <a:ext cx="108" cy="10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15" name="Google Shape;215;p23"/>
              <p:cNvSpPr/>
              <p:nvPr/>
            </p:nvSpPr>
            <p:spPr>
              <a:xfrm>
                <a:off x="3279" y="2163"/>
                <a:ext cx="108" cy="108"/>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16" name="Google Shape;216;p23"/>
              <p:cNvSpPr/>
              <p:nvPr/>
            </p:nvSpPr>
            <p:spPr>
              <a:xfrm>
                <a:off x="3387" y="2163"/>
                <a:ext cx="108" cy="10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17" name="Google Shape;217;p23"/>
              <p:cNvSpPr/>
              <p:nvPr/>
            </p:nvSpPr>
            <p:spPr>
              <a:xfrm>
                <a:off x="3495" y="2163"/>
                <a:ext cx="108" cy="108"/>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18" name="Google Shape;218;p23"/>
              <p:cNvSpPr/>
              <p:nvPr/>
            </p:nvSpPr>
            <p:spPr>
              <a:xfrm>
                <a:off x="3603" y="2163"/>
                <a:ext cx="108" cy="10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19" name="Google Shape;219;p23"/>
              <p:cNvSpPr/>
              <p:nvPr/>
            </p:nvSpPr>
            <p:spPr>
              <a:xfrm>
                <a:off x="3711" y="2163"/>
                <a:ext cx="108" cy="108"/>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20" name="Google Shape;220;p23"/>
              <p:cNvSpPr/>
              <p:nvPr/>
            </p:nvSpPr>
            <p:spPr>
              <a:xfrm>
                <a:off x="3819" y="2163"/>
                <a:ext cx="108" cy="10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21" name="Google Shape;221;p23"/>
              <p:cNvSpPr/>
              <p:nvPr/>
            </p:nvSpPr>
            <p:spPr>
              <a:xfrm>
                <a:off x="3927" y="2163"/>
                <a:ext cx="108" cy="108"/>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22" name="Google Shape;222;p23"/>
              <p:cNvSpPr/>
              <p:nvPr/>
            </p:nvSpPr>
            <p:spPr>
              <a:xfrm>
                <a:off x="4035" y="2163"/>
                <a:ext cx="108" cy="10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23" name="Google Shape;223;p23"/>
              <p:cNvSpPr/>
              <p:nvPr/>
            </p:nvSpPr>
            <p:spPr>
              <a:xfrm>
                <a:off x="4143" y="2163"/>
                <a:ext cx="108" cy="108"/>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24" name="Google Shape;224;p23"/>
              <p:cNvSpPr/>
              <p:nvPr/>
            </p:nvSpPr>
            <p:spPr>
              <a:xfrm>
                <a:off x="4251" y="2163"/>
                <a:ext cx="108" cy="10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25" name="Google Shape;225;p23"/>
              <p:cNvSpPr/>
              <p:nvPr/>
            </p:nvSpPr>
            <p:spPr>
              <a:xfrm>
                <a:off x="4359" y="2163"/>
                <a:ext cx="108" cy="108"/>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26" name="Google Shape;226;p23"/>
              <p:cNvSpPr/>
              <p:nvPr/>
            </p:nvSpPr>
            <p:spPr>
              <a:xfrm>
                <a:off x="4467" y="2163"/>
                <a:ext cx="108" cy="10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grpSp>
        <p:sp>
          <p:nvSpPr>
            <p:cNvPr id="227" name="Google Shape;227;p23"/>
            <p:cNvSpPr/>
            <p:nvPr/>
          </p:nvSpPr>
          <p:spPr>
            <a:xfrm flipH="1" rot="-2700000">
              <a:off x="4582" y="1444"/>
              <a:ext cx="115" cy="115"/>
            </a:xfrm>
            <a:prstGeom prst="rtTriangle">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28" name="Google Shape;228;p23"/>
            <p:cNvSpPr txBox="1"/>
            <p:nvPr/>
          </p:nvSpPr>
          <p:spPr>
            <a:xfrm>
              <a:off x="4736" y="1398"/>
              <a:ext cx="502"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chemeClr val="dk1"/>
                  </a:solidFill>
                  <a:latin typeface="Arial"/>
                  <a:ea typeface="Arial"/>
                  <a:cs typeface="Arial"/>
                  <a:sym typeface="Arial"/>
                </a:rPr>
                <a:t>x</a:t>
              </a:r>
              <a:r>
                <a:rPr lang="en-US" sz="2400">
                  <a:solidFill>
                    <a:schemeClr val="dk1"/>
                  </a:solidFill>
                  <a:latin typeface="Arial"/>
                  <a:ea typeface="Arial"/>
                  <a:cs typeface="Arial"/>
                  <a:sym typeface="Arial"/>
                </a:rPr>
                <a:t>(m)</a:t>
              </a:r>
              <a:endParaRPr/>
            </a:p>
          </p:txBody>
        </p:sp>
      </p:grpSp>
      <p:sp>
        <p:nvSpPr>
          <p:cNvPr id="229" name="Google Shape;229;p23"/>
          <p:cNvSpPr/>
          <p:nvPr/>
        </p:nvSpPr>
        <p:spPr>
          <a:xfrm>
            <a:off x="4232275" y="2925763"/>
            <a:ext cx="142875" cy="142875"/>
          </a:xfrm>
          <a:prstGeom prst="ellipse">
            <a:avLst/>
          </a:prstGeom>
          <a:solidFill>
            <a:srgbClr val="FF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cxnSp>
        <p:nvCxnSpPr>
          <p:cNvPr id="230" name="Google Shape;230;p23"/>
          <p:cNvCxnSpPr/>
          <p:nvPr/>
        </p:nvCxnSpPr>
        <p:spPr>
          <a:xfrm rot="10800000">
            <a:off x="4276725" y="3233738"/>
            <a:ext cx="2551113" cy="0"/>
          </a:xfrm>
          <a:prstGeom prst="straightConnector1">
            <a:avLst/>
          </a:prstGeom>
          <a:noFill/>
          <a:ln cap="flat" cmpd="sng" w="38100">
            <a:solidFill>
              <a:srgbClr val="FF3300"/>
            </a:solidFill>
            <a:prstDash val="solid"/>
            <a:round/>
            <a:headEnd len="med" w="med" type="triangle"/>
            <a:tailEnd len="med" w="med" type="none"/>
          </a:ln>
        </p:spPr>
      </p:cxnSp>
      <p:sp>
        <p:nvSpPr>
          <p:cNvPr id="231" name="Google Shape;231;p23"/>
          <p:cNvSpPr/>
          <p:nvPr/>
        </p:nvSpPr>
        <p:spPr>
          <a:xfrm>
            <a:off x="4222750" y="2921000"/>
            <a:ext cx="142875" cy="142875"/>
          </a:xfrm>
          <a:prstGeom prst="ellipse">
            <a:avLst/>
          </a:prstGeom>
          <a:solidFill>
            <a:srgbClr val="FF33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32" name="Google Shape;232;p23"/>
          <p:cNvSpPr txBox="1"/>
          <p:nvPr/>
        </p:nvSpPr>
        <p:spPr>
          <a:xfrm>
            <a:off x="831850" y="2687638"/>
            <a:ext cx="2646363"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accent2"/>
                </a:solidFill>
                <a:latin typeface="Arial"/>
                <a:ea typeface="Arial"/>
                <a:cs typeface="Arial"/>
                <a:sym typeface="Arial"/>
              </a:rPr>
              <a:t>Displacement A</a:t>
            </a:r>
            <a:endParaRPr/>
          </a:p>
        </p:txBody>
      </p:sp>
      <p:grpSp>
        <p:nvGrpSpPr>
          <p:cNvPr id="233" name="Google Shape;233;p23"/>
          <p:cNvGrpSpPr/>
          <p:nvPr/>
        </p:nvGrpSpPr>
        <p:grpSpPr>
          <a:xfrm>
            <a:off x="2220913" y="3656013"/>
            <a:ext cx="6435725" cy="457200"/>
            <a:chOff x="1189" y="2805"/>
            <a:chExt cx="4054" cy="288"/>
          </a:xfrm>
        </p:grpSpPr>
        <p:grpSp>
          <p:nvGrpSpPr>
            <p:cNvPr id="234" name="Google Shape;234;p23"/>
            <p:cNvGrpSpPr/>
            <p:nvPr/>
          </p:nvGrpSpPr>
          <p:grpSpPr>
            <a:xfrm>
              <a:off x="1189" y="2886"/>
              <a:ext cx="3456" cy="58"/>
              <a:chOff x="1119" y="2163"/>
              <a:chExt cx="3456" cy="108"/>
            </a:xfrm>
          </p:grpSpPr>
          <p:sp>
            <p:nvSpPr>
              <p:cNvPr id="235" name="Google Shape;235;p23"/>
              <p:cNvSpPr/>
              <p:nvPr/>
            </p:nvSpPr>
            <p:spPr>
              <a:xfrm>
                <a:off x="1119" y="2163"/>
                <a:ext cx="108" cy="108"/>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36" name="Google Shape;236;p23"/>
              <p:cNvSpPr/>
              <p:nvPr/>
            </p:nvSpPr>
            <p:spPr>
              <a:xfrm>
                <a:off x="1227" y="2163"/>
                <a:ext cx="108" cy="10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37" name="Google Shape;237;p23"/>
              <p:cNvSpPr/>
              <p:nvPr/>
            </p:nvSpPr>
            <p:spPr>
              <a:xfrm>
                <a:off x="1335" y="2163"/>
                <a:ext cx="108" cy="108"/>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38" name="Google Shape;238;p23"/>
              <p:cNvSpPr/>
              <p:nvPr/>
            </p:nvSpPr>
            <p:spPr>
              <a:xfrm>
                <a:off x="1443" y="2163"/>
                <a:ext cx="108" cy="10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39" name="Google Shape;239;p23"/>
              <p:cNvSpPr/>
              <p:nvPr/>
            </p:nvSpPr>
            <p:spPr>
              <a:xfrm>
                <a:off x="1551" y="2163"/>
                <a:ext cx="108" cy="108"/>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40" name="Google Shape;240;p23"/>
              <p:cNvSpPr/>
              <p:nvPr/>
            </p:nvSpPr>
            <p:spPr>
              <a:xfrm>
                <a:off x="1659" y="2163"/>
                <a:ext cx="108" cy="10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41" name="Google Shape;241;p23"/>
              <p:cNvSpPr/>
              <p:nvPr/>
            </p:nvSpPr>
            <p:spPr>
              <a:xfrm>
                <a:off x="1767" y="2163"/>
                <a:ext cx="108" cy="108"/>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42" name="Google Shape;242;p23"/>
              <p:cNvSpPr/>
              <p:nvPr/>
            </p:nvSpPr>
            <p:spPr>
              <a:xfrm>
                <a:off x="1875" y="2163"/>
                <a:ext cx="108" cy="10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43" name="Google Shape;243;p23"/>
              <p:cNvSpPr/>
              <p:nvPr/>
            </p:nvSpPr>
            <p:spPr>
              <a:xfrm>
                <a:off x="1983" y="2163"/>
                <a:ext cx="108" cy="108"/>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44" name="Google Shape;244;p23"/>
              <p:cNvSpPr/>
              <p:nvPr/>
            </p:nvSpPr>
            <p:spPr>
              <a:xfrm>
                <a:off x="2091" y="2163"/>
                <a:ext cx="108" cy="10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45" name="Google Shape;245;p23"/>
              <p:cNvSpPr/>
              <p:nvPr/>
            </p:nvSpPr>
            <p:spPr>
              <a:xfrm>
                <a:off x="2199" y="2163"/>
                <a:ext cx="108" cy="108"/>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46" name="Google Shape;246;p23"/>
              <p:cNvSpPr/>
              <p:nvPr/>
            </p:nvSpPr>
            <p:spPr>
              <a:xfrm>
                <a:off x="2307" y="2163"/>
                <a:ext cx="108" cy="10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47" name="Google Shape;247;p23"/>
              <p:cNvSpPr/>
              <p:nvPr/>
            </p:nvSpPr>
            <p:spPr>
              <a:xfrm>
                <a:off x="2415" y="2163"/>
                <a:ext cx="108" cy="108"/>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48" name="Google Shape;248;p23"/>
              <p:cNvSpPr/>
              <p:nvPr/>
            </p:nvSpPr>
            <p:spPr>
              <a:xfrm>
                <a:off x="2523" y="2163"/>
                <a:ext cx="108" cy="10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49" name="Google Shape;249;p23"/>
              <p:cNvSpPr/>
              <p:nvPr/>
            </p:nvSpPr>
            <p:spPr>
              <a:xfrm>
                <a:off x="2631" y="2163"/>
                <a:ext cx="108" cy="108"/>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50" name="Google Shape;250;p23"/>
              <p:cNvSpPr/>
              <p:nvPr/>
            </p:nvSpPr>
            <p:spPr>
              <a:xfrm>
                <a:off x="2739" y="2163"/>
                <a:ext cx="108" cy="10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51" name="Google Shape;251;p23"/>
              <p:cNvSpPr/>
              <p:nvPr/>
            </p:nvSpPr>
            <p:spPr>
              <a:xfrm>
                <a:off x="2847" y="2163"/>
                <a:ext cx="108" cy="108"/>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52" name="Google Shape;252;p23"/>
              <p:cNvSpPr/>
              <p:nvPr/>
            </p:nvSpPr>
            <p:spPr>
              <a:xfrm>
                <a:off x="2955" y="2163"/>
                <a:ext cx="108" cy="10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53" name="Google Shape;253;p23"/>
              <p:cNvSpPr/>
              <p:nvPr/>
            </p:nvSpPr>
            <p:spPr>
              <a:xfrm>
                <a:off x="3063" y="2163"/>
                <a:ext cx="108" cy="108"/>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54" name="Google Shape;254;p23"/>
              <p:cNvSpPr/>
              <p:nvPr/>
            </p:nvSpPr>
            <p:spPr>
              <a:xfrm>
                <a:off x="3171" y="2163"/>
                <a:ext cx="108" cy="10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55" name="Google Shape;255;p23"/>
              <p:cNvSpPr/>
              <p:nvPr/>
            </p:nvSpPr>
            <p:spPr>
              <a:xfrm>
                <a:off x="3279" y="2163"/>
                <a:ext cx="108" cy="108"/>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56" name="Google Shape;256;p23"/>
              <p:cNvSpPr/>
              <p:nvPr/>
            </p:nvSpPr>
            <p:spPr>
              <a:xfrm>
                <a:off x="3387" y="2163"/>
                <a:ext cx="108" cy="10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57" name="Google Shape;257;p23"/>
              <p:cNvSpPr/>
              <p:nvPr/>
            </p:nvSpPr>
            <p:spPr>
              <a:xfrm>
                <a:off x="3495" y="2163"/>
                <a:ext cx="108" cy="108"/>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58" name="Google Shape;258;p23"/>
              <p:cNvSpPr/>
              <p:nvPr/>
            </p:nvSpPr>
            <p:spPr>
              <a:xfrm>
                <a:off x="3603" y="2163"/>
                <a:ext cx="108" cy="10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59" name="Google Shape;259;p23"/>
              <p:cNvSpPr/>
              <p:nvPr/>
            </p:nvSpPr>
            <p:spPr>
              <a:xfrm>
                <a:off x="3711" y="2163"/>
                <a:ext cx="108" cy="108"/>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60" name="Google Shape;260;p23"/>
              <p:cNvSpPr/>
              <p:nvPr/>
            </p:nvSpPr>
            <p:spPr>
              <a:xfrm>
                <a:off x="3819" y="2163"/>
                <a:ext cx="108" cy="10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61" name="Google Shape;261;p23"/>
              <p:cNvSpPr/>
              <p:nvPr/>
            </p:nvSpPr>
            <p:spPr>
              <a:xfrm>
                <a:off x="3927" y="2163"/>
                <a:ext cx="108" cy="108"/>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62" name="Google Shape;262;p23"/>
              <p:cNvSpPr/>
              <p:nvPr/>
            </p:nvSpPr>
            <p:spPr>
              <a:xfrm>
                <a:off x="4035" y="2163"/>
                <a:ext cx="108" cy="10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63" name="Google Shape;263;p23"/>
              <p:cNvSpPr/>
              <p:nvPr/>
            </p:nvSpPr>
            <p:spPr>
              <a:xfrm>
                <a:off x="4143" y="2163"/>
                <a:ext cx="108" cy="108"/>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64" name="Google Shape;264;p23"/>
              <p:cNvSpPr/>
              <p:nvPr/>
            </p:nvSpPr>
            <p:spPr>
              <a:xfrm>
                <a:off x="4251" y="2163"/>
                <a:ext cx="108" cy="10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65" name="Google Shape;265;p23"/>
              <p:cNvSpPr/>
              <p:nvPr/>
            </p:nvSpPr>
            <p:spPr>
              <a:xfrm>
                <a:off x="4359" y="2163"/>
                <a:ext cx="108" cy="108"/>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66" name="Google Shape;266;p23"/>
              <p:cNvSpPr/>
              <p:nvPr/>
            </p:nvSpPr>
            <p:spPr>
              <a:xfrm>
                <a:off x="4467" y="2163"/>
                <a:ext cx="108" cy="10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grpSp>
        <p:sp>
          <p:nvSpPr>
            <p:cNvPr id="267" name="Google Shape;267;p23"/>
            <p:cNvSpPr/>
            <p:nvPr/>
          </p:nvSpPr>
          <p:spPr>
            <a:xfrm flipH="1" rot="-2700000">
              <a:off x="4587" y="2851"/>
              <a:ext cx="115" cy="115"/>
            </a:xfrm>
            <a:prstGeom prst="rtTriangle">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68" name="Google Shape;268;p23"/>
            <p:cNvSpPr txBox="1"/>
            <p:nvPr/>
          </p:nvSpPr>
          <p:spPr>
            <a:xfrm>
              <a:off x="4741" y="2805"/>
              <a:ext cx="502"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chemeClr val="dk1"/>
                  </a:solidFill>
                  <a:latin typeface="Arial"/>
                  <a:ea typeface="Arial"/>
                  <a:cs typeface="Arial"/>
                  <a:sym typeface="Arial"/>
                </a:rPr>
                <a:t>x</a:t>
              </a:r>
              <a:r>
                <a:rPr lang="en-US" sz="2400">
                  <a:solidFill>
                    <a:schemeClr val="dk1"/>
                  </a:solidFill>
                  <a:latin typeface="Arial"/>
                  <a:ea typeface="Arial"/>
                  <a:cs typeface="Arial"/>
                  <a:sym typeface="Arial"/>
                </a:rPr>
                <a:t>(m)</a:t>
              </a:r>
              <a:endParaRPr/>
            </a:p>
          </p:txBody>
        </p:sp>
      </p:grpSp>
      <p:sp>
        <p:nvSpPr>
          <p:cNvPr id="269" name="Google Shape;269;p23"/>
          <p:cNvSpPr/>
          <p:nvPr/>
        </p:nvSpPr>
        <p:spPr>
          <a:xfrm>
            <a:off x="6780213" y="3632200"/>
            <a:ext cx="142875" cy="142875"/>
          </a:xfrm>
          <a:prstGeom prst="ellipse">
            <a:avLst/>
          </a:prstGeom>
          <a:solidFill>
            <a:srgbClr val="FF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cxnSp>
        <p:nvCxnSpPr>
          <p:cNvPr id="270" name="Google Shape;270;p23"/>
          <p:cNvCxnSpPr/>
          <p:nvPr/>
        </p:nvCxnSpPr>
        <p:spPr>
          <a:xfrm rot="10800000">
            <a:off x="3430588" y="3940175"/>
            <a:ext cx="3394075" cy="0"/>
          </a:xfrm>
          <a:prstGeom prst="straightConnector1">
            <a:avLst/>
          </a:prstGeom>
          <a:noFill/>
          <a:ln cap="flat" cmpd="sng" w="38100">
            <a:solidFill>
              <a:srgbClr val="FF3300"/>
            </a:solidFill>
            <a:prstDash val="solid"/>
            <a:round/>
            <a:headEnd len="med" w="med" type="none"/>
            <a:tailEnd len="med" w="med" type="triangle"/>
          </a:ln>
        </p:spPr>
      </p:cxnSp>
      <p:sp>
        <p:nvSpPr>
          <p:cNvPr id="271" name="Google Shape;271;p23"/>
          <p:cNvSpPr/>
          <p:nvPr/>
        </p:nvSpPr>
        <p:spPr>
          <a:xfrm>
            <a:off x="6770688" y="3627438"/>
            <a:ext cx="142875" cy="142875"/>
          </a:xfrm>
          <a:prstGeom prst="ellipse">
            <a:avLst/>
          </a:prstGeom>
          <a:solidFill>
            <a:srgbClr val="FF33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72" name="Google Shape;272;p23"/>
          <p:cNvSpPr txBox="1"/>
          <p:nvPr/>
        </p:nvSpPr>
        <p:spPr>
          <a:xfrm>
            <a:off x="838200" y="3405188"/>
            <a:ext cx="2646363"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accent2"/>
                </a:solidFill>
                <a:latin typeface="Arial"/>
                <a:ea typeface="Arial"/>
                <a:cs typeface="Arial"/>
                <a:sym typeface="Arial"/>
              </a:rPr>
              <a:t>Displacement B</a:t>
            </a:r>
            <a:endParaRPr/>
          </a:p>
        </p:txBody>
      </p:sp>
      <p:sp>
        <p:nvSpPr>
          <p:cNvPr id="273" name="Google Shape;273;p23"/>
          <p:cNvSpPr/>
          <p:nvPr/>
        </p:nvSpPr>
        <p:spPr>
          <a:xfrm>
            <a:off x="693738" y="5661025"/>
            <a:ext cx="7758112" cy="1196975"/>
          </a:xfrm>
          <a:prstGeom prst="rect">
            <a:avLst/>
          </a:prstGeom>
          <a:solidFill>
            <a:srgbClr val="FFCCCC"/>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rPr b="1" i="1" lang="en-US" sz="2400">
                <a:solidFill>
                  <a:schemeClr val="dk1"/>
                </a:solidFill>
                <a:latin typeface="Arial"/>
                <a:ea typeface="Arial"/>
                <a:cs typeface="Arial"/>
                <a:sym typeface="Arial"/>
              </a:rPr>
              <a:t>FYI</a:t>
            </a:r>
            <a:endParaRPr/>
          </a:p>
          <a:p>
            <a:pPr indent="0" lvl="0" marL="0" marR="0" rtl="0" algn="l">
              <a:spcBef>
                <a:spcPts val="480"/>
              </a:spcBef>
              <a:spcAft>
                <a:spcPts val="0"/>
              </a:spcAft>
              <a:buClr>
                <a:schemeClr val="dk1"/>
              </a:buClr>
              <a:buSzPts val="2400"/>
              <a:buFont typeface="Arial"/>
              <a:buNone/>
            </a:pPr>
            <a:r>
              <a:rPr b="1" lang="en-US" sz="2400">
                <a:solidFill>
                  <a:schemeClr val="dk1"/>
                </a:solidFill>
                <a:latin typeface="Arial"/>
                <a:ea typeface="Arial"/>
                <a:cs typeface="Arial"/>
                <a:sym typeface="Arial"/>
              </a:rPr>
              <a:t>∙</a:t>
            </a:r>
            <a:r>
              <a:rPr lang="en-US" sz="2400">
                <a:solidFill>
                  <a:schemeClr val="dk1"/>
                </a:solidFill>
                <a:latin typeface="Arial"/>
                <a:ea typeface="Arial"/>
                <a:cs typeface="Arial"/>
                <a:sym typeface="Arial"/>
              </a:rPr>
              <a:t>Distance A is 15 m, and Distance B is 20 m. There is no regard for direction in distance. </a:t>
            </a:r>
            <a:endParaRPr/>
          </a:p>
        </p:txBody>
      </p:sp>
      <p:sp>
        <p:nvSpPr>
          <p:cNvPr id="274" name="Google Shape;274;p23"/>
          <p:cNvSpPr txBox="1"/>
          <p:nvPr/>
        </p:nvSpPr>
        <p:spPr>
          <a:xfrm>
            <a:off x="2805113" y="5794375"/>
            <a:ext cx="1284287"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FF0000"/>
                </a:solidFill>
                <a:latin typeface="Arial"/>
                <a:ea typeface="Arial"/>
                <a:cs typeface="Arial"/>
                <a:sym typeface="Arial"/>
              </a:rPr>
              <a:t>Scalar</a:t>
            </a:r>
            <a:endParaRPr/>
          </a:p>
        </p:txBody>
      </p:sp>
      <p:sp>
        <p:nvSpPr>
          <p:cNvPr id="275" name="Google Shape;275;p23"/>
          <p:cNvSpPr/>
          <p:nvPr/>
        </p:nvSpPr>
        <p:spPr>
          <a:xfrm>
            <a:off x="949325" y="6051550"/>
            <a:ext cx="1857375" cy="420688"/>
          </a:xfrm>
          <a:custGeom>
            <a:rect b="b" l="l" r="r" t="t"/>
            <a:pathLst>
              <a:path extrusionOk="0" h="272" w="1200">
                <a:moveTo>
                  <a:pt x="0" y="272"/>
                </a:moveTo>
                <a:lnTo>
                  <a:pt x="937" y="272"/>
                </a:lnTo>
                <a:lnTo>
                  <a:pt x="1008" y="0"/>
                </a:lnTo>
                <a:lnTo>
                  <a:pt x="1200" y="1"/>
                </a:lnTo>
              </a:path>
            </a:pathLst>
          </a:custGeom>
          <a:noFill/>
          <a:ln cap="flat" cmpd="sng" w="28575">
            <a:solidFill>
              <a:srgbClr val="FF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76" name="Google Shape;276;p23"/>
          <p:cNvSpPr/>
          <p:nvPr/>
        </p:nvSpPr>
        <p:spPr>
          <a:xfrm>
            <a:off x="3867150" y="6051550"/>
            <a:ext cx="1779588" cy="420688"/>
          </a:xfrm>
          <a:custGeom>
            <a:rect b="b" l="l" r="r" t="t"/>
            <a:pathLst>
              <a:path extrusionOk="0" h="265" w="1121">
                <a:moveTo>
                  <a:pt x="1121" y="265"/>
                </a:moveTo>
                <a:lnTo>
                  <a:pt x="235" y="265"/>
                </a:lnTo>
                <a:lnTo>
                  <a:pt x="159" y="0"/>
                </a:lnTo>
                <a:lnTo>
                  <a:pt x="0" y="1"/>
                </a:lnTo>
              </a:path>
            </a:pathLst>
          </a:custGeom>
          <a:noFill/>
          <a:ln cap="flat" cmpd="sng" w="28575">
            <a:solidFill>
              <a:srgbClr val="FF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77" name="Google Shape;277;p23"/>
          <p:cNvSpPr txBox="1"/>
          <p:nvPr/>
        </p:nvSpPr>
        <p:spPr>
          <a:xfrm>
            <a:off x="3452813" y="4533900"/>
            <a:ext cx="13589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accent2"/>
                </a:solidFill>
                <a:latin typeface="Arial"/>
                <a:ea typeface="Arial"/>
                <a:cs typeface="Arial"/>
                <a:sym typeface="Arial"/>
              </a:rPr>
              <a:t>Vector</a:t>
            </a:r>
            <a:endParaRPr/>
          </a:p>
        </p:txBody>
      </p:sp>
      <p:sp>
        <p:nvSpPr>
          <p:cNvPr id="278" name="Google Shape;278;p23"/>
          <p:cNvSpPr/>
          <p:nvPr/>
        </p:nvSpPr>
        <p:spPr>
          <a:xfrm>
            <a:off x="914400" y="4510088"/>
            <a:ext cx="2551113" cy="168275"/>
          </a:xfrm>
          <a:custGeom>
            <a:rect b="b" l="l" r="r" t="t"/>
            <a:pathLst>
              <a:path extrusionOk="0" h="106" w="1607">
                <a:moveTo>
                  <a:pt x="0" y="0"/>
                </a:moveTo>
                <a:lnTo>
                  <a:pt x="1379" y="0"/>
                </a:lnTo>
                <a:lnTo>
                  <a:pt x="1607" y="106"/>
                </a:lnTo>
              </a:path>
            </a:pathLst>
          </a:custGeom>
          <a:noFill/>
          <a:ln cap="flat" cmpd="sng" w="28575">
            <a:solidFill>
              <a:schemeClr val="accent2"/>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79" name="Google Shape;279;p23"/>
          <p:cNvSpPr/>
          <p:nvPr/>
        </p:nvSpPr>
        <p:spPr>
          <a:xfrm>
            <a:off x="901700" y="4833938"/>
            <a:ext cx="2574925" cy="477837"/>
          </a:xfrm>
          <a:custGeom>
            <a:rect b="b" l="l" r="r" t="t"/>
            <a:pathLst>
              <a:path extrusionOk="0" h="220" w="1622">
                <a:moveTo>
                  <a:pt x="0" y="220"/>
                </a:moveTo>
                <a:lnTo>
                  <a:pt x="1349" y="220"/>
                </a:lnTo>
                <a:lnTo>
                  <a:pt x="1486" y="0"/>
                </a:lnTo>
                <a:lnTo>
                  <a:pt x="1622" y="0"/>
                </a:lnTo>
              </a:path>
            </a:pathLst>
          </a:custGeom>
          <a:noFill/>
          <a:ln cap="flat" cmpd="sng" w="28575">
            <a:solidFill>
              <a:schemeClr val="accent2"/>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3"/>
                                        </p:tgtEl>
                                        <p:attrNameLst>
                                          <p:attrName>style.visibility</p:attrName>
                                        </p:attrNameLst>
                                      </p:cBhvr>
                                      <p:to>
                                        <p:strVal val="visible"/>
                                      </p:to>
                                    </p:set>
                                    <p:animEffect filter="fade" transition="in">
                                      <p:cBhvr>
                                        <p:cTn dur="2000"/>
                                        <p:tgtEl>
                                          <p:spTgt spid="193"/>
                                        </p:tgtEl>
                                      </p:cBhvr>
                                    </p:animEffect>
                                  </p:childTnLst>
                                </p:cTn>
                              </p:par>
                              <p:par>
                                <p:cTn fill="hold" nodeType="withEffect" presetClass="entr" presetID="10" presetSubtype="0">
                                  <p:stCondLst>
                                    <p:cond delay="0"/>
                                  </p:stCondLst>
                                  <p:childTnLst>
                                    <p:set>
                                      <p:cBhvr>
                                        <p:cTn dur="1" fill="hold">
                                          <p:stCondLst>
                                            <p:cond delay="0"/>
                                          </p:stCondLst>
                                        </p:cTn>
                                        <p:tgtEl>
                                          <p:spTgt spid="229"/>
                                        </p:tgtEl>
                                        <p:attrNameLst>
                                          <p:attrName>style.visibility</p:attrName>
                                        </p:attrNameLst>
                                      </p:cBhvr>
                                      <p:to>
                                        <p:strVal val="visible"/>
                                      </p:to>
                                    </p:set>
                                    <p:animEffect filter="fade" transition="in">
                                      <p:cBhvr>
                                        <p:cTn dur="2000"/>
                                        <p:tgtEl>
                                          <p:spTgt spid="229"/>
                                        </p:tgtEl>
                                      </p:cBhvr>
                                    </p:animEffect>
                                  </p:childTnLst>
                                </p:cTn>
                              </p:par>
                              <p:par>
                                <p:cTn fill="hold" nodeType="withEffect" presetClass="entr" presetID="10" presetSubtype="0">
                                  <p:stCondLst>
                                    <p:cond delay="0"/>
                                  </p:stCondLst>
                                  <p:childTnLst>
                                    <p:set>
                                      <p:cBhvr>
                                        <p:cTn dur="1" fill="hold">
                                          <p:stCondLst>
                                            <p:cond delay="0"/>
                                          </p:stCondLst>
                                        </p:cTn>
                                        <p:tgtEl>
                                          <p:spTgt spid="231"/>
                                        </p:tgtEl>
                                        <p:attrNameLst>
                                          <p:attrName>style.visibility</p:attrName>
                                        </p:attrNameLst>
                                      </p:cBhvr>
                                      <p:to>
                                        <p:strVal val="visible"/>
                                      </p:to>
                                    </p:set>
                                    <p:animEffect filter="fade" transition="in">
                                      <p:cBhvr>
                                        <p:cTn dur="2000"/>
                                        <p:tgtEl>
                                          <p:spTgt spid="23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0"/>
                                        </p:tgtEl>
                                        <p:attrNameLst>
                                          <p:attrName>style.visibility</p:attrName>
                                        </p:attrNameLst>
                                      </p:cBhvr>
                                      <p:to>
                                        <p:strVal val="visible"/>
                                      </p:to>
                                    </p:set>
                                    <p:animEffect filter="fade" transition="in">
                                      <p:cBhvr>
                                        <p:cTn dur="2000"/>
                                        <p:tgtEl>
                                          <p:spTgt spid="23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32"/>
                                        </p:tgtEl>
                                        <p:attrNameLst>
                                          <p:attrName>style.visibility</p:attrName>
                                        </p:attrNameLst>
                                      </p:cBhvr>
                                      <p:to>
                                        <p:strVal val="visible"/>
                                      </p:to>
                                    </p:set>
                                    <p:anim calcmode="lin" valueType="num">
                                      <p:cBhvr additive="base">
                                        <p:cTn dur="500"/>
                                        <p:tgtEl>
                                          <p:spTgt spid="232"/>
                                        </p:tgtEl>
                                        <p:attrNameLst>
                                          <p:attrName>ppt_w</p:attrName>
                                        </p:attrNameLst>
                                      </p:cBhvr>
                                      <p:tavLst>
                                        <p:tav fmla="" tm="0">
                                          <p:val>
                                            <p:strVal val="0"/>
                                          </p:val>
                                        </p:tav>
                                        <p:tav fmla="" tm="100000">
                                          <p:val>
                                            <p:strVal val="#ppt_w"/>
                                          </p:val>
                                        </p:tav>
                                      </p:tavLst>
                                    </p:anim>
                                    <p:anim calcmode="lin" valueType="num">
                                      <p:cBhvr additive="base">
                                        <p:cTn dur="500"/>
                                        <p:tgtEl>
                                          <p:spTgt spid="232"/>
                                        </p:tgtEl>
                                        <p:attrNameLst>
                                          <p:attrName>ppt_h</p:attrName>
                                        </p:attrNameLst>
                                      </p:cBhvr>
                                      <p:tavLst>
                                        <p:tav fmla="" tm="0">
                                          <p:val>
                                            <p:strVal val="0"/>
                                          </p:val>
                                        </p:tav>
                                        <p:tav fmla="" tm="100000">
                                          <p:val>
                                            <p:strVal val="#ppt_h"/>
                                          </p:val>
                                        </p:tav>
                                      </p:tavLst>
                                    </p:anim>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33"/>
                                        </p:tgtEl>
                                        <p:attrNameLst>
                                          <p:attrName>style.visibility</p:attrName>
                                        </p:attrNameLst>
                                      </p:cBhvr>
                                      <p:to>
                                        <p:strVal val="visible"/>
                                      </p:to>
                                    </p:set>
                                    <p:animEffect filter="fade" transition="in">
                                      <p:cBhvr>
                                        <p:cTn dur="2000"/>
                                        <p:tgtEl>
                                          <p:spTgt spid="233"/>
                                        </p:tgtEl>
                                      </p:cBhvr>
                                    </p:animEffect>
                                  </p:childTnLst>
                                </p:cTn>
                              </p:par>
                              <p:par>
                                <p:cTn fill="hold" nodeType="withEffect" presetClass="entr" presetID="10" presetSubtype="0">
                                  <p:stCondLst>
                                    <p:cond delay="0"/>
                                  </p:stCondLst>
                                  <p:childTnLst>
                                    <p:set>
                                      <p:cBhvr>
                                        <p:cTn dur="1" fill="hold">
                                          <p:stCondLst>
                                            <p:cond delay="0"/>
                                          </p:stCondLst>
                                        </p:cTn>
                                        <p:tgtEl>
                                          <p:spTgt spid="269"/>
                                        </p:tgtEl>
                                        <p:attrNameLst>
                                          <p:attrName>style.visibility</p:attrName>
                                        </p:attrNameLst>
                                      </p:cBhvr>
                                      <p:to>
                                        <p:strVal val="visible"/>
                                      </p:to>
                                    </p:set>
                                    <p:animEffect filter="fade" transition="in">
                                      <p:cBhvr>
                                        <p:cTn dur="2000"/>
                                        <p:tgtEl>
                                          <p:spTgt spid="269"/>
                                        </p:tgtEl>
                                      </p:cBhvr>
                                    </p:animEffect>
                                  </p:childTnLst>
                                </p:cTn>
                              </p:par>
                              <p:par>
                                <p:cTn fill="hold" nodeType="withEffect" presetClass="entr" presetID="10" presetSubtype="0">
                                  <p:stCondLst>
                                    <p:cond delay="0"/>
                                  </p:stCondLst>
                                  <p:childTnLst>
                                    <p:set>
                                      <p:cBhvr>
                                        <p:cTn dur="1" fill="hold">
                                          <p:stCondLst>
                                            <p:cond delay="0"/>
                                          </p:stCondLst>
                                        </p:cTn>
                                        <p:tgtEl>
                                          <p:spTgt spid="271"/>
                                        </p:tgtEl>
                                        <p:attrNameLst>
                                          <p:attrName>style.visibility</p:attrName>
                                        </p:attrNameLst>
                                      </p:cBhvr>
                                      <p:to>
                                        <p:strVal val="visible"/>
                                      </p:to>
                                    </p:set>
                                    <p:animEffect filter="fade" transition="in">
                                      <p:cBhvr>
                                        <p:cTn dur="2000"/>
                                        <p:tgtEl>
                                          <p:spTgt spid="27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0"/>
                                        </p:tgtEl>
                                        <p:attrNameLst>
                                          <p:attrName>style.visibility</p:attrName>
                                        </p:attrNameLst>
                                      </p:cBhvr>
                                      <p:to>
                                        <p:strVal val="visible"/>
                                      </p:to>
                                    </p:set>
                                    <p:animEffect filter="fade" transition="in">
                                      <p:cBhvr>
                                        <p:cTn dur="2000"/>
                                        <p:tgtEl>
                                          <p:spTgt spid="27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72"/>
                                        </p:tgtEl>
                                        <p:attrNameLst>
                                          <p:attrName>style.visibility</p:attrName>
                                        </p:attrNameLst>
                                      </p:cBhvr>
                                      <p:to>
                                        <p:strVal val="visible"/>
                                      </p:to>
                                    </p:set>
                                    <p:anim calcmode="lin" valueType="num">
                                      <p:cBhvr additive="base">
                                        <p:cTn dur="500"/>
                                        <p:tgtEl>
                                          <p:spTgt spid="272"/>
                                        </p:tgtEl>
                                        <p:attrNameLst>
                                          <p:attrName>ppt_w</p:attrName>
                                        </p:attrNameLst>
                                      </p:cBhvr>
                                      <p:tavLst>
                                        <p:tav fmla="" tm="0">
                                          <p:val>
                                            <p:strVal val="0"/>
                                          </p:val>
                                        </p:tav>
                                        <p:tav fmla="" tm="100000">
                                          <p:val>
                                            <p:strVal val="#ppt_w"/>
                                          </p:val>
                                        </p:tav>
                                      </p:tavLst>
                                    </p:anim>
                                    <p:anim calcmode="lin" valueType="num">
                                      <p:cBhvr additive="base">
                                        <p:cTn dur="500"/>
                                        <p:tgtEl>
                                          <p:spTgt spid="272"/>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74"/>
                                        </p:tgtEl>
                                        <p:attrNameLst>
                                          <p:attrName>style.visibility</p:attrName>
                                        </p:attrNameLst>
                                      </p:cBhvr>
                                      <p:to>
                                        <p:strVal val="visible"/>
                                      </p:to>
                                    </p:set>
                                    <p:anim calcmode="lin" valueType="num">
                                      <p:cBhvr additive="base">
                                        <p:cTn dur="500"/>
                                        <p:tgtEl>
                                          <p:spTgt spid="274"/>
                                        </p:tgtEl>
                                        <p:attrNameLst>
                                          <p:attrName>ppt_w</p:attrName>
                                        </p:attrNameLst>
                                      </p:cBhvr>
                                      <p:tavLst>
                                        <p:tav fmla="" tm="0">
                                          <p:val>
                                            <p:strVal val="0"/>
                                          </p:val>
                                        </p:tav>
                                        <p:tav fmla="" tm="100000">
                                          <p:val>
                                            <p:strVal val="#ppt_w"/>
                                          </p:val>
                                        </p:tav>
                                      </p:tavLst>
                                    </p:anim>
                                    <p:anim calcmode="lin" valueType="num">
                                      <p:cBhvr additive="base">
                                        <p:cTn dur="500"/>
                                        <p:tgtEl>
                                          <p:spTgt spid="274"/>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0"/>
                                  </p:stCondLst>
                                  <p:childTnLst>
                                    <p:set>
                                      <p:cBhvr>
                                        <p:cTn dur="1" fill="hold">
                                          <p:stCondLst>
                                            <p:cond delay="0"/>
                                          </p:stCondLst>
                                        </p:cTn>
                                        <p:tgtEl>
                                          <p:spTgt spid="275"/>
                                        </p:tgtEl>
                                        <p:attrNameLst>
                                          <p:attrName>style.visibility</p:attrName>
                                        </p:attrNameLst>
                                      </p:cBhvr>
                                      <p:to>
                                        <p:strVal val="visible"/>
                                      </p:to>
                                    </p:set>
                                    <p:animEffect filter="fade" transition="in">
                                      <p:cBhvr>
                                        <p:cTn dur="500"/>
                                        <p:tgtEl>
                                          <p:spTgt spid="275"/>
                                        </p:tgtEl>
                                      </p:cBhvr>
                                    </p:animEffect>
                                  </p:childTnLst>
                                </p:cTn>
                              </p:par>
                              <p:par>
                                <p:cTn fill="hold" nodeType="withEffect" presetClass="entr" presetID="10" presetSubtype="0">
                                  <p:stCondLst>
                                    <p:cond delay="0"/>
                                  </p:stCondLst>
                                  <p:childTnLst>
                                    <p:set>
                                      <p:cBhvr>
                                        <p:cTn dur="1" fill="hold">
                                          <p:stCondLst>
                                            <p:cond delay="0"/>
                                          </p:stCondLst>
                                        </p:cTn>
                                        <p:tgtEl>
                                          <p:spTgt spid="276"/>
                                        </p:tgtEl>
                                        <p:attrNameLst>
                                          <p:attrName>style.visibility</p:attrName>
                                        </p:attrNameLst>
                                      </p:cBhvr>
                                      <p:to>
                                        <p:strVal val="visible"/>
                                      </p:to>
                                    </p:set>
                                    <p:animEffect filter="fade" transition="in">
                                      <p:cBhvr>
                                        <p:cTn dur="500"/>
                                        <p:tgtEl>
                                          <p:spTgt spid="27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7"/>
                                        </p:tgtEl>
                                        <p:attrNameLst>
                                          <p:attrName>style.visibility</p:attrName>
                                        </p:attrNameLst>
                                      </p:cBhvr>
                                      <p:to>
                                        <p:strVal val="visible"/>
                                      </p:to>
                                    </p:set>
                                    <p:animEffect filter="fade" transition="in">
                                      <p:cBhvr>
                                        <p:cTn dur="500"/>
                                        <p:tgtEl>
                                          <p:spTgt spid="277"/>
                                        </p:tgtEl>
                                      </p:cBhvr>
                                    </p:animEffect>
                                  </p:childTnLst>
                                </p:cTn>
                              </p:par>
                              <p:par>
                                <p:cTn fill="hold" nodeType="withEffect" presetClass="entr" presetID="10" presetSubtype="0">
                                  <p:stCondLst>
                                    <p:cond delay="0"/>
                                  </p:stCondLst>
                                  <p:childTnLst>
                                    <p:set>
                                      <p:cBhvr>
                                        <p:cTn dur="1" fill="hold">
                                          <p:stCondLst>
                                            <p:cond delay="0"/>
                                          </p:stCondLst>
                                        </p:cTn>
                                        <p:tgtEl>
                                          <p:spTgt spid="278"/>
                                        </p:tgtEl>
                                        <p:attrNameLst>
                                          <p:attrName>style.visibility</p:attrName>
                                        </p:attrNameLst>
                                      </p:cBhvr>
                                      <p:to>
                                        <p:strVal val="visible"/>
                                      </p:to>
                                    </p:set>
                                    <p:animEffect filter="fade" transition="in">
                                      <p:cBhvr>
                                        <p:cTn dur="500"/>
                                        <p:tgtEl>
                                          <p:spTgt spid="278"/>
                                        </p:tgtEl>
                                      </p:cBhvr>
                                    </p:animEffect>
                                  </p:childTnLst>
                                </p:cTn>
                              </p:par>
                              <p:par>
                                <p:cTn fill="hold" nodeType="withEffect" presetClass="entr" presetID="10" presetSubtype="0">
                                  <p:stCondLst>
                                    <p:cond delay="0"/>
                                  </p:stCondLst>
                                  <p:childTnLst>
                                    <p:set>
                                      <p:cBhvr>
                                        <p:cTn dur="1" fill="hold">
                                          <p:stCondLst>
                                            <p:cond delay="0"/>
                                          </p:stCondLst>
                                        </p:cTn>
                                        <p:tgtEl>
                                          <p:spTgt spid="279"/>
                                        </p:tgtEl>
                                        <p:attrNameLst>
                                          <p:attrName>style.visibility</p:attrName>
                                        </p:attrNameLst>
                                      </p:cBhvr>
                                      <p:to>
                                        <p:strVal val="visible"/>
                                      </p:to>
                                    </p:set>
                                    <p:animEffect filter="fade" transition="in">
                                      <p:cBhvr>
                                        <p:cTn dur="500"/>
                                        <p:tgtEl>
                                          <p:spTgt spid="27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24"/>
          <p:cNvSpPr/>
          <p:nvPr/>
        </p:nvSpPr>
        <p:spPr>
          <a:xfrm>
            <a:off x="685800" y="1549400"/>
            <a:ext cx="7772400" cy="3863975"/>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accent2"/>
              </a:buClr>
              <a:buSzPts val="2400"/>
              <a:buFont typeface="Arial"/>
              <a:buNone/>
            </a:pPr>
            <a:r>
              <a:rPr i="1" lang="en-US" sz="2400">
                <a:solidFill>
                  <a:schemeClr val="accent2"/>
                </a:solidFill>
                <a:latin typeface="Arial"/>
                <a:ea typeface="Arial"/>
                <a:cs typeface="Arial"/>
                <a:sym typeface="Arial"/>
              </a:rPr>
              <a:t>Distance and displacement</a:t>
            </a:r>
            <a:r>
              <a:rPr lang="en-US" sz="2400">
                <a:solidFill>
                  <a:schemeClr val="accent2"/>
                </a:solidFill>
                <a:latin typeface="Arial"/>
                <a:ea typeface="Arial"/>
                <a:cs typeface="Arial"/>
                <a:sym typeface="Arial"/>
              </a:rPr>
              <a:t> </a:t>
            </a:r>
            <a:r>
              <a:rPr lang="en-US" sz="2000">
                <a:solidFill>
                  <a:schemeClr val="dk1"/>
                </a:solidFill>
                <a:latin typeface="Courier New"/>
                <a:ea typeface="Courier New"/>
                <a:cs typeface="Courier New"/>
                <a:sym typeface="Courier New"/>
              </a:rPr>
              <a:t>	</a:t>
            </a:r>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∙Now for some detailed analysis of these two motions…</a:t>
            </a:r>
            <a:endParaRPr/>
          </a:p>
          <a:p>
            <a:pPr indent="0" lvl="0" marL="0" marR="0" rtl="0" algn="l">
              <a:spcBef>
                <a:spcPts val="480"/>
              </a:spcBef>
              <a:spcAft>
                <a:spcPts val="0"/>
              </a:spcAft>
              <a:buClr>
                <a:schemeClr val="dk1"/>
              </a:buClr>
              <a:buSzPts val="2400"/>
              <a:buFont typeface="Arial"/>
              <a:buNone/>
            </a:pPr>
            <a:r>
              <a:t/>
            </a:r>
            <a:endParaRPr sz="2400">
              <a:solidFill>
                <a:schemeClr val="dk1"/>
              </a:solidFill>
              <a:latin typeface="Arial"/>
              <a:ea typeface="Arial"/>
              <a:cs typeface="Arial"/>
              <a:sym typeface="Arial"/>
            </a:endParaRPr>
          </a:p>
          <a:p>
            <a:pPr indent="0" lvl="0" marL="0" marR="0" rtl="0" algn="l">
              <a:spcBef>
                <a:spcPts val="480"/>
              </a:spcBef>
              <a:spcAft>
                <a:spcPts val="0"/>
              </a:spcAft>
              <a:buClr>
                <a:schemeClr val="dk1"/>
              </a:buClr>
              <a:buSzPts val="2400"/>
              <a:buFont typeface="Arial"/>
              <a:buNone/>
            </a:pPr>
            <a:r>
              <a:t/>
            </a:r>
            <a:endParaRPr sz="2400">
              <a:solidFill>
                <a:schemeClr val="dk1"/>
              </a:solidFill>
              <a:latin typeface="Arial"/>
              <a:ea typeface="Arial"/>
              <a:cs typeface="Arial"/>
              <a:sym typeface="Arial"/>
            </a:endParaRPr>
          </a:p>
          <a:p>
            <a:pPr indent="0" lvl="0" marL="0" marR="0" rtl="0" algn="l">
              <a:spcBef>
                <a:spcPts val="480"/>
              </a:spcBef>
              <a:spcAft>
                <a:spcPts val="0"/>
              </a:spcAft>
              <a:buClr>
                <a:schemeClr val="dk1"/>
              </a:buClr>
              <a:buSzPts val="2400"/>
              <a:buFont typeface="Arial"/>
              <a:buNone/>
            </a:pPr>
            <a:r>
              <a:t/>
            </a:r>
            <a:endParaRPr sz="2400">
              <a:solidFill>
                <a:schemeClr val="dk1"/>
              </a:solidFill>
              <a:latin typeface="Arial"/>
              <a:ea typeface="Arial"/>
              <a:cs typeface="Arial"/>
              <a:sym typeface="Arial"/>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∙Displacement </a:t>
            </a:r>
            <a:r>
              <a:rPr i="1" lang="en-US" sz="2400">
                <a:solidFill>
                  <a:schemeClr val="dk1"/>
                </a:solidFill>
                <a:latin typeface="Arial"/>
                <a:ea typeface="Arial"/>
                <a:cs typeface="Arial"/>
                <a:sym typeface="Arial"/>
              </a:rPr>
              <a:t>∆x</a:t>
            </a:r>
            <a:r>
              <a:rPr lang="en-US" sz="2400">
                <a:solidFill>
                  <a:schemeClr val="dk1"/>
                </a:solidFill>
                <a:latin typeface="Arial"/>
                <a:ea typeface="Arial"/>
                <a:cs typeface="Arial"/>
                <a:sym typeface="Arial"/>
              </a:rPr>
              <a:t> (or </a:t>
            </a:r>
            <a:r>
              <a:rPr i="1" lang="en-US" sz="2400">
                <a:solidFill>
                  <a:schemeClr val="dk1"/>
                </a:solidFill>
                <a:latin typeface="Arial"/>
                <a:ea typeface="Arial"/>
                <a:cs typeface="Arial"/>
                <a:sym typeface="Arial"/>
              </a:rPr>
              <a:t>s</a:t>
            </a:r>
            <a:r>
              <a:rPr lang="en-US" sz="2400">
                <a:solidFill>
                  <a:schemeClr val="dk1"/>
                </a:solidFill>
                <a:latin typeface="Arial"/>
                <a:ea typeface="Arial"/>
                <a:cs typeface="Arial"/>
                <a:sym typeface="Arial"/>
              </a:rPr>
              <a:t>) has the following formulas:</a:t>
            </a:r>
            <a:endParaRPr/>
          </a:p>
          <a:p>
            <a:pPr indent="0" lvl="0" marL="0" marR="0" rtl="0" algn="l">
              <a:spcBef>
                <a:spcPts val="480"/>
              </a:spcBef>
              <a:spcAft>
                <a:spcPts val="0"/>
              </a:spcAft>
              <a:buClr>
                <a:schemeClr val="dk1"/>
              </a:buClr>
              <a:buSzPts val="2400"/>
              <a:buFont typeface="Arial"/>
              <a:buNone/>
            </a:pPr>
            <a:r>
              <a:t/>
            </a:r>
            <a:endParaRPr sz="2400">
              <a:solidFill>
                <a:schemeClr val="dk1"/>
              </a:solidFill>
              <a:latin typeface="Arial"/>
              <a:ea typeface="Arial"/>
              <a:cs typeface="Arial"/>
              <a:sym typeface="Arial"/>
            </a:endParaRPr>
          </a:p>
          <a:p>
            <a:pPr indent="0" lvl="0" marL="0" marR="0" rtl="0" algn="l">
              <a:spcBef>
                <a:spcPts val="480"/>
              </a:spcBef>
              <a:spcAft>
                <a:spcPts val="0"/>
              </a:spcAft>
              <a:buClr>
                <a:schemeClr val="dk1"/>
              </a:buClr>
              <a:buSzPts val="2400"/>
              <a:buFont typeface="Arial"/>
              <a:buNone/>
            </a:pPr>
            <a:r>
              <a:t/>
            </a:r>
            <a:endParaRPr sz="2400">
              <a:solidFill>
                <a:schemeClr val="dk1"/>
              </a:solidFill>
              <a:latin typeface="Arial"/>
              <a:ea typeface="Arial"/>
              <a:cs typeface="Arial"/>
              <a:sym typeface="Arial"/>
            </a:endParaRPr>
          </a:p>
          <a:p>
            <a:pPr indent="0" lvl="0" marL="0" marR="0" rtl="0" algn="l">
              <a:spcBef>
                <a:spcPts val="480"/>
              </a:spcBef>
              <a:spcAft>
                <a:spcPts val="0"/>
              </a:spcAft>
              <a:buClr>
                <a:schemeClr val="dk1"/>
              </a:buClr>
              <a:buSzPts val="2400"/>
              <a:buFont typeface="Arial"/>
              <a:buNone/>
            </a:pPr>
            <a:r>
              <a:t/>
            </a:r>
            <a:endParaRPr sz="2400">
              <a:solidFill>
                <a:schemeClr val="dk1"/>
              </a:solidFill>
              <a:latin typeface="Arial"/>
              <a:ea typeface="Arial"/>
              <a:cs typeface="Arial"/>
              <a:sym typeface="Arial"/>
            </a:endParaRPr>
          </a:p>
        </p:txBody>
      </p:sp>
      <p:sp>
        <p:nvSpPr>
          <p:cNvPr id="286" name="Google Shape;286;p24"/>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2: Mechanics</a:t>
            </a:r>
            <a:br>
              <a:rPr b="1" lang="en-US" sz="2800"/>
            </a:br>
            <a:r>
              <a:rPr lang="en-US" sz="2800">
                <a:solidFill>
                  <a:schemeClr val="dk1"/>
                </a:solidFill>
              </a:rPr>
              <a:t>2.1 – Motion</a:t>
            </a:r>
            <a:endParaRPr/>
          </a:p>
        </p:txBody>
      </p:sp>
      <p:grpSp>
        <p:nvGrpSpPr>
          <p:cNvPr id="287" name="Google Shape;287;p24"/>
          <p:cNvGrpSpPr/>
          <p:nvPr/>
        </p:nvGrpSpPr>
        <p:grpSpPr>
          <a:xfrm>
            <a:off x="828675" y="4171950"/>
            <a:ext cx="7697788" cy="1127125"/>
            <a:chOff x="522" y="2684"/>
            <a:chExt cx="4849" cy="710"/>
          </a:xfrm>
        </p:grpSpPr>
        <p:sp>
          <p:nvSpPr>
            <p:cNvPr id="288" name="Google Shape;288;p24"/>
            <p:cNvSpPr txBox="1"/>
            <p:nvPr/>
          </p:nvSpPr>
          <p:spPr>
            <a:xfrm>
              <a:off x="3775" y="2684"/>
              <a:ext cx="1449" cy="288"/>
            </a:xfrm>
            <a:prstGeom prst="rect">
              <a:avLst/>
            </a:prstGeom>
            <a:solidFill>
              <a:srgbClr val="FF0000"/>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lt1"/>
                  </a:solidFill>
                  <a:latin typeface="Arial"/>
                  <a:ea typeface="Arial"/>
                  <a:cs typeface="Arial"/>
                  <a:sym typeface="Arial"/>
                </a:rPr>
                <a:t>displacement</a:t>
              </a:r>
              <a:endParaRPr/>
            </a:p>
          </p:txBody>
        </p:sp>
        <p:sp>
          <p:nvSpPr>
            <p:cNvPr id="289" name="Google Shape;289;p24"/>
            <p:cNvSpPr/>
            <p:nvPr/>
          </p:nvSpPr>
          <p:spPr>
            <a:xfrm>
              <a:off x="522" y="2686"/>
              <a:ext cx="4701" cy="701"/>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90" name="Google Shape;290;p24"/>
            <p:cNvSpPr txBox="1"/>
            <p:nvPr/>
          </p:nvSpPr>
          <p:spPr>
            <a:xfrm>
              <a:off x="864" y="2743"/>
              <a:ext cx="1259"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chemeClr val="dk1"/>
                  </a:solidFill>
                  <a:latin typeface="Arial"/>
                  <a:ea typeface="Arial"/>
                  <a:cs typeface="Arial"/>
                  <a:sym typeface="Arial"/>
                </a:rPr>
                <a:t>∆x</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x</a:t>
              </a:r>
              <a:r>
                <a:rPr baseline="-25000" lang="en-US" sz="2400">
                  <a:solidFill>
                    <a:schemeClr val="dk1"/>
                  </a:solidFill>
                  <a:latin typeface="Arial"/>
                  <a:ea typeface="Arial"/>
                  <a:cs typeface="Arial"/>
                  <a:sym typeface="Arial"/>
                </a:rPr>
                <a:t>2</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x</a:t>
              </a:r>
              <a:r>
                <a:rPr baseline="-25000" lang="en-US" sz="2400">
                  <a:solidFill>
                    <a:schemeClr val="dk1"/>
                  </a:solidFill>
                  <a:latin typeface="Arial"/>
                  <a:ea typeface="Arial"/>
                  <a:cs typeface="Arial"/>
                  <a:sym typeface="Arial"/>
                </a:rPr>
                <a:t>1</a:t>
              </a:r>
              <a:endParaRPr baseline="-25000" i="1" sz="2400">
                <a:solidFill>
                  <a:schemeClr val="dk1"/>
                </a:solidFill>
                <a:latin typeface="Arial"/>
                <a:ea typeface="Arial"/>
                <a:cs typeface="Arial"/>
                <a:sym typeface="Arial"/>
              </a:endParaRPr>
            </a:p>
          </p:txBody>
        </p:sp>
        <p:sp>
          <p:nvSpPr>
            <p:cNvPr id="291" name="Google Shape;291;p24"/>
            <p:cNvSpPr txBox="1"/>
            <p:nvPr/>
          </p:nvSpPr>
          <p:spPr>
            <a:xfrm>
              <a:off x="977" y="2984"/>
              <a:ext cx="1259"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chemeClr val="dk1"/>
                  </a:solidFill>
                  <a:latin typeface="Arial"/>
                  <a:ea typeface="Arial"/>
                  <a:cs typeface="Arial"/>
                  <a:sym typeface="Arial"/>
                </a:rPr>
                <a:t>s</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x</a:t>
              </a:r>
              <a:r>
                <a:rPr baseline="-25000" lang="en-US" sz="2400">
                  <a:solidFill>
                    <a:schemeClr val="dk1"/>
                  </a:solidFill>
                  <a:latin typeface="Arial"/>
                  <a:ea typeface="Arial"/>
                  <a:cs typeface="Arial"/>
                  <a:sym typeface="Arial"/>
                </a:rPr>
                <a:t>2</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x</a:t>
              </a:r>
              <a:r>
                <a:rPr baseline="-25000" lang="en-US" sz="2400">
                  <a:solidFill>
                    <a:schemeClr val="dk1"/>
                  </a:solidFill>
                  <a:latin typeface="Arial"/>
                  <a:ea typeface="Arial"/>
                  <a:cs typeface="Arial"/>
                  <a:sym typeface="Arial"/>
                </a:rPr>
                <a:t>1</a:t>
              </a:r>
              <a:endParaRPr baseline="-25000" i="1" sz="2400">
                <a:solidFill>
                  <a:schemeClr val="dk1"/>
                </a:solidFill>
                <a:latin typeface="Arial"/>
                <a:ea typeface="Arial"/>
                <a:cs typeface="Arial"/>
                <a:sym typeface="Arial"/>
              </a:endParaRPr>
            </a:p>
          </p:txBody>
        </p:sp>
        <p:sp>
          <p:nvSpPr>
            <p:cNvPr id="292" name="Google Shape;292;p24"/>
            <p:cNvSpPr txBox="1"/>
            <p:nvPr/>
          </p:nvSpPr>
          <p:spPr>
            <a:xfrm>
              <a:off x="2522" y="2926"/>
              <a:ext cx="2836"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chemeClr val="dk1"/>
                  </a:solidFill>
                  <a:latin typeface="Arial"/>
                  <a:ea typeface="Arial"/>
                  <a:cs typeface="Arial"/>
                  <a:sym typeface="Arial"/>
                </a:rPr>
                <a:t>where</a:t>
              </a:r>
              <a:r>
                <a:rPr lang="en-US" sz="2400">
                  <a:solidFill>
                    <a:schemeClr val="dk1"/>
                  </a:solidFill>
                  <a:latin typeface="Arial"/>
                  <a:ea typeface="Arial"/>
                  <a:cs typeface="Arial"/>
                  <a:sym typeface="Arial"/>
                </a:rPr>
                <a:t> </a:t>
              </a:r>
              <a:r>
                <a:rPr i="1" lang="en-US" sz="2400">
                  <a:solidFill>
                    <a:schemeClr val="dk1"/>
                  </a:solidFill>
                  <a:latin typeface="Arial"/>
                  <a:ea typeface="Arial"/>
                  <a:cs typeface="Arial"/>
                  <a:sym typeface="Arial"/>
                </a:rPr>
                <a:t>x</a:t>
              </a:r>
              <a:r>
                <a:rPr baseline="-25000" lang="en-US" sz="2400">
                  <a:solidFill>
                    <a:schemeClr val="dk1"/>
                  </a:solidFill>
                  <a:latin typeface="Arial"/>
                  <a:ea typeface="Arial"/>
                  <a:cs typeface="Arial"/>
                  <a:sym typeface="Arial"/>
                </a:rPr>
                <a:t>2</a:t>
              </a:r>
              <a:r>
                <a:rPr lang="en-US" sz="2400">
                  <a:solidFill>
                    <a:schemeClr val="dk1"/>
                  </a:solidFill>
                  <a:latin typeface="Arial"/>
                  <a:ea typeface="Arial"/>
                  <a:cs typeface="Arial"/>
                  <a:sym typeface="Arial"/>
                </a:rPr>
                <a:t> </a:t>
              </a:r>
              <a:r>
                <a:rPr i="1" lang="en-US" sz="2400">
                  <a:solidFill>
                    <a:schemeClr val="dk1"/>
                  </a:solidFill>
                  <a:latin typeface="Arial"/>
                  <a:ea typeface="Arial"/>
                  <a:cs typeface="Arial"/>
                  <a:sym typeface="Arial"/>
                </a:rPr>
                <a:t>is the final position</a:t>
              </a:r>
              <a:endParaRPr baseline="-25000" i="1" sz="2400">
                <a:solidFill>
                  <a:schemeClr val="dk1"/>
                </a:solidFill>
                <a:latin typeface="Arial"/>
                <a:ea typeface="Arial"/>
                <a:cs typeface="Arial"/>
                <a:sym typeface="Arial"/>
              </a:endParaRPr>
            </a:p>
          </p:txBody>
        </p:sp>
        <p:sp>
          <p:nvSpPr>
            <p:cNvPr id="293" name="Google Shape;293;p24"/>
            <p:cNvSpPr txBox="1"/>
            <p:nvPr/>
          </p:nvSpPr>
          <p:spPr>
            <a:xfrm>
              <a:off x="2520" y="3106"/>
              <a:ext cx="2851"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chemeClr val="dk1"/>
                  </a:solidFill>
                  <a:latin typeface="Arial"/>
                  <a:ea typeface="Arial"/>
                  <a:cs typeface="Arial"/>
                  <a:sym typeface="Arial"/>
                </a:rPr>
                <a:t>and x</a:t>
              </a:r>
              <a:r>
                <a:rPr baseline="-25000" lang="en-US" sz="2400">
                  <a:solidFill>
                    <a:schemeClr val="dk1"/>
                  </a:solidFill>
                  <a:latin typeface="Arial"/>
                  <a:ea typeface="Arial"/>
                  <a:cs typeface="Arial"/>
                  <a:sym typeface="Arial"/>
                </a:rPr>
                <a:t>1</a:t>
              </a:r>
              <a:r>
                <a:rPr lang="en-US" sz="2400">
                  <a:solidFill>
                    <a:schemeClr val="dk1"/>
                  </a:solidFill>
                  <a:latin typeface="Arial"/>
                  <a:ea typeface="Arial"/>
                  <a:cs typeface="Arial"/>
                  <a:sym typeface="Arial"/>
                </a:rPr>
                <a:t> </a:t>
              </a:r>
              <a:r>
                <a:rPr i="1" lang="en-US" sz="2400">
                  <a:solidFill>
                    <a:schemeClr val="dk1"/>
                  </a:solidFill>
                  <a:latin typeface="Arial"/>
                  <a:ea typeface="Arial"/>
                  <a:cs typeface="Arial"/>
                  <a:sym typeface="Arial"/>
                </a:rPr>
                <a:t>is the initial position</a:t>
              </a:r>
              <a:endParaRPr baseline="-25000" i="1" sz="2400">
                <a:solidFill>
                  <a:schemeClr val="dk1"/>
                </a:solidFill>
                <a:latin typeface="Arial"/>
                <a:ea typeface="Arial"/>
                <a:cs typeface="Arial"/>
                <a:sym typeface="Arial"/>
              </a:endParaRPr>
            </a:p>
          </p:txBody>
        </p:sp>
      </p:grpSp>
      <p:sp>
        <p:nvSpPr>
          <p:cNvPr id="294" name="Google Shape;294;p24"/>
          <p:cNvSpPr/>
          <p:nvPr/>
        </p:nvSpPr>
        <p:spPr>
          <a:xfrm>
            <a:off x="693738" y="5324475"/>
            <a:ext cx="7758112" cy="1533525"/>
          </a:xfrm>
          <a:prstGeom prst="rect">
            <a:avLst/>
          </a:prstGeom>
          <a:solidFill>
            <a:srgbClr val="FFCCCC"/>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rPr b="1" i="1" lang="en-US" sz="2400">
                <a:solidFill>
                  <a:schemeClr val="dk1"/>
                </a:solidFill>
                <a:latin typeface="Arial"/>
                <a:ea typeface="Arial"/>
                <a:cs typeface="Arial"/>
                <a:sym typeface="Arial"/>
              </a:rPr>
              <a:t>FYI</a:t>
            </a:r>
            <a:endParaRPr/>
          </a:p>
          <a:p>
            <a:pPr indent="0" lvl="0" marL="0" marR="0" rtl="0" algn="l">
              <a:spcBef>
                <a:spcPts val="0"/>
              </a:spcBef>
              <a:spcAft>
                <a:spcPts val="0"/>
              </a:spcAft>
              <a:buClr>
                <a:schemeClr val="dk1"/>
              </a:buClr>
              <a:buSzPts val="2400"/>
              <a:buFont typeface="Arial"/>
              <a:buNone/>
            </a:pPr>
            <a:r>
              <a:rPr b="1" lang="en-US" sz="2400">
                <a:solidFill>
                  <a:schemeClr val="dk1"/>
                </a:solidFill>
                <a:latin typeface="Arial"/>
                <a:ea typeface="Arial"/>
                <a:cs typeface="Arial"/>
                <a:sym typeface="Arial"/>
              </a:rPr>
              <a:t>∙</a:t>
            </a:r>
            <a:r>
              <a:rPr lang="en-US" sz="2400">
                <a:solidFill>
                  <a:schemeClr val="dk1"/>
                </a:solidFill>
                <a:latin typeface="Arial"/>
                <a:ea typeface="Arial"/>
                <a:cs typeface="Arial"/>
                <a:sym typeface="Arial"/>
              </a:rPr>
              <a:t>Many textbooks use ∆x for displacement, and IB uses </a:t>
            </a:r>
            <a:r>
              <a:rPr i="1" lang="en-US" sz="2400">
                <a:solidFill>
                  <a:schemeClr val="dk1"/>
                </a:solidFill>
                <a:latin typeface="Arial"/>
                <a:ea typeface="Arial"/>
                <a:cs typeface="Arial"/>
                <a:sym typeface="Arial"/>
              </a:rPr>
              <a:t>s</a:t>
            </a:r>
            <a:r>
              <a:rPr lang="en-US" sz="2400">
                <a:solidFill>
                  <a:schemeClr val="dk1"/>
                </a:solidFill>
                <a:latin typeface="Arial"/>
                <a:ea typeface="Arial"/>
                <a:cs typeface="Arial"/>
                <a:sym typeface="Arial"/>
              </a:rPr>
              <a:t>. Don’t confuse the “change in ∆” with the “uncertainty ∆” symbol. And don’t confuse </a:t>
            </a:r>
            <a:r>
              <a:rPr i="1" lang="en-US" sz="2400">
                <a:solidFill>
                  <a:schemeClr val="dk1"/>
                </a:solidFill>
                <a:latin typeface="Arial"/>
                <a:ea typeface="Arial"/>
                <a:cs typeface="Arial"/>
                <a:sym typeface="Arial"/>
              </a:rPr>
              <a:t>s</a:t>
            </a:r>
            <a:r>
              <a:rPr lang="en-US" sz="2400">
                <a:solidFill>
                  <a:schemeClr val="dk1"/>
                </a:solidFill>
                <a:latin typeface="Arial"/>
                <a:ea typeface="Arial"/>
                <a:cs typeface="Arial"/>
                <a:sym typeface="Arial"/>
              </a:rPr>
              <a:t> with seconds!</a:t>
            </a:r>
            <a:endParaRPr/>
          </a:p>
        </p:txBody>
      </p:sp>
      <p:sp>
        <p:nvSpPr>
          <p:cNvPr id="295" name="Google Shape;295;p24"/>
          <p:cNvSpPr/>
          <p:nvPr/>
        </p:nvSpPr>
        <p:spPr>
          <a:xfrm>
            <a:off x="1382713" y="4721225"/>
            <a:ext cx="1804987" cy="384175"/>
          </a:xfrm>
          <a:prstGeom prst="rect">
            <a:avLst/>
          </a:prstGeom>
          <a:solidFill>
            <a:srgbClr val="FF9900">
              <a:alpha val="23529"/>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grpSp>
        <p:nvGrpSpPr>
          <p:cNvPr id="296" name="Google Shape;296;p24"/>
          <p:cNvGrpSpPr/>
          <p:nvPr/>
        </p:nvGrpSpPr>
        <p:grpSpPr>
          <a:xfrm>
            <a:off x="977900" y="2390775"/>
            <a:ext cx="7834313" cy="1425575"/>
            <a:chOff x="616" y="1506"/>
            <a:chExt cx="4935" cy="898"/>
          </a:xfrm>
        </p:grpSpPr>
        <p:grpSp>
          <p:nvGrpSpPr>
            <p:cNvPr id="297" name="Google Shape;297;p24"/>
            <p:cNvGrpSpPr/>
            <p:nvPr/>
          </p:nvGrpSpPr>
          <p:grpSpPr>
            <a:xfrm>
              <a:off x="1497" y="1671"/>
              <a:ext cx="4054" cy="288"/>
              <a:chOff x="1184" y="1398"/>
              <a:chExt cx="4054" cy="288"/>
            </a:xfrm>
          </p:grpSpPr>
          <p:grpSp>
            <p:nvGrpSpPr>
              <p:cNvPr id="298" name="Google Shape;298;p24"/>
              <p:cNvGrpSpPr/>
              <p:nvPr/>
            </p:nvGrpSpPr>
            <p:grpSpPr>
              <a:xfrm>
                <a:off x="1184" y="1479"/>
                <a:ext cx="3456" cy="58"/>
                <a:chOff x="1119" y="2163"/>
                <a:chExt cx="3456" cy="108"/>
              </a:xfrm>
            </p:grpSpPr>
            <p:sp>
              <p:nvSpPr>
                <p:cNvPr id="299" name="Google Shape;299;p24"/>
                <p:cNvSpPr/>
                <p:nvPr/>
              </p:nvSpPr>
              <p:spPr>
                <a:xfrm>
                  <a:off x="1119" y="2163"/>
                  <a:ext cx="108" cy="108"/>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300" name="Google Shape;300;p24"/>
                <p:cNvSpPr/>
                <p:nvPr/>
              </p:nvSpPr>
              <p:spPr>
                <a:xfrm>
                  <a:off x="1227" y="2163"/>
                  <a:ext cx="108" cy="10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301" name="Google Shape;301;p24"/>
                <p:cNvSpPr/>
                <p:nvPr/>
              </p:nvSpPr>
              <p:spPr>
                <a:xfrm>
                  <a:off x="1335" y="2163"/>
                  <a:ext cx="108" cy="108"/>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302" name="Google Shape;302;p24"/>
                <p:cNvSpPr/>
                <p:nvPr/>
              </p:nvSpPr>
              <p:spPr>
                <a:xfrm>
                  <a:off x="1443" y="2163"/>
                  <a:ext cx="108" cy="10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303" name="Google Shape;303;p24"/>
                <p:cNvSpPr/>
                <p:nvPr/>
              </p:nvSpPr>
              <p:spPr>
                <a:xfrm>
                  <a:off x="1551" y="2163"/>
                  <a:ext cx="108" cy="108"/>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304" name="Google Shape;304;p24"/>
                <p:cNvSpPr/>
                <p:nvPr/>
              </p:nvSpPr>
              <p:spPr>
                <a:xfrm>
                  <a:off x="1659" y="2163"/>
                  <a:ext cx="108" cy="10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305" name="Google Shape;305;p24"/>
                <p:cNvSpPr/>
                <p:nvPr/>
              </p:nvSpPr>
              <p:spPr>
                <a:xfrm>
                  <a:off x="1767" y="2163"/>
                  <a:ext cx="108" cy="108"/>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306" name="Google Shape;306;p24"/>
                <p:cNvSpPr/>
                <p:nvPr/>
              </p:nvSpPr>
              <p:spPr>
                <a:xfrm>
                  <a:off x="1875" y="2163"/>
                  <a:ext cx="108" cy="10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307" name="Google Shape;307;p24"/>
                <p:cNvSpPr/>
                <p:nvPr/>
              </p:nvSpPr>
              <p:spPr>
                <a:xfrm>
                  <a:off x="1983" y="2163"/>
                  <a:ext cx="108" cy="108"/>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308" name="Google Shape;308;p24"/>
                <p:cNvSpPr/>
                <p:nvPr/>
              </p:nvSpPr>
              <p:spPr>
                <a:xfrm>
                  <a:off x="2091" y="2163"/>
                  <a:ext cx="108" cy="10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309" name="Google Shape;309;p24"/>
                <p:cNvSpPr/>
                <p:nvPr/>
              </p:nvSpPr>
              <p:spPr>
                <a:xfrm>
                  <a:off x="2199" y="2163"/>
                  <a:ext cx="108" cy="108"/>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310" name="Google Shape;310;p24"/>
                <p:cNvSpPr/>
                <p:nvPr/>
              </p:nvSpPr>
              <p:spPr>
                <a:xfrm>
                  <a:off x="2307" y="2163"/>
                  <a:ext cx="108" cy="10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311" name="Google Shape;311;p24"/>
                <p:cNvSpPr/>
                <p:nvPr/>
              </p:nvSpPr>
              <p:spPr>
                <a:xfrm>
                  <a:off x="2415" y="2163"/>
                  <a:ext cx="108" cy="108"/>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312" name="Google Shape;312;p24"/>
                <p:cNvSpPr/>
                <p:nvPr/>
              </p:nvSpPr>
              <p:spPr>
                <a:xfrm>
                  <a:off x="2523" y="2163"/>
                  <a:ext cx="108" cy="10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313" name="Google Shape;313;p24"/>
                <p:cNvSpPr/>
                <p:nvPr/>
              </p:nvSpPr>
              <p:spPr>
                <a:xfrm>
                  <a:off x="2631" y="2163"/>
                  <a:ext cx="108" cy="108"/>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314" name="Google Shape;314;p24"/>
                <p:cNvSpPr/>
                <p:nvPr/>
              </p:nvSpPr>
              <p:spPr>
                <a:xfrm>
                  <a:off x="2739" y="2163"/>
                  <a:ext cx="108" cy="10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315" name="Google Shape;315;p24"/>
                <p:cNvSpPr/>
                <p:nvPr/>
              </p:nvSpPr>
              <p:spPr>
                <a:xfrm>
                  <a:off x="2847" y="2163"/>
                  <a:ext cx="108" cy="108"/>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316" name="Google Shape;316;p24"/>
                <p:cNvSpPr/>
                <p:nvPr/>
              </p:nvSpPr>
              <p:spPr>
                <a:xfrm>
                  <a:off x="2955" y="2163"/>
                  <a:ext cx="108" cy="10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317" name="Google Shape;317;p24"/>
                <p:cNvSpPr/>
                <p:nvPr/>
              </p:nvSpPr>
              <p:spPr>
                <a:xfrm>
                  <a:off x="3063" y="2163"/>
                  <a:ext cx="108" cy="108"/>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318" name="Google Shape;318;p24"/>
                <p:cNvSpPr/>
                <p:nvPr/>
              </p:nvSpPr>
              <p:spPr>
                <a:xfrm>
                  <a:off x="3171" y="2163"/>
                  <a:ext cx="108" cy="10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319" name="Google Shape;319;p24"/>
                <p:cNvSpPr/>
                <p:nvPr/>
              </p:nvSpPr>
              <p:spPr>
                <a:xfrm>
                  <a:off x="3279" y="2163"/>
                  <a:ext cx="108" cy="108"/>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320" name="Google Shape;320;p24"/>
                <p:cNvSpPr/>
                <p:nvPr/>
              </p:nvSpPr>
              <p:spPr>
                <a:xfrm>
                  <a:off x="3387" y="2163"/>
                  <a:ext cx="108" cy="10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321" name="Google Shape;321;p24"/>
                <p:cNvSpPr/>
                <p:nvPr/>
              </p:nvSpPr>
              <p:spPr>
                <a:xfrm>
                  <a:off x="3495" y="2163"/>
                  <a:ext cx="108" cy="108"/>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322" name="Google Shape;322;p24"/>
                <p:cNvSpPr/>
                <p:nvPr/>
              </p:nvSpPr>
              <p:spPr>
                <a:xfrm>
                  <a:off x="3603" y="2163"/>
                  <a:ext cx="108" cy="10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323" name="Google Shape;323;p24"/>
                <p:cNvSpPr/>
                <p:nvPr/>
              </p:nvSpPr>
              <p:spPr>
                <a:xfrm>
                  <a:off x="3711" y="2163"/>
                  <a:ext cx="108" cy="108"/>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324" name="Google Shape;324;p24"/>
                <p:cNvSpPr/>
                <p:nvPr/>
              </p:nvSpPr>
              <p:spPr>
                <a:xfrm>
                  <a:off x="3819" y="2163"/>
                  <a:ext cx="108" cy="10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325" name="Google Shape;325;p24"/>
                <p:cNvSpPr/>
                <p:nvPr/>
              </p:nvSpPr>
              <p:spPr>
                <a:xfrm>
                  <a:off x="3927" y="2163"/>
                  <a:ext cx="108" cy="108"/>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326" name="Google Shape;326;p24"/>
                <p:cNvSpPr/>
                <p:nvPr/>
              </p:nvSpPr>
              <p:spPr>
                <a:xfrm>
                  <a:off x="4035" y="2163"/>
                  <a:ext cx="108" cy="10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327" name="Google Shape;327;p24"/>
                <p:cNvSpPr/>
                <p:nvPr/>
              </p:nvSpPr>
              <p:spPr>
                <a:xfrm>
                  <a:off x="4143" y="2163"/>
                  <a:ext cx="108" cy="108"/>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328" name="Google Shape;328;p24"/>
                <p:cNvSpPr/>
                <p:nvPr/>
              </p:nvSpPr>
              <p:spPr>
                <a:xfrm>
                  <a:off x="4251" y="2163"/>
                  <a:ext cx="108" cy="10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329" name="Google Shape;329;p24"/>
                <p:cNvSpPr/>
                <p:nvPr/>
              </p:nvSpPr>
              <p:spPr>
                <a:xfrm>
                  <a:off x="4359" y="2163"/>
                  <a:ext cx="108" cy="108"/>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330" name="Google Shape;330;p24"/>
                <p:cNvSpPr/>
                <p:nvPr/>
              </p:nvSpPr>
              <p:spPr>
                <a:xfrm>
                  <a:off x="4467" y="2163"/>
                  <a:ext cx="108" cy="10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grpSp>
          <p:sp>
            <p:nvSpPr>
              <p:cNvPr id="331" name="Google Shape;331;p24"/>
              <p:cNvSpPr/>
              <p:nvPr/>
            </p:nvSpPr>
            <p:spPr>
              <a:xfrm flipH="1" rot="-2700000">
                <a:off x="4582" y="1444"/>
                <a:ext cx="115" cy="115"/>
              </a:xfrm>
              <a:prstGeom prst="rtTriangle">
                <a:avLst/>
              </a:prstGeom>
              <a:solidFill>
                <a:schemeClr val="lt1"/>
              </a:solidFill>
              <a:ln cap="flat" cmpd="sng" w="9525">
                <a:solidFill>
                  <a:schemeClr val="dk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24"/>
              <p:cNvSpPr txBox="1"/>
              <p:nvPr/>
            </p:nvSpPr>
            <p:spPr>
              <a:xfrm flipH="1" rot="2700000">
                <a:off x="4647" y="1461"/>
                <a:ext cx="38" cy="5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333" name="Google Shape;333;p24"/>
              <p:cNvSpPr txBox="1"/>
              <p:nvPr/>
            </p:nvSpPr>
            <p:spPr>
              <a:xfrm>
                <a:off x="4736" y="1398"/>
                <a:ext cx="502"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chemeClr val="dk1"/>
                    </a:solidFill>
                    <a:latin typeface="Arial"/>
                    <a:ea typeface="Arial"/>
                    <a:cs typeface="Arial"/>
                    <a:sym typeface="Arial"/>
                  </a:rPr>
                  <a:t>x</a:t>
                </a:r>
                <a:r>
                  <a:rPr lang="en-US" sz="2400">
                    <a:solidFill>
                      <a:schemeClr val="dk1"/>
                    </a:solidFill>
                    <a:latin typeface="Arial"/>
                    <a:ea typeface="Arial"/>
                    <a:cs typeface="Arial"/>
                    <a:sym typeface="Arial"/>
                  </a:rPr>
                  <a:t>(m)</a:t>
                </a:r>
                <a:endParaRPr/>
              </a:p>
            </p:txBody>
          </p:sp>
        </p:grpSp>
        <p:sp>
          <p:nvSpPr>
            <p:cNvPr id="334" name="Google Shape;334;p24"/>
            <p:cNvSpPr/>
            <p:nvPr/>
          </p:nvSpPr>
          <p:spPr>
            <a:xfrm>
              <a:off x="2762" y="1656"/>
              <a:ext cx="90" cy="90"/>
            </a:xfrm>
            <a:prstGeom prst="ellipse">
              <a:avLst/>
            </a:prstGeom>
            <a:solidFill>
              <a:srgbClr val="FF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cxnSp>
          <p:nvCxnSpPr>
            <p:cNvPr id="335" name="Google Shape;335;p24"/>
            <p:cNvCxnSpPr/>
            <p:nvPr/>
          </p:nvCxnSpPr>
          <p:spPr>
            <a:xfrm rot="10800000">
              <a:off x="2790" y="1850"/>
              <a:ext cx="1607" cy="0"/>
            </a:xfrm>
            <a:prstGeom prst="straightConnector1">
              <a:avLst/>
            </a:prstGeom>
            <a:noFill/>
            <a:ln cap="flat" cmpd="sng" w="38100">
              <a:solidFill>
                <a:srgbClr val="FF3300"/>
              </a:solidFill>
              <a:prstDash val="solid"/>
              <a:round/>
              <a:headEnd len="med" w="med" type="triangle"/>
              <a:tailEnd len="med" w="med" type="none"/>
            </a:ln>
          </p:spPr>
        </p:cxnSp>
        <p:sp>
          <p:nvSpPr>
            <p:cNvPr id="336" name="Google Shape;336;p24"/>
            <p:cNvSpPr/>
            <p:nvPr/>
          </p:nvSpPr>
          <p:spPr>
            <a:xfrm>
              <a:off x="2756" y="1653"/>
              <a:ext cx="90" cy="90"/>
            </a:xfrm>
            <a:prstGeom prst="ellipse">
              <a:avLst/>
            </a:prstGeom>
            <a:solidFill>
              <a:srgbClr val="FF33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337" name="Google Shape;337;p24"/>
            <p:cNvSpPr txBox="1"/>
            <p:nvPr/>
          </p:nvSpPr>
          <p:spPr>
            <a:xfrm>
              <a:off x="620" y="1506"/>
              <a:ext cx="1667"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accent2"/>
                  </a:solidFill>
                  <a:latin typeface="Arial"/>
                  <a:ea typeface="Arial"/>
                  <a:cs typeface="Arial"/>
                  <a:sym typeface="Arial"/>
                </a:rPr>
                <a:t>Displacement A</a:t>
              </a:r>
              <a:endParaRPr/>
            </a:p>
          </p:txBody>
        </p:sp>
        <p:grpSp>
          <p:nvGrpSpPr>
            <p:cNvPr id="338" name="Google Shape;338;p24"/>
            <p:cNvGrpSpPr/>
            <p:nvPr/>
          </p:nvGrpSpPr>
          <p:grpSpPr>
            <a:xfrm>
              <a:off x="1495" y="2116"/>
              <a:ext cx="4054" cy="288"/>
              <a:chOff x="1189" y="2805"/>
              <a:chExt cx="4054" cy="288"/>
            </a:xfrm>
          </p:grpSpPr>
          <p:grpSp>
            <p:nvGrpSpPr>
              <p:cNvPr id="339" name="Google Shape;339;p24"/>
              <p:cNvGrpSpPr/>
              <p:nvPr/>
            </p:nvGrpSpPr>
            <p:grpSpPr>
              <a:xfrm>
                <a:off x="1189" y="2886"/>
                <a:ext cx="3456" cy="58"/>
                <a:chOff x="1119" y="2163"/>
                <a:chExt cx="3456" cy="108"/>
              </a:xfrm>
            </p:grpSpPr>
            <p:sp>
              <p:nvSpPr>
                <p:cNvPr id="340" name="Google Shape;340;p24"/>
                <p:cNvSpPr/>
                <p:nvPr/>
              </p:nvSpPr>
              <p:spPr>
                <a:xfrm>
                  <a:off x="1119" y="2163"/>
                  <a:ext cx="108" cy="108"/>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341" name="Google Shape;341;p24"/>
                <p:cNvSpPr/>
                <p:nvPr/>
              </p:nvSpPr>
              <p:spPr>
                <a:xfrm>
                  <a:off x="1227" y="2163"/>
                  <a:ext cx="108" cy="10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342" name="Google Shape;342;p24"/>
                <p:cNvSpPr/>
                <p:nvPr/>
              </p:nvSpPr>
              <p:spPr>
                <a:xfrm>
                  <a:off x="1335" y="2163"/>
                  <a:ext cx="108" cy="108"/>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343" name="Google Shape;343;p24"/>
                <p:cNvSpPr/>
                <p:nvPr/>
              </p:nvSpPr>
              <p:spPr>
                <a:xfrm>
                  <a:off x="1443" y="2163"/>
                  <a:ext cx="108" cy="10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344" name="Google Shape;344;p24"/>
                <p:cNvSpPr/>
                <p:nvPr/>
              </p:nvSpPr>
              <p:spPr>
                <a:xfrm>
                  <a:off x="1551" y="2163"/>
                  <a:ext cx="108" cy="108"/>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345" name="Google Shape;345;p24"/>
                <p:cNvSpPr/>
                <p:nvPr/>
              </p:nvSpPr>
              <p:spPr>
                <a:xfrm>
                  <a:off x="1659" y="2163"/>
                  <a:ext cx="108" cy="10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346" name="Google Shape;346;p24"/>
                <p:cNvSpPr/>
                <p:nvPr/>
              </p:nvSpPr>
              <p:spPr>
                <a:xfrm>
                  <a:off x="1767" y="2163"/>
                  <a:ext cx="108" cy="108"/>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347" name="Google Shape;347;p24"/>
                <p:cNvSpPr/>
                <p:nvPr/>
              </p:nvSpPr>
              <p:spPr>
                <a:xfrm>
                  <a:off x="1875" y="2163"/>
                  <a:ext cx="108" cy="10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348" name="Google Shape;348;p24"/>
                <p:cNvSpPr/>
                <p:nvPr/>
              </p:nvSpPr>
              <p:spPr>
                <a:xfrm>
                  <a:off x="1983" y="2163"/>
                  <a:ext cx="108" cy="108"/>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349" name="Google Shape;349;p24"/>
                <p:cNvSpPr/>
                <p:nvPr/>
              </p:nvSpPr>
              <p:spPr>
                <a:xfrm>
                  <a:off x="2091" y="2163"/>
                  <a:ext cx="108" cy="10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350" name="Google Shape;350;p24"/>
                <p:cNvSpPr/>
                <p:nvPr/>
              </p:nvSpPr>
              <p:spPr>
                <a:xfrm>
                  <a:off x="2199" y="2163"/>
                  <a:ext cx="108" cy="108"/>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351" name="Google Shape;351;p24"/>
                <p:cNvSpPr/>
                <p:nvPr/>
              </p:nvSpPr>
              <p:spPr>
                <a:xfrm>
                  <a:off x="2307" y="2163"/>
                  <a:ext cx="108" cy="10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352" name="Google Shape;352;p24"/>
                <p:cNvSpPr/>
                <p:nvPr/>
              </p:nvSpPr>
              <p:spPr>
                <a:xfrm>
                  <a:off x="2415" y="2163"/>
                  <a:ext cx="108" cy="108"/>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353" name="Google Shape;353;p24"/>
                <p:cNvSpPr/>
                <p:nvPr/>
              </p:nvSpPr>
              <p:spPr>
                <a:xfrm>
                  <a:off x="2523" y="2163"/>
                  <a:ext cx="108" cy="10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354" name="Google Shape;354;p24"/>
                <p:cNvSpPr/>
                <p:nvPr/>
              </p:nvSpPr>
              <p:spPr>
                <a:xfrm>
                  <a:off x="2631" y="2163"/>
                  <a:ext cx="108" cy="108"/>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355" name="Google Shape;355;p24"/>
                <p:cNvSpPr/>
                <p:nvPr/>
              </p:nvSpPr>
              <p:spPr>
                <a:xfrm>
                  <a:off x="2739" y="2163"/>
                  <a:ext cx="108" cy="10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356" name="Google Shape;356;p24"/>
                <p:cNvSpPr/>
                <p:nvPr/>
              </p:nvSpPr>
              <p:spPr>
                <a:xfrm>
                  <a:off x="2847" y="2163"/>
                  <a:ext cx="108" cy="108"/>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357" name="Google Shape;357;p24"/>
                <p:cNvSpPr/>
                <p:nvPr/>
              </p:nvSpPr>
              <p:spPr>
                <a:xfrm>
                  <a:off x="2955" y="2163"/>
                  <a:ext cx="108" cy="10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358" name="Google Shape;358;p24"/>
                <p:cNvSpPr/>
                <p:nvPr/>
              </p:nvSpPr>
              <p:spPr>
                <a:xfrm>
                  <a:off x="3063" y="2163"/>
                  <a:ext cx="108" cy="108"/>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359" name="Google Shape;359;p24"/>
                <p:cNvSpPr/>
                <p:nvPr/>
              </p:nvSpPr>
              <p:spPr>
                <a:xfrm>
                  <a:off x="3171" y="2163"/>
                  <a:ext cx="108" cy="10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360" name="Google Shape;360;p24"/>
                <p:cNvSpPr/>
                <p:nvPr/>
              </p:nvSpPr>
              <p:spPr>
                <a:xfrm>
                  <a:off x="3279" y="2163"/>
                  <a:ext cx="108" cy="108"/>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361" name="Google Shape;361;p24"/>
                <p:cNvSpPr/>
                <p:nvPr/>
              </p:nvSpPr>
              <p:spPr>
                <a:xfrm>
                  <a:off x="3387" y="2163"/>
                  <a:ext cx="108" cy="10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362" name="Google Shape;362;p24"/>
                <p:cNvSpPr/>
                <p:nvPr/>
              </p:nvSpPr>
              <p:spPr>
                <a:xfrm>
                  <a:off x="3495" y="2163"/>
                  <a:ext cx="108" cy="108"/>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363" name="Google Shape;363;p24"/>
                <p:cNvSpPr/>
                <p:nvPr/>
              </p:nvSpPr>
              <p:spPr>
                <a:xfrm>
                  <a:off x="3603" y="2163"/>
                  <a:ext cx="108" cy="10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364" name="Google Shape;364;p24"/>
                <p:cNvSpPr/>
                <p:nvPr/>
              </p:nvSpPr>
              <p:spPr>
                <a:xfrm>
                  <a:off x="3711" y="2163"/>
                  <a:ext cx="108" cy="108"/>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365" name="Google Shape;365;p24"/>
                <p:cNvSpPr/>
                <p:nvPr/>
              </p:nvSpPr>
              <p:spPr>
                <a:xfrm>
                  <a:off x="3819" y="2163"/>
                  <a:ext cx="108" cy="10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366" name="Google Shape;366;p24"/>
                <p:cNvSpPr/>
                <p:nvPr/>
              </p:nvSpPr>
              <p:spPr>
                <a:xfrm>
                  <a:off x="3927" y="2163"/>
                  <a:ext cx="108" cy="108"/>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367" name="Google Shape;367;p24"/>
                <p:cNvSpPr/>
                <p:nvPr/>
              </p:nvSpPr>
              <p:spPr>
                <a:xfrm>
                  <a:off x="4035" y="2163"/>
                  <a:ext cx="108" cy="10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368" name="Google Shape;368;p24"/>
                <p:cNvSpPr/>
                <p:nvPr/>
              </p:nvSpPr>
              <p:spPr>
                <a:xfrm>
                  <a:off x="4143" y="2163"/>
                  <a:ext cx="108" cy="108"/>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369" name="Google Shape;369;p24"/>
                <p:cNvSpPr/>
                <p:nvPr/>
              </p:nvSpPr>
              <p:spPr>
                <a:xfrm>
                  <a:off x="4251" y="2163"/>
                  <a:ext cx="108" cy="10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370" name="Google Shape;370;p24"/>
                <p:cNvSpPr/>
                <p:nvPr/>
              </p:nvSpPr>
              <p:spPr>
                <a:xfrm>
                  <a:off x="4359" y="2163"/>
                  <a:ext cx="108" cy="108"/>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371" name="Google Shape;371;p24"/>
                <p:cNvSpPr/>
                <p:nvPr/>
              </p:nvSpPr>
              <p:spPr>
                <a:xfrm>
                  <a:off x="4467" y="2163"/>
                  <a:ext cx="108" cy="10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grpSp>
          <p:sp>
            <p:nvSpPr>
              <p:cNvPr id="372" name="Google Shape;372;p24"/>
              <p:cNvSpPr/>
              <p:nvPr/>
            </p:nvSpPr>
            <p:spPr>
              <a:xfrm flipH="1" rot="-2700000">
                <a:off x="4587" y="2851"/>
                <a:ext cx="115" cy="115"/>
              </a:xfrm>
              <a:prstGeom prst="rtTriangle">
                <a:avLst/>
              </a:prstGeom>
              <a:solidFill>
                <a:schemeClr val="lt1"/>
              </a:solidFill>
              <a:ln cap="flat" cmpd="sng" w="9525">
                <a:solidFill>
                  <a:schemeClr val="dk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24"/>
              <p:cNvSpPr txBox="1"/>
              <p:nvPr/>
            </p:nvSpPr>
            <p:spPr>
              <a:xfrm flipH="1" rot="2700000">
                <a:off x="4647" y="2886"/>
                <a:ext cx="38" cy="5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374" name="Google Shape;374;p24"/>
              <p:cNvSpPr txBox="1"/>
              <p:nvPr/>
            </p:nvSpPr>
            <p:spPr>
              <a:xfrm>
                <a:off x="4741" y="2805"/>
                <a:ext cx="502"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chemeClr val="dk1"/>
                    </a:solidFill>
                    <a:latin typeface="Arial"/>
                    <a:ea typeface="Arial"/>
                    <a:cs typeface="Arial"/>
                    <a:sym typeface="Arial"/>
                  </a:rPr>
                  <a:t>x</a:t>
                </a:r>
                <a:r>
                  <a:rPr lang="en-US" sz="2400">
                    <a:solidFill>
                      <a:schemeClr val="dk1"/>
                    </a:solidFill>
                    <a:latin typeface="Arial"/>
                    <a:ea typeface="Arial"/>
                    <a:cs typeface="Arial"/>
                    <a:sym typeface="Arial"/>
                  </a:rPr>
                  <a:t>(m)</a:t>
                </a:r>
                <a:endParaRPr/>
              </a:p>
            </p:txBody>
          </p:sp>
        </p:grpSp>
        <p:sp>
          <p:nvSpPr>
            <p:cNvPr id="375" name="Google Shape;375;p24"/>
            <p:cNvSpPr/>
            <p:nvPr/>
          </p:nvSpPr>
          <p:spPr>
            <a:xfrm>
              <a:off x="4367" y="2101"/>
              <a:ext cx="90" cy="90"/>
            </a:xfrm>
            <a:prstGeom prst="ellipse">
              <a:avLst/>
            </a:prstGeom>
            <a:solidFill>
              <a:srgbClr val="FFFF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cxnSp>
          <p:nvCxnSpPr>
            <p:cNvPr id="376" name="Google Shape;376;p24"/>
            <p:cNvCxnSpPr/>
            <p:nvPr/>
          </p:nvCxnSpPr>
          <p:spPr>
            <a:xfrm rot="10800000">
              <a:off x="2257" y="2295"/>
              <a:ext cx="2138" cy="0"/>
            </a:xfrm>
            <a:prstGeom prst="straightConnector1">
              <a:avLst/>
            </a:prstGeom>
            <a:noFill/>
            <a:ln cap="flat" cmpd="sng" w="38100">
              <a:solidFill>
                <a:srgbClr val="FF3300"/>
              </a:solidFill>
              <a:prstDash val="solid"/>
              <a:round/>
              <a:headEnd len="med" w="med" type="none"/>
              <a:tailEnd len="med" w="med" type="triangle"/>
            </a:ln>
          </p:spPr>
        </p:cxnSp>
        <p:sp>
          <p:nvSpPr>
            <p:cNvPr id="377" name="Google Shape;377;p24"/>
            <p:cNvSpPr/>
            <p:nvPr/>
          </p:nvSpPr>
          <p:spPr>
            <a:xfrm>
              <a:off x="4361" y="2098"/>
              <a:ext cx="90" cy="90"/>
            </a:xfrm>
            <a:prstGeom prst="ellipse">
              <a:avLst/>
            </a:prstGeom>
            <a:solidFill>
              <a:srgbClr val="FF33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378" name="Google Shape;378;p24"/>
            <p:cNvSpPr txBox="1"/>
            <p:nvPr/>
          </p:nvSpPr>
          <p:spPr>
            <a:xfrm>
              <a:off x="616" y="1958"/>
              <a:ext cx="1667"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accent2"/>
                  </a:solidFill>
                  <a:latin typeface="Arial"/>
                  <a:ea typeface="Arial"/>
                  <a:cs typeface="Arial"/>
                  <a:sym typeface="Arial"/>
                </a:rPr>
                <a:t>Displacement B</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96"/>
                                        </p:tgtEl>
                                        <p:attrNameLst>
                                          <p:attrName>style.visibility</p:attrName>
                                        </p:attrNameLst>
                                      </p:cBhvr>
                                      <p:to>
                                        <p:strVal val="visible"/>
                                      </p:to>
                                    </p:set>
                                    <p:anim calcmode="lin" valueType="num">
                                      <p:cBhvr additive="base">
                                        <p:cTn dur="500"/>
                                        <p:tgtEl>
                                          <p:spTgt spid="296"/>
                                        </p:tgtEl>
                                        <p:attrNameLst>
                                          <p:attrName>ppt_w</p:attrName>
                                        </p:attrNameLst>
                                      </p:cBhvr>
                                      <p:tavLst>
                                        <p:tav fmla="" tm="0">
                                          <p:val>
                                            <p:strVal val="0"/>
                                          </p:val>
                                        </p:tav>
                                        <p:tav fmla="" tm="100000">
                                          <p:val>
                                            <p:strVal val="#ppt_w"/>
                                          </p:val>
                                        </p:tav>
                                      </p:tavLst>
                                    </p:anim>
                                    <p:anim calcmode="lin" valueType="num">
                                      <p:cBhvr additive="base">
                                        <p:cTn dur="500"/>
                                        <p:tgtEl>
                                          <p:spTgt spid="296"/>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87"/>
                                        </p:tgtEl>
                                        <p:attrNameLst>
                                          <p:attrName>style.visibility</p:attrName>
                                        </p:attrNameLst>
                                      </p:cBhvr>
                                      <p:to>
                                        <p:strVal val="visible"/>
                                      </p:to>
                                    </p:set>
                                    <p:anim calcmode="lin" valueType="num">
                                      <p:cBhvr additive="base">
                                        <p:cTn dur="500"/>
                                        <p:tgtEl>
                                          <p:spTgt spid="287"/>
                                        </p:tgtEl>
                                        <p:attrNameLst>
                                          <p:attrName>ppt_w</p:attrName>
                                        </p:attrNameLst>
                                      </p:cBhvr>
                                      <p:tavLst>
                                        <p:tav fmla="" tm="0">
                                          <p:val>
                                            <p:strVal val="0"/>
                                          </p:val>
                                        </p:tav>
                                        <p:tav fmla="" tm="100000">
                                          <p:val>
                                            <p:strVal val="#ppt_w"/>
                                          </p:val>
                                        </p:tav>
                                      </p:tavLst>
                                    </p:anim>
                                    <p:anim calcmode="lin" valueType="num">
                                      <p:cBhvr additive="base">
                                        <p:cTn dur="500"/>
                                        <p:tgtEl>
                                          <p:spTgt spid="287"/>
                                        </p:tgtEl>
                                        <p:attrNameLst>
                                          <p:attrName>ppt_h</p:attrName>
                                        </p:attrNameLst>
                                      </p:cBhvr>
                                      <p:tavLst>
                                        <p:tav fmla="" tm="0">
                                          <p:val>
                                            <p:strVal val="0"/>
                                          </p:val>
                                        </p:tav>
                                        <p:tav fmla="" tm="100000">
                                          <p:val>
                                            <p:strVal val="#ppt_h"/>
                                          </p:val>
                                        </p:tav>
                                      </p:tavLst>
                                    </p:anim>
                                  </p:childTnLst>
                                </p:cTn>
                              </p:par>
                            </p:childTnLst>
                          </p:cTn>
                        </p:par>
                        <p:par>
                          <p:cTn fill="hold">
                            <p:stCondLst>
                              <p:cond delay="500"/>
                            </p:stCondLst>
                            <p:childTnLst>
                              <p:par>
                                <p:cTn fill="hold" nodeType="afterEffect" presetClass="entr" presetID="23" presetSubtype="16">
                                  <p:stCondLst>
                                    <p:cond delay="0"/>
                                  </p:stCondLst>
                                  <p:childTnLst>
                                    <p:set>
                                      <p:cBhvr>
                                        <p:cTn dur="1" fill="hold">
                                          <p:stCondLst>
                                            <p:cond delay="0"/>
                                          </p:stCondLst>
                                        </p:cTn>
                                        <p:tgtEl>
                                          <p:spTgt spid="295"/>
                                        </p:tgtEl>
                                        <p:attrNameLst>
                                          <p:attrName>style.visibility</p:attrName>
                                        </p:attrNameLst>
                                      </p:cBhvr>
                                      <p:to>
                                        <p:strVal val="visible"/>
                                      </p:to>
                                    </p:set>
                                    <p:anim calcmode="lin" valueType="num">
                                      <p:cBhvr additive="base">
                                        <p:cTn dur="500"/>
                                        <p:tgtEl>
                                          <p:spTgt spid="295"/>
                                        </p:tgtEl>
                                        <p:attrNameLst>
                                          <p:attrName>ppt_w</p:attrName>
                                        </p:attrNameLst>
                                      </p:cBhvr>
                                      <p:tavLst>
                                        <p:tav fmla="" tm="0">
                                          <p:val>
                                            <p:strVal val="0"/>
                                          </p:val>
                                        </p:tav>
                                        <p:tav fmla="" tm="100000">
                                          <p:val>
                                            <p:strVal val="#ppt_w"/>
                                          </p:val>
                                        </p:tav>
                                      </p:tavLst>
                                    </p:anim>
                                    <p:anim calcmode="lin" valueType="num">
                                      <p:cBhvr additive="base">
                                        <p:cTn dur="500"/>
                                        <p:tgtEl>
                                          <p:spTgt spid="295"/>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25"/>
          <p:cNvSpPr/>
          <p:nvPr/>
        </p:nvSpPr>
        <p:spPr>
          <a:xfrm>
            <a:off x="685800" y="1549400"/>
            <a:ext cx="7772400" cy="1819275"/>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accent2"/>
              </a:buClr>
              <a:buSzPts val="2400"/>
              <a:buFont typeface="Arial"/>
              <a:buNone/>
            </a:pPr>
            <a:r>
              <a:rPr i="1" lang="en-US" sz="2400">
                <a:solidFill>
                  <a:schemeClr val="accent2"/>
                </a:solidFill>
                <a:latin typeface="Arial"/>
                <a:ea typeface="Arial"/>
                <a:cs typeface="Arial"/>
                <a:sym typeface="Arial"/>
              </a:rPr>
              <a:t>Distance and displacement</a:t>
            </a:r>
            <a:r>
              <a:rPr lang="en-US" sz="2400">
                <a:solidFill>
                  <a:schemeClr val="accent2"/>
                </a:solidFill>
                <a:latin typeface="Arial"/>
                <a:ea typeface="Arial"/>
                <a:cs typeface="Arial"/>
                <a:sym typeface="Arial"/>
              </a:rPr>
              <a:t> </a:t>
            </a:r>
            <a:r>
              <a:rPr lang="en-US" sz="2000">
                <a:solidFill>
                  <a:schemeClr val="dk1"/>
                </a:solidFill>
                <a:latin typeface="Courier New"/>
                <a:ea typeface="Courier New"/>
                <a:cs typeface="Courier New"/>
                <a:sym typeface="Courier New"/>
              </a:rPr>
              <a:t>	</a:t>
            </a:r>
            <a:endParaRPr/>
          </a:p>
          <a:p>
            <a:pPr indent="0" lvl="0" marL="0" marR="0" rtl="0" algn="l">
              <a:spcBef>
                <a:spcPts val="40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a:p>
            <a:pPr indent="0" lvl="0" marL="0" marR="0" rtl="0" algn="l">
              <a:spcBef>
                <a:spcPts val="40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a:p>
            <a:pPr indent="0" lvl="0" marL="0" marR="0" rtl="0" algn="l">
              <a:spcBef>
                <a:spcPts val="40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385" name="Google Shape;385;p25"/>
          <p:cNvSpPr/>
          <p:nvPr/>
        </p:nvSpPr>
        <p:spPr>
          <a:xfrm>
            <a:off x="661988" y="3197225"/>
            <a:ext cx="7772400" cy="3660775"/>
          </a:xfrm>
          <a:prstGeom prst="rect">
            <a:avLst/>
          </a:prstGeom>
          <a:solidFill>
            <a:srgbClr val="FFFFCC"/>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rPr lang="en-US" sz="2400">
                <a:solidFill>
                  <a:schemeClr val="dk1"/>
                </a:solidFill>
                <a:latin typeface="Arial"/>
                <a:ea typeface="Arial"/>
                <a:cs typeface="Arial"/>
                <a:sym typeface="Arial"/>
              </a:rPr>
              <a:t>EXAMPLE: Use the displacement formula to find each displacement. Note that the </a:t>
            </a:r>
            <a:r>
              <a:rPr i="1" lang="en-US" sz="2400">
                <a:solidFill>
                  <a:schemeClr val="dk1"/>
                </a:solidFill>
                <a:latin typeface="Arial"/>
                <a:ea typeface="Arial"/>
                <a:cs typeface="Arial"/>
                <a:sym typeface="Arial"/>
              </a:rPr>
              <a:t>x</a:t>
            </a:r>
            <a:r>
              <a:rPr lang="en-US" sz="2400">
                <a:solidFill>
                  <a:schemeClr val="dk1"/>
                </a:solidFill>
                <a:latin typeface="Arial"/>
                <a:ea typeface="Arial"/>
                <a:cs typeface="Arial"/>
                <a:sym typeface="Arial"/>
              </a:rPr>
              <a:t> = 0 coordinate has been placed on the number lines.</a:t>
            </a:r>
            <a:endParaRPr sz="2400">
              <a:solidFill>
                <a:schemeClr val="dk1"/>
              </a:solidFill>
              <a:latin typeface="Arial"/>
              <a:ea typeface="Arial"/>
              <a:cs typeface="Arial"/>
              <a:sym typeface="Arial"/>
            </a:endParaRPr>
          </a:p>
          <a:p>
            <a:pPr indent="0" lvl="0" marL="0" marR="0" rtl="0" algn="l">
              <a:spcBef>
                <a:spcPts val="480"/>
              </a:spcBef>
              <a:spcAft>
                <a:spcPts val="0"/>
              </a:spcAft>
              <a:buClr>
                <a:schemeClr val="dk1"/>
              </a:buClr>
              <a:buSzPts val="2400"/>
              <a:buFont typeface="Arial"/>
              <a:buNone/>
            </a:pPr>
            <a:r>
              <a:t/>
            </a:r>
            <a:endParaRPr sz="2400">
              <a:solidFill>
                <a:schemeClr val="dk1"/>
              </a:solidFill>
              <a:latin typeface="Arial"/>
              <a:ea typeface="Arial"/>
              <a:cs typeface="Arial"/>
              <a:sym typeface="Arial"/>
            </a:endParaRPr>
          </a:p>
          <a:p>
            <a:pPr indent="0" lvl="0" marL="0" marR="0" rtl="0" algn="l">
              <a:spcBef>
                <a:spcPts val="480"/>
              </a:spcBef>
              <a:spcAft>
                <a:spcPts val="0"/>
              </a:spcAft>
              <a:buClr>
                <a:schemeClr val="dk1"/>
              </a:buClr>
              <a:buSzPts val="2400"/>
              <a:buFont typeface="Arial"/>
              <a:buNone/>
            </a:pPr>
            <a:r>
              <a:t/>
            </a:r>
            <a:endParaRPr sz="2400">
              <a:solidFill>
                <a:schemeClr val="dk1"/>
              </a:solidFill>
              <a:latin typeface="Arial"/>
              <a:ea typeface="Arial"/>
              <a:cs typeface="Arial"/>
              <a:sym typeface="Arial"/>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SOLUTION:</a:t>
            </a:r>
            <a:endParaRPr/>
          </a:p>
          <a:p>
            <a:pPr indent="-152400" lvl="0" marL="0" marR="0" rtl="0" algn="l">
              <a:spcBef>
                <a:spcPts val="480"/>
              </a:spcBef>
              <a:spcAft>
                <a:spcPts val="0"/>
              </a:spcAft>
              <a:buClr>
                <a:schemeClr val="dk1"/>
              </a:buClr>
              <a:buSzPts val="2400"/>
              <a:buFont typeface="Noto Sans Symbols"/>
              <a:buChar char="∙"/>
            </a:pPr>
            <a:r>
              <a:rPr lang="en-US" sz="2400">
                <a:solidFill>
                  <a:schemeClr val="dk1"/>
                </a:solidFill>
                <a:latin typeface="Arial"/>
                <a:ea typeface="Arial"/>
                <a:cs typeface="Arial"/>
                <a:sym typeface="Arial"/>
              </a:rPr>
              <a:t>For A: </a:t>
            </a:r>
            <a:r>
              <a:rPr i="1" lang="en-US" sz="2400">
                <a:solidFill>
                  <a:schemeClr val="dk1"/>
                </a:solidFill>
                <a:latin typeface="Arial"/>
                <a:ea typeface="Arial"/>
                <a:cs typeface="Arial"/>
                <a:sym typeface="Arial"/>
              </a:rPr>
              <a:t>s</a:t>
            </a:r>
            <a:r>
              <a:rPr lang="en-US" sz="2400">
                <a:solidFill>
                  <a:schemeClr val="dk1"/>
                </a:solidFill>
                <a:latin typeface="Arial"/>
                <a:ea typeface="Arial"/>
                <a:cs typeface="Arial"/>
                <a:sym typeface="Arial"/>
              </a:rPr>
              <a:t> = (+10) – (-5) = +15 m.</a:t>
            </a:r>
            <a:endParaRPr sz="2400">
              <a:solidFill>
                <a:schemeClr val="dk1"/>
              </a:solidFill>
              <a:latin typeface="Arial"/>
              <a:ea typeface="Arial"/>
              <a:cs typeface="Arial"/>
              <a:sym typeface="Arial"/>
            </a:endParaRPr>
          </a:p>
          <a:p>
            <a:pPr indent="-152400" lvl="0" marL="0" marR="0" rtl="0" algn="l">
              <a:spcBef>
                <a:spcPts val="480"/>
              </a:spcBef>
              <a:spcAft>
                <a:spcPts val="0"/>
              </a:spcAft>
              <a:buClr>
                <a:schemeClr val="dk1"/>
              </a:buClr>
              <a:buSzPts val="2400"/>
              <a:buFont typeface="Noto Sans Symbols"/>
              <a:buChar char="∙"/>
            </a:pPr>
            <a:r>
              <a:rPr lang="en-US" sz="2400">
                <a:solidFill>
                  <a:schemeClr val="dk1"/>
                </a:solidFill>
                <a:latin typeface="Arial"/>
                <a:ea typeface="Arial"/>
                <a:cs typeface="Arial"/>
                <a:sym typeface="Arial"/>
              </a:rPr>
              <a:t>For B: </a:t>
            </a:r>
            <a:r>
              <a:rPr i="1" lang="en-US" sz="2400">
                <a:solidFill>
                  <a:schemeClr val="dk1"/>
                </a:solidFill>
                <a:latin typeface="Arial"/>
                <a:ea typeface="Arial"/>
                <a:cs typeface="Arial"/>
                <a:sym typeface="Arial"/>
              </a:rPr>
              <a:t>s</a:t>
            </a:r>
            <a:r>
              <a:rPr lang="en-US" sz="2400">
                <a:solidFill>
                  <a:schemeClr val="dk1"/>
                </a:solidFill>
                <a:latin typeface="Arial"/>
                <a:ea typeface="Arial"/>
                <a:cs typeface="Arial"/>
                <a:sym typeface="Arial"/>
              </a:rPr>
              <a:t> = (-10) – (+10) = -20 m.</a:t>
            </a:r>
            <a:endParaRPr/>
          </a:p>
        </p:txBody>
      </p:sp>
      <p:sp>
        <p:nvSpPr>
          <p:cNvPr id="386" name="Google Shape;386;p25"/>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2: Mechanics</a:t>
            </a:r>
            <a:br>
              <a:rPr b="1" lang="en-US" sz="2800"/>
            </a:br>
            <a:r>
              <a:rPr lang="en-US" sz="2800">
                <a:solidFill>
                  <a:schemeClr val="dk1"/>
                </a:solidFill>
              </a:rPr>
              <a:t>2.1 – Motion</a:t>
            </a:r>
            <a:endParaRPr/>
          </a:p>
        </p:txBody>
      </p:sp>
      <p:grpSp>
        <p:nvGrpSpPr>
          <p:cNvPr id="387" name="Google Shape;387;p25"/>
          <p:cNvGrpSpPr/>
          <p:nvPr/>
        </p:nvGrpSpPr>
        <p:grpSpPr>
          <a:xfrm>
            <a:off x="858838" y="4222750"/>
            <a:ext cx="8285162" cy="1166813"/>
            <a:chOff x="541" y="2860"/>
            <a:chExt cx="5219" cy="735"/>
          </a:xfrm>
        </p:grpSpPr>
        <p:grpSp>
          <p:nvGrpSpPr>
            <p:cNvPr id="388" name="Google Shape;388;p25"/>
            <p:cNvGrpSpPr/>
            <p:nvPr/>
          </p:nvGrpSpPr>
          <p:grpSpPr>
            <a:xfrm>
              <a:off x="1706" y="2878"/>
              <a:ext cx="4054" cy="288"/>
              <a:chOff x="1184" y="1398"/>
              <a:chExt cx="4054" cy="288"/>
            </a:xfrm>
          </p:grpSpPr>
          <p:grpSp>
            <p:nvGrpSpPr>
              <p:cNvPr id="389" name="Google Shape;389;p25"/>
              <p:cNvGrpSpPr/>
              <p:nvPr/>
            </p:nvGrpSpPr>
            <p:grpSpPr>
              <a:xfrm>
                <a:off x="1184" y="1479"/>
                <a:ext cx="3456" cy="58"/>
                <a:chOff x="1119" y="2163"/>
                <a:chExt cx="3456" cy="108"/>
              </a:xfrm>
            </p:grpSpPr>
            <p:sp>
              <p:nvSpPr>
                <p:cNvPr id="390" name="Google Shape;390;p25"/>
                <p:cNvSpPr/>
                <p:nvPr/>
              </p:nvSpPr>
              <p:spPr>
                <a:xfrm>
                  <a:off x="1119" y="2163"/>
                  <a:ext cx="108" cy="108"/>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391" name="Google Shape;391;p25"/>
                <p:cNvSpPr/>
                <p:nvPr/>
              </p:nvSpPr>
              <p:spPr>
                <a:xfrm>
                  <a:off x="1227" y="2163"/>
                  <a:ext cx="108" cy="10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392" name="Google Shape;392;p25"/>
                <p:cNvSpPr/>
                <p:nvPr/>
              </p:nvSpPr>
              <p:spPr>
                <a:xfrm>
                  <a:off x="1335" y="2163"/>
                  <a:ext cx="108" cy="108"/>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393" name="Google Shape;393;p25"/>
                <p:cNvSpPr/>
                <p:nvPr/>
              </p:nvSpPr>
              <p:spPr>
                <a:xfrm>
                  <a:off x="1443" y="2163"/>
                  <a:ext cx="108" cy="10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394" name="Google Shape;394;p25"/>
                <p:cNvSpPr/>
                <p:nvPr/>
              </p:nvSpPr>
              <p:spPr>
                <a:xfrm>
                  <a:off x="1551" y="2163"/>
                  <a:ext cx="108" cy="108"/>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395" name="Google Shape;395;p25"/>
                <p:cNvSpPr/>
                <p:nvPr/>
              </p:nvSpPr>
              <p:spPr>
                <a:xfrm>
                  <a:off x="1659" y="2163"/>
                  <a:ext cx="108" cy="10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396" name="Google Shape;396;p25"/>
                <p:cNvSpPr/>
                <p:nvPr/>
              </p:nvSpPr>
              <p:spPr>
                <a:xfrm>
                  <a:off x="1767" y="2163"/>
                  <a:ext cx="108" cy="108"/>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397" name="Google Shape;397;p25"/>
                <p:cNvSpPr/>
                <p:nvPr/>
              </p:nvSpPr>
              <p:spPr>
                <a:xfrm>
                  <a:off x="1875" y="2163"/>
                  <a:ext cx="108" cy="10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398" name="Google Shape;398;p25"/>
                <p:cNvSpPr/>
                <p:nvPr/>
              </p:nvSpPr>
              <p:spPr>
                <a:xfrm>
                  <a:off x="1983" y="2163"/>
                  <a:ext cx="108" cy="108"/>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399" name="Google Shape;399;p25"/>
                <p:cNvSpPr/>
                <p:nvPr/>
              </p:nvSpPr>
              <p:spPr>
                <a:xfrm>
                  <a:off x="2091" y="2163"/>
                  <a:ext cx="108" cy="10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400" name="Google Shape;400;p25"/>
                <p:cNvSpPr/>
                <p:nvPr/>
              </p:nvSpPr>
              <p:spPr>
                <a:xfrm>
                  <a:off x="2199" y="2163"/>
                  <a:ext cx="108" cy="108"/>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401" name="Google Shape;401;p25"/>
                <p:cNvSpPr/>
                <p:nvPr/>
              </p:nvSpPr>
              <p:spPr>
                <a:xfrm>
                  <a:off x="2307" y="2163"/>
                  <a:ext cx="108" cy="10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402" name="Google Shape;402;p25"/>
                <p:cNvSpPr/>
                <p:nvPr/>
              </p:nvSpPr>
              <p:spPr>
                <a:xfrm>
                  <a:off x="2415" y="2163"/>
                  <a:ext cx="108" cy="108"/>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403" name="Google Shape;403;p25"/>
                <p:cNvSpPr/>
                <p:nvPr/>
              </p:nvSpPr>
              <p:spPr>
                <a:xfrm>
                  <a:off x="2523" y="2163"/>
                  <a:ext cx="108" cy="10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404" name="Google Shape;404;p25"/>
                <p:cNvSpPr/>
                <p:nvPr/>
              </p:nvSpPr>
              <p:spPr>
                <a:xfrm>
                  <a:off x="2631" y="2163"/>
                  <a:ext cx="108" cy="108"/>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405" name="Google Shape;405;p25"/>
                <p:cNvSpPr/>
                <p:nvPr/>
              </p:nvSpPr>
              <p:spPr>
                <a:xfrm>
                  <a:off x="2739" y="2163"/>
                  <a:ext cx="108" cy="10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406" name="Google Shape;406;p25"/>
                <p:cNvSpPr/>
                <p:nvPr/>
              </p:nvSpPr>
              <p:spPr>
                <a:xfrm>
                  <a:off x="2847" y="2163"/>
                  <a:ext cx="108" cy="108"/>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407" name="Google Shape;407;p25"/>
                <p:cNvSpPr/>
                <p:nvPr/>
              </p:nvSpPr>
              <p:spPr>
                <a:xfrm>
                  <a:off x="2955" y="2163"/>
                  <a:ext cx="108" cy="10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408" name="Google Shape;408;p25"/>
                <p:cNvSpPr/>
                <p:nvPr/>
              </p:nvSpPr>
              <p:spPr>
                <a:xfrm>
                  <a:off x="3063" y="2163"/>
                  <a:ext cx="108" cy="108"/>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409" name="Google Shape;409;p25"/>
                <p:cNvSpPr/>
                <p:nvPr/>
              </p:nvSpPr>
              <p:spPr>
                <a:xfrm>
                  <a:off x="3171" y="2163"/>
                  <a:ext cx="108" cy="10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410" name="Google Shape;410;p25"/>
                <p:cNvSpPr/>
                <p:nvPr/>
              </p:nvSpPr>
              <p:spPr>
                <a:xfrm>
                  <a:off x="3279" y="2163"/>
                  <a:ext cx="108" cy="108"/>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411" name="Google Shape;411;p25"/>
                <p:cNvSpPr/>
                <p:nvPr/>
              </p:nvSpPr>
              <p:spPr>
                <a:xfrm>
                  <a:off x="3387" y="2163"/>
                  <a:ext cx="108" cy="10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412" name="Google Shape;412;p25"/>
                <p:cNvSpPr/>
                <p:nvPr/>
              </p:nvSpPr>
              <p:spPr>
                <a:xfrm>
                  <a:off x="3495" y="2163"/>
                  <a:ext cx="108" cy="108"/>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413" name="Google Shape;413;p25"/>
                <p:cNvSpPr/>
                <p:nvPr/>
              </p:nvSpPr>
              <p:spPr>
                <a:xfrm>
                  <a:off x="3603" y="2163"/>
                  <a:ext cx="108" cy="10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414" name="Google Shape;414;p25"/>
                <p:cNvSpPr/>
                <p:nvPr/>
              </p:nvSpPr>
              <p:spPr>
                <a:xfrm>
                  <a:off x="3711" y="2163"/>
                  <a:ext cx="108" cy="108"/>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415" name="Google Shape;415;p25"/>
                <p:cNvSpPr/>
                <p:nvPr/>
              </p:nvSpPr>
              <p:spPr>
                <a:xfrm>
                  <a:off x="3819" y="2163"/>
                  <a:ext cx="108" cy="10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416" name="Google Shape;416;p25"/>
                <p:cNvSpPr/>
                <p:nvPr/>
              </p:nvSpPr>
              <p:spPr>
                <a:xfrm>
                  <a:off x="3927" y="2163"/>
                  <a:ext cx="108" cy="108"/>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417" name="Google Shape;417;p25"/>
                <p:cNvSpPr/>
                <p:nvPr/>
              </p:nvSpPr>
              <p:spPr>
                <a:xfrm>
                  <a:off x="4035" y="2163"/>
                  <a:ext cx="108" cy="10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418" name="Google Shape;418;p25"/>
                <p:cNvSpPr/>
                <p:nvPr/>
              </p:nvSpPr>
              <p:spPr>
                <a:xfrm>
                  <a:off x="4143" y="2163"/>
                  <a:ext cx="108" cy="108"/>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419" name="Google Shape;419;p25"/>
                <p:cNvSpPr/>
                <p:nvPr/>
              </p:nvSpPr>
              <p:spPr>
                <a:xfrm>
                  <a:off x="4251" y="2163"/>
                  <a:ext cx="108" cy="10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420" name="Google Shape;420;p25"/>
                <p:cNvSpPr/>
                <p:nvPr/>
              </p:nvSpPr>
              <p:spPr>
                <a:xfrm>
                  <a:off x="4359" y="2163"/>
                  <a:ext cx="108" cy="108"/>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421" name="Google Shape;421;p25"/>
                <p:cNvSpPr/>
                <p:nvPr/>
              </p:nvSpPr>
              <p:spPr>
                <a:xfrm>
                  <a:off x="4467" y="2163"/>
                  <a:ext cx="108" cy="10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grpSp>
          <p:sp>
            <p:nvSpPr>
              <p:cNvPr id="422" name="Google Shape;422;p25"/>
              <p:cNvSpPr/>
              <p:nvPr/>
            </p:nvSpPr>
            <p:spPr>
              <a:xfrm flipH="1" rot="-2700000">
                <a:off x="4582" y="1444"/>
                <a:ext cx="115" cy="115"/>
              </a:xfrm>
              <a:prstGeom prst="rtTriangle">
                <a:avLst/>
              </a:prstGeom>
              <a:solidFill>
                <a:schemeClr val="lt1"/>
              </a:solidFill>
              <a:ln cap="flat" cmpd="sng" w="9525">
                <a:solidFill>
                  <a:schemeClr val="dk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25"/>
              <p:cNvSpPr txBox="1"/>
              <p:nvPr/>
            </p:nvSpPr>
            <p:spPr>
              <a:xfrm flipH="1" rot="2700000">
                <a:off x="4647" y="1461"/>
                <a:ext cx="38" cy="5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424" name="Google Shape;424;p25"/>
              <p:cNvSpPr txBox="1"/>
              <p:nvPr/>
            </p:nvSpPr>
            <p:spPr>
              <a:xfrm>
                <a:off x="4736" y="1398"/>
                <a:ext cx="502"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chemeClr val="dk1"/>
                    </a:solidFill>
                    <a:latin typeface="Arial"/>
                    <a:ea typeface="Arial"/>
                    <a:cs typeface="Arial"/>
                    <a:sym typeface="Arial"/>
                  </a:rPr>
                  <a:t>x</a:t>
                </a:r>
                <a:r>
                  <a:rPr lang="en-US" sz="2400">
                    <a:solidFill>
                      <a:schemeClr val="dk1"/>
                    </a:solidFill>
                    <a:latin typeface="Arial"/>
                    <a:ea typeface="Arial"/>
                    <a:cs typeface="Arial"/>
                    <a:sym typeface="Arial"/>
                  </a:rPr>
                  <a:t>(m)</a:t>
                </a:r>
                <a:endParaRPr/>
              </a:p>
            </p:txBody>
          </p:sp>
        </p:grpSp>
        <p:sp>
          <p:nvSpPr>
            <p:cNvPr id="425" name="Google Shape;425;p25"/>
            <p:cNvSpPr/>
            <p:nvPr/>
          </p:nvSpPr>
          <p:spPr>
            <a:xfrm>
              <a:off x="2971" y="2863"/>
              <a:ext cx="90" cy="90"/>
            </a:xfrm>
            <a:prstGeom prst="ellipse">
              <a:avLst/>
            </a:prstGeom>
            <a:solidFill>
              <a:schemeClr val="accen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cxnSp>
          <p:nvCxnSpPr>
            <p:cNvPr id="426" name="Google Shape;426;p25"/>
            <p:cNvCxnSpPr/>
            <p:nvPr/>
          </p:nvCxnSpPr>
          <p:spPr>
            <a:xfrm rot="10800000">
              <a:off x="2999" y="3073"/>
              <a:ext cx="1607" cy="0"/>
            </a:xfrm>
            <a:prstGeom prst="straightConnector1">
              <a:avLst/>
            </a:prstGeom>
            <a:noFill/>
            <a:ln cap="flat" cmpd="sng" w="38100">
              <a:solidFill>
                <a:srgbClr val="FF3300"/>
              </a:solidFill>
              <a:prstDash val="solid"/>
              <a:round/>
              <a:headEnd len="med" w="med" type="stealth"/>
              <a:tailEnd len="med" w="med" type="none"/>
            </a:ln>
          </p:spPr>
        </p:cxnSp>
        <p:sp>
          <p:nvSpPr>
            <p:cNvPr id="427" name="Google Shape;427;p25"/>
            <p:cNvSpPr/>
            <p:nvPr/>
          </p:nvSpPr>
          <p:spPr>
            <a:xfrm>
              <a:off x="4557" y="2860"/>
              <a:ext cx="90" cy="90"/>
            </a:xfrm>
            <a:prstGeom prst="ellipse">
              <a:avLst/>
            </a:prstGeom>
            <a:solidFill>
              <a:srgbClr val="FF33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428" name="Google Shape;428;p25"/>
            <p:cNvSpPr txBox="1"/>
            <p:nvPr/>
          </p:nvSpPr>
          <p:spPr>
            <a:xfrm>
              <a:off x="543" y="2875"/>
              <a:ext cx="1183" cy="2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accent2"/>
                  </a:solidFill>
                  <a:latin typeface="Arial"/>
                  <a:ea typeface="Arial"/>
                  <a:cs typeface="Arial"/>
                  <a:sym typeface="Arial"/>
                </a:rPr>
                <a:t>Displacement A</a:t>
              </a:r>
              <a:endParaRPr/>
            </a:p>
          </p:txBody>
        </p:sp>
        <p:grpSp>
          <p:nvGrpSpPr>
            <p:cNvPr id="429" name="Google Shape;429;p25"/>
            <p:cNvGrpSpPr/>
            <p:nvPr/>
          </p:nvGrpSpPr>
          <p:grpSpPr>
            <a:xfrm>
              <a:off x="1704" y="3307"/>
              <a:ext cx="4054" cy="288"/>
              <a:chOff x="1189" y="2805"/>
              <a:chExt cx="4054" cy="288"/>
            </a:xfrm>
          </p:grpSpPr>
          <p:grpSp>
            <p:nvGrpSpPr>
              <p:cNvPr id="430" name="Google Shape;430;p25"/>
              <p:cNvGrpSpPr/>
              <p:nvPr/>
            </p:nvGrpSpPr>
            <p:grpSpPr>
              <a:xfrm>
                <a:off x="1189" y="2886"/>
                <a:ext cx="3456" cy="58"/>
                <a:chOff x="1119" y="2163"/>
                <a:chExt cx="3456" cy="108"/>
              </a:xfrm>
            </p:grpSpPr>
            <p:sp>
              <p:nvSpPr>
                <p:cNvPr id="431" name="Google Shape;431;p25"/>
                <p:cNvSpPr/>
                <p:nvPr/>
              </p:nvSpPr>
              <p:spPr>
                <a:xfrm>
                  <a:off x="1119" y="2163"/>
                  <a:ext cx="108" cy="108"/>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432" name="Google Shape;432;p25"/>
                <p:cNvSpPr/>
                <p:nvPr/>
              </p:nvSpPr>
              <p:spPr>
                <a:xfrm>
                  <a:off x="1227" y="2163"/>
                  <a:ext cx="108" cy="10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433" name="Google Shape;433;p25"/>
                <p:cNvSpPr/>
                <p:nvPr/>
              </p:nvSpPr>
              <p:spPr>
                <a:xfrm>
                  <a:off x="1335" y="2163"/>
                  <a:ext cx="108" cy="108"/>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434" name="Google Shape;434;p25"/>
                <p:cNvSpPr/>
                <p:nvPr/>
              </p:nvSpPr>
              <p:spPr>
                <a:xfrm>
                  <a:off x="1443" y="2163"/>
                  <a:ext cx="108" cy="10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435" name="Google Shape;435;p25"/>
                <p:cNvSpPr/>
                <p:nvPr/>
              </p:nvSpPr>
              <p:spPr>
                <a:xfrm>
                  <a:off x="1551" y="2163"/>
                  <a:ext cx="108" cy="108"/>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436" name="Google Shape;436;p25"/>
                <p:cNvSpPr/>
                <p:nvPr/>
              </p:nvSpPr>
              <p:spPr>
                <a:xfrm>
                  <a:off x="1659" y="2163"/>
                  <a:ext cx="108" cy="10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437" name="Google Shape;437;p25"/>
                <p:cNvSpPr/>
                <p:nvPr/>
              </p:nvSpPr>
              <p:spPr>
                <a:xfrm>
                  <a:off x="1767" y="2163"/>
                  <a:ext cx="108" cy="108"/>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438" name="Google Shape;438;p25"/>
                <p:cNvSpPr/>
                <p:nvPr/>
              </p:nvSpPr>
              <p:spPr>
                <a:xfrm>
                  <a:off x="1875" y="2163"/>
                  <a:ext cx="108" cy="10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439" name="Google Shape;439;p25"/>
                <p:cNvSpPr/>
                <p:nvPr/>
              </p:nvSpPr>
              <p:spPr>
                <a:xfrm>
                  <a:off x="1983" y="2163"/>
                  <a:ext cx="108" cy="108"/>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440" name="Google Shape;440;p25"/>
                <p:cNvSpPr/>
                <p:nvPr/>
              </p:nvSpPr>
              <p:spPr>
                <a:xfrm>
                  <a:off x="2091" y="2163"/>
                  <a:ext cx="108" cy="10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441" name="Google Shape;441;p25"/>
                <p:cNvSpPr/>
                <p:nvPr/>
              </p:nvSpPr>
              <p:spPr>
                <a:xfrm>
                  <a:off x="2199" y="2163"/>
                  <a:ext cx="108" cy="108"/>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442" name="Google Shape;442;p25"/>
                <p:cNvSpPr/>
                <p:nvPr/>
              </p:nvSpPr>
              <p:spPr>
                <a:xfrm>
                  <a:off x="2307" y="2163"/>
                  <a:ext cx="108" cy="10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443" name="Google Shape;443;p25"/>
                <p:cNvSpPr/>
                <p:nvPr/>
              </p:nvSpPr>
              <p:spPr>
                <a:xfrm>
                  <a:off x="2415" y="2163"/>
                  <a:ext cx="108" cy="108"/>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444" name="Google Shape;444;p25"/>
                <p:cNvSpPr/>
                <p:nvPr/>
              </p:nvSpPr>
              <p:spPr>
                <a:xfrm>
                  <a:off x="2523" y="2163"/>
                  <a:ext cx="108" cy="10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445" name="Google Shape;445;p25"/>
                <p:cNvSpPr/>
                <p:nvPr/>
              </p:nvSpPr>
              <p:spPr>
                <a:xfrm>
                  <a:off x="2631" y="2163"/>
                  <a:ext cx="108" cy="108"/>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446" name="Google Shape;446;p25"/>
                <p:cNvSpPr/>
                <p:nvPr/>
              </p:nvSpPr>
              <p:spPr>
                <a:xfrm>
                  <a:off x="2739" y="2163"/>
                  <a:ext cx="108" cy="10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447" name="Google Shape;447;p25"/>
                <p:cNvSpPr/>
                <p:nvPr/>
              </p:nvSpPr>
              <p:spPr>
                <a:xfrm>
                  <a:off x="2847" y="2163"/>
                  <a:ext cx="108" cy="108"/>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448" name="Google Shape;448;p25"/>
                <p:cNvSpPr/>
                <p:nvPr/>
              </p:nvSpPr>
              <p:spPr>
                <a:xfrm>
                  <a:off x="2955" y="2163"/>
                  <a:ext cx="108" cy="10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449" name="Google Shape;449;p25"/>
                <p:cNvSpPr/>
                <p:nvPr/>
              </p:nvSpPr>
              <p:spPr>
                <a:xfrm>
                  <a:off x="3063" y="2163"/>
                  <a:ext cx="108" cy="108"/>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450" name="Google Shape;450;p25"/>
                <p:cNvSpPr/>
                <p:nvPr/>
              </p:nvSpPr>
              <p:spPr>
                <a:xfrm>
                  <a:off x="3171" y="2163"/>
                  <a:ext cx="108" cy="10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451" name="Google Shape;451;p25"/>
                <p:cNvSpPr/>
                <p:nvPr/>
              </p:nvSpPr>
              <p:spPr>
                <a:xfrm>
                  <a:off x="3279" y="2163"/>
                  <a:ext cx="108" cy="108"/>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452" name="Google Shape;452;p25"/>
                <p:cNvSpPr/>
                <p:nvPr/>
              </p:nvSpPr>
              <p:spPr>
                <a:xfrm>
                  <a:off x="3387" y="2163"/>
                  <a:ext cx="108" cy="10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453" name="Google Shape;453;p25"/>
                <p:cNvSpPr/>
                <p:nvPr/>
              </p:nvSpPr>
              <p:spPr>
                <a:xfrm>
                  <a:off x="3495" y="2163"/>
                  <a:ext cx="108" cy="108"/>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454" name="Google Shape;454;p25"/>
                <p:cNvSpPr/>
                <p:nvPr/>
              </p:nvSpPr>
              <p:spPr>
                <a:xfrm>
                  <a:off x="3603" y="2163"/>
                  <a:ext cx="108" cy="10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455" name="Google Shape;455;p25"/>
                <p:cNvSpPr/>
                <p:nvPr/>
              </p:nvSpPr>
              <p:spPr>
                <a:xfrm>
                  <a:off x="3711" y="2163"/>
                  <a:ext cx="108" cy="108"/>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456" name="Google Shape;456;p25"/>
                <p:cNvSpPr/>
                <p:nvPr/>
              </p:nvSpPr>
              <p:spPr>
                <a:xfrm>
                  <a:off x="3819" y="2163"/>
                  <a:ext cx="108" cy="10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457" name="Google Shape;457;p25"/>
                <p:cNvSpPr/>
                <p:nvPr/>
              </p:nvSpPr>
              <p:spPr>
                <a:xfrm>
                  <a:off x="3927" y="2163"/>
                  <a:ext cx="108" cy="108"/>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458" name="Google Shape;458;p25"/>
                <p:cNvSpPr/>
                <p:nvPr/>
              </p:nvSpPr>
              <p:spPr>
                <a:xfrm>
                  <a:off x="4035" y="2163"/>
                  <a:ext cx="108" cy="10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459" name="Google Shape;459;p25"/>
                <p:cNvSpPr/>
                <p:nvPr/>
              </p:nvSpPr>
              <p:spPr>
                <a:xfrm>
                  <a:off x="4143" y="2163"/>
                  <a:ext cx="108" cy="108"/>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460" name="Google Shape;460;p25"/>
                <p:cNvSpPr/>
                <p:nvPr/>
              </p:nvSpPr>
              <p:spPr>
                <a:xfrm>
                  <a:off x="4251" y="2163"/>
                  <a:ext cx="108" cy="10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461" name="Google Shape;461;p25"/>
                <p:cNvSpPr/>
                <p:nvPr/>
              </p:nvSpPr>
              <p:spPr>
                <a:xfrm>
                  <a:off x="4359" y="2163"/>
                  <a:ext cx="108" cy="108"/>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462" name="Google Shape;462;p25"/>
                <p:cNvSpPr/>
                <p:nvPr/>
              </p:nvSpPr>
              <p:spPr>
                <a:xfrm>
                  <a:off x="4467" y="2163"/>
                  <a:ext cx="108" cy="10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grpSp>
          <p:sp>
            <p:nvSpPr>
              <p:cNvPr id="463" name="Google Shape;463;p25"/>
              <p:cNvSpPr/>
              <p:nvPr/>
            </p:nvSpPr>
            <p:spPr>
              <a:xfrm flipH="1" rot="-2700000">
                <a:off x="4587" y="2851"/>
                <a:ext cx="115" cy="115"/>
              </a:xfrm>
              <a:prstGeom prst="rtTriangle">
                <a:avLst/>
              </a:prstGeom>
              <a:solidFill>
                <a:schemeClr val="lt1"/>
              </a:solidFill>
              <a:ln cap="flat" cmpd="sng" w="9525">
                <a:solidFill>
                  <a:schemeClr val="dk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25"/>
              <p:cNvSpPr txBox="1"/>
              <p:nvPr/>
            </p:nvSpPr>
            <p:spPr>
              <a:xfrm flipH="1" rot="2700000">
                <a:off x="4647" y="2886"/>
                <a:ext cx="38" cy="5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465" name="Google Shape;465;p25"/>
              <p:cNvSpPr txBox="1"/>
              <p:nvPr/>
            </p:nvSpPr>
            <p:spPr>
              <a:xfrm>
                <a:off x="4741" y="2805"/>
                <a:ext cx="502"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chemeClr val="dk1"/>
                    </a:solidFill>
                    <a:latin typeface="Arial"/>
                    <a:ea typeface="Arial"/>
                    <a:cs typeface="Arial"/>
                    <a:sym typeface="Arial"/>
                  </a:rPr>
                  <a:t>x</a:t>
                </a:r>
                <a:r>
                  <a:rPr lang="en-US" sz="2400">
                    <a:solidFill>
                      <a:schemeClr val="dk1"/>
                    </a:solidFill>
                    <a:latin typeface="Arial"/>
                    <a:ea typeface="Arial"/>
                    <a:cs typeface="Arial"/>
                    <a:sym typeface="Arial"/>
                  </a:rPr>
                  <a:t>(m)</a:t>
                </a:r>
                <a:endParaRPr/>
              </a:p>
            </p:txBody>
          </p:sp>
        </p:grpSp>
        <p:sp>
          <p:nvSpPr>
            <p:cNvPr id="466" name="Google Shape;466;p25"/>
            <p:cNvSpPr/>
            <p:nvPr/>
          </p:nvSpPr>
          <p:spPr>
            <a:xfrm>
              <a:off x="4576" y="3292"/>
              <a:ext cx="90" cy="90"/>
            </a:xfrm>
            <a:prstGeom prst="ellipse">
              <a:avLst/>
            </a:prstGeom>
            <a:solidFill>
              <a:schemeClr val="accen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cxnSp>
          <p:nvCxnSpPr>
            <p:cNvPr id="467" name="Google Shape;467;p25"/>
            <p:cNvCxnSpPr/>
            <p:nvPr/>
          </p:nvCxnSpPr>
          <p:spPr>
            <a:xfrm rot="10800000">
              <a:off x="2466" y="3502"/>
              <a:ext cx="2138" cy="0"/>
            </a:xfrm>
            <a:prstGeom prst="straightConnector1">
              <a:avLst/>
            </a:prstGeom>
            <a:noFill/>
            <a:ln cap="flat" cmpd="sng" w="38100">
              <a:solidFill>
                <a:srgbClr val="FF3300"/>
              </a:solidFill>
              <a:prstDash val="solid"/>
              <a:round/>
              <a:headEnd len="med" w="med" type="none"/>
              <a:tailEnd len="med" w="med" type="stealth"/>
            </a:ln>
          </p:spPr>
        </p:cxnSp>
        <p:sp>
          <p:nvSpPr>
            <p:cNvPr id="468" name="Google Shape;468;p25"/>
            <p:cNvSpPr/>
            <p:nvPr/>
          </p:nvSpPr>
          <p:spPr>
            <a:xfrm>
              <a:off x="2410" y="3289"/>
              <a:ext cx="90" cy="90"/>
            </a:xfrm>
            <a:prstGeom prst="ellipse">
              <a:avLst/>
            </a:prstGeom>
            <a:solidFill>
              <a:srgbClr val="FF33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469" name="Google Shape;469;p25"/>
            <p:cNvSpPr txBox="1"/>
            <p:nvPr/>
          </p:nvSpPr>
          <p:spPr>
            <a:xfrm>
              <a:off x="541" y="3291"/>
              <a:ext cx="1183" cy="2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accent2"/>
                  </a:solidFill>
                  <a:latin typeface="Arial"/>
                  <a:ea typeface="Arial"/>
                  <a:cs typeface="Arial"/>
                  <a:sym typeface="Arial"/>
                </a:rPr>
                <a:t>Displacement B</a:t>
              </a:r>
              <a:endParaRPr/>
            </a:p>
          </p:txBody>
        </p:sp>
        <p:cxnSp>
          <p:nvCxnSpPr>
            <p:cNvPr id="470" name="Google Shape;470;p25"/>
            <p:cNvCxnSpPr/>
            <p:nvPr/>
          </p:nvCxnSpPr>
          <p:spPr>
            <a:xfrm>
              <a:off x="3539" y="2895"/>
              <a:ext cx="0" cy="667"/>
            </a:xfrm>
            <a:prstGeom prst="straightConnector1">
              <a:avLst/>
            </a:prstGeom>
            <a:noFill/>
            <a:ln cap="flat" cmpd="sng" w="9525">
              <a:solidFill>
                <a:schemeClr val="dk1"/>
              </a:solidFill>
              <a:prstDash val="solid"/>
              <a:round/>
              <a:headEnd len="med" w="med" type="none"/>
              <a:tailEnd len="med" w="med" type="none"/>
            </a:ln>
          </p:spPr>
        </p:cxnSp>
        <p:sp>
          <p:nvSpPr>
            <p:cNvPr id="471" name="Google Shape;471;p25"/>
            <p:cNvSpPr/>
            <p:nvPr/>
          </p:nvSpPr>
          <p:spPr>
            <a:xfrm>
              <a:off x="3471" y="3171"/>
              <a:ext cx="136" cy="159"/>
            </a:xfrm>
            <a:prstGeom prst="rect">
              <a:avLst/>
            </a:prstGeom>
            <a:solidFill>
              <a:srgbClr val="FFFFCC"/>
            </a:solidFill>
            <a:ln cap="flat" cmpd="sng" w="9525">
              <a:solidFill>
                <a:srgbClr val="FFFF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472" name="Google Shape;472;p25"/>
            <p:cNvSpPr txBox="1"/>
            <p:nvPr/>
          </p:nvSpPr>
          <p:spPr>
            <a:xfrm>
              <a:off x="3434" y="3124"/>
              <a:ext cx="227"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Arial"/>
                  <a:ea typeface="Arial"/>
                  <a:cs typeface="Arial"/>
                  <a:sym typeface="Arial"/>
                </a:rPr>
                <a:t>0</a:t>
              </a:r>
              <a:endParaRPr i="1" sz="2000">
                <a:solidFill>
                  <a:schemeClr val="dk1"/>
                </a:solidFill>
                <a:latin typeface="Arial"/>
                <a:ea typeface="Arial"/>
                <a:cs typeface="Arial"/>
                <a:sym typeface="Arial"/>
              </a:endParaRPr>
            </a:p>
          </p:txBody>
        </p:sp>
      </p:grpSp>
      <p:sp>
        <p:nvSpPr>
          <p:cNvPr id="473" name="Google Shape;473;p25"/>
          <p:cNvSpPr txBox="1"/>
          <p:nvPr/>
        </p:nvSpPr>
        <p:spPr>
          <a:xfrm>
            <a:off x="4608513" y="3903663"/>
            <a:ext cx="325437" cy="396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accent2"/>
                </a:solidFill>
                <a:latin typeface="Arial"/>
                <a:ea typeface="Arial"/>
                <a:cs typeface="Arial"/>
                <a:sym typeface="Arial"/>
              </a:rPr>
              <a:t>1</a:t>
            </a:r>
            <a:endParaRPr/>
          </a:p>
        </p:txBody>
      </p:sp>
      <p:sp>
        <p:nvSpPr>
          <p:cNvPr id="474" name="Google Shape;474;p25"/>
          <p:cNvSpPr txBox="1"/>
          <p:nvPr/>
        </p:nvSpPr>
        <p:spPr>
          <a:xfrm>
            <a:off x="7143750" y="3913188"/>
            <a:ext cx="325438" cy="396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Arial"/>
                <a:ea typeface="Arial"/>
                <a:cs typeface="Arial"/>
                <a:sym typeface="Arial"/>
              </a:rPr>
              <a:t>2</a:t>
            </a:r>
            <a:endParaRPr/>
          </a:p>
        </p:txBody>
      </p:sp>
      <p:sp>
        <p:nvSpPr>
          <p:cNvPr id="475" name="Google Shape;475;p25"/>
          <p:cNvSpPr/>
          <p:nvPr/>
        </p:nvSpPr>
        <p:spPr>
          <a:xfrm>
            <a:off x="3357563" y="5768975"/>
            <a:ext cx="566737" cy="276225"/>
          </a:xfrm>
          <a:prstGeom prst="rect">
            <a:avLst/>
          </a:prstGeom>
          <a:solidFill>
            <a:schemeClr val="accent2">
              <a:alpha val="23529"/>
            </a:scheme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476" name="Google Shape;476;p25"/>
          <p:cNvSpPr/>
          <p:nvPr/>
        </p:nvSpPr>
        <p:spPr>
          <a:xfrm>
            <a:off x="2303463" y="5775325"/>
            <a:ext cx="723900" cy="276225"/>
          </a:xfrm>
          <a:prstGeom prst="rect">
            <a:avLst/>
          </a:prstGeom>
          <a:solidFill>
            <a:srgbClr val="FF0000">
              <a:alpha val="23529"/>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477" name="Google Shape;477;p25"/>
          <p:cNvSpPr txBox="1"/>
          <p:nvPr/>
        </p:nvSpPr>
        <p:spPr>
          <a:xfrm>
            <a:off x="7151688" y="4603750"/>
            <a:ext cx="325437" cy="396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accent2"/>
                </a:solidFill>
                <a:latin typeface="Arial"/>
                <a:ea typeface="Arial"/>
                <a:cs typeface="Arial"/>
                <a:sym typeface="Arial"/>
              </a:rPr>
              <a:t>1</a:t>
            </a:r>
            <a:endParaRPr/>
          </a:p>
        </p:txBody>
      </p:sp>
      <p:sp>
        <p:nvSpPr>
          <p:cNvPr id="478" name="Google Shape;478;p25"/>
          <p:cNvSpPr txBox="1"/>
          <p:nvPr/>
        </p:nvSpPr>
        <p:spPr>
          <a:xfrm>
            <a:off x="3732213" y="4595813"/>
            <a:ext cx="325437" cy="396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Arial"/>
                <a:ea typeface="Arial"/>
                <a:cs typeface="Arial"/>
                <a:sym typeface="Arial"/>
              </a:rPr>
              <a:t>2</a:t>
            </a:r>
            <a:endParaRPr/>
          </a:p>
        </p:txBody>
      </p:sp>
      <p:sp>
        <p:nvSpPr>
          <p:cNvPr id="479" name="Google Shape;479;p25"/>
          <p:cNvSpPr/>
          <p:nvPr/>
        </p:nvSpPr>
        <p:spPr>
          <a:xfrm>
            <a:off x="3281363" y="6253163"/>
            <a:ext cx="711200" cy="276225"/>
          </a:xfrm>
          <a:prstGeom prst="rect">
            <a:avLst/>
          </a:prstGeom>
          <a:solidFill>
            <a:schemeClr val="accent2">
              <a:alpha val="23529"/>
            </a:scheme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480" name="Google Shape;480;p25"/>
          <p:cNvSpPr/>
          <p:nvPr/>
        </p:nvSpPr>
        <p:spPr>
          <a:xfrm>
            <a:off x="2276475" y="6248400"/>
            <a:ext cx="723900" cy="276225"/>
          </a:xfrm>
          <a:prstGeom prst="rect">
            <a:avLst/>
          </a:prstGeom>
          <a:solidFill>
            <a:srgbClr val="FF0000">
              <a:alpha val="23529"/>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grpSp>
        <p:nvGrpSpPr>
          <p:cNvPr id="481" name="Google Shape;481;p25"/>
          <p:cNvGrpSpPr/>
          <p:nvPr/>
        </p:nvGrpSpPr>
        <p:grpSpPr>
          <a:xfrm>
            <a:off x="828675" y="2006600"/>
            <a:ext cx="7697788" cy="1127125"/>
            <a:chOff x="522" y="2684"/>
            <a:chExt cx="4849" cy="710"/>
          </a:xfrm>
        </p:grpSpPr>
        <p:sp>
          <p:nvSpPr>
            <p:cNvPr id="482" name="Google Shape;482;p25"/>
            <p:cNvSpPr txBox="1"/>
            <p:nvPr/>
          </p:nvSpPr>
          <p:spPr>
            <a:xfrm>
              <a:off x="3775" y="2684"/>
              <a:ext cx="1449" cy="288"/>
            </a:xfrm>
            <a:prstGeom prst="rect">
              <a:avLst/>
            </a:prstGeom>
            <a:solidFill>
              <a:srgbClr val="FF0000"/>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lt1"/>
                  </a:solidFill>
                  <a:latin typeface="Arial"/>
                  <a:ea typeface="Arial"/>
                  <a:cs typeface="Arial"/>
                  <a:sym typeface="Arial"/>
                </a:rPr>
                <a:t>displacement</a:t>
              </a:r>
              <a:endParaRPr/>
            </a:p>
          </p:txBody>
        </p:sp>
        <p:sp>
          <p:nvSpPr>
            <p:cNvPr id="483" name="Google Shape;483;p25"/>
            <p:cNvSpPr/>
            <p:nvPr/>
          </p:nvSpPr>
          <p:spPr>
            <a:xfrm>
              <a:off x="522" y="2686"/>
              <a:ext cx="4701" cy="701"/>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484" name="Google Shape;484;p25"/>
            <p:cNvSpPr txBox="1"/>
            <p:nvPr/>
          </p:nvSpPr>
          <p:spPr>
            <a:xfrm>
              <a:off x="864" y="2743"/>
              <a:ext cx="1259"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chemeClr val="dk1"/>
                  </a:solidFill>
                  <a:latin typeface="Arial"/>
                  <a:ea typeface="Arial"/>
                  <a:cs typeface="Arial"/>
                  <a:sym typeface="Arial"/>
                </a:rPr>
                <a:t>∆x</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x</a:t>
              </a:r>
              <a:r>
                <a:rPr baseline="-25000" lang="en-US" sz="2400">
                  <a:solidFill>
                    <a:schemeClr val="dk1"/>
                  </a:solidFill>
                  <a:latin typeface="Arial"/>
                  <a:ea typeface="Arial"/>
                  <a:cs typeface="Arial"/>
                  <a:sym typeface="Arial"/>
                </a:rPr>
                <a:t>2</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x</a:t>
              </a:r>
              <a:r>
                <a:rPr baseline="-25000" lang="en-US" sz="2400">
                  <a:solidFill>
                    <a:schemeClr val="dk1"/>
                  </a:solidFill>
                  <a:latin typeface="Arial"/>
                  <a:ea typeface="Arial"/>
                  <a:cs typeface="Arial"/>
                  <a:sym typeface="Arial"/>
                </a:rPr>
                <a:t>1</a:t>
              </a:r>
              <a:endParaRPr baseline="-25000" i="1" sz="2400">
                <a:solidFill>
                  <a:schemeClr val="dk1"/>
                </a:solidFill>
                <a:latin typeface="Arial"/>
                <a:ea typeface="Arial"/>
                <a:cs typeface="Arial"/>
                <a:sym typeface="Arial"/>
              </a:endParaRPr>
            </a:p>
          </p:txBody>
        </p:sp>
        <p:sp>
          <p:nvSpPr>
            <p:cNvPr id="485" name="Google Shape;485;p25"/>
            <p:cNvSpPr txBox="1"/>
            <p:nvPr/>
          </p:nvSpPr>
          <p:spPr>
            <a:xfrm>
              <a:off x="977" y="2984"/>
              <a:ext cx="1259"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chemeClr val="dk1"/>
                  </a:solidFill>
                  <a:latin typeface="Arial"/>
                  <a:ea typeface="Arial"/>
                  <a:cs typeface="Arial"/>
                  <a:sym typeface="Arial"/>
                </a:rPr>
                <a:t>s</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x</a:t>
              </a:r>
              <a:r>
                <a:rPr baseline="-25000" lang="en-US" sz="2400">
                  <a:solidFill>
                    <a:schemeClr val="dk1"/>
                  </a:solidFill>
                  <a:latin typeface="Arial"/>
                  <a:ea typeface="Arial"/>
                  <a:cs typeface="Arial"/>
                  <a:sym typeface="Arial"/>
                </a:rPr>
                <a:t>2</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x</a:t>
              </a:r>
              <a:r>
                <a:rPr baseline="-25000" lang="en-US" sz="2400">
                  <a:solidFill>
                    <a:schemeClr val="dk1"/>
                  </a:solidFill>
                  <a:latin typeface="Arial"/>
                  <a:ea typeface="Arial"/>
                  <a:cs typeface="Arial"/>
                  <a:sym typeface="Arial"/>
                </a:rPr>
                <a:t>1</a:t>
              </a:r>
              <a:endParaRPr baseline="-25000" i="1" sz="2400">
                <a:solidFill>
                  <a:schemeClr val="dk1"/>
                </a:solidFill>
                <a:latin typeface="Arial"/>
                <a:ea typeface="Arial"/>
                <a:cs typeface="Arial"/>
                <a:sym typeface="Arial"/>
              </a:endParaRPr>
            </a:p>
          </p:txBody>
        </p:sp>
        <p:sp>
          <p:nvSpPr>
            <p:cNvPr id="486" name="Google Shape;486;p25"/>
            <p:cNvSpPr txBox="1"/>
            <p:nvPr/>
          </p:nvSpPr>
          <p:spPr>
            <a:xfrm>
              <a:off x="2522" y="2926"/>
              <a:ext cx="2836"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chemeClr val="accent2"/>
                  </a:solidFill>
                  <a:latin typeface="Arial"/>
                  <a:ea typeface="Arial"/>
                  <a:cs typeface="Arial"/>
                  <a:sym typeface="Arial"/>
                </a:rPr>
                <a:t>where</a:t>
              </a:r>
              <a:r>
                <a:rPr lang="en-US" sz="2400">
                  <a:solidFill>
                    <a:schemeClr val="accent2"/>
                  </a:solidFill>
                  <a:latin typeface="Arial"/>
                  <a:ea typeface="Arial"/>
                  <a:cs typeface="Arial"/>
                  <a:sym typeface="Arial"/>
                </a:rPr>
                <a:t> </a:t>
              </a:r>
              <a:r>
                <a:rPr i="1" lang="en-US" sz="2400">
                  <a:solidFill>
                    <a:schemeClr val="accent2"/>
                  </a:solidFill>
                  <a:latin typeface="Arial"/>
                  <a:ea typeface="Arial"/>
                  <a:cs typeface="Arial"/>
                  <a:sym typeface="Arial"/>
                </a:rPr>
                <a:t>x</a:t>
              </a:r>
              <a:r>
                <a:rPr baseline="-25000" lang="en-US" sz="2400">
                  <a:solidFill>
                    <a:schemeClr val="accent2"/>
                  </a:solidFill>
                  <a:latin typeface="Arial"/>
                  <a:ea typeface="Arial"/>
                  <a:cs typeface="Arial"/>
                  <a:sym typeface="Arial"/>
                </a:rPr>
                <a:t>2</a:t>
              </a:r>
              <a:r>
                <a:rPr lang="en-US" sz="2400">
                  <a:solidFill>
                    <a:schemeClr val="accent2"/>
                  </a:solidFill>
                  <a:latin typeface="Arial"/>
                  <a:ea typeface="Arial"/>
                  <a:cs typeface="Arial"/>
                  <a:sym typeface="Arial"/>
                </a:rPr>
                <a:t> </a:t>
              </a:r>
              <a:r>
                <a:rPr i="1" lang="en-US" sz="2400">
                  <a:solidFill>
                    <a:schemeClr val="accent2"/>
                  </a:solidFill>
                  <a:latin typeface="Arial"/>
                  <a:ea typeface="Arial"/>
                  <a:cs typeface="Arial"/>
                  <a:sym typeface="Arial"/>
                </a:rPr>
                <a:t>is the final position</a:t>
              </a:r>
              <a:endParaRPr baseline="-25000" i="1" sz="2400">
                <a:solidFill>
                  <a:schemeClr val="accent2"/>
                </a:solidFill>
                <a:latin typeface="Arial"/>
                <a:ea typeface="Arial"/>
                <a:cs typeface="Arial"/>
                <a:sym typeface="Arial"/>
              </a:endParaRPr>
            </a:p>
          </p:txBody>
        </p:sp>
        <p:sp>
          <p:nvSpPr>
            <p:cNvPr id="487" name="Google Shape;487;p25"/>
            <p:cNvSpPr txBox="1"/>
            <p:nvPr/>
          </p:nvSpPr>
          <p:spPr>
            <a:xfrm>
              <a:off x="2520" y="3106"/>
              <a:ext cx="2851"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chemeClr val="accent2"/>
                  </a:solidFill>
                  <a:latin typeface="Arial"/>
                  <a:ea typeface="Arial"/>
                  <a:cs typeface="Arial"/>
                  <a:sym typeface="Arial"/>
                </a:rPr>
                <a:t>and x</a:t>
              </a:r>
              <a:r>
                <a:rPr baseline="-25000" lang="en-US" sz="2400">
                  <a:solidFill>
                    <a:schemeClr val="accent2"/>
                  </a:solidFill>
                  <a:latin typeface="Arial"/>
                  <a:ea typeface="Arial"/>
                  <a:cs typeface="Arial"/>
                  <a:sym typeface="Arial"/>
                </a:rPr>
                <a:t>1</a:t>
              </a:r>
              <a:r>
                <a:rPr lang="en-US" sz="2400">
                  <a:solidFill>
                    <a:schemeClr val="accent2"/>
                  </a:solidFill>
                  <a:latin typeface="Arial"/>
                  <a:ea typeface="Arial"/>
                  <a:cs typeface="Arial"/>
                  <a:sym typeface="Arial"/>
                </a:rPr>
                <a:t> </a:t>
              </a:r>
              <a:r>
                <a:rPr i="1" lang="en-US" sz="2400">
                  <a:solidFill>
                    <a:schemeClr val="accent2"/>
                  </a:solidFill>
                  <a:latin typeface="Arial"/>
                  <a:ea typeface="Arial"/>
                  <a:cs typeface="Arial"/>
                  <a:sym typeface="Arial"/>
                </a:rPr>
                <a:t>is the initial position</a:t>
              </a:r>
              <a:endParaRPr baseline="-25000" i="1" sz="2400">
                <a:solidFill>
                  <a:schemeClr val="accent2"/>
                </a:solidFill>
                <a:latin typeface="Arial"/>
                <a:ea typeface="Arial"/>
                <a:cs typeface="Arial"/>
                <a:sym typeface="Arial"/>
              </a:endParaRPr>
            </a:p>
          </p:txBody>
        </p:sp>
      </p:grpSp>
      <p:sp>
        <p:nvSpPr>
          <p:cNvPr id="488" name="Google Shape;488;p25"/>
          <p:cNvSpPr/>
          <p:nvPr/>
        </p:nvSpPr>
        <p:spPr>
          <a:xfrm>
            <a:off x="5254625" y="5589588"/>
            <a:ext cx="3197225" cy="1268412"/>
          </a:xfrm>
          <a:prstGeom prst="rect">
            <a:avLst/>
          </a:prstGeom>
          <a:solidFill>
            <a:srgbClr val="FFCCCC"/>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rPr b="1" i="1" lang="en-US" sz="2400">
                <a:solidFill>
                  <a:schemeClr val="dk1"/>
                </a:solidFill>
                <a:latin typeface="Arial"/>
                <a:ea typeface="Arial"/>
                <a:cs typeface="Arial"/>
                <a:sym typeface="Arial"/>
              </a:rPr>
              <a:t>FYI</a:t>
            </a:r>
            <a:endParaRPr/>
          </a:p>
          <a:p>
            <a:pPr indent="0" lvl="0" marL="0" marR="0" rtl="0" algn="l">
              <a:spcBef>
                <a:spcPts val="480"/>
              </a:spcBef>
              <a:spcAft>
                <a:spcPts val="0"/>
              </a:spcAft>
              <a:buClr>
                <a:schemeClr val="dk1"/>
              </a:buClr>
              <a:buSzPts val="2400"/>
              <a:buFont typeface="Arial"/>
              <a:buNone/>
            </a:pPr>
            <a:r>
              <a:rPr b="1" lang="en-US" sz="2400">
                <a:solidFill>
                  <a:schemeClr val="dk1"/>
                </a:solidFill>
                <a:latin typeface="Arial"/>
                <a:ea typeface="Arial"/>
                <a:cs typeface="Arial"/>
                <a:sym typeface="Arial"/>
              </a:rPr>
              <a:t>∙</a:t>
            </a:r>
            <a:r>
              <a:rPr lang="en-US" sz="2400">
                <a:solidFill>
                  <a:schemeClr val="dk1"/>
                </a:solidFill>
                <a:latin typeface="Arial"/>
                <a:ea typeface="Arial"/>
                <a:cs typeface="Arial"/>
                <a:sym typeface="Arial"/>
              </a:rPr>
              <a:t>The correct direction  (sign) is automatic!</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481"/>
                                        </p:tgtEl>
                                        <p:attrNameLst>
                                          <p:attrName>style.visibility</p:attrName>
                                        </p:attrNameLst>
                                      </p:cBhvr>
                                      <p:to>
                                        <p:strVal val="visible"/>
                                      </p:to>
                                    </p:set>
                                    <p:anim calcmode="lin" valueType="num">
                                      <p:cBhvr additive="base">
                                        <p:cTn dur="500"/>
                                        <p:tgtEl>
                                          <p:spTgt spid="481"/>
                                        </p:tgtEl>
                                        <p:attrNameLst>
                                          <p:attrName>ppt_w</p:attrName>
                                        </p:attrNameLst>
                                      </p:cBhvr>
                                      <p:tavLst>
                                        <p:tav fmla="" tm="0">
                                          <p:val>
                                            <p:strVal val="0"/>
                                          </p:val>
                                        </p:tav>
                                        <p:tav fmla="" tm="100000">
                                          <p:val>
                                            <p:strVal val="#ppt_w"/>
                                          </p:val>
                                        </p:tav>
                                      </p:tavLst>
                                    </p:anim>
                                    <p:anim calcmode="lin" valueType="num">
                                      <p:cBhvr additive="base">
                                        <p:cTn dur="500"/>
                                        <p:tgtEl>
                                          <p:spTgt spid="481"/>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85">
                                            <p:txEl>
                                              <p:pRg end="0" st="0"/>
                                            </p:txEl>
                                          </p:spTgt>
                                        </p:tgtEl>
                                        <p:attrNameLst>
                                          <p:attrName>style.visibility</p:attrName>
                                        </p:attrNameLst>
                                      </p:cBhvr>
                                      <p:to>
                                        <p:strVal val="visible"/>
                                      </p:to>
                                    </p:set>
                                    <p:anim calcmode="lin" valueType="num">
                                      <p:cBhvr additive="base">
                                        <p:cTn dur="500"/>
                                        <p:tgtEl>
                                          <p:spTgt spid="385">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85">
                                            <p:txEl>
                                              <p:pRg end="1" st="1"/>
                                            </p:txEl>
                                          </p:spTgt>
                                        </p:tgtEl>
                                        <p:attrNameLst>
                                          <p:attrName>style.visibility</p:attrName>
                                        </p:attrNameLst>
                                      </p:cBhvr>
                                      <p:to>
                                        <p:strVal val="visible"/>
                                      </p:to>
                                    </p:set>
                                    <p:anim calcmode="lin" valueType="num">
                                      <p:cBhvr additive="base">
                                        <p:cTn dur="500"/>
                                        <p:tgtEl>
                                          <p:spTgt spid="385">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85">
                                            <p:txEl>
                                              <p:pRg end="2" st="2"/>
                                            </p:txEl>
                                          </p:spTgt>
                                        </p:tgtEl>
                                        <p:attrNameLst>
                                          <p:attrName>style.visibility</p:attrName>
                                        </p:attrNameLst>
                                      </p:cBhvr>
                                      <p:to>
                                        <p:strVal val="visible"/>
                                      </p:to>
                                    </p:set>
                                    <p:anim calcmode="lin" valueType="num">
                                      <p:cBhvr additive="base">
                                        <p:cTn dur="500"/>
                                        <p:tgtEl>
                                          <p:spTgt spid="385">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85">
                                            <p:txEl>
                                              <p:pRg end="3" st="3"/>
                                            </p:txEl>
                                          </p:spTgt>
                                        </p:tgtEl>
                                        <p:attrNameLst>
                                          <p:attrName>style.visibility</p:attrName>
                                        </p:attrNameLst>
                                      </p:cBhvr>
                                      <p:to>
                                        <p:strVal val="visible"/>
                                      </p:to>
                                    </p:set>
                                    <p:anim calcmode="lin" valueType="num">
                                      <p:cBhvr additive="base">
                                        <p:cTn dur="500"/>
                                        <p:tgtEl>
                                          <p:spTgt spid="385">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85">
                                            <p:txEl>
                                              <p:pRg end="4" st="4"/>
                                            </p:txEl>
                                          </p:spTgt>
                                        </p:tgtEl>
                                        <p:attrNameLst>
                                          <p:attrName>style.visibility</p:attrName>
                                        </p:attrNameLst>
                                      </p:cBhvr>
                                      <p:to>
                                        <p:strVal val="visible"/>
                                      </p:to>
                                    </p:set>
                                    <p:anim calcmode="lin" valueType="num">
                                      <p:cBhvr additive="base">
                                        <p:cTn dur="500"/>
                                        <p:tgtEl>
                                          <p:spTgt spid="385">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85">
                                            <p:txEl>
                                              <p:pRg end="5" st="5"/>
                                            </p:txEl>
                                          </p:spTgt>
                                        </p:tgtEl>
                                        <p:attrNameLst>
                                          <p:attrName>style.visibility</p:attrName>
                                        </p:attrNameLst>
                                      </p:cBhvr>
                                      <p:to>
                                        <p:strVal val="visible"/>
                                      </p:to>
                                    </p:set>
                                    <p:anim calcmode="lin" valueType="num">
                                      <p:cBhvr additive="base">
                                        <p:cTn dur="500"/>
                                        <p:tgtEl>
                                          <p:spTgt spid="385">
                                            <p:txEl>
                                              <p:pRg end="5" st="5"/>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3" presetSubtype="16">
                                  <p:stCondLst>
                                    <p:cond delay="0"/>
                                  </p:stCondLst>
                                  <p:childTnLst>
                                    <p:set>
                                      <p:cBhvr>
                                        <p:cTn dur="1" fill="hold">
                                          <p:stCondLst>
                                            <p:cond delay="0"/>
                                          </p:stCondLst>
                                        </p:cTn>
                                        <p:tgtEl>
                                          <p:spTgt spid="387"/>
                                        </p:tgtEl>
                                        <p:attrNameLst>
                                          <p:attrName>style.visibility</p:attrName>
                                        </p:attrNameLst>
                                      </p:cBhvr>
                                      <p:to>
                                        <p:strVal val="visible"/>
                                      </p:to>
                                    </p:set>
                                    <p:anim calcmode="lin" valueType="num">
                                      <p:cBhvr additive="base">
                                        <p:cTn dur="500"/>
                                        <p:tgtEl>
                                          <p:spTgt spid="387"/>
                                        </p:tgtEl>
                                        <p:attrNameLst>
                                          <p:attrName>ppt_w</p:attrName>
                                        </p:attrNameLst>
                                      </p:cBhvr>
                                      <p:tavLst>
                                        <p:tav fmla="" tm="0">
                                          <p:val>
                                            <p:strVal val="0"/>
                                          </p:val>
                                        </p:tav>
                                        <p:tav fmla="" tm="100000">
                                          <p:val>
                                            <p:strVal val="#ppt_w"/>
                                          </p:val>
                                        </p:tav>
                                      </p:tavLst>
                                    </p:anim>
                                    <p:anim calcmode="lin" valueType="num">
                                      <p:cBhvr additive="base">
                                        <p:cTn dur="500"/>
                                        <p:tgtEl>
                                          <p:spTgt spid="387"/>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473"/>
                                        </p:tgtEl>
                                        <p:attrNameLst>
                                          <p:attrName>style.visibility</p:attrName>
                                        </p:attrNameLst>
                                      </p:cBhvr>
                                      <p:to>
                                        <p:strVal val="visible"/>
                                      </p:to>
                                    </p:set>
                                    <p:anim calcmode="lin" valueType="num">
                                      <p:cBhvr additive="base">
                                        <p:cTn dur="500"/>
                                        <p:tgtEl>
                                          <p:spTgt spid="473"/>
                                        </p:tgtEl>
                                        <p:attrNameLst>
                                          <p:attrName>ppt_w</p:attrName>
                                        </p:attrNameLst>
                                      </p:cBhvr>
                                      <p:tavLst>
                                        <p:tav fmla="" tm="0">
                                          <p:val>
                                            <p:strVal val="0"/>
                                          </p:val>
                                        </p:tav>
                                        <p:tav fmla="" tm="100000">
                                          <p:val>
                                            <p:strVal val="#ppt_w"/>
                                          </p:val>
                                        </p:tav>
                                      </p:tavLst>
                                    </p:anim>
                                    <p:anim calcmode="lin" valueType="num">
                                      <p:cBhvr additive="base">
                                        <p:cTn dur="500"/>
                                        <p:tgtEl>
                                          <p:spTgt spid="473"/>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475"/>
                                        </p:tgtEl>
                                        <p:attrNameLst>
                                          <p:attrName>style.visibility</p:attrName>
                                        </p:attrNameLst>
                                      </p:cBhvr>
                                      <p:to>
                                        <p:strVal val="visible"/>
                                      </p:to>
                                    </p:set>
                                    <p:anim calcmode="lin" valueType="num">
                                      <p:cBhvr additive="base">
                                        <p:cTn dur="500"/>
                                        <p:tgtEl>
                                          <p:spTgt spid="475"/>
                                        </p:tgtEl>
                                        <p:attrNameLst>
                                          <p:attrName>ppt_w</p:attrName>
                                        </p:attrNameLst>
                                      </p:cBhvr>
                                      <p:tavLst>
                                        <p:tav fmla="" tm="0">
                                          <p:val>
                                            <p:strVal val="0"/>
                                          </p:val>
                                        </p:tav>
                                        <p:tav fmla="" tm="100000">
                                          <p:val>
                                            <p:strVal val="#ppt_w"/>
                                          </p:val>
                                        </p:tav>
                                      </p:tavLst>
                                    </p:anim>
                                    <p:anim calcmode="lin" valueType="num">
                                      <p:cBhvr additive="base">
                                        <p:cTn dur="500"/>
                                        <p:tgtEl>
                                          <p:spTgt spid="475"/>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474"/>
                                        </p:tgtEl>
                                        <p:attrNameLst>
                                          <p:attrName>style.visibility</p:attrName>
                                        </p:attrNameLst>
                                      </p:cBhvr>
                                      <p:to>
                                        <p:strVal val="visible"/>
                                      </p:to>
                                    </p:set>
                                    <p:anim calcmode="lin" valueType="num">
                                      <p:cBhvr additive="base">
                                        <p:cTn dur="500"/>
                                        <p:tgtEl>
                                          <p:spTgt spid="474"/>
                                        </p:tgtEl>
                                        <p:attrNameLst>
                                          <p:attrName>ppt_w</p:attrName>
                                        </p:attrNameLst>
                                      </p:cBhvr>
                                      <p:tavLst>
                                        <p:tav fmla="" tm="0">
                                          <p:val>
                                            <p:strVal val="0"/>
                                          </p:val>
                                        </p:tav>
                                        <p:tav fmla="" tm="100000">
                                          <p:val>
                                            <p:strVal val="#ppt_w"/>
                                          </p:val>
                                        </p:tav>
                                      </p:tavLst>
                                    </p:anim>
                                    <p:anim calcmode="lin" valueType="num">
                                      <p:cBhvr additive="base">
                                        <p:cTn dur="500"/>
                                        <p:tgtEl>
                                          <p:spTgt spid="474"/>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476"/>
                                        </p:tgtEl>
                                        <p:attrNameLst>
                                          <p:attrName>style.visibility</p:attrName>
                                        </p:attrNameLst>
                                      </p:cBhvr>
                                      <p:to>
                                        <p:strVal val="visible"/>
                                      </p:to>
                                    </p:set>
                                    <p:anim calcmode="lin" valueType="num">
                                      <p:cBhvr additive="base">
                                        <p:cTn dur="500"/>
                                        <p:tgtEl>
                                          <p:spTgt spid="476"/>
                                        </p:tgtEl>
                                        <p:attrNameLst>
                                          <p:attrName>ppt_w</p:attrName>
                                        </p:attrNameLst>
                                      </p:cBhvr>
                                      <p:tavLst>
                                        <p:tav fmla="" tm="0">
                                          <p:val>
                                            <p:strVal val="0"/>
                                          </p:val>
                                        </p:tav>
                                        <p:tav fmla="" tm="100000">
                                          <p:val>
                                            <p:strVal val="#ppt_w"/>
                                          </p:val>
                                        </p:tav>
                                      </p:tavLst>
                                    </p:anim>
                                    <p:anim calcmode="lin" valueType="num">
                                      <p:cBhvr additive="base">
                                        <p:cTn dur="500"/>
                                        <p:tgtEl>
                                          <p:spTgt spid="476"/>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477"/>
                                        </p:tgtEl>
                                        <p:attrNameLst>
                                          <p:attrName>style.visibility</p:attrName>
                                        </p:attrNameLst>
                                      </p:cBhvr>
                                      <p:to>
                                        <p:strVal val="visible"/>
                                      </p:to>
                                    </p:set>
                                    <p:anim calcmode="lin" valueType="num">
                                      <p:cBhvr additive="base">
                                        <p:cTn dur="500"/>
                                        <p:tgtEl>
                                          <p:spTgt spid="477"/>
                                        </p:tgtEl>
                                        <p:attrNameLst>
                                          <p:attrName>ppt_w</p:attrName>
                                        </p:attrNameLst>
                                      </p:cBhvr>
                                      <p:tavLst>
                                        <p:tav fmla="" tm="0">
                                          <p:val>
                                            <p:strVal val="0"/>
                                          </p:val>
                                        </p:tav>
                                        <p:tav fmla="" tm="100000">
                                          <p:val>
                                            <p:strVal val="#ppt_w"/>
                                          </p:val>
                                        </p:tav>
                                      </p:tavLst>
                                    </p:anim>
                                    <p:anim calcmode="lin" valueType="num">
                                      <p:cBhvr additive="base">
                                        <p:cTn dur="500"/>
                                        <p:tgtEl>
                                          <p:spTgt spid="477"/>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479"/>
                                        </p:tgtEl>
                                        <p:attrNameLst>
                                          <p:attrName>style.visibility</p:attrName>
                                        </p:attrNameLst>
                                      </p:cBhvr>
                                      <p:to>
                                        <p:strVal val="visible"/>
                                      </p:to>
                                    </p:set>
                                    <p:anim calcmode="lin" valueType="num">
                                      <p:cBhvr additive="base">
                                        <p:cTn dur="500"/>
                                        <p:tgtEl>
                                          <p:spTgt spid="479"/>
                                        </p:tgtEl>
                                        <p:attrNameLst>
                                          <p:attrName>ppt_w</p:attrName>
                                        </p:attrNameLst>
                                      </p:cBhvr>
                                      <p:tavLst>
                                        <p:tav fmla="" tm="0">
                                          <p:val>
                                            <p:strVal val="0"/>
                                          </p:val>
                                        </p:tav>
                                        <p:tav fmla="" tm="100000">
                                          <p:val>
                                            <p:strVal val="#ppt_w"/>
                                          </p:val>
                                        </p:tav>
                                      </p:tavLst>
                                    </p:anim>
                                    <p:anim calcmode="lin" valueType="num">
                                      <p:cBhvr additive="base">
                                        <p:cTn dur="500"/>
                                        <p:tgtEl>
                                          <p:spTgt spid="479"/>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478"/>
                                        </p:tgtEl>
                                        <p:attrNameLst>
                                          <p:attrName>style.visibility</p:attrName>
                                        </p:attrNameLst>
                                      </p:cBhvr>
                                      <p:to>
                                        <p:strVal val="visible"/>
                                      </p:to>
                                    </p:set>
                                    <p:anim calcmode="lin" valueType="num">
                                      <p:cBhvr additive="base">
                                        <p:cTn dur="500"/>
                                        <p:tgtEl>
                                          <p:spTgt spid="478"/>
                                        </p:tgtEl>
                                        <p:attrNameLst>
                                          <p:attrName>ppt_w</p:attrName>
                                        </p:attrNameLst>
                                      </p:cBhvr>
                                      <p:tavLst>
                                        <p:tav fmla="" tm="0">
                                          <p:val>
                                            <p:strVal val="0"/>
                                          </p:val>
                                        </p:tav>
                                        <p:tav fmla="" tm="100000">
                                          <p:val>
                                            <p:strVal val="#ppt_w"/>
                                          </p:val>
                                        </p:tav>
                                      </p:tavLst>
                                    </p:anim>
                                    <p:anim calcmode="lin" valueType="num">
                                      <p:cBhvr additive="base">
                                        <p:cTn dur="500"/>
                                        <p:tgtEl>
                                          <p:spTgt spid="478"/>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480"/>
                                        </p:tgtEl>
                                        <p:attrNameLst>
                                          <p:attrName>style.visibility</p:attrName>
                                        </p:attrNameLst>
                                      </p:cBhvr>
                                      <p:to>
                                        <p:strVal val="visible"/>
                                      </p:to>
                                    </p:set>
                                    <p:anim calcmode="lin" valueType="num">
                                      <p:cBhvr additive="base">
                                        <p:cTn dur="500"/>
                                        <p:tgtEl>
                                          <p:spTgt spid="480"/>
                                        </p:tgtEl>
                                        <p:attrNameLst>
                                          <p:attrName>ppt_w</p:attrName>
                                        </p:attrNameLst>
                                      </p:cBhvr>
                                      <p:tavLst>
                                        <p:tav fmla="" tm="0">
                                          <p:val>
                                            <p:strVal val="0"/>
                                          </p:val>
                                        </p:tav>
                                        <p:tav fmla="" tm="100000">
                                          <p:val>
                                            <p:strVal val="#ppt_w"/>
                                          </p:val>
                                        </p:tav>
                                      </p:tavLst>
                                    </p:anim>
                                    <p:anim calcmode="lin" valueType="num">
                                      <p:cBhvr additive="base">
                                        <p:cTn dur="500"/>
                                        <p:tgtEl>
                                          <p:spTgt spid="480"/>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3" name="Shape 493"/>
        <p:cNvGrpSpPr/>
        <p:nvPr/>
      </p:nvGrpSpPr>
      <p:grpSpPr>
        <a:xfrm>
          <a:off x="0" y="0"/>
          <a:ext cx="0" cy="0"/>
          <a:chOff x="0" y="0"/>
          <a:chExt cx="0" cy="0"/>
        </a:xfrm>
      </p:grpSpPr>
      <p:sp>
        <p:nvSpPr>
          <p:cNvPr id="494" name="Google Shape;494;p26"/>
          <p:cNvSpPr/>
          <p:nvPr/>
        </p:nvSpPr>
        <p:spPr>
          <a:xfrm>
            <a:off x="685800" y="1549400"/>
            <a:ext cx="7772400" cy="2828925"/>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accent2"/>
              </a:buClr>
              <a:buSzPts val="2400"/>
              <a:buFont typeface="Arial"/>
              <a:buNone/>
            </a:pPr>
            <a:r>
              <a:rPr i="1" lang="en-US" sz="2400">
                <a:solidFill>
                  <a:schemeClr val="accent2"/>
                </a:solidFill>
                <a:latin typeface="Arial"/>
                <a:ea typeface="Arial"/>
                <a:cs typeface="Arial"/>
                <a:sym typeface="Arial"/>
              </a:rPr>
              <a:t>Speed and velocity</a:t>
            </a:r>
            <a:r>
              <a:rPr lang="en-US" sz="2400">
                <a:solidFill>
                  <a:schemeClr val="accent2"/>
                </a:solidFill>
                <a:latin typeface="Arial"/>
                <a:ea typeface="Arial"/>
                <a:cs typeface="Arial"/>
                <a:sym typeface="Arial"/>
              </a:rPr>
              <a:t> </a:t>
            </a:r>
            <a:r>
              <a:rPr lang="en-US" sz="2000">
                <a:solidFill>
                  <a:schemeClr val="dk1"/>
                </a:solidFill>
                <a:latin typeface="Courier New"/>
                <a:ea typeface="Courier New"/>
                <a:cs typeface="Courier New"/>
                <a:sym typeface="Courier New"/>
              </a:rPr>
              <a:t>	</a:t>
            </a:r>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a:t>
            </a:r>
            <a:r>
              <a:rPr b="1" lang="en-US" sz="2400">
                <a:solidFill>
                  <a:schemeClr val="dk1"/>
                </a:solidFill>
                <a:latin typeface="Arial"/>
                <a:ea typeface="Arial"/>
                <a:cs typeface="Arial"/>
                <a:sym typeface="Arial"/>
              </a:rPr>
              <a:t>Velocity</a:t>
            </a:r>
            <a:r>
              <a:rPr lang="en-US" sz="2400">
                <a:solidFill>
                  <a:schemeClr val="dk1"/>
                </a:solidFill>
                <a:latin typeface="Arial"/>
                <a:ea typeface="Arial"/>
                <a:cs typeface="Arial"/>
                <a:sym typeface="Arial"/>
              </a:rPr>
              <a:t> </a:t>
            </a:r>
            <a:r>
              <a:rPr i="1" lang="en-US" sz="2400">
                <a:solidFill>
                  <a:schemeClr val="dk1"/>
                </a:solidFill>
                <a:latin typeface="Arial"/>
                <a:ea typeface="Arial"/>
                <a:cs typeface="Arial"/>
                <a:sym typeface="Arial"/>
              </a:rPr>
              <a:t>v</a:t>
            </a:r>
            <a:r>
              <a:rPr lang="en-US" sz="2400">
                <a:solidFill>
                  <a:schemeClr val="dk1"/>
                </a:solidFill>
                <a:latin typeface="Arial"/>
                <a:ea typeface="Arial"/>
                <a:cs typeface="Arial"/>
                <a:sym typeface="Arial"/>
              </a:rPr>
              <a:t> is a measure of how fast an object moves through a displacement.</a:t>
            </a:r>
            <a:endParaRPr b="1" sz="2400">
              <a:solidFill>
                <a:schemeClr val="dk1"/>
              </a:solidFill>
              <a:latin typeface="Arial"/>
              <a:ea typeface="Arial"/>
              <a:cs typeface="Arial"/>
              <a:sym typeface="Arial"/>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∙Thus, velocity is displacement divided by time, and is measured in meters per second (m</a:t>
            </a:r>
            <a:r>
              <a:rPr baseline="-25000"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s</a:t>
            </a:r>
            <a:r>
              <a:rPr baseline="30000" lang="en-US" sz="2400">
                <a:solidFill>
                  <a:schemeClr val="dk1"/>
                </a:solidFill>
                <a:latin typeface="Arial"/>
                <a:ea typeface="Arial"/>
                <a:cs typeface="Arial"/>
                <a:sym typeface="Arial"/>
              </a:rPr>
              <a:t>-1</a:t>
            </a:r>
            <a:r>
              <a:rPr lang="en-US" sz="2400">
                <a:solidFill>
                  <a:schemeClr val="dk1"/>
                </a:solidFill>
                <a:latin typeface="Arial"/>
                <a:ea typeface="Arial"/>
                <a:cs typeface="Arial"/>
                <a:sym typeface="Arial"/>
              </a:rPr>
              <a:t>).</a:t>
            </a:r>
            <a:endParaRPr/>
          </a:p>
          <a:p>
            <a:pPr indent="0" lvl="0" marL="0" marR="0" rtl="0" algn="l">
              <a:spcBef>
                <a:spcPts val="480"/>
              </a:spcBef>
              <a:spcAft>
                <a:spcPts val="0"/>
              </a:spcAft>
              <a:buClr>
                <a:schemeClr val="dk1"/>
              </a:buClr>
              <a:buSzPts val="2400"/>
              <a:buFont typeface="Arial"/>
              <a:buNone/>
            </a:pPr>
            <a:r>
              <a:t/>
            </a:r>
            <a:endParaRPr sz="2400">
              <a:solidFill>
                <a:schemeClr val="dk1"/>
              </a:solidFill>
              <a:latin typeface="Arial"/>
              <a:ea typeface="Arial"/>
              <a:cs typeface="Arial"/>
              <a:sym typeface="Arial"/>
            </a:endParaRPr>
          </a:p>
          <a:p>
            <a:pPr indent="0" lvl="0" marL="0" marR="0" rtl="0" algn="l">
              <a:spcBef>
                <a:spcPts val="480"/>
              </a:spcBef>
              <a:spcAft>
                <a:spcPts val="0"/>
              </a:spcAft>
              <a:buClr>
                <a:schemeClr val="dk1"/>
              </a:buClr>
              <a:buSzPts val="2400"/>
              <a:buFont typeface="Arial"/>
              <a:buNone/>
            </a:pPr>
            <a:r>
              <a:t/>
            </a:r>
            <a:endParaRPr sz="2400">
              <a:solidFill>
                <a:schemeClr val="dk1"/>
              </a:solidFill>
              <a:latin typeface="Arial"/>
              <a:ea typeface="Arial"/>
              <a:cs typeface="Arial"/>
              <a:sym typeface="Arial"/>
            </a:endParaRPr>
          </a:p>
        </p:txBody>
      </p:sp>
      <p:sp>
        <p:nvSpPr>
          <p:cNvPr id="495" name="Google Shape;495;p26"/>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2: Mechanics</a:t>
            </a:r>
            <a:br>
              <a:rPr b="1" lang="en-US" sz="2800"/>
            </a:br>
            <a:r>
              <a:rPr lang="en-US" sz="2800">
                <a:solidFill>
                  <a:schemeClr val="dk1"/>
                </a:solidFill>
              </a:rPr>
              <a:t>2.1 – Motion</a:t>
            </a:r>
            <a:endParaRPr/>
          </a:p>
        </p:txBody>
      </p:sp>
      <p:grpSp>
        <p:nvGrpSpPr>
          <p:cNvPr id="496" name="Google Shape;496;p26"/>
          <p:cNvGrpSpPr/>
          <p:nvPr/>
        </p:nvGrpSpPr>
        <p:grpSpPr>
          <a:xfrm>
            <a:off x="828675" y="3563938"/>
            <a:ext cx="7464425" cy="844550"/>
            <a:chOff x="522" y="2205"/>
            <a:chExt cx="4702" cy="532"/>
          </a:xfrm>
        </p:grpSpPr>
        <p:sp>
          <p:nvSpPr>
            <p:cNvPr id="497" name="Google Shape;497;p26"/>
            <p:cNvSpPr txBox="1"/>
            <p:nvPr/>
          </p:nvSpPr>
          <p:spPr>
            <a:xfrm>
              <a:off x="3775" y="2205"/>
              <a:ext cx="1449" cy="288"/>
            </a:xfrm>
            <a:prstGeom prst="rect">
              <a:avLst/>
            </a:prstGeom>
            <a:solidFill>
              <a:srgbClr val="FF0000"/>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lt1"/>
                  </a:solidFill>
                  <a:latin typeface="Arial"/>
                  <a:ea typeface="Arial"/>
                  <a:cs typeface="Arial"/>
                  <a:sym typeface="Arial"/>
                </a:rPr>
                <a:t>velocity</a:t>
              </a:r>
              <a:endParaRPr/>
            </a:p>
          </p:txBody>
        </p:sp>
        <p:sp>
          <p:nvSpPr>
            <p:cNvPr id="498" name="Google Shape;498;p26"/>
            <p:cNvSpPr/>
            <p:nvPr/>
          </p:nvSpPr>
          <p:spPr>
            <a:xfrm>
              <a:off x="522" y="2207"/>
              <a:ext cx="4701" cy="482"/>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499" name="Google Shape;499;p26"/>
            <p:cNvSpPr txBox="1"/>
            <p:nvPr/>
          </p:nvSpPr>
          <p:spPr>
            <a:xfrm>
              <a:off x="864" y="2208"/>
              <a:ext cx="136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chemeClr val="dk1"/>
                  </a:solidFill>
                  <a:latin typeface="Arial"/>
                  <a:ea typeface="Arial"/>
                  <a:cs typeface="Arial"/>
                  <a:sym typeface="Arial"/>
                </a:rPr>
                <a:t>v</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x / </a:t>
              </a:r>
              <a:r>
                <a:rPr lang="en-US" sz="2400">
                  <a:solidFill>
                    <a:schemeClr val="dk1"/>
                  </a:solidFill>
                  <a:latin typeface="Arial"/>
                  <a:ea typeface="Arial"/>
                  <a:cs typeface="Arial"/>
                  <a:sym typeface="Arial"/>
                </a:rPr>
                <a:t>∆</a:t>
              </a:r>
              <a:r>
                <a:rPr i="1" lang="en-US" sz="2400">
                  <a:solidFill>
                    <a:schemeClr val="dk1"/>
                  </a:solidFill>
                  <a:latin typeface="Arial"/>
                  <a:ea typeface="Arial"/>
                  <a:cs typeface="Arial"/>
                  <a:sym typeface="Arial"/>
                </a:rPr>
                <a:t>t</a:t>
              </a:r>
              <a:r>
                <a:rPr i="1" lang="en-US" sz="2000">
                  <a:solidFill>
                    <a:schemeClr val="dk1"/>
                  </a:solidFill>
                  <a:latin typeface="Courier New"/>
                  <a:ea typeface="Courier New"/>
                  <a:cs typeface="Courier New"/>
                  <a:sym typeface="Courier New"/>
                </a:rPr>
                <a:t> </a:t>
              </a:r>
              <a:endParaRPr/>
            </a:p>
          </p:txBody>
        </p:sp>
        <p:sp>
          <p:nvSpPr>
            <p:cNvPr id="500" name="Google Shape;500;p26"/>
            <p:cNvSpPr txBox="1"/>
            <p:nvPr/>
          </p:nvSpPr>
          <p:spPr>
            <a:xfrm>
              <a:off x="863" y="2449"/>
              <a:ext cx="1259"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chemeClr val="dk1"/>
                  </a:solidFill>
                  <a:latin typeface="Arial"/>
                  <a:ea typeface="Arial"/>
                  <a:cs typeface="Arial"/>
                  <a:sym typeface="Arial"/>
                </a:rPr>
                <a:t>v</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s / t</a:t>
              </a:r>
              <a:endParaRPr baseline="-25000" i="1" sz="2400">
                <a:solidFill>
                  <a:schemeClr val="dk1"/>
                </a:solidFill>
                <a:latin typeface="Arial"/>
                <a:ea typeface="Arial"/>
                <a:cs typeface="Arial"/>
                <a:sym typeface="Arial"/>
              </a:endParaRPr>
            </a:p>
          </p:txBody>
        </p:sp>
      </p:grpSp>
      <p:sp>
        <p:nvSpPr>
          <p:cNvPr id="501" name="Google Shape;501;p26"/>
          <p:cNvSpPr/>
          <p:nvPr/>
        </p:nvSpPr>
        <p:spPr>
          <a:xfrm>
            <a:off x="674688" y="4398963"/>
            <a:ext cx="7772400" cy="2459037"/>
          </a:xfrm>
          <a:prstGeom prst="rect">
            <a:avLst/>
          </a:prstGeom>
          <a:solidFill>
            <a:srgbClr val="FFFFCC"/>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rPr lang="en-US" sz="2400">
                <a:solidFill>
                  <a:schemeClr val="dk1"/>
                </a:solidFill>
                <a:latin typeface="Arial"/>
                <a:ea typeface="Arial"/>
                <a:cs typeface="Arial"/>
                <a:sym typeface="Arial"/>
              </a:rPr>
              <a:t>EXAMPLE: Find the velocity of the second ball (Ball B) if it takes 4 seconds to complete its displacement.</a:t>
            </a:r>
            <a:endParaRPr sz="2400">
              <a:solidFill>
                <a:schemeClr val="dk1"/>
              </a:solidFill>
              <a:latin typeface="Arial"/>
              <a:ea typeface="Arial"/>
              <a:cs typeface="Arial"/>
              <a:sym typeface="Arial"/>
            </a:endParaRPr>
          </a:p>
          <a:p>
            <a:pPr indent="0" lvl="0" marL="0" marR="0" rtl="0" algn="l">
              <a:spcBef>
                <a:spcPts val="0"/>
              </a:spcBef>
              <a:spcAft>
                <a:spcPts val="0"/>
              </a:spcAft>
              <a:buClr>
                <a:schemeClr val="dk1"/>
              </a:buClr>
              <a:buSzPts val="2400"/>
              <a:buFont typeface="Arial"/>
              <a:buNone/>
            </a:pPr>
            <a:r>
              <a:rPr lang="en-US" sz="2400">
                <a:solidFill>
                  <a:schemeClr val="dk1"/>
                </a:solidFill>
                <a:latin typeface="Arial"/>
                <a:ea typeface="Arial"/>
                <a:cs typeface="Arial"/>
                <a:sym typeface="Arial"/>
              </a:rPr>
              <a:t>SOLUTION:</a:t>
            </a:r>
            <a:endParaRPr/>
          </a:p>
          <a:p>
            <a:pPr indent="-152400" lvl="0" marL="0" marR="0" rtl="0" algn="l">
              <a:spcBef>
                <a:spcPts val="480"/>
              </a:spcBef>
              <a:spcAft>
                <a:spcPts val="0"/>
              </a:spcAft>
              <a:buClr>
                <a:schemeClr val="dk1"/>
              </a:buClr>
              <a:buSzPts val="2400"/>
              <a:buFont typeface="Noto Sans Symbols"/>
              <a:buChar char="∙"/>
            </a:pPr>
            <a:r>
              <a:rPr lang="en-US" sz="2400">
                <a:solidFill>
                  <a:schemeClr val="dk1"/>
                </a:solidFill>
                <a:latin typeface="Arial"/>
                <a:ea typeface="Arial"/>
                <a:cs typeface="Arial"/>
                <a:sym typeface="Arial"/>
              </a:rPr>
              <a:t>For B: </a:t>
            </a:r>
            <a:r>
              <a:rPr i="1" lang="en-US" sz="2400">
                <a:solidFill>
                  <a:schemeClr val="dk1"/>
                </a:solidFill>
                <a:latin typeface="Arial"/>
                <a:ea typeface="Arial"/>
                <a:cs typeface="Arial"/>
                <a:sym typeface="Arial"/>
              </a:rPr>
              <a:t>s</a:t>
            </a:r>
            <a:r>
              <a:rPr lang="en-US" sz="2400">
                <a:solidFill>
                  <a:schemeClr val="dk1"/>
                </a:solidFill>
                <a:latin typeface="Arial"/>
                <a:ea typeface="Arial"/>
                <a:cs typeface="Arial"/>
                <a:sym typeface="Arial"/>
              </a:rPr>
              <a:t> = (-10) – (+10) = -20 m.</a:t>
            </a:r>
            <a:endParaRPr/>
          </a:p>
          <a:p>
            <a:pPr indent="-152400" lvl="0" marL="0" marR="0" rtl="0" algn="l">
              <a:spcBef>
                <a:spcPts val="480"/>
              </a:spcBef>
              <a:spcAft>
                <a:spcPts val="0"/>
              </a:spcAft>
              <a:buClr>
                <a:schemeClr val="dk1"/>
              </a:buClr>
              <a:buSzPts val="2400"/>
              <a:buFont typeface="Noto Sans Symbols"/>
              <a:buChar char="∙"/>
            </a:pPr>
            <a:r>
              <a:rPr lang="en-US" sz="2400">
                <a:solidFill>
                  <a:schemeClr val="dk1"/>
                </a:solidFill>
                <a:latin typeface="Arial"/>
                <a:ea typeface="Arial"/>
                <a:cs typeface="Arial"/>
                <a:sym typeface="Arial"/>
              </a:rPr>
              <a:t>But </a:t>
            </a:r>
            <a:r>
              <a:rPr i="1" lang="en-US" sz="2400">
                <a:solidFill>
                  <a:schemeClr val="dk1"/>
                </a:solidFill>
                <a:latin typeface="Arial"/>
                <a:ea typeface="Arial"/>
                <a:cs typeface="Arial"/>
                <a:sym typeface="Arial"/>
              </a:rPr>
              <a:t>t</a:t>
            </a:r>
            <a:r>
              <a:rPr lang="en-US" sz="2400">
                <a:solidFill>
                  <a:schemeClr val="dk1"/>
                </a:solidFill>
                <a:latin typeface="Arial"/>
                <a:ea typeface="Arial"/>
                <a:cs typeface="Arial"/>
                <a:sym typeface="Arial"/>
              </a:rPr>
              <a:t> = 4 s. Therefore </a:t>
            </a:r>
            <a:r>
              <a:rPr i="1" lang="en-US" sz="2400">
                <a:solidFill>
                  <a:schemeClr val="dk1"/>
                </a:solidFill>
                <a:latin typeface="Arial"/>
                <a:ea typeface="Arial"/>
                <a:cs typeface="Arial"/>
                <a:sym typeface="Arial"/>
              </a:rPr>
              <a:t>v</a:t>
            </a:r>
            <a:r>
              <a:rPr lang="en-US" sz="2400">
                <a:solidFill>
                  <a:schemeClr val="dk1"/>
                </a:solidFill>
                <a:latin typeface="Arial"/>
                <a:ea typeface="Arial"/>
                <a:cs typeface="Arial"/>
                <a:sym typeface="Arial"/>
              </a:rPr>
              <a:t> = -20 m / 4 s = -5 m</a:t>
            </a:r>
            <a:r>
              <a:rPr baseline="-25000"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s</a:t>
            </a:r>
            <a:r>
              <a:rPr baseline="30000" lang="en-US" sz="2400">
                <a:solidFill>
                  <a:schemeClr val="dk1"/>
                </a:solidFill>
                <a:latin typeface="Arial"/>
                <a:ea typeface="Arial"/>
                <a:cs typeface="Arial"/>
                <a:sym typeface="Arial"/>
              </a:rPr>
              <a:t>-1</a:t>
            </a:r>
            <a:r>
              <a:rPr lang="en-US" sz="2400">
                <a:solidFill>
                  <a:schemeClr val="dk1"/>
                </a:solidFill>
                <a:latin typeface="Arial"/>
                <a:ea typeface="Arial"/>
                <a:cs typeface="Arial"/>
                <a:sym typeface="Arial"/>
              </a:rPr>
              <a:t>.</a:t>
            </a:r>
            <a:endParaRPr/>
          </a:p>
          <a:p>
            <a:pPr indent="-152400" lvl="0" marL="0" marR="0" rtl="0" algn="l">
              <a:spcBef>
                <a:spcPts val="480"/>
              </a:spcBef>
              <a:spcAft>
                <a:spcPts val="0"/>
              </a:spcAft>
              <a:buClr>
                <a:schemeClr val="dk1"/>
              </a:buClr>
              <a:buSzPts val="2400"/>
              <a:buFont typeface="Noto Sans Symbols"/>
              <a:buChar char="∙"/>
            </a:pPr>
            <a:r>
              <a:rPr lang="en-US" sz="2400">
                <a:solidFill>
                  <a:schemeClr val="dk1"/>
                </a:solidFill>
                <a:latin typeface="Arial"/>
                <a:ea typeface="Arial"/>
                <a:cs typeface="Arial"/>
                <a:sym typeface="Arial"/>
              </a:rPr>
              <a:t>Note that </a:t>
            </a:r>
            <a:r>
              <a:rPr i="1" lang="en-US" sz="2400">
                <a:solidFill>
                  <a:schemeClr val="dk1"/>
                </a:solidFill>
                <a:latin typeface="Arial"/>
                <a:ea typeface="Arial"/>
                <a:cs typeface="Arial"/>
                <a:sym typeface="Arial"/>
              </a:rPr>
              <a:t>v</a:t>
            </a:r>
            <a:r>
              <a:rPr lang="en-US" sz="2400">
                <a:solidFill>
                  <a:schemeClr val="dk1"/>
                </a:solidFill>
                <a:latin typeface="Arial"/>
                <a:ea typeface="Arial"/>
                <a:cs typeface="Arial"/>
                <a:sym typeface="Arial"/>
              </a:rPr>
              <a:t> “inherits” its direction from </a:t>
            </a:r>
            <a:r>
              <a:rPr i="1" lang="en-US" sz="2400">
                <a:solidFill>
                  <a:schemeClr val="dk1"/>
                </a:solidFill>
                <a:latin typeface="Arial"/>
                <a:ea typeface="Arial"/>
                <a:cs typeface="Arial"/>
                <a:sym typeface="Arial"/>
              </a:rPr>
              <a:t>s</a:t>
            </a:r>
            <a:r>
              <a:rPr lang="en-US" sz="2400">
                <a:solidFill>
                  <a:schemeClr val="dk1"/>
                </a:solidFill>
                <a:latin typeface="Arial"/>
                <a:ea typeface="Arial"/>
                <a:cs typeface="Arial"/>
                <a:sym typeface="Arial"/>
              </a:rPr>
              <a:t>.</a:t>
            </a:r>
            <a:endParaRPr baseline="-25000" sz="2400">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94">
                                            <p:txEl>
                                              <p:pRg end="0" st="0"/>
                                            </p:txEl>
                                          </p:spTgt>
                                        </p:tgtEl>
                                        <p:attrNameLst>
                                          <p:attrName>style.visibility</p:attrName>
                                        </p:attrNameLst>
                                      </p:cBhvr>
                                      <p:to>
                                        <p:strVal val="visible"/>
                                      </p:to>
                                    </p:set>
                                    <p:anim calcmode="lin" valueType="num">
                                      <p:cBhvr additive="base">
                                        <p:cTn dur="500"/>
                                        <p:tgtEl>
                                          <p:spTgt spid="494">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94">
                                            <p:txEl>
                                              <p:pRg end="1" st="1"/>
                                            </p:txEl>
                                          </p:spTgt>
                                        </p:tgtEl>
                                        <p:attrNameLst>
                                          <p:attrName>style.visibility</p:attrName>
                                        </p:attrNameLst>
                                      </p:cBhvr>
                                      <p:to>
                                        <p:strVal val="visible"/>
                                      </p:to>
                                    </p:set>
                                    <p:anim calcmode="lin" valueType="num">
                                      <p:cBhvr additive="base">
                                        <p:cTn dur="500"/>
                                        <p:tgtEl>
                                          <p:spTgt spid="494">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94">
                                            <p:txEl>
                                              <p:pRg end="2" st="2"/>
                                            </p:txEl>
                                          </p:spTgt>
                                        </p:tgtEl>
                                        <p:attrNameLst>
                                          <p:attrName>style.visibility</p:attrName>
                                        </p:attrNameLst>
                                      </p:cBhvr>
                                      <p:to>
                                        <p:strVal val="visible"/>
                                      </p:to>
                                    </p:set>
                                    <p:anim calcmode="lin" valueType="num">
                                      <p:cBhvr additive="base">
                                        <p:cTn dur="500"/>
                                        <p:tgtEl>
                                          <p:spTgt spid="494">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94">
                                            <p:txEl>
                                              <p:pRg end="3" st="3"/>
                                            </p:txEl>
                                          </p:spTgt>
                                        </p:tgtEl>
                                        <p:attrNameLst>
                                          <p:attrName>style.visibility</p:attrName>
                                        </p:attrNameLst>
                                      </p:cBhvr>
                                      <p:to>
                                        <p:strVal val="visible"/>
                                      </p:to>
                                    </p:set>
                                    <p:anim calcmode="lin" valueType="num">
                                      <p:cBhvr additive="base">
                                        <p:cTn dur="500"/>
                                        <p:tgtEl>
                                          <p:spTgt spid="494">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94">
                                            <p:txEl>
                                              <p:pRg end="4" st="4"/>
                                            </p:txEl>
                                          </p:spTgt>
                                        </p:tgtEl>
                                        <p:attrNameLst>
                                          <p:attrName>style.visibility</p:attrName>
                                        </p:attrNameLst>
                                      </p:cBhvr>
                                      <p:to>
                                        <p:strVal val="visible"/>
                                      </p:to>
                                    </p:set>
                                    <p:anim calcmode="lin" valueType="num">
                                      <p:cBhvr additive="base">
                                        <p:cTn dur="500"/>
                                        <p:tgtEl>
                                          <p:spTgt spid="494">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496"/>
                                        </p:tgtEl>
                                        <p:attrNameLst>
                                          <p:attrName>style.visibility</p:attrName>
                                        </p:attrNameLst>
                                      </p:cBhvr>
                                      <p:to>
                                        <p:strVal val="visible"/>
                                      </p:to>
                                    </p:set>
                                    <p:anim calcmode="lin" valueType="num">
                                      <p:cBhvr additive="base">
                                        <p:cTn dur="500"/>
                                        <p:tgtEl>
                                          <p:spTgt spid="496"/>
                                        </p:tgtEl>
                                        <p:attrNameLst>
                                          <p:attrName>ppt_w</p:attrName>
                                        </p:attrNameLst>
                                      </p:cBhvr>
                                      <p:tavLst>
                                        <p:tav fmla="" tm="0">
                                          <p:val>
                                            <p:strVal val="0"/>
                                          </p:val>
                                        </p:tav>
                                        <p:tav fmla="" tm="100000">
                                          <p:val>
                                            <p:strVal val="#ppt_w"/>
                                          </p:val>
                                        </p:tav>
                                      </p:tavLst>
                                    </p:anim>
                                    <p:anim calcmode="lin" valueType="num">
                                      <p:cBhvr additive="base">
                                        <p:cTn dur="500"/>
                                        <p:tgtEl>
                                          <p:spTgt spid="496"/>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01">
                                            <p:txEl>
                                              <p:pRg end="0" st="0"/>
                                            </p:txEl>
                                          </p:spTgt>
                                        </p:tgtEl>
                                        <p:attrNameLst>
                                          <p:attrName>style.visibility</p:attrName>
                                        </p:attrNameLst>
                                      </p:cBhvr>
                                      <p:to>
                                        <p:strVal val="visible"/>
                                      </p:to>
                                    </p:set>
                                    <p:anim calcmode="lin" valueType="num">
                                      <p:cBhvr additive="base">
                                        <p:cTn dur="500"/>
                                        <p:tgtEl>
                                          <p:spTgt spid="501">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01">
                                            <p:txEl>
                                              <p:pRg end="1" st="1"/>
                                            </p:txEl>
                                          </p:spTgt>
                                        </p:tgtEl>
                                        <p:attrNameLst>
                                          <p:attrName>style.visibility</p:attrName>
                                        </p:attrNameLst>
                                      </p:cBhvr>
                                      <p:to>
                                        <p:strVal val="visible"/>
                                      </p:to>
                                    </p:set>
                                    <p:anim calcmode="lin" valueType="num">
                                      <p:cBhvr additive="base">
                                        <p:cTn dur="500"/>
                                        <p:tgtEl>
                                          <p:spTgt spid="501">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01">
                                            <p:txEl>
                                              <p:pRg end="2" st="2"/>
                                            </p:txEl>
                                          </p:spTgt>
                                        </p:tgtEl>
                                        <p:attrNameLst>
                                          <p:attrName>style.visibility</p:attrName>
                                        </p:attrNameLst>
                                      </p:cBhvr>
                                      <p:to>
                                        <p:strVal val="visible"/>
                                      </p:to>
                                    </p:set>
                                    <p:anim calcmode="lin" valueType="num">
                                      <p:cBhvr additive="base">
                                        <p:cTn dur="500"/>
                                        <p:tgtEl>
                                          <p:spTgt spid="501">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01">
                                            <p:txEl>
                                              <p:pRg end="3" st="3"/>
                                            </p:txEl>
                                          </p:spTgt>
                                        </p:tgtEl>
                                        <p:attrNameLst>
                                          <p:attrName>style.visibility</p:attrName>
                                        </p:attrNameLst>
                                      </p:cBhvr>
                                      <p:to>
                                        <p:strVal val="visible"/>
                                      </p:to>
                                    </p:set>
                                    <p:anim calcmode="lin" valueType="num">
                                      <p:cBhvr additive="base">
                                        <p:cTn dur="500"/>
                                        <p:tgtEl>
                                          <p:spTgt spid="501">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01">
                                            <p:txEl>
                                              <p:pRg end="4" st="4"/>
                                            </p:txEl>
                                          </p:spTgt>
                                        </p:tgtEl>
                                        <p:attrNameLst>
                                          <p:attrName>style.visibility</p:attrName>
                                        </p:attrNameLst>
                                      </p:cBhvr>
                                      <p:to>
                                        <p:strVal val="visible"/>
                                      </p:to>
                                    </p:set>
                                    <p:anim calcmode="lin" valueType="num">
                                      <p:cBhvr additive="base">
                                        <p:cTn dur="500"/>
                                        <p:tgtEl>
                                          <p:spTgt spid="501">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sp>
        <p:nvSpPr>
          <p:cNvPr id="507" name="Google Shape;507;p27"/>
          <p:cNvSpPr/>
          <p:nvPr/>
        </p:nvSpPr>
        <p:spPr>
          <a:xfrm>
            <a:off x="685800" y="1549400"/>
            <a:ext cx="7772400" cy="3309938"/>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accent2"/>
              </a:buClr>
              <a:buSzPts val="2400"/>
              <a:buFont typeface="Arial"/>
              <a:buNone/>
            </a:pPr>
            <a:r>
              <a:rPr i="1" lang="en-US" sz="2400">
                <a:solidFill>
                  <a:schemeClr val="accent2"/>
                </a:solidFill>
                <a:latin typeface="Arial"/>
                <a:ea typeface="Arial"/>
                <a:cs typeface="Arial"/>
                <a:sym typeface="Arial"/>
              </a:rPr>
              <a:t>Speed and velocity</a:t>
            </a:r>
            <a:endParaRPr i="1" sz="2000">
              <a:solidFill>
                <a:schemeClr val="dk1"/>
              </a:solidFill>
              <a:latin typeface="Courier New"/>
              <a:ea typeface="Courier New"/>
              <a:cs typeface="Courier New"/>
              <a:sym typeface="Courier New"/>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∙From the previous example we calculated the velocity of the ball to be -5 m</a:t>
            </a:r>
            <a:r>
              <a:rPr baseline="-25000"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s</a:t>
            </a:r>
            <a:r>
              <a:rPr baseline="30000" lang="en-US" sz="2400">
                <a:solidFill>
                  <a:schemeClr val="dk1"/>
                </a:solidFill>
                <a:latin typeface="Arial"/>
                <a:ea typeface="Arial"/>
                <a:cs typeface="Arial"/>
                <a:sym typeface="Arial"/>
              </a:rPr>
              <a:t>-1</a:t>
            </a:r>
            <a:r>
              <a:rPr lang="en-US" sz="2400">
                <a:solidFill>
                  <a:schemeClr val="dk1"/>
                </a:solidFill>
                <a:latin typeface="Arial"/>
                <a:ea typeface="Arial"/>
                <a:cs typeface="Arial"/>
                <a:sym typeface="Arial"/>
              </a:rPr>
              <a:t>.</a:t>
            </a:r>
            <a:endParaRPr b="1" sz="2400">
              <a:solidFill>
                <a:schemeClr val="dk1"/>
              </a:solidFill>
              <a:latin typeface="Arial"/>
              <a:ea typeface="Arial"/>
              <a:cs typeface="Arial"/>
              <a:sym typeface="Arial"/>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∙Thus, the ball is moving 5 m</a:t>
            </a:r>
            <a:r>
              <a:rPr baseline="-25000"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s</a:t>
            </a:r>
            <a:r>
              <a:rPr baseline="30000" lang="en-US" sz="2400">
                <a:solidFill>
                  <a:schemeClr val="dk1"/>
                </a:solidFill>
                <a:latin typeface="Arial"/>
                <a:ea typeface="Arial"/>
                <a:cs typeface="Arial"/>
                <a:sym typeface="Arial"/>
              </a:rPr>
              <a:t>-1</a:t>
            </a:r>
            <a:r>
              <a:rPr lang="en-US" sz="2400">
                <a:solidFill>
                  <a:schemeClr val="dk1"/>
                </a:solidFill>
                <a:latin typeface="Arial"/>
                <a:ea typeface="Arial"/>
                <a:cs typeface="Arial"/>
                <a:sym typeface="Arial"/>
              </a:rPr>
              <a:t> to the left.</a:t>
            </a:r>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∙With disregard to the direction, we can say that the ball’s speed is 5 m</a:t>
            </a:r>
            <a:r>
              <a:rPr baseline="-25000"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s</a:t>
            </a:r>
            <a:r>
              <a:rPr baseline="30000" lang="en-US" sz="2400">
                <a:solidFill>
                  <a:schemeClr val="dk1"/>
                </a:solidFill>
                <a:latin typeface="Arial"/>
                <a:ea typeface="Arial"/>
                <a:cs typeface="Arial"/>
                <a:sym typeface="Arial"/>
              </a:rPr>
              <a:t>-1</a:t>
            </a:r>
            <a:r>
              <a:rPr lang="en-US" sz="2400">
                <a:solidFill>
                  <a:schemeClr val="dk1"/>
                </a:solidFill>
                <a:latin typeface="Arial"/>
                <a:ea typeface="Arial"/>
                <a:cs typeface="Arial"/>
                <a:sym typeface="Arial"/>
              </a:rPr>
              <a:t>.</a:t>
            </a:r>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∙We define </a:t>
            </a:r>
            <a:r>
              <a:rPr b="1" lang="en-US" sz="2400">
                <a:solidFill>
                  <a:schemeClr val="dk1"/>
                </a:solidFill>
                <a:latin typeface="Arial"/>
                <a:ea typeface="Arial"/>
                <a:cs typeface="Arial"/>
                <a:sym typeface="Arial"/>
              </a:rPr>
              <a:t>speed</a:t>
            </a:r>
            <a:r>
              <a:rPr lang="en-US" sz="2400">
                <a:solidFill>
                  <a:schemeClr val="dk1"/>
                </a:solidFill>
                <a:latin typeface="Arial"/>
                <a:ea typeface="Arial"/>
                <a:cs typeface="Arial"/>
                <a:sym typeface="Arial"/>
              </a:rPr>
              <a:t> as distance divided by time, with disregard to direction.</a:t>
            </a:r>
            <a:endParaRPr/>
          </a:p>
        </p:txBody>
      </p:sp>
      <p:sp>
        <p:nvSpPr>
          <p:cNvPr id="508" name="Google Shape;508;p27"/>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2: Mechanics</a:t>
            </a:r>
            <a:br>
              <a:rPr b="1" lang="en-US" sz="2800"/>
            </a:br>
            <a:r>
              <a:rPr lang="en-US" sz="2800">
                <a:solidFill>
                  <a:schemeClr val="dk1"/>
                </a:solidFill>
              </a:rPr>
              <a:t>2.1 – Motion</a:t>
            </a:r>
            <a:endParaRPr/>
          </a:p>
        </p:txBody>
      </p:sp>
      <p:sp>
        <p:nvSpPr>
          <p:cNvPr id="509" name="Google Shape;509;p27"/>
          <p:cNvSpPr/>
          <p:nvPr/>
        </p:nvSpPr>
        <p:spPr>
          <a:xfrm>
            <a:off x="674688" y="4797425"/>
            <a:ext cx="7772400" cy="2060575"/>
          </a:xfrm>
          <a:prstGeom prst="rect">
            <a:avLst/>
          </a:prstGeom>
          <a:solidFill>
            <a:srgbClr val="CCFFCC"/>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rPr lang="en-US" sz="2400">
                <a:solidFill>
                  <a:schemeClr val="dk1"/>
                </a:solidFill>
                <a:latin typeface="Arial"/>
                <a:ea typeface="Arial"/>
                <a:cs typeface="Arial"/>
                <a:sym typeface="Arial"/>
              </a:rPr>
              <a:t>PRACTICE: A runner travels 64.5 meters in the negative x-direction in 31.75 seconds. Find her velocity, and her speed.</a:t>
            </a:r>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SOLUTION:  ∙Her velocity is -64.5 / 31.75 = - 2.03 m</a:t>
            </a:r>
            <a:r>
              <a:rPr baseline="-25000"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s</a:t>
            </a:r>
            <a:r>
              <a:rPr baseline="30000" lang="en-US" sz="2400">
                <a:solidFill>
                  <a:schemeClr val="dk1"/>
                </a:solidFill>
                <a:latin typeface="Arial"/>
                <a:ea typeface="Arial"/>
                <a:cs typeface="Arial"/>
                <a:sym typeface="Arial"/>
              </a:rPr>
              <a:t>-1</a:t>
            </a:r>
            <a:r>
              <a:rPr lang="en-US" sz="2400">
                <a:solidFill>
                  <a:schemeClr val="dk1"/>
                </a:solidFill>
                <a:latin typeface="Arial"/>
                <a:ea typeface="Arial"/>
                <a:cs typeface="Arial"/>
                <a:sym typeface="Arial"/>
              </a:rPr>
              <a:t>.</a:t>
            </a:r>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∙Her speed is 64.5 / 31.75 = 2.03 m</a:t>
            </a:r>
            <a:r>
              <a:rPr baseline="-25000"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s</a:t>
            </a:r>
            <a:r>
              <a:rPr baseline="30000" lang="en-US" sz="2400">
                <a:solidFill>
                  <a:schemeClr val="dk1"/>
                </a:solidFill>
                <a:latin typeface="Arial"/>
                <a:ea typeface="Arial"/>
                <a:cs typeface="Arial"/>
                <a:sym typeface="Arial"/>
              </a:rPr>
              <a:t>-1</a:t>
            </a:r>
            <a:r>
              <a:rPr lang="en-US" sz="2400">
                <a:solidFill>
                  <a:schemeClr val="dk1"/>
                </a:solidFill>
                <a:latin typeface="Arial"/>
                <a:ea typeface="Arial"/>
                <a:cs typeface="Arial"/>
                <a:sym typeface="Arial"/>
              </a:rPr>
              <a:t>.</a:t>
            </a:r>
            <a:endParaRPr sz="2400">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09">
                                            <p:txEl>
                                              <p:pRg end="0" st="0"/>
                                            </p:txEl>
                                          </p:spTgt>
                                        </p:tgtEl>
                                        <p:attrNameLst>
                                          <p:attrName>style.visibility</p:attrName>
                                        </p:attrNameLst>
                                      </p:cBhvr>
                                      <p:to>
                                        <p:strVal val="visible"/>
                                      </p:to>
                                    </p:set>
                                    <p:anim calcmode="lin" valueType="num">
                                      <p:cBhvr additive="base">
                                        <p:cTn dur="500"/>
                                        <p:tgtEl>
                                          <p:spTgt spid="509">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09">
                                            <p:txEl>
                                              <p:pRg end="1" st="1"/>
                                            </p:txEl>
                                          </p:spTgt>
                                        </p:tgtEl>
                                        <p:attrNameLst>
                                          <p:attrName>style.visibility</p:attrName>
                                        </p:attrNameLst>
                                      </p:cBhvr>
                                      <p:to>
                                        <p:strVal val="visible"/>
                                      </p:to>
                                    </p:set>
                                    <p:anim calcmode="lin" valueType="num">
                                      <p:cBhvr additive="base">
                                        <p:cTn dur="500"/>
                                        <p:tgtEl>
                                          <p:spTgt spid="509">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09">
                                            <p:txEl>
                                              <p:pRg end="2" st="2"/>
                                            </p:txEl>
                                          </p:spTgt>
                                        </p:tgtEl>
                                        <p:attrNameLst>
                                          <p:attrName>style.visibility</p:attrName>
                                        </p:attrNameLst>
                                      </p:cBhvr>
                                      <p:to>
                                        <p:strVal val="visible"/>
                                      </p:to>
                                    </p:set>
                                    <p:anim calcmode="lin" valueType="num">
                                      <p:cBhvr additive="base">
                                        <p:cTn dur="500"/>
                                        <p:tgtEl>
                                          <p:spTgt spid="509">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4" name="Shape 514"/>
        <p:cNvGrpSpPr/>
        <p:nvPr/>
      </p:nvGrpSpPr>
      <p:grpSpPr>
        <a:xfrm>
          <a:off x="0" y="0"/>
          <a:ext cx="0" cy="0"/>
          <a:chOff x="0" y="0"/>
          <a:chExt cx="0" cy="0"/>
        </a:xfrm>
      </p:grpSpPr>
      <p:sp>
        <p:nvSpPr>
          <p:cNvPr id="515" name="Google Shape;515;p28"/>
          <p:cNvSpPr/>
          <p:nvPr/>
        </p:nvSpPr>
        <p:spPr>
          <a:xfrm>
            <a:off x="685800" y="1549400"/>
            <a:ext cx="7772400" cy="3419475"/>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accent2"/>
              </a:buClr>
              <a:buSzPts val="2400"/>
              <a:buFont typeface="Arial"/>
              <a:buNone/>
            </a:pPr>
            <a:r>
              <a:rPr i="1" lang="en-US" sz="2400">
                <a:solidFill>
                  <a:schemeClr val="accent2"/>
                </a:solidFill>
                <a:latin typeface="Arial"/>
                <a:ea typeface="Arial"/>
                <a:cs typeface="Arial"/>
                <a:sym typeface="Arial"/>
              </a:rPr>
              <a:t>Acceleration</a:t>
            </a:r>
            <a:r>
              <a:rPr i="1" lang="en-US" sz="2000">
                <a:solidFill>
                  <a:schemeClr val="dk1"/>
                </a:solidFill>
                <a:latin typeface="Courier New"/>
                <a:ea typeface="Courier New"/>
                <a:cs typeface="Courier New"/>
                <a:sym typeface="Courier New"/>
              </a:rPr>
              <a:t> </a:t>
            </a:r>
            <a:r>
              <a:rPr lang="en-US" sz="2000">
                <a:solidFill>
                  <a:schemeClr val="dk1"/>
                </a:solidFill>
                <a:latin typeface="Courier New"/>
                <a:ea typeface="Courier New"/>
                <a:cs typeface="Courier New"/>
                <a:sym typeface="Courier New"/>
              </a:rPr>
              <a:t>	</a:t>
            </a:r>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a:t>
            </a:r>
            <a:r>
              <a:rPr b="1" lang="en-US" sz="2400">
                <a:solidFill>
                  <a:schemeClr val="dk1"/>
                </a:solidFill>
                <a:latin typeface="Arial"/>
                <a:ea typeface="Arial"/>
                <a:cs typeface="Arial"/>
                <a:sym typeface="Arial"/>
              </a:rPr>
              <a:t>Acceleration</a:t>
            </a:r>
            <a:r>
              <a:rPr lang="en-US" sz="2400">
                <a:solidFill>
                  <a:schemeClr val="dk1"/>
                </a:solidFill>
                <a:latin typeface="Arial"/>
                <a:ea typeface="Arial"/>
                <a:cs typeface="Arial"/>
                <a:sym typeface="Arial"/>
              </a:rPr>
              <a:t> is the change in velocity over time.</a:t>
            </a:r>
            <a:endParaRPr b="1" sz="2400">
              <a:solidFill>
                <a:schemeClr val="dk1"/>
              </a:solidFill>
              <a:latin typeface="Arial"/>
              <a:ea typeface="Arial"/>
              <a:cs typeface="Arial"/>
              <a:sym typeface="Arial"/>
            </a:endParaRPr>
          </a:p>
          <a:p>
            <a:pPr indent="0" lvl="0" marL="0" marR="0" rtl="0" algn="l">
              <a:spcBef>
                <a:spcPts val="480"/>
              </a:spcBef>
              <a:spcAft>
                <a:spcPts val="0"/>
              </a:spcAft>
              <a:buClr>
                <a:schemeClr val="dk1"/>
              </a:buClr>
              <a:buSzPts val="2400"/>
              <a:buFont typeface="Arial"/>
              <a:buNone/>
            </a:pPr>
            <a:r>
              <a:t/>
            </a:r>
            <a:endParaRPr sz="2400">
              <a:solidFill>
                <a:schemeClr val="dk1"/>
              </a:solidFill>
              <a:latin typeface="Arial"/>
              <a:ea typeface="Arial"/>
              <a:cs typeface="Arial"/>
              <a:sym typeface="Arial"/>
            </a:endParaRPr>
          </a:p>
          <a:p>
            <a:pPr indent="0" lvl="0" marL="0" marR="0" rtl="0" algn="l">
              <a:spcBef>
                <a:spcPts val="480"/>
              </a:spcBef>
              <a:spcAft>
                <a:spcPts val="0"/>
              </a:spcAft>
              <a:buClr>
                <a:schemeClr val="dk1"/>
              </a:buClr>
              <a:buSzPts val="2400"/>
              <a:buFont typeface="Arial"/>
              <a:buNone/>
            </a:pPr>
            <a:r>
              <a:t/>
            </a:r>
            <a:endParaRPr sz="2400">
              <a:solidFill>
                <a:schemeClr val="dk1"/>
              </a:solidFill>
              <a:latin typeface="Arial"/>
              <a:ea typeface="Arial"/>
              <a:cs typeface="Arial"/>
              <a:sym typeface="Arial"/>
            </a:endParaRPr>
          </a:p>
          <a:p>
            <a:pPr indent="0" lvl="0" marL="0" marR="0" rtl="0" algn="l">
              <a:spcBef>
                <a:spcPts val="480"/>
              </a:spcBef>
              <a:spcAft>
                <a:spcPts val="0"/>
              </a:spcAft>
              <a:buClr>
                <a:schemeClr val="dk1"/>
              </a:buClr>
              <a:buSzPts val="2400"/>
              <a:buFont typeface="Arial"/>
              <a:buNone/>
            </a:pPr>
            <a:r>
              <a:t/>
            </a:r>
            <a:endParaRPr sz="2400">
              <a:solidFill>
                <a:schemeClr val="dk1"/>
              </a:solidFill>
              <a:latin typeface="Arial"/>
              <a:ea typeface="Arial"/>
              <a:cs typeface="Arial"/>
              <a:sym typeface="Arial"/>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∙Since </a:t>
            </a:r>
            <a:r>
              <a:rPr i="1" lang="en-US" sz="2400">
                <a:solidFill>
                  <a:schemeClr val="dk1"/>
                </a:solidFill>
                <a:latin typeface="Arial"/>
                <a:ea typeface="Arial"/>
                <a:cs typeface="Arial"/>
                <a:sym typeface="Arial"/>
              </a:rPr>
              <a:t>u</a:t>
            </a:r>
            <a:r>
              <a:rPr lang="en-US" sz="2400">
                <a:solidFill>
                  <a:schemeClr val="dk1"/>
                </a:solidFill>
                <a:latin typeface="Arial"/>
                <a:ea typeface="Arial"/>
                <a:cs typeface="Arial"/>
                <a:sym typeface="Arial"/>
              </a:rPr>
              <a:t> and </a:t>
            </a:r>
            <a:r>
              <a:rPr i="1" lang="en-US" sz="2400">
                <a:solidFill>
                  <a:schemeClr val="dk1"/>
                </a:solidFill>
                <a:latin typeface="Arial"/>
                <a:ea typeface="Arial"/>
                <a:cs typeface="Arial"/>
                <a:sym typeface="Arial"/>
              </a:rPr>
              <a:t>v</a:t>
            </a:r>
            <a:r>
              <a:rPr lang="en-US" sz="2400">
                <a:solidFill>
                  <a:schemeClr val="dk1"/>
                </a:solidFill>
                <a:latin typeface="Arial"/>
                <a:ea typeface="Arial"/>
                <a:cs typeface="Arial"/>
                <a:sym typeface="Arial"/>
              </a:rPr>
              <a:t> are measured in m/s and since </a:t>
            </a:r>
            <a:r>
              <a:rPr i="1" lang="en-US" sz="2400">
                <a:solidFill>
                  <a:schemeClr val="dk1"/>
                </a:solidFill>
                <a:latin typeface="Arial"/>
                <a:ea typeface="Arial"/>
                <a:cs typeface="Arial"/>
                <a:sym typeface="Arial"/>
              </a:rPr>
              <a:t>t</a:t>
            </a:r>
            <a:r>
              <a:rPr lang="en-US" sz="2400">
                <a:solidFill>
                  <a:schemeClr val="dk1"/>
                </a:solidFill>
                <a:latin typeface="Arial"/>
                <a:ea typeface="Arial"/>
                <a:cs typeface="Arial"/>
                <a:sym typeface="Arial"/>
              </a:rPr>
              <a:t> is measured in s, </a:t>
            </a:r>
            <a:r>
              <a:rPr i="1" lang="en-US" sz="2400">
                <a:solidFill>
                  <a:schemeClr val="dk1"/>
                </a:solidFill>
                <a:latin typeface="Arial"/>
                <a:ea typeface="Arial"/>
                <a:cs typeface="Arial"/>
                <a:sym typeface="Arial"/>
              </a:rPr>
              <a:t>a</a:t>
            </a:r>
            <a:r>
              <a:rPr lang="en-US" sz="2400">
                <a:solidFill>
                  <a:schemeClr val="dk1"/>
                </a:solidFill>
                <a:latin typeface="Arial"/>
                <a:ea typeface="Arial"/>
                <a:cs typeface="Arial"/>
                <a:sym typeface="Arial"/>
              </a:rPr>
              <a:t> is measured in m/s</a:t>
            </a:r>
            <a:r>
              <a:rPr baseline="30000" lang="en-US" sz="2400">
                <a:solidFill>
                  <a:schemeClr val="dk1"/>
                </a:solidFill>
                <a:latin typeface="Arial"/>
                <a:ea typeface="Arial"/>
                <a:cs typeface="Arial"/>
                <a:sym typeface="Arial"/>
              </a:rPr>
              <a:t>2</a:t>
            </a:r>
            <a:r>
              <a:rPr lang="en-US" sz="2400">
                <a:solidFill>
                  <a:schemeClr val="dk1"/>
                </a:solidFill>
                <a:latin typeface="Arial"/>
                <a:ea typeface="Arial"/>
                <a:cs typeface="Arial"/>
                <a:sym typeface="Arial"/>
              </a:rPr>
              <a:t>, or in IB format, </a:t>
            </a:r>
            <a:r>
              <a:rPr i="1" lang="en-US" sz="2400">
                <a:solidFill>
                  <a:schemeClr val="dk1"/>
                </a:solidFill>
                <a:latin typeface="Arial"/>
                <a:ea typeface="Arial"/>
                <a:cs typeface="Arial"/>
                <a:sym typeface="Arial"/>
              </a:rPr>
              <a:t>a</a:t>
            </a:r>
            <a:r>
              <a:rPr lang="en-US" sz="2400">
                <a:solidFill>
                  <a:schemeClr val="dk1"/>
                </a:solidFill>
                <a:latin typeface="Arial"/>
                <a:ea typeface="Arial"/>
                <a:cs typeface="Arial"/>
                <a:sym typeface="Arial"/>
              </a:rPr>
              <a:t> is measured in m</a:t>
            </a:r>
            <a:r>
              <a:rPr baseline="-25000"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s</a:t>
            </a:r>
            <a:r>
              <a:rPr baseline="30000" lang="en-US" sz="2400">
                <a:solidFill>
                  <a:schemeClr val="dk1"/>
                </a:solidFill>
                <a:latin typeface="Arial"/>
                <a:ea typeface="Arial"/>
                <a:cs typeface="Arial"/>
                <a:sym typeface="Arial"/>
              </a:rPr>
              <a:t>-2</a:t>
            </a:r>
            <a:r>
              <a:rPr lang="en-US" sz="2400">
                <a:solidFill>
                  <a:schemeClr val="dk1"/>
                </a:solidFill>
                <a:latin typeface="Arial"/>
                <a:ea typeface="Arial"/>
                <a:cs typeface="Arial"/>
                <a:sym typeface="Arial"/>
              </a:rPr>
              <a:t>.</a:t>
            </a:r>
            <a:endParaRPr/>
          </a:p>
        </p:txBody>
      </p:sp>
      <p:sp>
        <p:nvSpPr>
          <p:cNvPr id="516" name="Google Shape;516;p28"/>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2: Mechanics</a:t>
            </a:r>
            <a:br>
              <a:rPr b="1" lang="en-US" sz="2800"/>
            </a:br>
            <a:r>
              <a:rPr lang="en-US" sz="2800">
                <a:solidFill>
                  <a:schemeClr val="dk1"/>
                </a:solidFill>
              </a:rPr>
              <a:t>2.1 – Motion</a:t>
            </a:r>
            <a:endParaRPr/>
          </a:p>
        </p:txBody>
      </p:sp>
      <p:sp>
        <p:nvSpPr>
          <p:cNvPr id="517" name="Google Shape;517;p28"/>
          <p:cNvSpPr/>
          <p:nvPr/>
        </p:nvSpPr>
        <p:spPr>
          <a:xfrm>
            <a:off x="693738" y="4951413"/>
            <a:ext cx="7758112" cy="1906587"/>
          </a:xfrm>
          <a:prstGeom prst="rect">
            <a:avLst/>
          </a:prstGeom>
          <a:solidFill>
            <a:srgbClr val="FFCCCC"/>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rPr b="1" i="1" lang="en-US" sz="2400">
                <a:solidFill>
                  <a:schemeClr val="dk1"/>
                </a:solidFill>
                <a:latin typeface="Arial"/>
                <a:ea typeface="Arial"/>
                <a:cs typeface="Arial"/>
                <a:sym typeface="Arial"/>
              </a:rPr>
              <a:t>FYI</a:t>
            </a:r>
            <a:endParaRPr/>
          </a:p>
          <a:p>
            <a:pPr indent="0" lvl="0" marL="0" marR="0" rtl="0" algn="l">
              <a:spcBef>
                <a:spcPts val="0"/>
              </a:spcBef>
              <a:spcAft>
                <a:spcPts val="0"/>
              </a:spcAft>
              <a:buClr>
                <a:schemeClr val="dk1"/>
              </a:buClr>
              <a:buSzPts val="2400"/>
              <a:buFont typeface="Arial"/>
              <a:buNone/>
            </a:pPr>
            <a:r>
              <a:rPr b="1" lang="en-US" sz="2400">
                <a:solidFill>
                  <a:schemeClr val="dk1"/>
                </a:solidFill>
                <a:latin typeface="Arial"/>
                <a:ea typeface="Arial"/>
                <a:cs typeface="Arial"/>
                <a:sym typeface="Arial"/>
              </a:rPr>
              <a:t>∙</a:t>
            </a:r>
            <a:r>
              <a:rPr lang="en-US" sz="2400">
                <a:solidFill>
                  <a:schemeClr val="dk1"/>
                </a:solidFill>
                <a:latin typeface="Arial"/>
                <a:ea typeface="Arial"/>
                <a:cs typeface="Arial"/>
                <a:sym typeface="Arial"/>
              </a:rPr>
              <a:t>Many textbooks use ∆v = </a:t>
            </a:r>
            <a:r>
              <a:rPr i="1" lang="en-US" sz="2400">
                <a:solidFill>
                  <a:schemeClr val="dk1"/>
                </a:solidFill>
                <a:latin typeface="Arial"/>
                <a:ea typeface="Arial"/>
                <a:cs typeface="Arial"/>
                <a:sym typeface="Arial"/>
              </a:rPr>
              <a:t>v</a:t>
            </a:r>
            <a:r>
              <a:rPr baseline="-25000" lang="en-US" sz="2400">
                <a:solidFill>
                  <a:schemeClr val="dk1"/>
                </a:solidFill>
                <a:latin typeface="Arial"/>
                <a:ea typeface="Arial"/>
                <a:cs typeface="Arial"/>
                <a:sym typeface="Arial"/>
              </a:rPr>
              <a:t>f</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v</a:t>
            </a:r>
            <a:r>
              <a:rPr baseline="-25000" lang="en-US" sz="2400">
                <a:solidFill>
                  <a:schemeClr val="dk1"/>
                </a:solidFill>
                <a:latin typeface="Arial"/>
                <a:ea typeface="Arial"/>
                <a:cs typeface="Arial"/>
                <a:sym typeface="Arial"/>
              </a:rPr>
              <a:t>i</a:t>
            </a:r>
            <a:r>
              <a:rPr lang="en-US" sz="2400">
                <a:solidFill>
                  <a:schemeClr val="dk1"/>
                </a:solidFill>
                <a:latin typeface="Arial"/>
                <a:ea typeface="Arial"/>
                <a:cs typeface="Arial"/>
                <a:sym typeface="Arial"/>
              </a:rPr>
              <a:t>  for change in velocity, </a:t>
            </a:r>
            <a:r>
              <a:rPr i="1" lang="en-US" sz="2400">
                <a:solidFill>
                  <a:schemeClr val="dk1"/>
                </a:solidFill>
                <a:latin typeface="Arial"/>
                <a:ea typeface="Arial"/>
                <a:cs typeface="Arial"/>
                <a:sym typeface="Arial"/>
              </a:rPr>
              <a:t>v</a:t>
            </a:r>
            <a:r>
              <a:rPr baseline="-25000" lang="en-US" sz="2400">
                <a:solidFill>
                  <a:schemeClr val="dk1"/>
                </a:solidFill>
                <a:latin typeface="Arial"/>
                <a:ea typeface="Arial"/>
                <a:cs typeface="Arial"/>
                <a:sym typeface="Arial"/>
              </a:rPr>
              <a:t>f</a:t>
            </a:r>
            <a:r>
              <a:rPr lang="en-US" sz="2400">
                <a:solidFill>
                  <a:schemeClr val="dk1"/>
                </a:solidFill>
                <a:latin typeface="Arial"/>
                <a:ea typeface="Arial"/>
                <a:cs typeface="Arial"/>
                <a:sym typeface="Arial"/>
              </a:rPr>
              <a:t> for final velocity and </a:t>
            </a:r>
            <a:r>
              <a:rPr i="1" lang="en-US" sz="2400">
                <a:solidFill>
                  <a:schemeClr val="dk1"/>
                </a:solidFill>
                <a:latin typeface="Arial"/>
                <a:ea typeface="Arial"/>
                <a:cs typeface="Arial"/>
                <a:sym typeface="Arial"/>
              </a:rPr>
              <a:t>v</a:t>
            </a:r>
            <a:r>
              <a:rPr baseline="-25000" lang="en-US" sz="2400">
                <a:solidFill>
                  <a:schemeClr val="dk1"/>
                </a:solidFill>
                <a:latin typeface="Arial"/>
                <a:ea typeface="Arial"/>
                <a:cs typeface="Arial"/>
                <a:sym typeface="Arial"/>
              </a:rPr>
              <a:t>i</a:t>
            </a:r>
            <a:r>
              <a:rPr lang="en-US" sz="2400">
                <a:solidFill>
                  <a:schemeClr val="dk1"/>
                </a:solidFill>
                <a:latin typeface="Arial"/>
                <a:ea typeface="Arial"/>
                <a:cs typeface="Arial"/>
                <a:sym typeface="Arial"/>
              </a:rPr>
              <a:t> initial velocity. IB gets away from the subscripting mess by choosing </a:t>
            </a:r>
            <a:r>
              <a:rPr i="1" lang="en-US" sz="2400">
                <a:solidFill>
                  <a:schemeClr val="dk1"/>
                </a:solidFill>
                <a:latin typeface="Arial"/>
                <a:ea typeface="Arial"/>
                <a:cs typeface="Arial"/>
                <a:sym typeface="Arial"/>
              </a:rPr>
              <a:t>v</a:t>
            </a:r>
            <a:r>
              <a:rPr lang="en-US" sz="2400">
                <a:solidFill>
                  <a:schemeClr val="dk1"/>
                </a:solidFill>
                <a:latin typeface="Arial"/>
                <a:ea typeface="Arial"/>
                <a:cs typeface="Arial"/>
                <a:sym typeface="Arial"/>
              </a:rPr>
              <a:t> for final velocity and </a:t>
            </a:r>
            <a:r>
              <a:rPr i="1" lang="en-US" sz="2400">
                <a:solidFill>
                  <a:schemeClr val="dk1"/>
                </a:solidFill>
                <a:latin typeface="Arial"/>
                <a:ea typeface="Arial"/>
                <a:cs typeface="Arial"/>
                <a:sym typeface="Arial"/>
              </a:rPr>
              <a:t>u</a:t>
            </a:r>
            <a:r>
              <a:rPr lang="en-US" sz="2400">
                <a:solidFill>
                  <a:schemeClr val="dk1"/>
                </a:solidFill>
                <a:latin typeface="Arial"/>
                <a:ea typeface="Arial"/>
                <a:cs typeface="Arial"/>
                <a:sym typeface="Arial"/>
              </a:rPr>
              <a:t> for initial velocity. </a:t>
            </a:r>
            <a:endParaRPr/>
          </a:p>
        </p:txBody>
      </p:sp>
      <p:grpSp>
        <p:nvGrpSpPr>
          <p:cNvPr id="518" name="Google Shape;518;p28"/>
          <p:cNvGrpSpPr/>
          <p:nvPr/>
        </p:nvGrpSpPr>
        <p:grpSpPr>
          <a:xfrm>
            <a:off x="828675" y="2524125"/>
            <a:ext cx="7515225" cy="1154113"/>
            <a:chOff x="522" y="1766"/>
            <a:chExt cx="4734" cy="727"/>
          </a:xfrm>
        </p:grpSpPr>
        <p:sp>
          <p:nvSpPr>
            <p:cNvPr id="519" name="Google Shape;519;p28"/>
            <p:cNvSpPr txBox="1"/>
            <p:nvPr/>
          </p:nvSpPr>
          <p:spPr>
            <a:xfrm>
              <a:off x="3775" y="1766"/>
              <a:ext cx="1449" cy="288"/>
            </a:xfrm>
            <a:prstGeom prst="rect">
              <a:avLst/>
            </a:prstGeom>
            <a:solidFill>
              <a:srgbClr val="FF0000"/>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lt1"/>
                  </a:solidFill>
                  <a:latin typeface="Arial"/>
                  <a:ea typeface="Arial"/>
                  <a:cs typeface="Arial"/>
                  <a:sym typeface="Arial"/>
                </a:rPr>
                <a:t>acceleration</a:t>
              </a:r>
              <a:endParaRPr/>
            </a:p>
          </p:txBody>
        </p:sp>
        <p:sp>
          <p:nvSpPr>
            <p:cNvPr id="520" name="Google Shape;520;p28"/>
            <p:cNvSpPr/>
            <p:nvPr/>
          </p:nvSpPr>
          <p:spPr>
            <a:xfrm>
              <a:off x="522" y="1768"/>
              <a:ext cx="4701" cy="717"/>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521" name="Google Shape;521;p28"/>
            <p:cNvSpPr txBox="1"/>
            <p:nvPr/>
          </p:nvSpPr>
          <p:spPr>
            <a:xfrm>
              <a:off x="864" y="1769"/>
              <a:ext cx="136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chemeClr val="dk1"/>
                  </a:solidFill>
                  <a:latin typeface="Arial"/>
                  <a:ea typeface="Arial"/>
                  <a:cs typeface="Arial"/>
                  <a:sym typeface="Arial"/>
                </a:rPr>
                <a:t>a</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v / </a:t>
              </a:r>
              <a:r>
                <a:rPr lang="en-US" sz="2400">
                  <a:solidFill>
                    <a:schemeClr val="dk1"/>
                  </a:solidFill>
                  <a:latin typeface="Arial"/>
                  <a:ea typeface="Arial"/>
                  <a:cs typeface="Arial"/>
                  <a:sym typeface="Arial"/>
                </a:rPr>
                <a:t>∆</a:t>
              </a:r>
              <a:r>
                <a:rPr i="1" lang="en-US" sz="2400">
                  <a:solidFill>
                    <a:schemeClr val="dk1"/>
                  </a:solidFill>
                  <a:latin typeface="Arial"/>
                  <a:ea typeface="Arial"/>
                  <a:cs typeface="Arial"/>
                  <a:sym typeface="Arial"/>
                </a:rPr>
                <a:t>t</a:t>
              </a:r>
              <a:r>
                <a:rPr i="1" lang="en-US" sz="2000">
                  <a:solidFill>
                    <a:schemeClr val="dk1"/>
                  </a:solidFill>
                  <a:latin typeface="Courier New"/>
                  <a:ea typeface="Courier New"/>
                  <a:cs typeface="Courier New"/>
                  <a:sym typeface="Courier New"/>
                </a:rPr>
                <a:t> </a:t>
              </a:r>
              <a:endParaRPr/>
            </a:p>
          </p:txBody>
        </p:sp>
        <p:sp>
          <p:nvSpPr>
            <p:cNvPr id="522" name="Google Shape;522;p28"/>
            <p:cNvSpPr txBox="1"/>
            <p:nvPr/>
          </p:nvSpPr>
          <p:spPr>
            <a:xfrm>
              <a:off x="863" y="2010"/>
              <a:ext cx="1669"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chemeClr val="dk1"/>
                  </a:solidFill>
                  <a:latin typeface="Arial"/>
                  <a:ea typeface="Arial"/>
                  <a:cs typeface="Arial"/>
                  <a:sym typeface="Arial"/>
                </a:rPr>
                <a:t>a</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v</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u</a:t>
              </a:r>
              <a:r>
                <a:rPr lang="en-US" sz="2400">
                  <a:solidFill>
                    <a:schemeClr val="dk1"/>
                  </a:solidFill>
                  <a:latin typeface="Arial"/>
                  <a:ea typeface="Arial"/>
                  <a:cs typeface="Arial"/>
                  <a:sym typeface="Arial"/>
                </a:rPr>
                <a:t>)</a:t>
              </a:r>
              <a:r>
                <a:rPr i="1" lang="en-US" sz="2400">
                  <a:solidFill>
                    <a:schemeClr val="dk1"/>
                  </a:solidFill>
                  <a:latin typeface="Arial"/>
                  <a:ea typeface="Arial"/>
                  <a:cs typeface="Arial"/>
                  <a:sym typeface="Arial"/>
                </a:rPr>
                <a:t> / t</a:t>
              </a:r>
              <a:endParaRPr baseline="-25000" i="1" sz="2400">
                <a:solidFill>
                  <a:schemeClr val="dk1"/>
                </a:solidFill>
                <a:latin typeface="Arial"/>
                <a:ea typeface="Arial"/>
                <a:cs typeface="Arial"/>
                <a:sym typeface="Arial"/>
              </a:endParaRPr>
            </a:p>
          </p:txBody>
        </p:sp>
        <p:sp>
          <p:nvSpPr>
            <p:cNvPr id="523" name="Google Shape;523;p28"/>
            <p:cNvSpPr txBox="1"/>
            <p:nvPr/>
          </p:nvSpPr>
          <p:spPr>
            <a:xfrm>
              <a:off x="2566" y="1994"/>
              <a:ext cx="268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chemeClr val="accent2"/>
                  </a:solidFill>
                  <a:latin typeface="Arial"/>
                  <a:ea typeface="Arial"/>
                  <a:cs typeface="Arial"/>
                  <a:sym typeface="Arial"/>
                </a:rPr>
                <a:t>where</a:t>
              </a:r>
              <a:r>
                <a:rPr lang="en-US" sz="2400">
                  <a:solidFill>
                    <a:schemeClr val="accent2"/>
                  </a:solidFill>
                  <a:latin typeface="Arial"/>
                  <a:ea typeface="Arial"/>
                  <a:cs typeface="Arial"/>
                  <a:sym typeface="Arial"/>
                </a:rPr>
                <a:t> v</a:t>
              </a:r>
              <a:r>
                <a:rPr i="1" lang="en-US" sz="2400">
                  <a:solidFill>
                    <a:schemeClr val="accent2"/>
                  </a:solidFill>
                  <a:latin typeface="Arial"/>
                  <a:ea typeface="Arial"/>
                  <a:cs typeface="Arial"/>
                  <a:sym typeface="Arial"/>
                </a:rPr>
                <a:t> is the final velocity</a:t>
              </a:r>
              <a:endParaRPr baseline="-25000" i="1" sz="2400">
                <a:solidFill>
                  <a:schemeClr val="accent2"/>
                </a:solidFill>
                <a:latin typeface="Arial"/>
                <a:ea typeface="Arial"/>
                <a:cs typeface="Arial"/>
                <a:sym typeface="Arial"/>
              </a:endParaRPr>
            </a:p>
          </p:txBody>
        </p:sp>
        <p:sp>
          <p:nvSpPr>
            <p:cNvPr id="524" name="Google Shape;524;p28"/>
            <p:cNvSpPr txBox="1"/>
            <p:nvPr/>
          </p:nvSpPr>
          <p:spPr>
            <a:xfrm>
              <a:off x="2571" y="2205"/>
              <a:ext cx="268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chemeClr val="accent2"/>
                  </a:solidFill>
                  <a:latin typeface="Arial"/>
                  <a:ea typeface="Arial"/>
                  <a:cs typeface="Arial"/>
                  <a:sym typeface="Arial"/>
                </a:rPr>
                <a:t>and</a:t>
              </a:r>
              <a:r>
                <a:rPr lang="en-US" sz="2400">
                  <a:solidFill>
                    <a:schemeClr val="accent2"/>
                  </a:solidFill>
                  <a:latin typeface="Arial"/>
                  <a:ea typeface="Arial"/>
                  <a:cs typeface="Arial"/>
                  <a:sym typeface="Arial"/>
                </a:rPr>
                <a:t> u</a:t>
              </a:r>
              <a:r>
                <a:rPr i="1" lang="en-US" sz="2400">
                  <a:solidFill>
                    <a:schemeClr val="accent2"/>
                  </a:solidFill>
                  <a:latin typeface="Arial"/>
                  <a:ea typeface="Arial"/>
                  <a:cs typeface="Arial"/>
                  <a:sym typeface="Arial"/>
                </a:rPr>
                <a:t> is the initial velocity</a:t>
              </a:r>
              <a:endParaRPr baseline="-25000" i="1" sz="2400">
                <a:solidFill>
                  <a:schemeClr val="accent2"/>
                </a:solidFill>
                <a:latin typeface="Arial"/>
                <a:ea typeface="Arial"/>
                <a:cs typeface="Arial"/>
                <a:sym typeface="Arial"/>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15">
                                            <p:txEl>
                                              <p:pRg end="0" st="0"/>
                                            </p:txEl>
                                          </p:spTgt>
                                        </p:tgtEl>
                                        <p:attrNameLst>
                                          <p:attrName>style.visibility</p:attrName>
                                        </p:attrNameLst>
                                      </p:cBhvr>
                                      <p:to>
                                        <p:strVal val="visible"/>
                                      </p:to>
                                    </p:set>
                                    <p:anim calcmode="lin" valueType="num">
                                      <p:cBhvr additive="base">
                                        <p:cTn dur="500"/>
                                        <p:tgtEl>
                                          <p:spTgt spid="515">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15">
                                            <p:txEl>
                                              <p:pRg end="1" st="1"/>
                                            </p:txEl>
                                          </p:spTgt>
                                        </p:tgtEl>
                                        <p:attrNameLst>
                                          <p:attrName>style.visibility</p:attrName>
                                        </p:attrNameLst>
                                      </p:cBhvr>
                                      <p:to>
                                        <p:strVal val="visible"/>
                                      </p:to>
                                    </p:set>
                                    <p:anim calcmode="lin" valueType="num">
                                      <p:cBhvr additive="base">
                                        <p:cTn dur="500"/>
                                        <p:tgtEl>
                                          <p:spTgt spid="515">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15">
                                            <p:txEl>
                                              <p:pRg end="2" st="2"/>
                                            </p:txEl>
                                          </p:spTgt>
                                        </p:tgtEl>
                                        <p:attrNameLst>
                                          <p:attrName>style.visibility</p:attrName>
                                        </p:attrNameLst>
                                      </p:cBhvr>
                                      <p:to>
                                        <p:strVal val="visible"/>
                                      </p:to>
                                    </p:set>
                                    <p:anim calcmode="lin" valueType="num">
                                      <p:cBhvr additive="base">
                                        <p:cTn dur="500"/>
                                        <p:tgtEl>
                                          <p:spTgt spid="515">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15">
                                            <p:txEl>
                                              <p:pRg end="3" st="3"/>
                                            </p:txEl>
                                          </p:spTgt>
                                        </p:tgtEl>
                                        <p:attrNameLst>
                                          <p:attrName>style.visibility</p:attrName>
                                        </p:attrNameLst>
                                      </p:cBhvr>
                                      <p:to>
                                        <p:strVal val="visible"/>
                                      </p:to>
                                    </p:set>
                                    <p:anim calcmode="lin" valueType="num">
                                      <p:cBhvr additive="base">
                                        <p:cTn dur="500"/>
                                        <p:tgtEl>
                                          <p:spTgt spid="515">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15">
                                            <p:txEl>
                                              <p:pRg end="4" st="4"/>
                                            </p:txEl>
                                          </p:spTgt>
                                        </p:tgtEl>
                                        <p:attrNameLst>
                                          <p:attrName>style.visibility</p:attrName>
                                        </p:attrNameLst>
                                      </p:cBhvr>
                                      <p:to>
                                        <p:strVal val="visible"/>
                                      </p:to>
                                    </p:set>
                                    <p:anim calcmode="lin" valueType="num">
                                      <p:cBhvr additive="base">
                                        <p:cTn dur="500"/>
                                        <p:tgtEl>
                                          <p:spTgt spid="515">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15">
                                            <p:txEl>
                                              <p:pRg end="5" st="5"/>
                                            </p:txEl>
                                          </p:spTgt>
                                        </p:tgtEl>
                                        <p:attrNameLst>
                                          <p:attrName>style.visibility</p:attrName>
                                        </p:attrNameLst>
                                      </p:cBhvr>
                                      <p:to>
                                        <p:strVal val="visible"/>
                                      </p:to>
                                    </p:set>
                                    <p:anim calcmode="lin" valueType="num">
                                      <p:cBhvr additive="base">
                                        <p:cTn dur="500"/>
                                        <p:tgtEl>
                                          <p:spTgt spid="515">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518"/>
                                        </p:tgtEl>
                                        <p:attrNameLst>
                                          <p:attrName>style.visibility</p:attrName>
                                        </p:attrNameLst>
                                      </p:cBhvr>
                                      <p:to>
                                        <p:strVal val="visible"/>
                                      </p:to>
                                    </p:set>
                                    <p:anim calcmode="lin" valueType="num">
                                      <p:cBhvr additive="base">
                                        <p:cTn dur="500"/>
                                        <p:tgtEl>
                                          <p:spTgt spid="518"/>
                                        </p:tgtEl>
                                        <p:attrNameLst>
                                          <p:attrName>ppt_w</p:attrName>
                                        </p:attrNameLst>
                                      </p:cBhvr>
                                      <p:tavLst>
                                        <p:tav fmla="" tm="0">
                                          <p:val>
                                            <p:strVal val="0"/>
                                          </p:val>
                                        </p:tav>
                                        <p:tav fmla="" tm="100000">
                                          <p:val>
                                            <p:strVal val="#ppt_w"/>
                                          </p:val>
                                        </p:tav>
                                      </p:tavLst>
                                    </p:anim>
                                    <p:anim calcmode="lin" valueType="num">
                                      <p:cBhvr additive="base">
                                        <p:cTn dur="500"/>
                                        <p:tgtEl>
                                          <p:spTgt spid="518"/>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9" name="Shape 529"/>
        <p:cNvGrpSpPr/>
        <p:nvPr/>
      </p:nvGrpSpPr>
      <p:grpSpPr>
        <a:xfrm>
          <a:off x="0" y="0"/>
          <a:ext cx="0" cy="0"/>
          <a:chOff x="0" y="0"/>
          <a:chExt cx="0" cy="0"/>
        </a:xfrm>
      </p:grpSpPr>
      <p:sp>
        <p:nvSpPr>
          <p:cNvPr id="530" name="Google Shape;530;p29"/>
          <p:cNvSpPr/>
          <p:nvPr/>
        </p:nvSpPr>
        <p:spPr>
          <a:xfrm>
            <a:off x="685800" y="1549400"/>
            <a:ext cx="7772400" cy="1674813"/>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accent2"/>
              </a:buClr>
              <a:buSzPts val="2400"/>
              <a:buFont typeface="Arial"/>
              <a:buNone/>
            </a:pPr>
            <a:r>
              <a:rPr i="1" lang="en-US" sz="2400">
                <a:solidFill>
                  <a:schemeClr val="accent2"/>
                </a:solidFill>
                <a:latin typeface="Arial"/>
                <a:ea typeface="Arial"/>
                <a:cs typeface="Arial"/>
                <a:sym typeface="Arial"/>
              </a:rPr>
              <a:t>Acceleration</a:t>
            </a:r>
            <a:r>
              <a:rPr i="1" lang="en-US" sz="2000">
                <a:solidFill>
                  <a:schemeClr val="dk1"/>
                </a:solidFill>
                <a:latin typeface="Courier New"/>
                <a:ea typeface="Courier New"/>
                <a:cs typeface="Courier New"/>
                <a:sym typeface="Courier New"/>
              </a:rPr>
              <a:t> </a:t>
            </a:r>
            <a:r>
              <a:rPr lang="en-US" sz="2000">
                <a:solidFill>
                  <a:schemeClr val="dk1"/>
                </a:solidFill>
                <a:latin typeface="Courier New"/>
                <a:ea typeface="Courier New"/>
                <a:cs typeface="Courier New"/>
                <a:sym typeface="Courier New"/>
              </a:rPr>
              <a:t>	</a:t>
            </a:r>
            <a:endParaRPr/>
          </a:p>
          <a:p>
            <a:pPr indent="0" lvl="0" marL="0" marR="0" rtl="0" algn="l">
              <a:spcBef>
                <a:spcPts val="40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a:p>
            <a:pPr indent="0" lvl="0" marL="0" marR="0" rtl="0" algn="l">
              <a:spcBef>
                <a:spcPts val="40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a:p>
            <a:pPr indent="0" lvl="0" marL="0" marR="0" rtl="0" algn="l">
              <a:spcBef>
                <a:spcPts val="40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531" name="Google Shape;531;p29"/>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2: Mechanics</a:t>
            </a:r>
            <a:br>
              <a:rPr b="1" lang="en-US" sz="2800"/>
            </a:br>
            <a:r>
              <a:rPr lang="en-US" sz="2800">
                <a:solidFill>
                  <a:schemeClr val="dk1"/>
                </a:solidFill>
              </a:rPr>
              <a:t>2.1 – Motion</a:t>
            </a:r>
            <a:endParaRPr/>
          </a:p>
        </p:txBody>
      </p:sp>
      <p:sp>
        <p:nvSpPr>
          <p:cNvPr id="532" name="Google Shape;532;p29"/>
          <p:cNvSpPr/>
          <p:nvPr/>
        </p:nvSpPr>
        <p:spPr>
          <a:xfrm>
            <a:off x="674688" y="3162300"/>
            <a:ext cx="7772400" cy="3695700"/>
          </a:xfrm>
          <a:prstGeom prst="rect">
            <a:avLst/>
          </a:prstGeom>
          <a:solidFill>
            <a:srgbClr val="FFFFCC"/>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rPr lang="en-US" sz="2400">
                <a:solidFill>
                  <a:schemeClr val="dk1"/>
                </a:solidFill>
                <a:latin typeface="Arial"/>
                <a:ea typeface="Arial"/>
                <a:cs typeface="Arial"/>
                <a:sym typeface="Arial"/>
              </a:rPr>
              <a:t>EXAMPLE: A driver sees his speed is 5.0 m</a:t>
            </a:r>
            <a:r>
              <a:rPr baseline="-25000"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s</a:t>
            </a:r>
            <a:r>
              <a:rPr baseline="30000" lang="en-US" sz="2400">
                <a:solidFill>
                  <a:schemeClr val="dk1"/>
                </a:solidFill>
                <a:latin typeface="Arial"/>
                <a:ea typeface="Arial"/>
                <a:cs typeface="Arial"/>
                <a:sym typeface="Arial"/>
              </a:rPr>
              <a:t>-1</a:t>
            </a:r>
            <a:r>
              <a:rPr lang="en-US" sz="2400">
                <a:solidFill>
                  <a:schemeClr val="dk1"/>
                </a:solidFill>
                <a:latin typeface="Arial"/>
                <a:ea typeface="Arial"/>
                <a:cs typeface="Arial"/>
                <a:sym typeface="Arial"/>
              </a:rPr>
              <a:t>. He then simultaneously accelerates and starts a stopwatch. At the end of 10. s he observes his speed to be 35 m</a:t>
            </a:r>
            <a:r>
              <a:rPr baseline="-25000"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s</a:t>
            </a:r>
            <a:r>
              <a:rPr baseline="30000" lang="en-US" sz="2400">
                <a:solidFill>
                  <a:schemeClr val="dk1"/>
                </a:solidFill>
                <a:latin typeface="Arial"/>
                <a:ea typeface="Arial"/>
                <a:cs typeface="Arial"/>
                <a:sym typeface="Arial"/>
              </a:rPr>
              <a:t>-1</a:t>
            </a:r>
            <a:r>
              <a:rPr lang="en-US" sz="2400">
                <a:solidFill>
                  <a:schemeClr val="dk1"/>
                </a:solidFill>
                <a:latin typeface="Arial"/>
                <a:ea typeface="Arial"/>
                <a:cs typeface="Arial"/>
                <a:sym typeface="Arial"/>
              </a:rPr>
              <a:t>. What is his acceleration?</a:t>
            </a:r>
            <a:endParaRPr sz="2400">
              <a:solidFill>
                <a:schemeClr val="dk1"/>
              </a:solidFill>
              <a:latin typeface="Arial"/>
              <a:ea typeface="Arial"/>
              <a:cs typeface="Arial"/>
              <a:sym typeface="Arial"/>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SOLUTION:  Label each number with a letter: </a:t>
            </a:r>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a:t>
            </a:r>
            <a:r>
              <a:rPr i="1" lang="en-US" sz="2400">
                <a:solidFill>
                  <a:schemeClr val="dk1"/>
                </a:solidFill>
                <a:latin typeface="Arial"/>
                <a:ea typeface="Arial"/>
                <a:cs typeface="Arial"/>
                <a:sym typeface="Arial"/>
              </a:rPr>
              <a:t>v</a:t>
            </a:r>
            <a:r>
              <a:rPr lang="en-US" sz="2400">
                <a:solidFill>
                  <a:schemeClr val="dk1"/>
                </a:solidFill>
                <a:latin typeface="Arial"/>
                <a:ea typeface="Arial"/>
                <a:cs typeface="Arial"/>
                <a:sym typeface="Arial"/>
              </a:rPr>
              <a:t> = 35 m</a:t>
            </a:r>
            <a:r>
              <a:rPr baseline="-25000"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s</a:t>
            </a:r>
            <a:r>
              <a:rPr baseline="30000" lang="en-US" sz="2400">
                <a:solidFill>
                  <a:schemeClr val="dk1"/>
                </a:solidFill>
                <a:latin typeface="Arial"/>
                <a:ea typeface="Arial"/>
                <a:cs typeface="Arial"/>
                <a:sym typeface="Arial"/>
              </a:rPr>
              <a:t>-1</a:t>
            </a:r>
            <a:r>
              <a:rPr lang="en-US" sz="2400">
                <a:solidFill>
                  <a:schemeClr val="dk1"/>
                </a:solidFill>
                <a:latin typeface="Arial"/>
                <a:ea typeface="Arial"/>
                <a:cs typeface="Arial"/>
                <a:sym typeface="Arial"/>
              </a:rPr>
              <a:t>,</a:t>
            </a:r>
            <a:r>
              <a:rPr baseline="-25000" lang="en-US" sz="2400">
                <a:solidFill>
                  <a:schemeClr val="dk1"/>
                </a:solidFill>
                <a:latin typeface="Arial"/>
                <a:ea typeface="Arial"/>
                <a:cs typeface="Arial"/>
                <a:sym typeface="Arial"/>
              </a:rPr>
              <a:t> </a:t>
            </a:r>
            <a:r>
              <a:rPr i="1" lang="en-US" sz="2400">
                <a:solidFill>
                  <a:schemeClr val="dk1"/>
                </a:solidFill>
                <a:latin typeface="Arial"/>
                <a:ea typeface="Arial"/>
                <a:cs typeface="Arial"/>
                <a:sym typeface="Arial"/>
              </a:rPr>
              <a:t>u</a:t>
            </a:r>
            <a:r>
              <a:rPr lang="en-US" sz="2400">
                <a:solidFill>
                  <a:schemeClr val="dk1"/>
                </a:solidFill>
                <a:latin typeface="Arial"/>
                <a:ea typeface="Arial"/>
                <a:cs typeface="Arial"/>
                <a:sym typeface="Arial"/>
              </a:rPr>
              <a:t> = 5.0 m</a:t>
            </a:r>
            <a:r>
              <a:rPr baseline="-25000"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s</a:t>
            </a:r>
            <a:r>
              <a:rPr baseline="30000" lang="en-US" sz="2400">
                <a:solidFill>
                  <a:schemeClr val="dk1"/>
                </a:solidFill>
                <a:latin typeface="Arial"/>
                <a:ea typeface="Arial"/>
                <a:cs typeface="Arial"/>
                <a:sym typeface="Arial"/>
              </a:rPr>
              <a:t>-1</a:t>
            </a:r>
            <a:r>
              <a:rPr lang="en-US" sz="2400">
                <a:solidFill>
                  <a:schemeClr val="dk1"/>
                </a:solidFill>
                <a:latin typeface="Arial"/>
                <a:ea typeface="Arial"/>
                <a:cs typeface="Arial"/>
                <a:sym typeface="Arial"/>
              </a:rPr>
              <a:t>, and </a:t>
            </a:r>
            <a:r>
              <a:rPr i="1" lang="en-US" sz="2400">
                <a:solidFill>
                  <a:schemeClr val="dk1"/>
                </a:solidFill>
                <a:latin typeface="Arial"/>
                <a:ea typeface="Arial"/>
                <a:cs typeface="Arial"/>
                <a:sym typeface="Arial"/>
              </a:rPr>
              <a:t>t</a:t>
            </a:r>
            <a:r>
              <a:rPr lang="en-US" sz="2400">
                <a:solidFill>
                  <a:schemeClr val="dk1"/>
                </a:solidFill>
                <a:latin typeface="Arial"/>
                <a:ea typeface="Arial"/>
                <a:cs typeface="Arial"/>
                <a:sym typeface="Arial"/>
              </a:rPr>
              <a:t> = 10. s.</a:t>
            </a:r>
            <a:endParaRPr/>
          </a:p>
          <a:p>
            <a:pPr indent="-152400" lvl="0" marL="0" marR="0" rtl="0" algn="l">
              <a:spcBef>
                <a:spcPts val="480"/>
              </a:spcBef>
              <a:spcAft>
                <a:spcPts val="0"/>
              </a:spcAft>
              <a:buClr>
                <a:schemeClr val="dk1"/>
              </a:buClr>
              <a:buSzPts val="2400"/>
              <a:buFont typeface="Noto Sans Symbols"/>
              <a:buChar char="∙"/>
            </a:pPr>
            <a:r>
              <a:rPr lang="en-US" sz="2400">
                <a:solidFill>
                  <a:schemeClr val="dk1"/>
                </a:solidFill>
                <a:latin typeface="Arial"/>
                <a:ea typeface="Arial"/>
                <a:cs typeface="Arial"/>
                <a:sym typeface="Arial"/>
              </a:rPr>
              <a:t>Next, choose the formula:</a:t>
            </a:r>
            <a:r>
              <a:rPr i="1" lang="en-US" sz="2400">
                <a:solidFill>
                  <a:schemeClr val="dk1"/>
                </a:solidFill>
                <a:latin typeface="Arial"/>
                <a:ea typeface="Arial"/>
                <a:cs typeface="Arial"/>
                <a:sym typeface="Arial"/>
              </a:rPr>
              <a:t> a</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v</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u</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t</a:t>
            </a:r>
            <a:r>
              <a:rPr lang="en-US" sz="2400">
                <a:solidFill>
                  <a:schemeClr val="dk1"/>
                </a:solidFill>
                <a:latin typeface="Arial"/>
                <a:ea typeface="Arial"/>
                <a:cs typeface="Arial"/>
                <a:sym typeface="Arial"/>
              </a:rPr>
              <a:t>.</a:t>
            </a:r>
            <a:endParaRPr/>
          </a:p>
          <a:p>
            <a:pPr indent="-152400" lvl="0" marL="0" marR="0" rtl="0" algn="l">
              <a:spcBef>
                <a:spcPts val="480"/>
              </a:spcBef>
              <a:spcAft>
                <a:spcPts val="0"/>
              </a:spcAft>
              <a:buClr>
                <a:schemeClr val="dk1"/>
              </a:buClr>
              <a:buSzPts val="2400"/>
              <a:buFont typeface="Noto Sans Symbols"/>
              <a:buChar char="∙"/>
            </a:pPr>
            <a:r>
              <a:rPr lang="en-US" sz="2400">
                <a:solidFill>
                  <a:schemeClr val="dk1"/>
                </a:solidFill>
                <a:latin typeface="Arial"/>
                <a:ea typeface="Arial"/>
                <a:cs typeface="Arial"/>
                <a:sym typeface="Arial"/>
              </a:rPr>
              <a:t>Now substitute and calculate:</a:t>
            </a:r>
            <a:endParaRPr/>
          </a:p>
          <a:p>
            <a:pPr indent="-152400" lvl="0" marL="0" marR="0" rtl="0" algn="l">
              <a:spcBef>
                <a:spcPts val="480"/>
              </a:spcBef>
              <a:spcAft>
                <a:spcPts val="0"/>
              </a:spcAft>
              <a:buClr>
                <a:schemeClr val="dk1"/>
              </a:buClr>
              <a:buSzPts val="2400"/>
              <a:buFont typeface="Noto Sans Symbols"/>
              <a:buChar char="∙"/>
            </a:pPr>
            <a:r>
              <a:rPr i="1" lang="en-US" sz="2400">
                <a:solidFill>
                  <a:schemeClr val="dk1"/>
                </a:solidFill>
                <a:latin typeface="Arial"/>
                <a:ea typeface="Arial"/>
                <a:cs typeface="Arial"/>
                <a:sym typeface="Arial"/>
              </a:rPr>
              <a:t>a</a:t>
            </a:r>
            <a:r>
              <a:rPr lang="en-US" sz="2400">
                <a:solidFill>
                  <a:schemeClr val="dk1"/>
                </a:solidFill>
                <a:latin typeface="Arial"/>
                <a:ea typeface="Arial"/>
                <a:cs typeface="Arial"/>
                <a:sym typeface="Arial"/>
              </a:rPr>
              <a:t> = ( 35 – 5 ) / 10 = 3.0 m</a:t>
            </a:r>
            <a:r>
              <a:rPr baseline="-25000"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s</a:t>
            </a:r>
            <a:r>
              <a:rPr baseline="30000" lang="en-US" sz="2400">
                <a:solidFill>
                  <a:schemeClr val="dk1"/>
                </a:solidFill>
                <a:latin typeface="Arial"/>
                <a:ea typeface="Arial"/>
                <a:cs typeface="Arial"/>
                <a:sym typeface="Arial"/>
              </a:rPr>
              <a:t>-2</a:t>
            </a:r>
            <a:r>
              <a:rPr lang="en-US" sz="2400">
                <a:solidFill>
                  <a:schemeClr val="dk1"/>
                </a:solidFill>
                <a:latin typeface="Arial"/>
                <a:ea typeface="Arial"/>
                <a:cs typeface="Arial"/>
                <a:sym typeface="Arial"/>
              </a:rPr>
              <a:t>.</a:t>
            </a:r>
            <a:endParaRPr/>
          </a:p>
        </p:txBody>
      </p:sp>
      <p:grpSp>
        <p:nvGrpSpPr>
          <p:cNvPr id="533" name="Google Shape;533;p29"/>
          <p:cNvGrpSpPr/>
          <p:nvPr/>
        </p:nvGrpSpPr>
        <p:grpSpPr>
          <a:xfrm>
            <a:off x="828675" y="1944688"/>
            <a:ext cx="7515225" cy="1154112"/>
            <a:chOff x="522" y="1766"/>
            <a:chExt cx="4734" cy="727"/>
          </a:xfrm>
        </p:grpSpPr>
        <p:sp>
          <p:nvSpPr>
            <p:cNvPr id="534" name="Google Shape;534;p29"/>
            <p:cNvSpPr txBox="1"/>
            <p:nvPr/>
          </p:nvSpPr>
          <p:spPr>
            <a:xfrm>
              <a:off x="3775" y="1766"/>
              <a:ext cx="1449" cy="288"/>
            </a:xfrm>
            <a:prstGeom prst="rect">
              <a:avLst/>
            </a:prstGeom>
            <a:solidFill>
              <a:srgbClr val="FF0000"/>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lt1"/>
                  </a:solidFill>
                  <a:latin typeface="Arial"/>
                  <a:ea typeface="Arial"/>
                  <a:cs typeface="Arial"/>
                  <a:sym typeface="Arial"/>
                </a:rPr>
                <a:t>acceleration</a:t>
              </a:r>
              <a:endParaRPr/>
            </a:p>
          </p:txBody>
        </p:sp>
        <p:sp>
          <p:nvSpPr>
            <p:cNvPr id="535" name="Google Shape;535;p29"/>
            <p:cNvSpPr/>
            <p:nvPr/>
          </p:nvSpPr>
          <p:spPr>
            <a:xfrm>
              <a:off x="522" y="1768"/>
              <a:ext cx="4701" cy="717"/>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536" name="Google Shape;536;p29"/>
            <p:cNvSpPr txBox="1"/>
            <p:nvPr/>
          </p:nvSpPr>
          <p:spPr>
            <a:xfrm>
              <a:off x="864" y="1769"/>
              <a:ext cx="136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chemeClr val="dk1"/>
                  </a:solidFill>
                  <a:latin typeface="Arial"/>
                  <a:ea typeface="Arial"/>
                  <a:cs typeface="Arial"/>
                  <a:sym typeface="Arial"/>
                </a:rPr>
                <a:t>a</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v / </a:t>
              </a:r>
              <a:r>
                <a:rPr lang="en-US" sz="2400">
                  <a:solidFill>
                    <a:schemeClr val="dk1"/>
                  </a:solidFill>
                  <a:latin typeface="Arial"/>
                  <a:ea typeface="Arial"/>
                  <a:cs typeface="Arial"/>
                  <a:sym typeface="Arial"/>
                </a:rPr>
                <a:t>∆</a:t>
              </a:r>
              <a:r>
                <a:rPr i="1" lang="en-US" sz="2400">
                  <a:solidFill>
                    <a:schemeClr val="dk1"/>
                  </a:solidFill>
                  <a:latin typeface="Arial"/>
                  <a:ea typeface="Arial"/>
                  <a:cs typeface="Arial"/>
                  <a:sym typeface="Arial"/>
                </a:rPr>
                <a:t>t</a:t>
              </a:r>
              <a:r>
                <a:rPr i="1" lang="en-US" sz="2000">
                  <a:solidFill>
                    <a:schemeClr val="dk1"/>
                  </a:solidFill>
                  <a:latin typeface="Courier New"/>
                  <a:ea typeface="Courier New"/>
                  <a:cs typeface="Courier New"/>
                  <a:sym typeface="Courier New"/>
                </a:rPr>
                <a:t> </a:t>
              </a:r>
              <a:endParaRPr/>
            </a:p>
          </p:txBody>
        </p:sp>
        <p:sp>
          <p:nvSpPr>
            <p:cNvPr id="537" name="Google Shape;537;p29"/>
            <p:cNvSpPr txBox="1"/>
            <p:nvPr/>
          </p:nvSpPr>
          <p:spPr>
            <a:xfrm>
              <a:off x="863" y="2010"/>
              <a:ext cx="1669"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chemeClr val="dk1"/>
                  </a:solidFill>
                  <a:latin typeface="Arial"/>
                  <a:ea typeface="Arial"/>
                  <a:cs typeface="Arial"/>
                  <a:sym typeface="Arial"/>
                </a:rPr>
                <a:t>a</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v</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u</a:t>
              </a:r>
              <a:r>
                <a:rPr lang="en-US" sz="2400">
                  <a:solidFill>
                    <a:schemeClr val="dk1"/>
                  </a:solidFill>
                  <a:latin typeface="Arial"/>
                  <a:ea typeface="Arial"/>
                  <a:cs typeface="Arial"/>
                  <a:sym typeface="Arial"/>
                </a:rPr>
                <a:t>)</a:t>
              </a:r>
              <a:r>
                <a:rPr i="1" lang="en-US" sz="2400">
                  <a:solidFill>
                    <a:schemeClr val="dk1"/>
                  </a:solidFill>
                  <a:latin typeface="Arial"/>
                  <a:ea typeface="Arial"/>
                  <a:cs typeface="Arial"/>
                  <a:sym typeface="Arial"/>
                </a:rPr>
                <a:t> / t</a:t>
              </a:r>
              <a:endParaRPr baseline="-25000" i="1" sz="2400">
                <a:solidFill>
                  <a:schemeClr val="dk1"/>
                </a:solidFill>
                <a:latin typeface="Arial"/>
                <a:ea typeface="Arial"/>
                <a:cs typeface="Arial"/>
                <a:sym typeface="Arial"/>
              </a:endParaRPr>
            </a:p>
          </p:txBody>
        </p:sp>
        <p:sp>
          <p:nvSpPr>
            <p:cNvPr id="538" name="Google Shape;538;p29"/>
            <p:cNvSpPr txBox="1"/>
            <p:nvPr/>
          </p:nvSpPr>
          <p:spPr>
            <a:xfrm>
              <a:off x="2566" y="1994"/>
              <a:ext cx="268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chemeClr val="accent2"/>
                  </a:solidFill>
                  <a:latin typeface="Arial"/>
                  <a:ea typeface="Arial"/>
                  <a:cs typeface="Arial"/>
                  <a:sym typeface="Arial"/>
                </a:rPr>
                <a:t>where</a:t>
              </a:r>
              <a:r>
                <a:rPr lang="en-US" sz="2400">
                  <a:solidFill>
                    <a:schemeClr val="accent2"/>
                  </a:solidFill>
                  <a:latin typeface="Arial"/>
                  <a:ea typeface="Arial"/>
                  <a:cs typeface="Arial"/>
                  <a:sym typeface="Arial"/>
                </a:rPr>
                <a:t> v</a:t>
              </a:r>
              <a:r>
                <a:rPr i="1" lang="en-US" sz="2400">
                  <a:solidFill>
                    <a:schemeClr val="accent2"/>
                  </a:solidFill>
                  <a:latin typeface="Arial"/>
                  <a:ea typeface="Arial"/>
                  <a:cs typeface="Arial"/>
                  <a:sym typeface="Arial"/>
                </a:rPr>
                <a:t> is the final velocity</a:t>
              </a:r>
              <a:endParaRPr baseline="-25000" i="1" sz="2400">
                <a:solidFill>
                  <a:schemeClr val="accent2"/>
                </a:solidFill>
                <a:latin typeface="Arial"/>
                <a:ea typeface="Arial"/>
                <a:cs typeface="Arial"/>
                <a:sym typeface="Arial"/>
              </a:endParaRPr>
            </a:p>
          </p:txBody>
        </p:sp>
        <p:sp>
          <p:nvSpPr>
            <p:cNvPr id="539" name="Google Shape;539;p29"/>
            <p:cNvSpPr txBox="1"/>
            <p:nvPr/>
          </p:nvSpPr>
          <p:spPr>
            <a:xfrm>
              <a:off x="2571" y="2205"/>
              <a:ext cx="268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chemeClr val="accent2"/>
                  </a:solidFill>
                  <a:latin typeface="Arial"/>
                  <a:ea typeface="Arial"/>
                  <a:cs typeface="Arial"/>
                  <a:sym typeface="Arial"/>
                </a:rPr>
                <a:t>and</a:t>
              </a:r>
              <a:r>
                <a:rPr lang="en-US" sz="2400">
                  <a:solidFill>
                    <a:schemeClr val="accent2"/>
                  </a:solidFill>
                  <a:latin typeface="Arial"/>
                  <a:ea typeface="Arial"/>
                  <a:cs typeface="Arial"/>
                  <a:sym typeface="Arial"/>
                </a:rPr>
                <a:t> u</a:t>
              </a:r>
              <a:r>
                <a:rPr i="1" lang="en-US" sz="2400">
                  <a:solidFill>
                    <a:schemeClr val="accent2"/>
                  </a:solidFill>
                  <a:latin typeface="Arial"/>
                  <a:ea typeface="Arial"/>
                  <a:cs typeface="Arial"/>
                  <a:sym typeface="Arial"/>
                </a:rPr>
                <a:t> is the initial velocity</a:t>
              </a:r>
              <a:endParaRPr baseline="-25000" i="1" sz="2400">
                <a:solidFill>
                  <a:schemeClr val="accent2"/>
                </a:solidFill>
                <a:latin typeface="Arial"/>
                <a:ea typeface="Arial"/>
                <a:cs typeface="Arial"/>
                <a:sym typeface="Arial"/>
              </a:endParaRPr>
            </a:p>
          </p:txBody>
        </p:sp>
      </p:grpSp>
      <p:pic>
        <p:nvPicPr>
          <p:cNvPr descr="ANd9GcRS4r1q1bQHWOmn-QnO4xOet1GNggYLvvH0AE_GNIjQV9JPe8d-vpRnFrg" id="540" name="Google Shape;540;p29">
            <a:hlinkClick r:id="rId3"/>
          </p:cNvPr>
          <p:cNvPicPr preferRelativeResize="0"/>
          <p:nvPr/>
        </p:nvPicPr>
        <p:blipFill rotWithShape="1">
          <a:blip r:embed="rId4">
            <a:alphaModFix/>
          </a:blip>
          <a:srcRect b="0" l="0" r="0" t="0"/>
          <a:stretch/>
        </p:blipFill>
        <p:spPr>
          <a:xfrm>
            <a:off x="5989638" y="381000"/>
            <a:ext cx="2389187" cy="149701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533"/>
                                        </p:tgtEl>
                                        <p:attrNameLst>
                                          <p:attrName>style.visibility</p:attrName>
                                        </p:attrNameLst>
                                      </p:cBhvr>
                                      <p:to>
                                        <p:strVal val="visible"/>
                                      </p:to>
                                    </p:set>
                                    <p:anim calcmode="lin" valueType="num">
                                      <p:cBhvr additive="base">
                                        <p:cTn dur="500"/>
                                        <p:tgtEl>
                                          <p:spTgt spid="533"/>
                                        </p:tgtEl>
                                        <p:attrNameLst>
                                          <p:attrName>ppt_w</p:attrName>
                                        </p:attrNameLst>
                                      </p:cBhvr>
                                      <p:tavLst>
                                        <p:tav fmla="" tm="0">
                                          <p:val>
                                            <p:strVal val="0"/>
                                          </p:val>
                                        </p:tav>
                                        <p:tav fmla="" tm="100000">
                                          <p:val>
                                            <p:strVal val="#ppt_w"/>
                                          </p:val>
                                        </p:tav>
                                      </p:tavLst>
                                    </p:anim>
                                    <p:anim calcmode="lin" valueType="num">
                                      <p:cBhvr additive="base">
                                        <p:cTn dur="500"/>
                                        <p:tgtEl>
                                          <p:spTgt spid="533"/>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32">
                                            <p:txEl>
                                              <p:pRg end="0" st="0"/>
                                            </p:txEl>
                                          </p:spTgt>
                                        </p:tgtEl>
                                        <p:attrNameLst>
                                          <p:attrName>style.visibility</p:attrName>
                                        </p:attrNameLst>
                                      </p:cBhvr>
                                      <p:to>
                                        <p:strVal val="visible"/>
                                      </p:to>
                                    </p:set>
                                    <p:anim calcmode="lin" valueType="num">
                                      <p:cBhvr additive="base">
                                        <p:cTn dur="500"/>
                                        <p:tgtEl>
                                          <p:spTgt spid="532">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32">
                                            <p:txEl>
                                              <p:pRg end="1" st="1"/>
                                            </p:txEl>
                                          </p:spTgt>
                                        </p:tgtEl>
                                        <p:attrNameLst>
                                          <p:attrName>style.visibility</p:attrName>
                                        </p:attrNameLst>
                                      </p:cBhvr>
                                      <p:to>
                                        <p:strVal val="visible"/>
                                      </p:to>
                                    </p:set>
                                    <p:anim calcmode="lin" valueType="num">
                                      <p:cBhvr additive="base">
                                        <p:cTn dur="500"/>
                                        <p:tgtEl>
                                          <p:spTgt spid="532">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32">
                                            <p:txEl>
                                              <p:pRg end="2" st="2"/>
                                            </p:txEl>
                                          </p:spTgt>
                                        </p:tgtEl>
                                        <p:attrNameLst>
                                          <p:attrName>style.visibility</p:attrName>
                                        </p:attrNameLst>
                                      </p:cBhvr>
                                      <p:to>
                                        <p:strVal val="visible"/>
                                      </p:to>
                                    </p:set>
                                    <p:anim calcmode="lin" valueType="num">
                                      <p:cBhvr additive="base">
                                        <p:cTn dur="500"/>
                                        <p:tgtEl>
                                          <p:spTgt spid="532">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32">
                                            <p:txEl>
                                              <p:pRg end="3" st="3"/>
                                            </p:txEl>
                                          </p:spTgt>
                                        </p:tgtEl>
                                        <p:attrNameLst>
                                          <p:attrName>style.visibility</p:attrName>
                                        </p:attrNameLst>
                                      </p:cBhvr>
                                      <p:to>
                                        <p:strVal val="visible"/>
                                      </p:to>
                                    </p:set>
                                    <p:anim calcmode="lin" valueType="num">
                                      <p:cBhvr additive="base">
                                        <p:cTn dur="500"/>
                                        <p:tgtEl>
                                          <p:spTgt spid="532">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32">
                                            <p:txEl>
                                              <p:pRg end="4" st="4"/>
                                            </p:txEl>
                                          </p:spTgt>
                                        </p:tgtEl>
                                        <p:attrNameLst>
                                          <p:attrName>style.visibility</p:attrName>
                                        </p:attrNameLst>
                                      </p:cBhvr>
                                      <p:to>
                                        <p:strVal val="visible"/>
                                      </p:to>
                                    </p:set>
                                    <p:anim calcmode="lin" valueType="num">
                                      <p:cBhvr additive="base">
                                        <p:cTn dur="500"/>
                                        <p:tgtEl>
                                          <p:spTgt spid="532">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32">
                                            <p:txEl>
                                              <p:pRg end="5" st="5"/>
                                            </p:txEl>
                                          </p:spTgt>
                                        </p:tgtEl>
                                        <p:attrNameLst>
                                          <p:attrName>style.visibility</p:attrName>
                                        </p:attrNameLst>
                                      </p:cBhvr>
                                      <p:to>
                                        <p:strVal val="visible"/>
                                      </p:to>
                                    </p:set>
                                    <p:anim calcmode="lin" valueType="num">
                                      <p:cBhvr additive="base">
                                        <p:cTn dur="500"/>
                                        <p:tgtEl>
                                          <p:spTgt spid="532">
                                            <p:txEl>
                                              <p:pRg end="5" st="5"/>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10" presetSubtype="0">
                                  <p:stCondLst>
                                    <p:cond delay="0"/>
                                  </p:stCondLst>
                                  <p:childTnLst>
                                    <p:set>
                                      <p:cBhvr>
                                        <p:cTn dur="1" fill="hold">
                                          <p:stCondLst>
                                            <p:cond delay="0"/>
                                          </p:stCondLst>
                                        </p:cTn>
                                        <p:tgtEl>
                                          <p:spTgt spid="540"/>
                                        </p:tgtEl>
                                        <p:attrNameLst>
                                          <p:attrName>style.visibility</p:attrName>
                                        </p:attrNameLst>
                                      </p:cBhvr>
                                      <p:to>
                                        <p:strVal val="visible"/>
                                      </p:to>
                                    </p:set>
                                    <p:animEffect filter="fade" transition="in">
                                      <p:cBhvr>
                                        <p:cTn dur="2000"/>
                                        <p:tgtEl>
                                          <p:spTgt spid="54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5" name="Shape 545"/>
        <p:cNvGrpSpPr/>
        <p:nvPr/>
      </p:nvGrpSpPr>
      <p:grpSpPr>
        <a:xfrm>
          <a:off x="0" y="0"/>
          <a:ext cx="0" cy="0"/>
          <a:chOff x="0" y="0"/>
          <a:chExt cx="0" cy="0"/>
        </a:xfrm>
      </p:grpSpPr>
      <p:sp>
        <p:nvSpPr>
          <p:cNvPr id="546" name="Google Shape;546;p30"/>
          <p:cNvSpPr/>
          <p:nvPr/>
        </p:nvSpPr>
        <p:spPr>
          <a:xfrm>
            <a:off x="685800" y="1549400"/>
            <a:ext cx="7772400" cy="1808163"/>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accent2"/>
              </a:buClr>
              <a:buSzPts val="2400"/>
              <a:buFont typeface="Arial"/>
              <a:buNone/>
            </a:pPr>
            <a:r>
              <a:rPr i="1" lang="en-US" sz="2400">
                <a:solidFill>
                  <a:schemeClr val="accent2"/>
                </a:solidFill>
                <a:latin typeface="Arial"/>
                <a:ea typeface="Arial"/>
                <a:cs typeface="Arial"/>
                <a:sym typeface="Arial"/>
              </a:rPr>
              <a:t>Acceleration</a:t>
            </a:r>
            <a:r>
              <a:rPr i="1" lang="en-US" sz="2000">
                <a:solidFill>
                  <a:schemeClr val="dk1"/>
                </a:solidFill>
                <a:latin typeface="Courier New"/>
                <a:ea typeface="Courier New"/>
                <a:cs typeface="Courier New"/>
                <a:sym typeface="Courier New"/>
              </a:rPr>
              <a:t> </a:t>
            </a:r>
            <a:r>
              <a:rPr lang="en-US" sz="2000">
                <a:solidFill>
                  <a:schemeClr val="dk1"/>
                </a:solidFill>
                <a:latin typeface="Courier New"/>
                <a:ea typeface="Courier New"/>
                <a:cs typeface="Courier New"/>
                <a:sym typeface="Courier New"/>
              </a:rPr>
              <a:t>	</a:t>
            </a:r>
            <a:endParaRPr/>
          </a:p>
          <a:p>
            <a:pPr indent="0" lvl="0" marL="0" marR="0" rtl="0" algn="l">
              <a:spcBef>
                <a:spcPts val="40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a:p>
            <a:pPr indent="0" lvl="0" marL="0" marR="0" rtl="0" algn="l">
              <a:spcBef>
                <a:spcPts val="40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a:p>
            <a:pPr indent="0" lvl="0" marL="0" marR="0" rtl="0" algn="l">
              <a:spcBef>
                <a:spcPts val="40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547" name="Google Shape;547;p30"/>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2: Mechanics</a:t>
            </a:r>
            <a:br>
              <a:rPr b="1" lang="en-US" sz="2800"/>
            </a:br>
            <a:r>
              <a:rPr lang="en-US" sz="2800">
                <a:solidFill>
                  <a:schemeClr val="dk1"/>
                </a:solidFill>
              </a:rPr>
              <a:t>2.1 – Motion</a:t>
            </a:r>
            <a:endParaRPr/>
          </a:p>
        </p:txBody>
      </p:sp>
      <p:sp>
        <p:nvSpPr>
          <p:cNvPr id="548" name="Google Shape;548;p30"/>
          <p:cNvSpPr/>
          <p:nvPr/>
        </p:nvSpPr>
        <p:spPr>
          <a:xfrm>
            <a:off x="674688" y="3328988"/>
            <a:ext cx="7772400" cy="3529012"/>
          </a:xfrm>
          <a:prstGeom prst="rect">
            <a:avLst/>
          </a:prstGeom>
          <a:solidFill>
            <a:srgbClr val="CCFFCC"/>
          </a:solidFill>
          <a:ln>
            <a:noFill/>
          </a:ln>
        </p:spPr>
        <p:txBody>
          <a:bodyPr anchorCtr="0" anchor="t" bIns="45700" lIns="91425" spcFirstLastPara="1" rIns="91425" wrap="square" tIns="45700">
            <a:noAutofit/>
          </a:bodyPr>
          <a:lstStyle/>
          <a:p>
            <a:pPr indent="-609600" lvl="0" marL="609600" marR="0" rtl="0" algn="l">
              <a:spcBef>
                <a:spcPts val="0"/>
              </a:spcBef>
              <a:spcAft>
                <a:spcPts val="0"/>
              </a:spcAft>
              <a:buClr>
                <a:schemeClr val="dk1"/>
              </a:buClr>
              <a:buSzPts val="2400"/>
              <a:buFont typeface="Arial"/>
              <a:buNone/>
            </a:pPr>
            <a:r>
              <a:rPr lang="en-US" sz="2400">
                <a:solidFill>
                  <a:schemeClr val="dk1"/>
                </a:solidFill>
                <a:latin typeface="Arial"/>
                <a:ea typeface="Arial"/>
                <a:cs typeface="Arial"/>
                <a:sym typeface="Arial"/>
              </a:rPr>
              <a:t>PRACTICE:</a:t>
            </a:r>
            <a:endParaRPr/>
          </a:p>
          <a:p>
            <a:pPr indent="-609600" lvl="0" marL="609600" marR="0" rtl="0" algn="l">
              <a:spcBef>
                <a:spcPts val="480"/>
              </a:spcBef>
              <a:spcAft>
                <a:spcPts val="0"/>
              </a:spcAft>
              <a:buClr>
                <a:schemeClr val="dk1"/>
              </a:buClr>
              <a:buSzPts val="2400"/>
              <a:buFont typeface="Arial"/>
              <a:buAutoNum type="alphaLcParenBoth"/>
            </a:pPr>
            <a:r>
              <a:rPr lang="en-US" sz="2400">
                <a:solidFill>
                  <a:schemeClr val="dk1"/>
                </a:solidFill>
                <a:latin typeface="Arial"/>
                <a:ea typeface="Arial"/>
                <a:cs typeface="Arial"/>
                <a:sym typeface="Arial"/>
              </a:rPr>
              <a:t>Why is velocity a vector?</a:t>
            </a:r>
            <a:endParaRPr/>
          </a:p>
          <a:p>
            <a:pPr indent="-609600" lvl="0" marL="609600" marR="0" rtl="0" algn="l">
              <a:spcBef>
                <a:spcPts val="480"/>
              </a:spcBef>
              <a:spcAft>
                <a:spcPts val="0"/>
              </a:spcAft>
              <a:buClr>
                <a:schemeClr val="dk1"/>
              </a:buClr>
              <a:buSzPts val="2400"/>
              <a:buFont typeface="Arial"/>
              <a:buAutoNum type="alphaLcParenBoth"/>
            </a:pPr>
            <a:r>
              <a:rPr lang="en-US" sz="2400">
                <a:solidFill>
                  <a:schemeClr val="dk1"/>
                </a:solidFill>
                <a:latin typeface="Arial"/>
                <a:ea typeface="Arial"/>
                <a:cs typeface="Arial"/>
                <a:sym typeface="Arial"/>
              </a:rPr>
              <a:t>Why is acceleration a vector?</a:t>
            </a:r>
            <a:endParaRPr/>
          </a:p>
          <a:p>
            <a:pPr indent="-609600" lvl="0" marL="60960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SOLUTION:</a:t>
            </a:r>
            <a:endParaRPr/>
          </a:p>
          <a:p>
            <a:pPr indent="-609600" lvl="0" marL="609600" marR="0" rtl="0" algn="l">
              <a:spcBef>
                <a:spcPts val="480"/>
              </a:spcBef>
              <a:spcAft>
                <a:spcPts val="0"/>
              </a:spcAft>
              <a:buClr>
                <a:schemeClr val="dk1"/>
              </a:buClr>
              <a:buSzPts val="2400"/>
              <a:buFont typeface="Arial"/>
              <a:buAutoNum type="alphaLcParenBoth"/>
            </a:pPr>
            <a:r>
              <a:rPr lang="en-US" sz="2400">
                <a:solidFill>
                  <a:schemeClr val="dk1"/>
                </a:solidFill>
                <a:latin typeface="Arial"/>
                <a:ea typeface="Arial"/>
                <a:cs typeface="Arial"/>
                <a:sym typeface="Arial"/>
              </a:rPr>
              <a:t>Velocity is a displacement over time. Since displacement is a vector, so is velocity.</a:t>
            </a:r>
            <a:endParaRPr/>
          </a:p>
          <a:p>
            <a:pPr indent="-609600" lvl="0" marL="609600" marR="0" rtl="0" algn="l">
              <a:spcBef>
                <a:spcPts val="480"/>
              </a:spcBef>
              <a:spcAft>
                <a:spcPts val="0"/>
              </a:spcAft>
              <a:buClr>
                <a:schemeClr val="dk1"/>
              </a:buClr>
              <a:buSzPts val="2400"/>
              <a:buFont typeface="Arial"/>
              <a:buAutoNum type="alphaLcParenBoth"/>
            </a:pPr>
            <a:r>
              <a:rPr lang="en-US" sz="2400">
                <a:solidFill>
                  <a:schemeClr val="dk1"/>
                </a:solidFill>
                <a:latin typeface="Arial"/>
                <a:ea typeface="Arial"/>
                <a:cs typeface="Arial"/>
                <a:sym typeface="Arial"/>
              </a:rPr>
              <a:t>Acceleration is a change in velocity over time. Since velocity is a vector, so is acceleration.</a:t>
            </a:r>
            <a:endParaRPr/>
          </a:p>
        </p:txBody>
      </p:sp>
      <p:grpSp>
        <p:nvGrpSpPr>
          <p:cNvPr id="549" name="Google Shape;549;p30"/>
          <p:cNvGrpSpPr/>
          <p:nvPr/>
        </p:nvGrpSpPr>
        <p:grpSpPr>
          <a:xfrm>
            <a:off x="828675" y="1944688"/>
            <a:ext cx="7515225" cy="1154112"/>
            <a:chOff x="522" y="1766"/>
            <a:chExt cx="4734" cy="727"/>
          </a:xfrm>
        </p:grpSpPr>
        <p:sp>
          <p:nvSpPr>
            <p:cNvPr id="550" name="Google Shape;550;p30"/>
            <p:cNvSpPr txBox="1"/>
            <p:nvPr/>
          </p:nvSpPr>
          <p:spPr>
            <a:xfrm>
              <a:off x="3775" y="1766"/>
              <a:ext cx="1449" cy="288"/>
            </a:xfrm>
            <a:prstGeom prst="rect">
              <a:avLst/>
            </a:prstGeom>
            <a:solidFill>
              <a:srgbClr val="FF0000"/>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lt1"/>
                  </a:solidFill>
                  <a:latin typeface="Arial"/>
                  <a:ea typeface="Arial"/>
                  <a:cs typeface="Arial"/>
                  <a:sym typeface="Arial"/>
                </a:rPr>
                <a:t>acceleration</a:t>
              </a:r>
              <a:endParaRPr/>
            </a:p>
          </p:txBody>
        </p:sp>
        <p:sp>
          <p:nvSpPr>
            <p:cNvPr id="551" name="Google Shape;551;p30"/>
            <p:cNvSpPr/>
            <p:nvPr/>
          </p:nvSpPr>
          <p:spPr>
            <a:xfrm>
              <a:off x="522" y="1768"/>
              <a:ext cx="4701" cy="717"/>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552" name="Google Shape;552;p30"/>
            <p:cNvSpPr txBox="1"/>
            <p:nvPr/>
          </p:nvSpPr>
          <p:spPr>
            <a:xfrm>
              <a:off x="864" y="1769"/>
              <a:ext cx="136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chemeClr val="dk1"/>
                  </a:solidFill>
                  <a:latin typeface="Arial"/>
                  <a:ea typeface="Arial"/>
                  <a:cs typeface="Arial"/>
                  <a:sym typeface="Arial"/>
                </a:rPr>
                <a:t>a</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v / </a:t>
              </a:r>
              <a:r>
                <a:rPr lang="en-US" sz="2400">
                  <a:solidFill>
                    <a:schemeClr val="dk1"/>
                  </a:solidFill>
                  <a:latin typeface="Arial"/>
                  <a:ea typeface="Arial"/>
                  <a:cs typeface="Arial"/>
                  <a:sym typeface="Arial"/>
                </a:rPr>
                <a:t>∆</a:t>
              </a:r>
              <a:r>
                <a:rPr i="1" lang="en-US" sz="2400">
                  <a:solidFill>
                    <a:schemeClr val="dk1"/>
                  </a:solidFill>
                  <a:latin typeface="Arial"/>
                  <a:ea typeface="Arial"/>
                  <a:cs typeface="Arial"/>
                  <a:sym typeface="Arial"/>
                </a:rPr>
                <a:t>t</a:t>
              </a:r>
              <a:r>
                <a:rPr i="1" lang="en-US" sz="2000">
                  <a:solidFill>
                    <a:schemeClr val="dk1"/>
                  </a:solidFill>
                  <a:latin typeface="Courier New"/>
                  <a:ea typeface="Courier New"/>
                  <a:cs typeface="Courier New"/>
                  <a:sym typeface="Courier New"/>
                </a:rPr>
                <a:t> </a:t>
              </a:r>
              <a:endParaRPr/>
            </a:p>
          </p:txBody>
        </p:sp>
        <p:sp>
          <p:nvSpPr>
            <p:cNvPr id="553" name="Google Shape;553;p30"/>
            <p:cNvSpPr txBox="1"/>
            <p:nvPr/>
          </p:nvSpPr>
          <p:spPr>
            <a:xfrm>
              <a:off x="863" y="2010"/>
              <a:ext cx="1669"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chemeClr val="dk1"/>
                  </a:solidFill>
                  <a:latin typeface="Arial"/>
                  <a:ea typeface="Arial"/>
                  <a:cs typeface="Arial"/>
                  <a:sym typeface="Arial"/>
                </a:rPr>
                <a:t>a</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v</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u</a:t>
              </a:r>
              <a:r>
                <a:rPr lang="en-US" sz="2400">
                  <a:solidFill>
                    <a:schemeClr val="dk1"/>
                  </a:solidFill>
                  <a:latin typeface="Arial"/>
                  <a:ea typeface="Arial"/>
                  <a:cs typeface="Arial"/>
                  <a:sym typeface="Arial"/>
                </a:rPr>
                <a:t>)</a:t>
              </a:r>
              <a:r>
                <a:rPr i="1" lang="en-US" sz="2400">
                  <a:solidFill>
                    <a:schemeClr val="dk1"/>
                  </a:solidFill>
                  <a:latin typeface="Arial"/>
                  <a:ea typeface="Arial"/>
                  <a:cs typeface="Arial"/>
                  <a:sym typeface="Arial"/>
                </a:rPr>
                <a:t> / t</a:t>
              </a:r>
              <a:endParaRPr baseline="-25000" i="1" sz="2400">
                <a:solidFill>
                  <a:schemeClr val="dk1"/>
                </a:solidFill>
                <a:latin typeface="Arial"/>
                <a:ea typeface="Arial"/>
                <a:cs typeface="Arial"/>
                <a:sym typeface="Arial"/>
              </a:endParaRPr>
            </a:p>
          </p:txBody>
        </p:sp>
        <p:sp>
          <p:nvSpPr>
            <p:cNvPr id="554" name="Google Shape;554;p30"/>
            <p:cNvSpPr txBox="1"/>
            <p:nvPr/>
          </p:nvSpPr>
          <p:spPr>
            <a:xfrm>
              <a:off x="2566" y="1994"/>
              <a:ext cx="268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chemeClr val="accent2"/>
                  </a:solidFill>
                  <a:latin typeface="Arial"/>
                  <a:ea typeface="Arial"/>
                  <a:cs typeface="Arial"/>
                  <a:sym typeface="Arial"/>
                </a:rPr>
                <a:t>where</a:t>
              </a:r>
              <a:r>
                <a:rPr lang="en-US" sz="2400">
                  <a:solidFill>
                    <a:schemeClr val="accent2"/>
                  </a:solidFill>
                  <a:latin typeface="Arial"/>
                  <a:ea typeface="Arial"/>
                  <a:cs typeface="Arial"/>
                  <a:sym typeface="Arial"/>
                </a:rPr>
                <a:t> v</a:t>
              </a:r>
              <a:r>
                <a:rPr i="1" lang="en-US" sz="2400">
                  <a:solidFill>
                    <a:schemeClr val="accent2"/>
                  </a:solidFill>
                  <a:latin typeface="Arial"/>
                  <a:ea typeface="Arial"/>
                  <a:cs typeface="Arial"/>
                  <a:sym typeface="Arial"/>
                </a:rPr>
                <a:t> is the final velocity</a:t>
              </a:r>
              <a:endParaRPr baseline="-25000" i="1" sz="2400">
                <a:solidFill>
                  <a:schemeClr val="accent2"/>
                </a:solidFill>
                <a:latin typeface="Arial"/>
                <a:ea typeface="Arial"/>
                <a:cs typeface="Arial"/>
                <a:sym typeface="Arial"/>
              </a:endParaRPr>
            </a:p>
          </p:txBody>
        </p:sp>
        <p:sp>
          <p:nvSpPr>
            <p:cNvPr id="555" name="Google Shape;555;p30"/>
            <p:cNvSpPr txBox="1"/>
            <p:nvPr/>
          </p:nvSpPr>
          <p:spPr>
            <a:xfrm>
              <a:off x="2571" y="2205"/>
              <a:ext cx="268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chemeClr val="accent2"/>
                  </a:solidFill>
                  <a:latin typeface="Arial"/>
                  <a:ea typeface="Arial"/>
                  <a:cs typeface="Arial"/>
                  <a:sym typeface="Arial"/>
                </a:rPr>
                <a:t>and</a:t>
              </a:r>
              <a:r>
                <a:rPr lang="en-US" sz="2400">
                  <a:solidFill>
                    <a:schemeClr val="accent2"/>
                  </a:solidFill>
                  <a:latin typeface="Arial"/>
                  <a:ea typeface="Arial"/>
                  <a:cs typeface="Arial"/>
                  <a:sym typeface="Arial"/>
                </a:rPr>
                <a:t> u</a:t>
              </a:r>
              <a:r>
                <a:rPr i="1" lang="en-US" sz="2400">
                  <a:solidFill>
                    <a:schemeClr val="accent2"/>
                  </a:solidFill>
                  <a:latin typeface="Arial"/>
                  <a:ea typeface="Arial"/>
                  <a:cs typeface="Arial"/>
                  <a:sym typeface="Arial"/>
                </a:rPr>
                <a:t> is the initial velocity</a:t>
              </a:r>
              <a:endParaRPr baseline="-25000" i="1" sz="2400">
                <a:solidFill>
                  <a:schemeClr val="accent2"/>
                </a:solidFill>
                <a:latin typeface="Arial"/>
                <a:ea typeface="Arial"/>
                <a:cs typeface="Arial"/>
                <a:sym typeface="Arial"/>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549"/>
                                        </p:tgtEl>
                                        <p:attrNameLst>
                                          <p:attrName>style.visibility</p:attrName>
                                        </p:attrNameLst>
                                      </p:cBhvr>
                                      <p:to>
                                        <p:strVal val="visible"/>
                                      </p:to>
                                    </p:set>
                                    <p:anim calcmode="lin" valueType="num">
                                      <p:cBhvr additive="base">
                                        <p:cTn dur="500"/>
                                        <p:tgtEl>
                                          <p:spTgt spid="549"/>
                                        </p:tgtEl>
                                        <p:attrNameLst>
                                          <p:attrName>ppt_w</p:attrName>
                                        </p:attrNameLst>
                                      </p:cBhvr>
                                      <p:tavLst>
                                        <p:tav fmla="" tm="0">
                                          <p:val>
                                            <p:strVal val="0"/>
                                          </p:val>
                                        </p:tav>
                                        <p:tav fmla="" tm="100000">
                                          <p:val>
                                            <p:strVal val="#ppt_w"/>
                                          </p:val>
                                        </p:tav>
                                      </p:tavLst>
                                    </p:anim>
                                    <p:anim calcmode="lin" valueType="num">
                                      <p:cBhvr additive="base">
                                        <p:cTn dur="500"/>
                                        <p:tgtEl>
                                          <p:spTgt spid="549"/>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48">
                                            <p:txEl>
                                              <p:pRg end="0" st="0"/>
                                            </p:txEl>
                                          </p:spTgt>
                                        </p:tgtEl>
                                        <p:attrNameLst>
                                          <p:attrName>style.visibility</p:attrName>
                                        </p:attrNameLst>
                                      </p:cBhvr>
                                      <p:to>
                                        <p:strVal val="visible"/>
                                      </p:to>
                                    </p:set>
                                    <p:anim calcmode="lin" valueType="num">
                                      <p:cBhvr additive="base">
                                        <p:cTn dur="500"/>
                                        <p:tgtEl>
                                          <p:spTgt spid="548">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48">
                                            <p:txEl>
                                              <p:pRg end="1" st="1"/>
                                            </p:txEl>
                                          </p:spTgt>
                                        </p:tgtEl>
                                        <p:attrNameLst>
                                          <p:attrName>style.visibility</p:attrName>
                                        </p:attrNameLst>
                                      </p:cBhvr>
                                      <p:to>
                                        <p:strVal val="visible"/>
                                      </p:to>
                                    </p:set>
                                    <p:anim calcmode="lin" valueType="num">
                                      <p:cBhvr additive="base">
                                        <p:cTn dur="500"/>
                                        <p:tgtEl>
                                          <p:spTgt spid="548">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48">
                                            <p:txEl>
                                              <p:pRg end="2" st="2"/>
                                            </p:txEl>
                                          </p:spTgt>
                                        </p:tgtEl>
                                        <p:attrNameLst>
                                          <p:attrName>style.visibility</p:attrName>
                                        </p:attrNameLst>
                                      </p:cBhvr>
                                      <p:to>
                                        <p:strVal val="visible"/>
                                      </p:to>
                                    </p:set>
                                    <p:anim calcmode="lin" valueType="num">
                                      <p:cBhvr additive="base">
                                        <p:cTn dur="500"/>
                                        <p:tgtEl>
                                          <p:spTgt spid="548">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48">
                                            <p:txEl>
                                              <p:pRg end="3" st="3"/>
                                            </p:txEl>
                                          </p:spTgt>
                                        </p:tgtEl>
                                        <p:attrNameLst>
                                          <p:attrName>style.visibility</p:attrName>
                                        </p:attrNameLst>
                                      </p:cBhvr>
                                      <p:to>
                                        <p:strVal val="visible"/>
                                      </p:to>
                                    </p:set>
                                    <p:anim calcmode="lin" valueType="num">
                                      <p:cBhvr additive="base">
                                        <p:cTn dur="500"/>
                                        <p:tgtEl>
                                          <p:spTgt spid="548">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48">
                                            <p:txEl>
                                              <p:pRg end="4" st="4"/>
                                            </p:txEl>
                                          </p:spTgt>
                                        </p:tgtEl>
                                        <p:attrNameLst>
                                          <p:attrName>style.visibility</p:attrName>
                                        </p:attrNameLst>
                                      </p:cBhvr>
                                      <p:to>
                                        <p:strVal val="visible"/>
                                      </p:to>
                                    </p:set>
                                    <p:anim calcmode="lin" valueType="num">
                                      <p:cBhvr additive="base">
                                        <p:cTn dur="500"/>
                                        <p:tgtEl>
                                          <p:spTgt spid="548">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48">
                                            <p:txEl>
                                              <p:pRg end="5" st="5"/>
                                            </p:txEl>
                                          </p:spTgt>
                                        </p:tgtEl>
                                        <p:attrNameLst>
                                          <p:attrName>style.visibility</p:attrName>
                                        </p:attrNameLst>
                                      </p:cBhvr>
                                      <p:to>
                                        <p:strVal val="visible"/>
                                      </p:to>
                                    </p:set>
                                    <p:anim calcmode="lin" valueType="num">
                                      <p:cBhvr additive="base">
                                        <p:cTn dur="500"/>
                                        <p:tgtEl>
                                          <p:spTgt spid="548">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0" name="Shape 560"/>
        <p:cNvGrpSpPr/>
        <p:nvPr/>
      </p:nvGrpSpPr>
      <p:grpSpPr>
        <a:xfrm>
          <a:off x="0" y="0"/>
          <a:ext cx="0" cy="0"/>
          <a:chOff x="0" y="0"/>
          <a:chExt cx="0" cy="0"/>
        </a:xfrm>
      </p:grpSpPr>
      <p:pic>
        <p:nvPicPr>
          <p:cNvPr descr="Stapp-1" id="561" name="Google Shape;561;p31"/>
          <p:cNvPicPr preferRelativeResize="0"/>
          <p:nvPr/>
        </p:nvPicPr>
        <p:blipFill rotWithShape="1">
          <a:blip r:embed="rId3">
            <a:alphaModFix/>
          </a:blip>
          <a:srcRect b="0" l="0" r="0" t="0"/>
          <a:stretch/>
        </p:blipFill>
        <p:spPr>
          <a:xfrm>
            <a:off x="4351338" y="0"/>
            <a:ext cx="1979612" cy="1585913"/>
          </a:xfrm>
          <a:prstGeom prst="rect">
            <a:avLst/>
          </a:prstGeom>
          <a:noFill/>
          <a:ln>
            <a:noFill/>
          </a:ln>
        </p:spPr>
      </p:pic>
      <p:pic>
        <p:nvPicPr>
          <p:cNvPr descr="Stapp-The sled" id="562" name="Google Shape;562;p31"/>
          <p:cNvPicPr preferRelativeResize="0"/>
          <p:nvPr/>
        </p:nvPicPr>
        <p:blipFill rotWithShape="1">
          <a:blip r:embed="rId4">
            <a:alphaModFix/>
          </a:blip>
          <a:srcRect b="0" l="0" r="0" t="0"/>
          <a:stretch/>
        </p:blipFill>
        <p:spPr>
          <a:xfrm>
            <a:off x="6259513" y="0"/>
            <a:ext cx="2192337" cy="1628775"/>
          </a:xfrm>
          <a:prstGeom prst="rect">
            <a:avLst/>
          </a:prstGeom>
          <a:noFill/>
          <a:ln>
            <a:noFill/>
          </a:ln>
        </p:spPr>
      </p:pic>
      <p:sp>
        <p:nvSpPr>
          <p:cNvPr id="563" name="Google Shape;563;p31"/>
          <p:cNvSpPr/>
          <p:nvPr/>
        </p:nvSpPr>
        <p:spPr>
          <a:xfrm>
            <a:off x="685800" y="1549400"/>
            <a:ext cx="7772400" cy="4621213"/>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accent2"/>
              </a:buClr>
              <a:buSzPts val="2400"/>
              <a:buFont typeface="Arial"/>
              <a:buNone/>
            </a:pPr>
            <a:r>
              <a:rPr i="1" lang="en-US" sz="2400">
                <a:solidFill>
                  <a:schemeClr val="accent2"/>
                </a:solidFill>
                <a:latin typeface="Arial"/>
                <a:ea typeface="Arial"/>
                <a:cs typeface="Arial"/>
                <a:sym typeface="Arial"/>
              </a:rPr>
              <a:t>Solving problems using equations of motion for uniform acceleration</a:t>
            </a:r>
            <a:r>
              <a:rPr lang="en-US" sz="2400">
                <a:solidFill>
                  <a:schemeClr val="accent2"/>
                </a:solidFill>
                <a:latin typeface="Arial"/>
                <a:ea typeface="Arial"/>
                <a:cs typeface="Arial"/>
                <a:sym typeface="Arial"/>
              </a:rPr>
              <a:t> </a:t>
            </a:r>
            <a:endParaRPr/>
          </a:p>
          <a:p>
            <a:pPr indent="0" lvl="0" marL="0" marR="0" rtl="0" algn="l">
              <a:spcBef>
                <a:spcPts val="0"/>
              </a:spcBef>
              <a:spcAft>
                <a:spcPts val="0"/>
              </a:spcAft>
              <a:buClr>
                <a:schemeClr val="dk1"/>
              </a:buClr>
              <a:buSzPts val="2400"/>
              <a:buFont typeface="Arial"/>
              <a:buNone/>
            </a:pPr>
            <a:r>
              <a:rPr lang="en-US" sz="2400">
                <a:solidFill>
                  <a:schemeClr val="dk1"/>
                </a:solidFill>
                <a:latin typeface="Arial"/>
                <a:ea typeface="Arial"/>
                <a:cs typeface="Arial"/>
                <a:sym typeface="Arial"/>
              </a:rPr>
              <a:t>∙Back in the 1950s, military aeronautical engineers thought that humans could not withstand much of an acceleration, and therefore put little effort into pilot safety belts and ejection seats.</a:t>
            </a:r>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∙An Air Force physician by the name of Colonel Stapp, however, thought humans could withstand higher accelerations.</a:t>
            </a:r>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∙He designed a rocket sled to accelerate at up to 40</a:t>
            </a:r>
            <a:r>
              <a:rPr i="1" lang="en-US" sz="2400">
                <a:solidFill>
                  <a:schemeClr val="dk1"/>
                </a:solidFill>
                <a:latin typeface="Arial"/>
                <a:ea typeface="Arial"/>
                <a:cs typeface="Arial"/>
                <a:sym typeface="Arial"/>
              </a:rPr>
              <a:t>g</a:t>
            </a:r>
            <a:r>
              <a:rPr lang="en-US" sz="2400">
                <a:solidFill>
                  <a:schemeClr val="dk1"/>
                </a:solidFill>
                <a:latin typeface="Arial"/>
                <a:ea typeface="Arial"/>
                <a:cs typeface="Arial"/>
                <a:sym typeface="Arial"/>
              </a:rPr>
              <a:t> (at which acceleration you would feel like you weighed 40 times your normal weight!).	</a:t>
            </a:r>
            <a:endParaRPr/>
          </a:p>
        </p:txBody>
      </p:sp>
      <p:sp>
        <p:nvSpPr>
          <p:cNvPr id="564" name="Google Shape;564;p31"/>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2: Mechanics</a:t>
            </a:r>
            <a:br>
              <a:rPr b="1" lang="en-US" sz="2800"/>
            </a:br>
            <a:r>
              <a:rPr lang="en-US" sz="2800">
                <a:solidFill>
                  <a:schemeClr val="dk1"/>
                </a:solidFill>
              </a:rPr>
              <a:t>2.1 – Motion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63">
                                            <p:txEl>
                                              <p:pRg end="0" st="0"/>
                                            </p:txEl>
                                          </p:spTgt>
                                        </p:tgtEl>
                                        <p:attrNameLst>
                                          <p:attrName>style.visibility</p:attrName>
                                        </p:attrNameLst>
                                      </p:cBhvr>
                                      <p:to>
                                        <p:strVal val="visible"/>
                                      </p:to>
                                    </p:set>
                                    <p:anim calcmode="lin" valueType="num">
                                      <p:cBhvr additive="base">
                                        <p:cTn dur="500"/>
                                        <p:tgtEl>
                                          <p:spTgt spid="563">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63">
                                            <p:txEl>
                                              <p:pRg end="1" st="1"/>
                                            </p:txEl>
                                          </p:spTgt>
                                        </p:tgtEl>
                                        <p:attrNameLst>
                                          <p:attrName>style.visibility</p:attrName>
                                        </p:attrNameLst>
                                      </p:cBhvr>
                                      <p:to>
                                        <p:strVal val="visible"/>
                                      </p:to>
                                    </p:set>
                                    <p:anim calcmode="lin" valueType="num">
                                      <p:cBhvr additive="base">
                                        <p:cTn dur="500"/>
                                        <p:tgtEl>
                                          <p:spTgt spid="563">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63">
                                            <p:txEl>
                                              <p:pRg end="2" st="2"/>
                                            </p:txEl>
                                          </p:spTgt>
                                        </p:tgtEl>
                                        <p:attrNameLst>
                                          <p:attrName>style.visibility</p:attrName>
                                        </p:attrNameLst>
                                      </p:cBhvr>
                                      <p:to>
                                        <p:strVal val="visible"/>
                                      </p:to>
                                    </p:set>
                                    <p:anim calcmode="lin" valueType="num">
                                      <p:cBhvr additive="base">
                                        <p:cTn dur="500"/>
                                        <p:tgtEl>
                                          <p:spTgt spid="563">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63">
                                            <p:txEl>
                                              <p:pRg end="3" st="3"/>
                                            </p:txEl>
                                          </p:spTgt>
                                        </p:tgtEl>
                                        <p:attrNameLst>
                                          <p:attrName>style.visibility</p:attrName>
                                        </p:attrNameLst>
                                      </p:cBhvr>
                                      <p:to>
                                        <p:strVal val="visible"/>
                                      </p:to>
                                    </p:set>
                                    <p:anim calcmode="lin" valueType="num">
                                      <p:cBhvr additive="base">
                                        <p:cTn dur="500"/>
                                        <p:tgtEl>
                                          <p:spTgt spid="563">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1"/>
                                        </p:tgtEl>
                                        <p:attrNameLst>
                                          <p:attrName>style.visibility</p:attrName>
                                        </p:attrNameLst>
                                      </p:cBhvr>
                                      <p:to>
                                        <p:strVal val="visible"/>
                                      </p:to>
                                    </p:set>
                                    <p:animEffect filter="fade" transition="in">
                                      <p:cBhvr>
                                        <p:cTn dur="500"/>
                                        <p:tgtEl>
                                          <p:spTgt spid="56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2"/>
                                        </p:tgtEl>
                                        <p:attrNameLst>
                                          <p:attrName>style.visibility</p:attrName>
                                        </p:attrNameLst>
                                      </p:cBhvr>
                                      <p:to>
                                        <p:strVal val="visible"/>
                                      </p:to>
                                    </p:set>
                                    <p:animEffect filter="fade" transition="in">
                                      <p:cBhvr>
                                        <p:cTn dur="500"/>
                                        <p:tgtEl>
                                          <p:spTgt spid="56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9" name="Shape 569"/>
        <p:cNvGrpSpPr/>
        <p:nvPr/>
      </p:nvGrpSpPr>
      <p:grpSpPr>
        <a:xfrm>
          <a:off x="0" y="0"/>
          <a:ext cx="0" cy="0"/>
          <a:chOff x="0" y="0"/>
          <a:chExt cx="0" cy="0"/>
        </a:xfrm>
      </p:grpSpPr>
      <p:pic>
        <p:nvPicPr>
          <p:cNvPr descr="Stapp-1" id="570" name="Google Shape;570;p32"/>
          <p:cNvPicPr preferRelativeResize="0"/>
          <p:nvPr/>
        </p:nvPicPr>
        <p:blipFill rotWithShape="1">
          <a:blip r:embed="rId3">
            <a:alphaModFix/>
          </a:blip>
          <a:srcRect b="0" l="0" r="0" t="0"/>
          <a:stretch/>
        </p:blipFill>
        <p:spPr>
          <a:xfrm>
            <a:off x="4351338" y="0"/>
            <a:ext cx="1979612" cy="1585913"/>
          </a:xfrm>
          <a:prstGeom prst="rect">
            <a:avLst/>
          </a:prstGeom>
          <a:noFill/>
          <a:ln>
            <a:noFill/>
          </a:ln>
        </p:spPr>
      </p:pic>
      <p:pic>
        <p:nvPicPr>
          <p:cNvPr descr="Stapp-The sled" id="571" name="Google Shape;571;p32"/>
          <p:cNvPicPr preferRelativeResize="0"/>
          <p:nvPr/>
        </p:nvPicPr>
        <p:blipFill rotWithShape="1">
          <a:blip r:embed="rId4">
            <a:alphaModFix/>
          </a:blip>
          <a:srcRect b="0" l="0" r="0" t="0"/>
          <a:stretch/>
        </p:blipFill>
        <p:spPr>
          <a:xfrm>
            <a:off x="6259513" y="0"/>
            <a:ext cx="2192337" cy="1628775"/>
          </a:xfrm>
          <a:prstGeom prst="rect">
            <a:avLst/>
          </a:prstGeom>
          <a:noFill/>
          <a:ln>
            <a:noFill/>
          </a:ln>
        </p:spPr>
      </p:pic>
      <p:sp>
        <p:nvSpPr>
          <p:cNvPr id="572" name="Google Shape;572;p32"/>
          <p:cNvSpPr/>
          <p:nvPr/>
        </p:nvSpPr>
        <p:spPr>
          <a:xfrm>
            <a:off x="685800" y="1549400"/>
            <a:ext cx="7772400" cy="5308600"/>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accent2"/>
              </a:buClr>
              <a:buSzPts val="2400"/>
              <a:buFont typeface="Arial"/>
              <a:buNone/>
            </a:pPr>
            <a:r>
              <a:rPr i="1" lang="en-US" sz="2400">
                <a:solidFill>
                  <a:schemeClr val="accent2"/>
                </a:solidFill>
                <a:latin typeface="Arial"/>
                <a:ea typeface="Arial"/>
                <a:cs typeface="Arial"/>
                <a:sym typeface="Arial"/>
              </a:rPr>
              <a:t>Solving problems using equations of motion for uniform acceleration</a:t>
            </a:r>
            <a:r>
              <a:rPr lang="en-US" sz="2400">
                <a:solidFill>
                  <a:schemeClr val="accent2"/>
                </a:solidFill>
                <a:latin typeface="Arial"/>
                <a:ea typeface="Arial"/>
                <a:cs typeface="Arial"/>
                <a:sym typeface="Arial"/>
              </a:rPr>
              <a:t> </a:t>
            </a:r>
            <a:endParaRPr/>
          </a:p>
          <a:p>
            <a:pPr indent="0" lvl="0" marL="0" marR="0" rtl="0" algn="l">
              <a:spcBef>
                <a:spcPts val="0"/>
              </a:spcBef>
              <a:spcAft>
                <a:spcPts val="0"/>
              </a:spcAft>
              <a:buClr>
                <a:schemeClr val="dk1"/>
              </a:buClr>
              <a:buSzPts val="2400"/>
              <a:buFont typeface="Arial"/>
              <a:buNone/>
            </a:pPr>
            <a:r>
              <a:rPr lang="en-US" sz="2400">
                <a:solidFill>
                  <a:schemeClr val="dk1"/>
                </a:solidFill>
                <a:latin typeface="Arial"/>
                <a:ea typeface="Arial"/>
                <a:cs typeface="Arial"/>
                <a:sym typeface="Arial"/>
              </a:rPr>
              <a:t>∙The human to be tested would be Stapp himself.</a:t>
            </a:r>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∙An accelerometer and a video camera were attached to the sled.  Here are the results: </a:t>
            </a:r>
            <a:endParaRPr/>
          </a:p>
        </p:txBody>
      </p:sp>
      <p:sp>
        <p:nvSpPr>
          <p:cNvPr id="573" name="Google Shape;573;p32"/>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2: Mechanics</a:t>
            </a:r>
            <a:br>
              <a:rPr b="1" lang="en-US" sz="2800"/>
            </a:br>
            <a:r>
              <a:rPr lang="en-US" sz="2800">
                <a:solidFill>
                  <a:schemeClr val="dk1"/>
                </a:solidFill>
              </a:rPr>
              <a:t>2.1 – Motion</a:t>
            </a:r>
            <a:endParaRPr/>
          </a:p>
        </p:txBody>
      </p:sp>
      <p:pic>
        <p:nvPicPr>
          <p:cNvPr descr="Stapp-1" id="574" name="Google Shape;574;p32"/>
          <p:cNvPicPr preferRelativeResize="0"/>
          <p:nvPr/>
        </p:nvPicPr>
        <p:blipFill rotWithShape="1">
          <a:blip r:embed="rId3">
            <a:alphaModFix/>
          </a:blip>
          <a:srcRect b="0" l="0" r="0" t="0"/>
          <a:stretch/>
        </p:blipFill>
        <p:spPr>
          <a:xfrm>
            <a:off x="4165600" y="3484563"/>
            <a:ext cx="4295775" cy="3384550"/>
          </a:xfrm>
          <a:prstGeom prst="rect">
            <a:avLst/>
          </a:prstGeom>
          <a:noFill/>
          <a:ln>
            <a:noFill/>
          </a:ln>
        </p:spPr>
      </p:pic>
      <p:pic>
        <p:nvPicPr>
          <p:cNvPr descr="Stapp-2" id="575" name="Google Shape;575;p32"/>
          <p:cNvPicPr preferRelativeResize="0"/>
          <p:nvPr/>
        </p:nvPicPr>
        <p:blipFill rotWithShape="1">
          <a:blip r:embed="rId5">
            <a:alphaModFix/>
          </a:blip>
          <a:srcRect b="0" l="0" r="0" t="0"/>
          <a:stretch/>
        </p:blipFill>
        <p:spPr>
          <a:xfrm>
            <a:off x="4132263" y="3487738"/>
            <a:ext cx="4295775" cy="3378200"/>
          </a:xfrm>
          <a:prstGeom prst="rect">
            <a:avLst/>
          </a:prstGeom>
          <a:noFill/>
          <a:ln>
            <a:noFill/>
          </a:ln>
        </p:spPr>
      </p:pic>
      <p:pic>
        <p:nvPicPr>
          <p:cNvPr descr="Stapp-3" id="576" name="Google Shape;576;p32"/>
          <p:cNvPicPr preferRelativeResize="0"/>
          <p:nvPr/>
        </p:nvPicPr>
        <p:blipFill rotWithShape="1">
          <a:blip r:embed="rId6">
            <a:alphaModFix/>
          </a:blip>
          <a:srcRect b="0" l="0" r="0" t="0"/>
          <a:stretch/>
        </p:blipFill>
        <p:spPr>
          <a:xfrm>
            <a:off x="4143375" y="3484563"/>
            <a:ext cx="4295775" cy="3384550"/>
          </a:xfrm>
          <a:prstGeom prst="rect">
            <a:avLst/>
          </a:prstGeom>
          <a:noFill/>
          <a:ln>
            <a:noFill/>
          </a:ln>
        </p:spPr>
      </p:pic>
      <p:pic>
        <p:nvPicPr>
          <p:cNvPr descr="Stapp-4" id="577" name="Google Shape;577;p32"/>
          <p:cNvPicPr preferRelativeResize="0"/>
          <p:nvPr/>
        </p:nvPicPr>
        <p:blipFill rotWithShape="1">
          <a:blip r:embed="rId7">
            <a:alphaModFix/>
          </a:blip>
          <a:srcRect b="0" l="0" r="0" t="0"/>
          <a:stretch/>
        </p:blipFill>
        <p:spPr>
          <a:xfrm>
            <a:off x="4106863" y="3489325"/>
            <a:ext cx="4325937" cy="3414713"/>
          </a:xfrm>
          <a:prstGeom prst="rect">
            <a:avLst/>
          </a:prstGeom>
          <a:noFill/>
          <a:ln>
            <a:noFill/>
          </a:ln>
        </p:spPr>
      </p:pic>
      <p:pic>
        <p:nvPicPr>
          <p:cNvPr descr="Stapp-5" id="578" name="Google Shape;578;p32"/>
          <p:cNvPicPr preferRelativeResize="0"/>
          <p:nvPr/>
        </p:nvPicPr>
        <p:blipFill rotWithShape="1">
          <a:blip r:embed="rId8">
            <a:alphaModFix/>
          </a:blip>
          <a:srcRect b="0" l="0" r="0" t="0"/>
          <a:stretch/>
        </p:blipFill>
        <p:spPr>
          <a:xfrm>
            <a:off x="4144963" y="3487738"/>
            <a:ext cx="4284662" cy="3427412"/>
          </a:xfrm>
          <a:prstGeom prst="rect">
            <a:avLst/>
          </a:prstGeom>
          <a:noFill/>
          <a:ln>
            <a:noFill/>
          </a:ln>
        </p:spPr>
      </p:pic>
      <p:pic>
        <p:nvPicPr>
          <p:cNvPr descr="Stapp getting in sled" id="579" name="Google Shape;579;p32"/>
          <p:cNvPicPr preferRelativeResize="0"/>
          <p:nvPr/>
        </p:nvPicPr>
        <p:blipFill rotWithShape="1">
          <a:blip r:embed="rId9">
            <a:alphaModFix/>
          </a:blip>
          <a:srcRect b="0" l="0" r="0" t="0"/>
          <a:stretch/>
        </p:blipFill>
        <p:spPr>
          <a:xfrm>
            <a:off x="690563" y="3462338"/>
            <a:ext cx="2701925" cy="3395662"/>
          </a:xfrm>
          <a:prstGeom prst="rect">
            <a:avLst/>
          </a:prstGeom>
          <a:noFill/>
          <a:ln>
            <a:noFill/>
          </a:ln>
        </p:spPr>
      </p:pic>
      <p:sp>
        <p:nvSpPr>
          <p:cNvPr id="580" name="Google Shape;580;p32"/>
          <p:cNvSpPr/>
          <p:nvPr/>
        </p:nvSpPr>
        <p:spPr>
          <a:xfrm>
            <a:off x="4113213" y="3475038"/>
            <a:ext cx="4314825" cy="3402012"/>
          </a:xfrm>
          <a:prstGeom prst="rect">
            <a:avLst/>
          </a:prstGeom>
          <a:noFill/>
          <a:ln cap="flat" cmpd="sng" w="7620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9"/>
                                        </p:tgtEl>
                                        <p:attrNameLst>
                                          <p:attrName>style.visibility</p:attrName>
                                        </p:attrNameLst>
                                      </p:cBhvr>
                                      <p:to>
                                        <p:strVal val="visible"/>
                                      </p:to>
                                    </p:set>
                                    <p:animEffect filter="fade" transition="in">
                                      <p:cBhvr>
                                        <p:cTn dur="2000"/>
                                        <p:tgtEl>
                                          <p:spTgt spid="57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4"/>
                                        </p:tgtEl>
                                        <p:attrNameLst>
                                          <p:attrName>style.visibility</p:attrName>
                                        </p:attrNameLst>
                                      </p:cBhvr>
                                      <p:to>
                                        <p:strVal val="visible"/>
                                      </p:to>
                                    </p:set>
                                    <p:animEffect filter="fade" transition="in">
                                      <p:cBhvr>
                                        <p:cTn dur="500"/>
                                        <p:tgtEl>
                                          <p:spTgt spid="574"/>
                                        </p:tgtEl>
                                      </p:cBhvr>
                                    </p:animEffect>
                                  </p:childTnLst>
                                </p:cTn>
                              </p:par>
                              <p:par>
                                <p:cTn fill="hold" nodeType="withEffect" presetClass="entr" presetID="10" presetSubtype="0">
                                  <p:stCondLst>
                                    <p:cond delay="0"/>
                                  </p:stCondLst>
                                  <p:childTnLst>
                                    <p:set>
                                      <p:cBhvr>
                                        <p:cTn dur="1" fill="hold">
                                          <p:stCondLst>
                                            <p:cond delay="0"/>
                                          </p:stCondLst>
                                        </p:cTn>
                                        <p:tgtEl>
                                          <p:spTgt spid="580"/>
                                        </p:tgtEl>
                                        <p:attrNameLst>
                                          <p:attrName>style.visibility</p:attrName>
                                        </p:attrNameLst>
                                      </p:cBhvr>
                                      <p:to>
                                        <p:strVal val="visible"/>
                                      </p:to>
                                    </p:set>
                                    <p:animEffect filter="fade" transition="in">
                                      <p:cBhvr>
                                        <p:cTn dur="500"/>
                                        <p:tgtEl>
                                          <p:spTgt spid="58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5"/>
                                        </p:tgtEl>
                                        <p:attrNameLst>
                                          <p:attrName>style.visibility</p:attrName>
                                        </p:attrNameLst>
                                      </p:cBhvr>
                                      <p:to>
                                        <p:strVal val="visible"/>
                                      </p:to>
                                    </p:set>
                                    <p:animEffect filter="fade" transition="in">
                                      <p:cBhvr>
                                        <p:cTn dur="500"/>
                                        <p:tgtEl>
                                          <p:spTgt spid="57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6"/>
                                        </p:tgtEl>
                                        <p:attrNameLst>
                                          <p:attrName>style.visibility</p:attrName>
                                        </p:attrNameLst>
                                      </p:cBhvr>
                                      <p:to>
                                        <p:strVal val="visible"/>
                                      </p:to>
                                    </p:set>
                                    <p:animEffect filter="fade" transition="in">
                                      <p:cBhvr>
                                        <p:cTn dur="500"/>
                                        <p:tgtEl>
                                          <p:spTgt spid="57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7"/>
                                        </p:tgtEl>
                                        <p:attrNameLst>
                                          <p:attrName>style.visibility</p:attrName>
                                        </p:attrNameLst>
                                      </p:cBhvr>
                                      <p:to>
                                        <p:strVal val="visible"/>
                                      </p:to>
                                    </p:set>
                                    <p:animEffect filter="fade" transition="in">
                                      <p:cBhvr>
                                        <p:cTn dur="500"/>
                                        <p:tgtEl>
                                          <p:spTgt spid="57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8"/>
                                        </p:tgtEl>
                                        <p:attrNameLst>
                                          <p:attrName>style.visibility</p:attrName>
                                        </p:attrNameLst>
                                      </p:cBhvr>
                                      <p:to>
                                        <p:strVal val="visible"/>
                                      </p:to>
                                    </p:set>
                                    <p:animEffect filter="fade" transition="in">
                                      <p:cBhvr>
                                        <p:cTn dur="500"/>
                                        <p:tgtEl>
                                          <p:spTgt spid="57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5" name="Shape 585"/>
        <p:cNvGrpSpPr/>
        <p:nvPr/>
      </p:nvGrpSpPr>
      <p:grpSpPr>
        <a:xfrm>
          <a:off x="0" y="0"/>
          <a:ext cx="0" cy="0"/>
          <a:chOff x="0" y="0"/>
          <a:chExt cx="0" cy="0"/>
        </a:xfrm>
      </p:grpSpPr>
      <p:pic>
        <p:nvPicPr>
          <p:cNvPr descr="Stapp-1" id="586" name="Google Shape;586;p33"/>
          <p:cNvPicPr preferRelativeResize="0"/>
          <p:nvPr/>
        </p:nvPicPr>
        <p:blipFill rotWithShape="1">
          <a:blip r:embed="rId3">
            <a:alphaModFix/>
          </a:blip>
          <a:srcRect b="0" l="0" r="0" t="0"/>
          <a:stretch/>
        </p:blipFill>
        <p:spPr>
          <a:xfrm>
            <a:off x="4351338" y="0"/>
            <a:ext cx="1979612" cy="1585913"/>
          </a:xfrm>
          <a:prstGeom prst="rect">
            <a:avLst/>
          </a:prstGeom>
          <a:noFill/>
          <a:ln>
            <a:noFill/>
          </a:ln>
        </p:spPr>
      </p:pic>
      <p:pic>
        <p:nvPicPr>
          <p:cNvPr descr="Stapp-The sled" id="587" name="Google Shape;587;p33"/>
          <p:cNvPicPr preferRelativeResize="0"/>
          <p:nvPr/>
        </p:nvPicPr>
        <p:blipFill rotWithShape="1">
          <a:blip r:embed="rId4">
            <a:alphaModFix/>
          </a:blip>
          <a:srcRect b="0" l="0" r="0" t="0"/>
          <a:stretch/>
        </p:blipFill>
        <p:spPr>
          <a:xfrm>
            <a:off x="6259513" y="0"/>
            <a:ext cx="2192337" cy="1628775"/>
          </a:xfrm>
          <a:prstGeom prst="rect">
            <a:avLst/>
          </a:prstGeom>
          <a:noFill/>
          <a:ln>
            <a:noFill/>
          </a:ln>
        </p:spPr>
      </p:pic>
      <p:sp>
        <p:nvSpPr>
          <p:cNvPr id="588" name="Google Shape;588;p33"/>
          <p:cNvSpPr/>
          <p:nvPr/>
        </p:nvSpPr>
        <p:spPr>
          <a:xfrm>
            <a:off x="685800" y="1549400"/>
            <a:ext cx="7772400" cy="5308600"/>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accent2"/>
              </a:buClr>
              <a:buSzPts val="2400"/>
              <a:buFont typeface="Arial"/>
              <a:buNone/>
            </a:pPr>
            <a:r>
              <a:rPr i="1" lang="en-US" sz="2400">
                <a:solidFill>
                  <a:schemeClr val="accent2"/>
                </a:solidFill>
                <a:latin typeface="Arial"/>
                <a:ea typeface="Arial"/>
                <a:cs typeface="Arial"/>
                <a:sym typeface="Arial"/>
              </a:rPr>
              <a:t>Solving problems using equations of motion for uniform acceleration</a:t>
            </a:r>
            <a:endParaRPr sz="2000">
              <a:solidFill>
                <a:schemeClr val="dk1"/>
              </a:solidFill>
              <a:latin typeface="Courier New"/>
              <a:ea typeface="Courier New"/>
              <a:cs typeface="Courier New"/>
              <a:sym typeface="Courier New"/>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∙Here are the data.</a:t>
            </a:r>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∙In 1954, America's original Rocketman, Col. John Paul Stapp, attained a then-world record land speed of </a:t>
            </a:r>
            <a:r>
              <a:rPr b="1" lang="en-US" sz="2400">
                <a:solidFill>
                  <a:srgbClr val="FF0000"/>
                </a:solidFill>
                <a:latin typeface="Arial"/>
                <a:ea typeface="Arial"/>
                <a:cs typeface="Arial"/>
                <a:sym typeface="Arial"/>
              </a:rPr>
              <a:t>632 mph</a:t>
            </a:r>
            <a:r>
              <a:rPr lang="en-US" sz="2400">
                <a:solidFill>
                  <a:schemeClr val="dk1"/>
                </a:solidFill>
                <a:latin typeface="Arial"/>
                <a:ea typeface="Arial"/>
                <a:cs typeface="Arial"/>
                <a:sym typeface="Arial"/>
              </a:rPr>
              <a:t>, going from a standstill to a speed faster than a .45 bullet in </a:t>
            </a:r>
            <a:r>
              <a:rPr b="1" lang="en-US" sz="2400">
                <a:solidFill>
                  <a:srgbClr val="FF0000"/>
                </a:solidFill>
                <a:latin typeface="Arial"/>
                <a:ea typeface="Arial"/>
                <a:cs typeface="Arial"/>
                <a:sym typeface="Arial"/>
              </a:rPr>
              <a:t>5.0 seconds</a:t>
            </a:r>
            <a:r>
              <a:rPr lang="en-US" sz="2400">
                <a:solidFill>
                  <a:schemeClr val="dk1"/>
                </a:solidFill>
                <a:latin typeface="Arial"/>
                <a:ea typeface="Arial"/>
                <a:cs typeface="Arial"/>
                <a:sym typeface="Arial"/>
              </a:rPr>
              <a:t> on a specially-designed rocket sled, and then screeched to a dead stop in </a:t>
            </a:r>
            <a:r>
              <a:rPr b="1" lang="en-US" sz="2400">
                <a:solidFill>
                  <a:srgbClr val="FF0000"/>
                </a:solidFill>
                <a:latin typeface="Arial"/>
                <a:ea typeface="Arial"/>
                <a:cs typeface="Arial"/>
                <a:sym typeface="Arial"/>
              </a:rPr>
              <a:t>1.4 seconds</a:t>
            </a:r>
            <a:r>
              <a:rPr lang="en-US" sz="2400">
                <a:solidFill>
                  <a:schemeClr val="dk1"/>
                </a:solidFill>
                <a:latin typeface="Arial"/>
                <a:ea typeface="Arial"/>
                <a:cs typeface="Arial"/>
                <a:sym typeface="Arial"/>
              </a:rPr>
              <a:t>, sustaining more than 40g's of force, all in the interest of safety. </a:t>
            </a:r>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∙There are TWO accelerations in this problem:</a:t>
            </a:r>
            <a:endParaRPr/>
          </a:p>
          <a:p>
            <a:pPr indent="-152400" lvl="0" marL="0" marR="0" rtl="0" algn="l">
              <a:spcBef>
                <a:spcPts val="480"/>
              </a:spcBef>
              <a:spcAft>
                <a:spcPts val="0"/>
              </a:spcAft>
              <a:buClr>
                <a:schemeClr val="dk1"/>
              </a:buClr>
              <a:buSzPts val="2400"/>
              <a:buFont typeface="Arial"/>
              <a:buAutoNum type="alphaLcParenBoth"/>
            </a:pPr>
            <a:r>
              <a:rPr lang="en-US" sz="2400">
                <a:solidFill>
                  <a:schemeClr val="dk1"/>
                </a:solidFill>
                <a:latin typeface="Arial"/>
                <a:ea typeface="Arial"/>
                <a:cs typeface="Arial"/>
                <a:sym typeface="Arial"/>
              </a:rPr>
              <a:t> He speeds up from 0 to 632 mph in 5.0 s.</a:t>
            </a:r>
            <a:endParaRPr/>
          </a:p>
          <a:p>
            <a:pPr indent="-152400" lvl="0" marL="0" marR="0" rtl="0" algn="l">
              <a:spcBef>
                <a:spcPts val="480"/>
              </a:spcBef>
              <a:spcAft>
                <a:spcPts val="0"/>
              </a:spcAft>
              <a:buClr>
                <a:schemeClr val="dk1"/>
              </a:buClr>
              <a:buSzPts val="2400"/>
              <a:buFont typeface="Arial"/>
              <a:buAutoNum type="alphaLcParenBoth"/>
            </a:pPr>
            <a:r>
              <a:rPr lang="en-US" sz="2400">
                <a:solidFill>
                  <a:schemeClr val="dk1"/>
                </a:solidFill>
                <a:latin typeface="Arial"/>
                <a:ea typeface="Arial"/>
                <a:cs typeface="Arial"/>
                <a:sym typeface="Arial"/>
              </a:rPr>
              <a:t> He slows down from 632 mph to 0 in 1.4 s.</a:t>
            </a:r>
            <a:endParaRPr/>
          </a:p>
        </p:txBody>
      </p:sp>
      <p:sp>
        <p:nvSpPr>
          <p:cNvPr id="589" name="Google Shape;589;p33"/>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2: Mechanics</a:t>
            </a:r>
            <a:br>
              <a:rPr b="1" lang="en-US" sz="2800"/>
            </a:br>
            <a:r>
              <a:rPr lang="en-US" sz="2800">
                <a:solidFill>
                  <a:schemeClr val="dk1"/>
                </a:solidFill>
              </a:rPr>
              <a:t>2.1 – Motion</a:t>
            </a:r>
            <a:endParaRPr/>
          </a:p>
        </p:txBody>
      </p:sp>
      <p:pic>
        <p:nvPicPr>
          <p:cNvPr descr="ANd9GcSN5Ly5jTI5hPFwfZhTdzAUFAufV-O1vqxAwqLvVaSZTwscW3v-Dsrvbyc" id="590" name="Google Shape;590;p33">
            <a:hlinkClick r:id="rId5"/>
          </p:cNvPr>
          <p:cNvPicPr preferRelativeResize="0"/>
          <p:nvPr/>
        </p:nvPicPr>
        <p:blipFill rotWithShape="1">
          <a:blip r:embed="rId6">
            <a:alphaModFix/>
          </a:blip>
          <a:srcRect b="0" l="0" r="0" t="0"/>
          <a:stretch/>
        </p:blipFill>
        <p:spPr>
          <a:xfrm rot="-204481">
            <a:off x="6624638" y="2138363"/>
            <a:ext cx="1428750" cy="5334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590"/>
                                        </p:tgtEl>
                                        <p:attrNameLst>
                                          <p:attrName>style.visibility</p:attrName>
                                        </p:attrNameLst>
                                      </p:cBhvr>
                                      <p:to>
                                        <p:strVal val="visible"/>
                                      </p:to>
                                    </p:set>
                                    <p:anim calcmode="lin" valueType="num">
                                      <p:cBhvr additive="base">
                                        <p:cTn dur="500"/>
                                        <p:tgtEl>
                                          <p:spTgt spid="590"/>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5" name="Shape 595"/>
        <p:cNvGrpSpPr/>
        <p:nvPr/>
      </p:nvGrpSpPr>
      <p:grpSpPr>
        <a:xfrm>
          <a:off x="0" y="0"/>
          <a:ext cx="0" cy="0"/>
          <a:chOff x="0" y="0"/>
          <a:chExt cx="0" cy="0"/>
        </a:xfrm>
      </p:grpSpPr>
      <p:pic>
        <p:nvPicPr>
          <p:cNvPr descr="Stapp-1" id="596" name="Google Shape;596;p34"/>
          <p:cNvPicPr preferRelativeResize="0"/>
          <p:nvPr/>
        </p:nvPicPr>
        <p:blipFill rotWithShape="1">
          <a:blip r:embed="rId3">
            <a:alphaModFix/>
          </a:blip>
          <a:srcRect b="0" l="0" r="0" t="0"/>
          <a:stretch/>
        </p:blipFill>
        <p:spPr>
          <a:xfrm>
            <a:off x="4351338" y="0"/>
            <a:ext cx="1979612" cy="1585913"/>
          </a:xfrm>
          <a:prstGeom prst="rect">
            <a:avLst/>
          </a:prstGeom>
          <a:noFill/>
          <a:ln>
            <a:noFill/>
          </a:ln>
        </p:spPr>
      </p:pic>
      <p:pic>
        <p:nvPicPr>
          <p:cNvPr descr="Stapp-The sled" id="597" name="Google Shape;597;p34"/>
          <p:cNvPicPr preferRelativeResize="0"/>
          <p:nvPr/>
        </p:nvPicPr>
        <p:blipFill rotWithShape="1">
          <a:blip r:embed="rId4">
            <a:alphaModFix/>
          </a:blip>
          <a:srcRect b="0" l="0" r="0" t="0"/>
          <a:stretch/>
        </p:blipFill>
        <p:spPr>
          <a:xfrm>
            <a:off x="6259513" y="0"/>
            <a:ext cx="2192337" cy="1628775"/>
          </a:xfrm>
          <a:prstGeom prst="rect">
            <a:avLst/>
          </a:prstGeom>
          <a:noFill/>
          <a:ln>
            <a:noFill/>
          </a:ln>
        </p:spPr>
      </p:pic>
      <p:sp>
        <p:nvSpPr>
          <p:cNvPr id="598" name="Google Shape;598;p34"/>
          <p:cNvSpPr/>
          <p:nvPr/>
        </p:nvSpPr>
        <p:spPr>
          <a:xfrm>
            <a:off x="685800" y="1549400"/>
            <a:ext cx="7772400" cy="2182813"/>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accent2"/>
              </a:buClr>
              <a:buSzPts val="2400"/>
              <a:buFont typeface="Arial"/>
              <a:buNone/>
            </a:pPr>
            <a:r>
              <a:rPr i="1" lang="en-US" sz="2400">
                <a:solidFill>
                  <a:schemeClr val="accent2"/>
                </a:solidFill>
                <a:latin typeface="Arial"/>
                <a:ea typeface="Arial"/>
                <a:cs typeface="Arial"/>
                <a:sym typeface="Arial"/>
              </a:rPr>
              <a:t>Solving problems using equations of motion for uniform acceleration</a:t>
            </a:r>
            <a:endParaRPr sz="2000">
              <a:solidFill>
                <a:schemeClr val="dk1"/>
              </a:solidFill>
              <a:latin typeface="Courier New"/>
              <a:ea typeface="Courier New"/>
              <a:cs typeface="Courier New"/>
              <a:sym typeface="Courier New"/>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∙There are TWO accelerations in this problem:</a:t>
            </a:r>
            <a:endParaRPr/>
          </a:p>
          <a:p>
            <a:pPr indent="-152400" lvl="0" marL="0" marR="0" rtl="0" algn="l">
              <a:spcBef>
                <a:spcPts val="480"/>
              </a:spcBef>
              <a:spcAft>
                <a:spcPts val="0"/>
              </a:spcAft>
              <a:buClr>
                <a:schemeClr val="dk1"/>
              </a:buClr>
              <a:buSzPts val="2400"/>
              <a:buFont typeface="Arial"/>
              <a:buAutoNum type="alphaLcParenBoth"/>
            </a:pPr>
            <a:r>
              <a:rPr lang="en-US" sz="2400">
                <a:solidFill>
                  <a:schemeClr val="dk1"/>
                </a:solidFill>
                <a:latin typeface="Arial"/>
                <a:ea typeface="Arial"/>
                <a:cs typeface="Arial"/>
                <a:sym typeface="Arial"/>
              </a:rPr>
              <a:t> He speeds up from 0 to 632 mph in 5.0 s.</a:t>
            </a:r>
            <a:endParaRPr/>
          </a:p>
          <a:p>
            <a:pPr indent="-152400" lvl="0" marL="0" marR="0" rtl="0" algn="l">
              <a:spcBef>
                <a:spcPts val="480"/>
              </a:spcBef>
              <a:spcAft>
                <a:spcPts val="0"/>
              </a:spcAft>
              <a:buClr>
                <a:schemeClr val="dk1"/>
              </a:buClr>
              <a:buSzPts val="2400"/>
              <a:buFont typeface="Arial"/>
              <a:buAutoNum type="alphaLcParenBoth"/>
            </a:pPr>
            <a:r>
              <a:rPr lang="en-US" sz="2400">
                <a:solidFill>
                  <a:schemeClr val="dk1"/>
                </a:solidFill>
                <a:latin typeface="Arial"/>
                <a:ea typeface="Arial"/>
                <a:cs typeface="Arial"/>
                <a:sym typeface="Arial"/>
              </a:rPr>
              <a:t> He slows down from 632 mph to 0 in 1.4 s.</a:t>
            </a:r>
            <a:endParaRPr/>
          </a:p>
        </p:txBody>
      </p:sp>
      <p:sp>
        <p:nvSpPr>
          <p:cNvPr id="599" name="Google Shape;599;p34"/>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2: Mechanics</a:t>
            </a:r>
            <a:br>
              <a:rPr b="1" lang="en-US" sz="2800"/>
            </a:br>
            <a:r>
              <a:rPr lang="en-US" sz="2800">
                <a:solidFill>
                  <a:schemeClr val="dk1"/>
                </a:solidFill>
              </a:rPr>
              <a:t>2.1 – Motion</a:t>
            </a:r>
            <a:endParaRPr/>
          </a:p>
        </p:txBody>
      </p:sp>
      <p:sp>
        <p:nvSpPr>
          <p:cNvPr id="600" name="Google Shape;600;p34"/>
          <p:cNvSpPr/>
          <p:nvPr/>
        </p:nvSpPr>
        <p:spPr>
          <a:xfrm>
            <a:off x="674688" y="3717925"/>
            <a:ext cx="7772400" cy="3140075"/>
          </a:xfrm>
          <a:prstGeom prst="rect">
            <a:avLst/>
          </a:prstGeom>
          <a:solidFill>
            <a:srgbClr val="FFFFCC"/>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rPr lang="en-US" sz="2400">
                <a:solidFill>
                  <a:schemeClr val="dk1"/>
                </a:solidFill>
                <a:latin typeface="Arial"/>
                <a:ea typeface="Arial"/>
                <a:cs typeface="Arial"/>
                <a:sym typeface="Arial"/>
              </a:rPr>
              <a:t>EXAMPLE: Convert 632 mph to m/s.</a:t>
            </a:r>
            <a:endParaRPr sz="2400">
              <a:solidFill>
                <a:schemeClr val="dk1"/>
              </a:solidFill>
              <a:latin typeface="Arial"/>
              <a:ea typeface="Arial"/>
              <a:cs typeface="Arial"/>
              <a:sym typeface="Arial"/>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SOLUTION: ∙Use “well-chosen” ones…</a:t>
            </a:r>
            <a:endParaRPr/>
          </a:p>
          <a:p>
            <a:pPr indent="0" lvl="0" marL="0" marR="0" rtl="0" algn="l">
              <a:spcBef>
                <a:spcPts val="480"/>
              </a:spcBef>
              <a:spcAft>
                <a:spcPts val="0"/>
              </a:spcAft>
              <a:buClr>
                <a:schemeClr val="dk1"/>
              </a:buClr>
              <a:buSzPts val="2400"/>
              <a:buFont typeface="Arial"/>
              <a:buNone/>
            </a:pPr>
            <a:r>
              <a:t/>
            </a:r>
            <a:endParaRPr sz="2400">
              <a:solidFill>
                <a:schemeClr val="dk1"/>
              </a:solidFill>
              <a:latin typeface="Arial"/>
              <a:ea typeface="Arial"/>
              <a:cs typeface="Arial"/>
              <a:sym typeface="Arial"/>
            </a:endParaRPr>
          </a:p>
          <a:p>
            <a:pPr indent="0" lvl="0" marL="0" marR="0" rtl="0" algn="l">
              <a:spcBef>
                <a:spcPts val="480"/>
              </a:spcBef>
              <a:spcAft>
                <a:spcPts val="0"/>
              </a:spcAft>
              <a:buClr>
                <a:schemeClr val="dk1"/>
              </a:buClr>
              <a:buSzPts val="2400"/>
              <a:buFont typeface="Arial"/>
              <a:buNone/>
            </a:pPr>
            <a:r>
              <a:t/>
            </a:r>
            <a:endParaRPr sz="2400">
              <a:solidFill>
                <a:schemeClr val="dk1"/>
              </a:solidFill>
              <a:latin typeface="Arial"/>
              <a:ea typeface="Arial"/>
              <a:cs typeface="Arial"/>
              <a:sym typeface="Arial"/>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EXAMPLE:  Was Stapp more uncomfortable while he was speeding up, or while he was slowing down?</a:t>
            </a:r>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SOLUTION: While slowing down. Why?</a:t>
            </a:r>
            <a:endParaRPr/>
          </a:p>
        </p:txBody>
      </p:sp>
      <p:sp>
        <p:nvSpPr>
          <p:cNvPr id="601" name="Google Shape;601;p34"/>
          <p:cNvSpPr txBox="1"/>
          <p:nvPr/>
        </p:nvSpPr>
        <p:spPr>
          <a:xfrm>
            <a:off x="1069975" y="4640263"/>
            <a:ext cx="1187450" cy="82232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u="sng">
                <a:solidFill>
                  <a:schemeClr val="accent2"/>
                </a:solidFill>
                <a:latin typeface="Arial"/>
                <a:ea typeface="Arial"/>
                <a:cs typeface="Arial"/>
                <a:sym typeface="Arial"/>
              </a:rPr>
              <a:t>632 mi</a:t>
            </a:r>
            <a:endParaRPr i="1" sz="2400" u="sng">
              <a:solidFill>
                <a:schemeClr val="accent2"/>
              </a:solidFill>
              <a:latin typeface="Arial"/>
              <a:ea typeface="Arial"/>
              <a:cs typeface="Arial"/>
              <a:sym typeface="Arial"/>
            </a:endParaRPr>
          </a:p>
          <a:p>
            <a:pPr indent="0" lvl="0" marL="0" marR="0" rtl="0" algn="ctr">
              <a:spcBef>
                <a:spcPts val="0"/>
              </a:spcBef>
              <a:spcAft>
                <a:spcPts val="0"/>
              </a:spcAft>
              <a:buNone/>
            </a:pPr>
            <a:r>
              <a:rPr lang="en-US" sz="2400">
                <a:solidFill>
                  <a:schemeClr val="accent2"/>
                </a:solidFill>
                <a:latin typeface="Arial"/>
                <a:ea typeface="Arial"/>
                <a:cs typeface="Arial"/>
                <a:sym typeface="Arial"/>
              </a:rPr>
              <a:t>1 h</a:t>
            </a:r>
            <a:endParaRPr i="1" sz="2400">
              <a:solidFill>
                <a:schemeClr val="accent2"/>
              </a:solidFill>
              <a:latin typeface="Arial"/>
              <a:ea typeface="Arial"/>
              <a:cs typeface="Arial"/>
              <a:sym typeface="Arial"/>
            </a:endParaRPr>
          </a:p>
        </p:txBody>
      </p:sp>
      <p:sp>
        <p:nvSpPr>
          <p:cNvPr id="602" name="Google Shape;602;p34"/>
          <p:cNvSpPr txBox="1"/>
          <p:nvPr/>
        </p:nvSpPr>
        <p:spPr>
          <a:xfrm>
            <a:off x="2379663" y="4640263"/>
            <a:ext cx="1187450" cy="82232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u="sng">
                <a:solidFill>
                  <a:schemeClr val="accent2"/>
                </a:solidFill>
                <a:latin typeface="Arial"/>
                <a:ea typeface="Arial"/>
                <a:cs typeface="Arial"/>
                <a:sym typeface="Arial"/>
              </a:rPr>
              <a:t>5280 ft</a:t>
            </a:r>
            <a:endParaRPr i="1" sz="2400" u="sng">
              <a:solidFill>
                <a:schemeClr val="accent2"/>
              </a:solidFill>
              <a:latin typeface="Arial"/>
              <a:ea typeface="Arial"/>
              <a:cs typeface="Arial"/>
              <a:sym typeface="Arial"/>
            </a:endParaRPr>
          </a:p>
          <a:p>
            <a:pPr indent="0" lvl="0" marL="0" marR="0" rtl="0" algn="ctr">
              <a:spcBef>
                <a:spcPts val="0"/>
              </a:spcBef>
              <a:spcAft>
                <a:spcPts val="0"/>
              </a:spcAft>
              <a:buNone/>
            </a:pPr>
            <a:r>
              <a:rPr lang="en-US" sz="2400">
                <a:solidFill>
                  <a:schemeClr val="accent2"/>
                </a:solidFill>
                <a:latin typeface="Arial"/>
                <a:ea typeface="Arial"/>
                <a:cs typeface="Arial"/>
                <a:sym typeface="Arial"/>
              </a:rPr>
              <a:t>1 mi</a:t>
            </a:r>
            <a:endParaRPr i="1" sz="2400">
              <a:solidFill>
                <a:schemeClr val="accent2"/>
              </a:solidFill>
              <a:latin typeface="Arial"/>
              <a:ea typeface="Arial"/>
              <a:cs typeface="Arial"/>
              <a:sym typeface="Arial"/>
            </a:endParaRPr>
          </a:p>
        </p:txBody>
      </p:sp>
      <p:sp>
        <p:nvSpPr>
          <p:cNvPr id="603" name="Google Shape;603;p34"/>
          <p:cNvSpPr txBox="1"/>
          <p:nvPr/>
        </p:nvSpPr>
        <p:spPr>
          <a:xfrm>
            <a:off x="5076825" y="4638675"/>
            <a:ext cx="1187450" cy="82232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u="sng">
                <a:solidFill>
                  <a:schemeClr val="accent2"/>
                </a:solidFill>
                <a:latin typeface="Arial"/>
                <a:ea typeface="Arial"/>
                <a:cs typeface="Arial"/>
                <a:sym typeface="Arial"/>
              </a:rPr>
              <a:t>1 h</a:t>
            </a:r>
            <a:endParaRPr i="1" sz="2400" u="sng">
              <a:solidFill>
                <a:schemeClr val="accent2"/>
              </a:solidFill>
              <a:latin typeface="Arial"/>
              <a:ea typeface="Arial"/>
              <a:cs typeface="Arial"/>
              <a:sym typeface="Arial"/>
            </a:endParaRPr>
          </a:p>
          <a:p>
            <a:pPr indent="0" lvl="0" marL="0" marR="0" rtl="0" algn="ctr">
              <a:spcBef>
                <a:spcPts val="0"/>
              </a:spcBef>
              <a:spcAft>
                <a:spcPts val="0"/>
              </a:spcAft>
              <a:buNone/>
            </a:pPr>
            <a:r>
              <a:rPr lang="en-US" sz="2400">
                <a:solidFill>
                  <a:schemeClr val="accent2"/>
                </a:solidFill>
                <a:latin typeface="Arial"/>
                <a:ea typeface="Arial"/>
                <a:cs typeface="Arial"/>
                <a:sym typeface="Arial"/>
              </a:rPr>
              <a:t>3600. s</a:t>
            </a:r>
            <a:endParaRPr i="1" sz="2400">
              <a:solidFill>
                <a:schemeClr val="accent2"/>
              </a:solidFill>
              <a:latin typeface="Arial"/>
              <a:ea typeface="Arial"/>
              <a:cs typeface="Arial"/>
              <a:sym typeface="Arial"/>
            </a:endParaRPr>
          </a:p>
        </p:txBody>
      </p:sp>
      <p:sp>
        <p:nvSpPr>
          <p:cNvPr id="604" name="Google Shape;604;p34"/>
          <p:cNvSpPr txBox="1"/>
          <p:nvPr/>
        </p:nvSpPr>
        <p:spPr>
          <a:xfrm>
            <a:off x="3767138" y="4638675"/>
            <a:ext cx="1187450" cy="82232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u="sng">
                <a:solidFill>
                  <a:schemeClr val="accent2"/>
                </a:solidFill>
                <a:latin typeface="Arial"/>
                <a:ea typeface="Arial"/>
                <a:cs typeface="Arial"/>
                <a:sym typeface="Arial"/>
              </a:rPr>
              <a:t>1 m</a:t>
            </a:r>
            <a:endParaRPr i="1" sz="2400" u="sng">
              <a:solidFill>
                <a:schemeClr val="accent2"/>
              </a:solidFill>
              <a:latin typeface="Arial"/>
              <a:ea typeface="Arial"/>
              <a:cs typeface="Arial"/>
              <a:sym typeface="Arial"/>
            </a:endParaRPr>
          </a:p>
          <a:p>
            <a:pPr indent="0" lvl="0" marL="0" marR="0" rtl="0" algn="ctr">
              <a:spcBef>
                <a:spcPts val="0"/>
              </a:spcBef>
              <a:spcAft>
                <a:spcPts val="0"/>
              </a:spcAft>
              <a:buNone/>
            </a:pPr>
            <a:r>
              <a:rPr lang="en-US" sz="2400">
                <a:solidFill>
                  <a:schemeClr val="accent2"/>
                </a:solidFill>
                <a:latin typeface="Arial"/>
                <a:ea typeface="Arial"/>
                <a:cs typeface="Arial"/>
                <a:sym typeface="Arial"/>
              </a:rPr>
              <a:t>3.28 ft</a:t>
            </a:r>
            <a:endParaRPr i="1" sz="2400">
              <a:solidFill>
                <a:schemeClr val="accent2"/>
              </a:solidFill>
              <a:latin typeface="Arial"/>
              <a:ea typeface="Arial"/>
              <a:cs typeface="Arial"/>
              <a:sym typeface="Arial"/>
            </a:endParaRPr>
          </a:p>
        </p:txBody>
      </p:sp>
      <p:sp>
        <p:nvSpPr>
          <p:cNvPr id="605" name="Google Shape;605;p34"/>
          <p:cNvSpPr txBox="1"/>
          <p:nvPr/>
        </p:nvSpPr>
        <p:spPr>
          <a:xfrm>
            <a:off x="2060575" y="4725988"/>
            <a:ext cx="566738" cy="457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accent2"/>
                </a:solidFill>
                <a:latin typeface="Arial"/>
                <a:ea typeface="Arial"/>
                <a:cs typeface="Arial"/>
                <a:sym typeface="Arial"/>
              </a:rPr>
              <a:t>×</a:t>
            </a:r>
            <a:endParaRPr i="1" sz="2400">
              <a:solidFill>
                <a:schemeClr val="accent2"/>
              </a:solidFill>
              <a:latin typeface="Arial"/>
              <a:ea typeface="Arial"/>
              <a:cs typeface="Arial"/>
              <a:sym typeface="Arial"/>
            </a:endParaRPr>
          </a:p>
        </p:txBody>
      </p:sp>
      <p:sp>
        <p:nvSpPr>
          <p:cNvPr id="606" name="Google Shape;606;p34"/>
          <p:cNvSpPr txBox="1"/>
          <p:nvPr/>
        </p:nvSpPr>
        <p:spPr>
          <a:xfrm>
            <a:off x="3454400" y="4725988"/>
            <a:ext cx="566738" cy="457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accent2"/>
                </a:solidFill>
                <a:latin typeface="Arial"/>
                <a:ea typeface="Arial"/>
                <a:cs typeface="Arial"/>
                <a:sym typeface="Arial"/>
              </a:rPr>
              <a:t>×</a:t>
            </a:r>
            <a:endParaRPr i="1" sz="2400">
              <a:solidFill>
                <a:schemeClr val="accent2"/>
              </a:solidFill>
              <a:latin typeface="Arial"/>
              <a:ea typeface="Arial"/>
              <a:cs typeface="Arial"/>
              <a:sym typeface="Arial"/>
            </a:endParaRPr>
          </a:p>
        </p:txBody>
      </p:sp>
      <p:sp>
        <p:nvSpPr>
          <p:cNvPr id="607" name="Google Shape;607;p34"/>
          <p:cNvSpPr txBox="1"/>
          <p:nvPr/>
        </p:nvSpPr>
        <p:spPr>
          <a:xfrm>
            <a:off x="4783138" y="4727575"/>
            <a:ext cx="566737" cy="457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accent2"/>
                </a:solidFill>
                <a:latin typeface="Arial"/>
                <a:ea typeface="Arial"/>
                <a:cs typeface="Arial"/>
                <a:sym typeface="Arial"/>
              </a:rPr>
              <a:t>×</a:t>
            </a:r>
            <a:endParaRPr i="1" sz="2400">
              <a:solidFill>
                <a:schemeClr val="accent2"/>
              </a:solidFill>
              <a:latin typeface="Arial"/>
              <a:ea typeface="Arial"/>
              <a:cs typeface="Arial"/>
              <a:sym typeface="Arial"/>
            </a:endParaRPr>
          </a:p>
        </p:txBody>
      </p:sp>
      <p:sp>
        <p:nvSpPr>
          <p:cNvPr id="608" name="Google Shape;608;p34"/>
          <p:cNvSpPr txBox="1"/>
          <p:nvPr/>
        </p:nvSpPr>
        <p:spPr>
          <a:xfrm>
            <a:off x="6829425" y="4638675"/>
            <a:ext cx="1187450" cy="82232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u="sng">
                <a:solidFill>
                  <a:schemeClr val="accent2"/>
                </a:solidFill>
                <a:latin typeface="Arial"/>
                <a:ea typeface="Arial"/>
                <a:cs typeface="Arial"/>
                <a:sym typeface="Arial"/>
              </a:rPr>
              <a:t>280 m</a:t>
            </a:r>
            <a:endParaRPr i="1" sz="2400" u="sng">
              <a:solidFill>
                <a:schemeClr val="accent2"/>
              </a:solidFill>
              <a:latin typeface="Arial"/>
              <a:ea typeface="Arial"/>
              <a:cs typeface="Arial"/>
              <a:sym typeface="Arial"/>
            </a:endParaRPr>
          </a:p>
          <a:p>
            <a:pPr indent="0" lvl="0" marL="0" marR="0" rtl="0" algn="ctr">
              <a:spcBef>
                <a:spcPts val="0"/>
              </a:spcBef>
              <a:spcAft>
                <a:spcPts val="0"/>
              </a:spcAft>
              <a:buNone/>
            </a:pPr>
            <a:r>
              <a:rPr lang="en-US" sz="2400">
                <a:solidFill>
                  <a:schemeClr val="accent2"/>
                </a:solidFill>
                <a:latin typeface="Arial"/>
                <a:ea typeface="Arial"/>
                <a:cs typeface="Arial"/>
                <a:sym typeface="Arial"/>
              </a:rPr>
              <a:t>s</a:t>
            </a:r>
            <a:endParaRPr i="1" sz="2400">
              <a:solidFill>
                <a:schemeClr val="accent2"/>
              </a:solidFill>
              <a:latin typeface="Arial"/>
              <a:ea typeface="Arial"/>
              <a:cs typeface="Arial"/>
              <a:sym typeface="Arial"/>
            </a:endParaRPr>
          </a:p>
        </p:txBody>
      </p:sp>
      <p:sp>
        <p:nvSpPr>
          <p:cNvPr id="609" name="Google Shape;609;p34"/>
          <p:cNvSpPr txBox="1"/>
          <p:nvPr/>
        </p:nvSpPr>
        <p:spPr>
          <a:xfrm>
            <a:off x="6307138" y="4714875"/>
            <a:ext cx="566737" cy="457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accent2"/>
                </a:solidFill>
                <a:latin typeface="Arial"/>
                <a:ea typeface="Arial"/>
                <a:cs typeface="Arial"/>
                <a:sym typeface="Arial"/>
              </a:rPr>
              <a:t>=</a:t>
            </a:r>
            <a:endParaRPr i="1" sz="2400">
              <a:solidFill>
                <a:schemeClr val="accent2"/>
              </a:solidFill>
              <a:latin typeface="Arial"/>
              <a:ea typeface="Arial"/>
              <a:cs typeface="Arial"/>
              <a:sym typeface="Arial"/>
            </a:endParaRPr>
          </a:p>
        </p:txBody>
      </p:sp>
      <p:cxnSp>
        <p:nvCxnSpPr>
          <p:cNvPr id="610" name="Google Shape;610;p34"/>
          <p:cNvCxnSpPr/>
          <p:nvPr/>
        </p:nvCxnSpPr>
        <p:spPr>
          <a:xfrm flipH="1">
            <a:off x="1820863" y="4770438"/>
            <a:ext cx="220662" cy="176212"/>
          </a:xfrm>
          <a:prstGeom prst="straightConnector1">
            <a:avLst/>
          </a:prstGeom>
          <a:noFill/>
          <a:ln cap="flat" cmpd="sng" w="28575">
            <a:solidFill>
              <a:srgbClr val="FF3300"/>
            </a:solidFill>
            <a:prstDash val="solid"/>
            <a:round/>
            <a:headEnd len="med" w="med" type="none"/>
            <a:tailEnd len="med" w="med" type="none"/>
          </a:ln>
        </p:spPr>
      </p:cxnSp>
      <p:cxnSp>
        <p:nvCxnSpPr>
          <p:cNvPr id="611" name="Google Shape;611;p34"/>
          <p:cNvCxnSpPr/>
          <p:nvPr/>
        </p:nvCxnSpPr>
        <p:spPr>
          <a:xfrm flipH="1">
            <a:off x="2990850" y="5151438"/>
            <a:ext cx="220663" cy="176212"/>
          </a:xfrm>
          <a:prstGeom prst="straightConnector1">
            <a:avLst/>
          </a:prstGeom>
          <a:noFill/>
          <a:ln cap="flat" cmpd="sng" w="28575">
            <a:solidFill>
              <a:srgbClr val="FF3300"/>
            </a:solidFill>
            <a:prstDash val="solid"/>
            <a:round/>
            <a:headEnd len="med" w="med" type="none"/>
            <a:tailEnd len="med" w="med" type="none"/>
          </a:ln>
        </p:spPr>
      </p:cxnSp>
      <p:cxnSp>
        <p:nvCxnSpPr>
          <p:cNvPr id="612" name="Google Shape;612;p34"/>
          <p:cNvCxnSpPr/>
          <p:nvPr/>
        </p:nvCxnSpPr>
        <p:spPr>
          <a:xfrm flipH="1">
            <a:off x="3195638" y="4767263"/>
            <a:ext cx="220662" cy="176212"/>
          </a:xfrm>
          <a:prstGeom prst="straightConnector1">
            <a:avLst/>
          </a:prstGeom>
          <a:noFill/>
          <a:ln cap="flat" cmpd="sng" w="28575">
            <a:solidFill>
              <a:srgbClr val="FF3300"/>
            </a:solidFill>
            <a:prstDash val="solid"/>
            <a:round/>
            <a:headEnd len="med" w="med" type="none"/>
            <a:tailEnd len="med" w="med" type="none"/>
          </a:ln>
        </p:spPr>
      </p:cxnSp>
      <p:cxnSp>
        <p:nvCxnSpPr>
          <p:cNvPr id="613" name="Google Shape;613;p34"/>
          <p:cNvCxnSpPr/>
          <p:nvPr/>
        </p:nvCxnSpPr>
        <p:spPr>
          <a:xfrm flipH="1">
            <a:off x="4559300" y="5148263"/>
            <a:ext cx="220663" cy="176212"/>
          </a:xfrm>
          <a:prstGeom prst="straightConnector1">
            <a:avLst/>
          </a:prstGeom>
          <a:noFill/>
          <a:ln cap="flat" cmpd="sng" w="28575">
            <a:solidFill>
              <a:srgbClr val="FF3300"/>
            </a:solidFill>
            <a:prstDash val="solid"/>
            <a:round/>
            <a:headEnd len="med" w="med" type="none"/>
            <a:tailEnd len="med" w="med" type="none"/>
          </a:ln>
        </p:spPr>
      </p:cxnSp>
      <p:cxnSp>
        <p:nvCxnSpPr>
          <p:cNvPr id="614" name="Google Shape;614;p34"/>
          <p:cNvCxnSpPr/>
          <p:nvPr/>
        </p:nvCxnSpPr>
        <p:spPr>
          <a:xfrm flipH="1">
            <a:off x="5657850" y="4775200"/>
            <a:ext cx="220663" cy="176213"/>
          </a:xfrm>
          <a:prstGeom prst="straightConnector1">
            <a:avLst/>
          </a:prstGeom>
          <a:noFill/>
          <a:ln cap="flat" cmpd="sng" w="28575">
            <a:solidFill>
              <a:srgbClr val="FF3300"/>
            </a:solidFill>
            <a:prstDash val="solid"/>
            <a:round/>
            <a:headEnd len="med" w="med" type="none"/>
            <a:tailEnd len="med" w="med" type="none"/>
          </a:ln>
        </p:spPr>
      </p:cxnSp>
      <p:cxnSp>
        <p:nvCxnSpPr>
          <p:cNvPr id="615" name="Google Shape;615;p34"/>
          <p:cNvCxnSpPr/>
          <p:nvPr/>
        </p:nvCxnSpPr>
        <p:spPr>
          <a:xfrm flipH="1">
            <a:off x="1690688" y="5167313"/>
            <a:ext cx="220662" cy="176212"/>
          </a:xfrm>
          <a:prstGeom prst="straightConnector1">
            <a:avLst/>
          </a:prstGeom>
          <a:noFill/>
          <a:ln cap="flat" cmpd="sng" w="28575">
            <a:solidFill>
              <a:srgbClr val="FF3300"/>
            </a:solidFill>
            <a:prstDash val="solid"/>
            <a:round/>
            <a:headEnd len="med" w="med" type="none"/>
            <a:tailEnd len="med" w="med"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00">
                                            <p:txEl>
                                              <p:pRg end="0" st="0"/>
                                            </p:txEl>
                                          </p:spTgt>
                                        </p:tgtEl>
                                        <p:attrNameLst>
                                          <p:attrName>style.visibility</p:attrName>
                                        </p:attrNameLst>
                                      </p:cBhvr>
                                      <p:to>
                                        <p:strVal val="visible"/>
                                      </p:to>
                                    </p:set>
                                    <p:anim calcmode="lin" valueType="num">
                                      <p:cBhvr additive="base">
                                        <p:cTn dur="500"/>
                                        <p:tgtEl>
                                          <p:spTgt spid="600">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00">
                                            <p:txEl>
                                              <p:pRg end="1" st="1"/>
                                            </p:txEl>
                                          </p:spTgt>
                                        </p:tgtEl>
                                        <p:attrNameLst>
                                          <p:attrName>style.visibility</p:attrName>
                                        </p:attrNameLst>
                                      </p:cBhvr>
                                      <p:to>
                                        <p:strVal val="visible"/>
                                      </p:to>
                                    </p:set>
                                    <p:anim calcmode="lin" valueType="num">
                                      <p:cBhvr additive="base">
                                        <p:cTn dur="500"/>
                                        <p:tgtEl>
                                          <p:spTgt spid="600">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00">
                                            <p:txEl>
                                              <p:pRg end="2" st="2"/>
                                            </p:txEl>
                                          </p:spTgt>
                                        </p:tgtEl>
                                        <p:attrNameLst>
                                          <p:attrName>style.visibility</p:attrName>
                                        </p:attrNameLst>
                                      </p:cBhvr>
                                      <p:to>
                                        <p:strVal val="visible"/>
                                      </p:to>
                                    </p:set>
                                    <p:anim calcmode="lin" valueType="num">
                                      <p:cBhvr additive="base">
                                        <p:cTn dur="500"/>
                                        <p:tgtEl>
                                          <p:spTgt spid="600">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00">
                                            <p:txEl>
                                              <p:pRg end="3" st="3"/>
                                            </p:txEl>
                                          </p:spTgt>
                                        </p:tgtEl>
                                        <p:attrNameLst>
                                          <p:attrName>style.visibility</p:attrName>
                                        </p:attrNameLst>
                                      </p:cBhvr>
                                      <p:to>
                                        <p:strVal val="visible"/>
                                      </p:to>
                                    </p:set>
                                    <p:anim calcmode="lin" valueType="num">
                                      <p:cBhvr additive="base">
                                        <p:cTn dur="500"/>
                                        <p:tgtEl>
                                          <p:spTgt spid="600">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00">
                                            <p:txEl>
                                              <p:pRg end="4" st="4"/>
                                            </p:txEl>
                                          </p:spTgt>
                                        </p:tgtEl>
                                        <p:attrNameLst>
                                          <p:attrName>style.visibility</p:attrName>
                                        </p:attrNameLst>
                                      </p:cBhvr>
                                      <p:to>
                                        <p:strVal val="visible"/>
                                      </p:to>
                                    </p:set>
                                    <p:anim calcmode="lin" valueType="num">
                                      <p:cBhvr additive="base">
                                        <p:cTn dur="500"/>
                                        <p:tgtEl>
                                          <p:spTgt spid="600">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00">
                                            <p:txEl>
                                              <p:pRg end="5" st="5"/>
                                            </p:txEl>
                                          </p:spTgt>
                                        </p:tgtEl>
                                        <p:attrNameLst>
                                          <p:attrName>style.visibility</p:attrName>
                                        </p:attrNameLst>
                                      </p:cBhvr>
                                      <p:to>
                                        <p:strVal val="visible"/>
                                      </p:to>
                                    </p:set>
                                    <p:anim calcmode="lin" valueType="num">
                                      <p:cBhvr additive="base">
                                        <p:cTn dur="500"/>
                                        <p:tgtEl>
                                          <p:spTgt spid="600">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1"/>
                                        </p:tgtEl>
                                        <p:attrNameLst>
                                          <p:attrName>style.visibility</p:attrName>
                                        </p:attrNameLst>
                                      </p:cBhvr>
                                      <p:to>
                                        <p:strVal val="visible"/>
                                      </p:to>
                                    </p:set>
                                    <p:animEffect filter="fade" transition="in">
                                      <p:cBhvr>
                                        <p:cTn dur="500"/>
                                        <p:tgtEl>
                                          <p:spTgt spid="60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5"/>
                                        </p:tgtEl>
                                        <p:attrNameLst>
                                          <p:attrName>style.visibility</p:attrName>
                                        </p:attrNameLst>
                                      </p:cBhvr>
                                      <p:to>
                                        <p:strVal val="visible"/>
                                      </p:to>
                                    </p:set>
                                    <p:animEffect filter="fade" transition="in">
                                      <p:cBhvr>
                                        <p:cTn dur="500"/>
                                        <p:tgtEl>
                                          <p:spTgt spid="60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2"/>
                                        </p:tgtEl>
                                        <p:attrNameLst>
                                          <p:attrName>style.visibility</p:attrName>
                                        </p:attrNameLst>
                                      </p:cBhvr>
                                      <p:to>
                                        <p:strVal val="visible"/>
                                      </p:to>
                                    </p:set>
                                    <p:animEffect filter="fade" transition="in">
                                      <p:cBhvr>
                                        <p:cTn dur="500"/>
                                        <p:tgtEl>
                                          <p:spTgt spid="60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0"/>
                                        </p:tgtEl>
                                        <p:attrNameLst>
                                          <p:attrName>style.visibility</p:attrName>
                                        </p:attrNameLst>
                                      </p:cBhvr>
                                      <p:to>
                                        <p:strVal val="visible"/>
                                      </p:to>
                                    </p:set>
                                    <p:animEffect filter="fade" transition="in">
                                      <p:cBhvr>
                                        <p:cTn dur="500"/>
                                        <p:tgtEl>
                                          <p:spTgt spid="610"/>
                                        </p:tgtEl>
                                      </p:cBhvr>
                                    </p:animEffect>
                                  </p:childTnLst>
                                </p:cTn>
                              </p:par>
                              <p:par>
                                <p:cTn fill="hold" nodeType="withEffect" presetClass="entr" presetID="10" presetSubtype="0">
                                  <p:stCondLst>
                                    <p:cond delay="0"/>
                                  </p:stCondLst>
                                  <p:childTnLst>
                                    <p:set>
                                      <p:cBhvr>
                                        <p:cTn dur="1" fill="hold">
                                          <p:stCondLst>
                                            <p:cond delay="0"/>
                                          </p:stCondLst>
                                        </p:cTn>
                                        <p:tgtEl>
                                          <p:spTgt spid="611"/>
                                        </p:tgtEl>
                                        <p:attrNameLst>
                                          <p:attrName>style.visibility</p:attrName>
                                        </p:attrNameLst>
                                      </p:cBhvr>
                                      <p:to>
                                        <p:strVal val="visible"/>
                                      </p:to>
                                    </p:set>
                                    <p:animEffect filter="fade" transition="in">
                                      <p:cBhvr>
                                        <p:cTn dur="500"/>
                                        <p:tgtEl>
                                          <p:spTgt spid="61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6"/>
                                        </p:tgtEl>
                                        <p:attrNameLst>
                                          <p:attrName>style.visibility</p:attrName>
                                        </p:attrNameLst>
                                      </p:cBhvr>
                                      <p:to>
                                        <p:strVal val="visible"/>
                                      </p:to>
                                    </p:set>
                                    <p:animEffect filter="fade" transition="in">
                                      <p:cBhvr>
                                        <p:cTn dur="500"/>
                                        <p:tgtEl>
                                          <p:spTgt spid="60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4"/>
                                        </p:tgtEl>
                                        <p:attrNameLst>
                                          <p:attrName>style.visibility</p:attrName>
                                        </p:attrNameLst>
                                      </p:cBhvr>
                                      <p:to>
                                        <p:strVal val="visible"/>
                                      </p:to>
                                    </p:set>
                                    <p:animEffect filter="fade" transition="in">
                                      <p:cBhvr>
                                        <p:cTn dur="500"/>
                                        <p:tgtEl>
                                          <p:spTgt spid="60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2"/>
                                        </p:tgtEl>
                                        <p:attrNameLst>
                                          <p:attrName>style.visibility</p:attrName>
                                        </p:attrNameLst>
                                      </p:cBhvr>
                                      <p:to>
                                        <p:strVal val="visible"/>
                                      </p:to>
                                    </p:set>
                                    <p:animEffect filter="fade" transition="in">
                                      <p:cBhvr>
                                        <p:cTn dur="500"/>
                                        <p:tgtEl>
                                          <p:spTgt spid="612"/>
                                        </p:tgtEl>
                                      </p:cBhvr>
                                    </p:animEffect>
                                  </p:childTnLst>
                                </p:cTn>
                              </p:par>
                              <p:par>
                                <p:cTn fill="hold" nodeType="withEffect" presetClass="entr" presetID="10" presetSubtype="0">
                                  <p:stCondLst>
                                    <p:cond delay="0"/>
                                  </p:stCondLst>
                                  <p:childTnLst>
                                    <p:set>
                                      <p:cBhvr>
                                        <p:cTn dur="1" fill="hold">
                                          <p:stCondLst>
                                            <p:cond delay="0"/>
                                          </p:stCondLst>
                                        </p:cTn>
                                        <p:tgtEl>
                                          <p:spTgt spid="613"/>
                                        </p:tgtEl>
                                        <p:attrNameLst>
                                          <p:attrName>style.visibility</p:attrName>
                                        </p:attrNameLst>
                                      </p:cBhvr>
                                      <p:to>
                                        <p:strVal val="visible"/>
                                      </p:to>
                                    </p:set>
                                    <p:animEffect filter="fade" transition="in">
                                      <p:cBhvr>
                                        <p:cTn dur="500"/>
                                        <p:tgtEl>
                                          <p:spTgt spid="61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7"/>
                                        </p:tgtEl>
                                        <p:attrNameLst>
                                          <p:attrName>style.visibility</p:attrName>
                                        </p:attrNameLst>
                                      </p:cBhvr>
                                      <p:to>
                                        <p:strVal val="visible"/>
                                      </p:to>
                                    </p:set>
                                    <p:animEffect filter="fade" transition="in">
                                      <p:cBhvr>
                                        <p:cTn dur="500"/>
                                        <p:tgtEl>
                                          <p:spTgt spid="60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3"/>
                                        </p:tgtEl>
                                        <p:attrNameLst>
                                          <p:attrName>style.visibility</p:attrName>
                                        </p:attrNameLst>
                                      </p:cBhvr>
                                      <p:to>
                                        <p:strVal val="visible"/>
                                      </p:to>
                                    </p:set>
                                    <p:animEffect filter="fade" transition="in">
                                      <p:cBhvr>
                                        <p:cTn dur="500"/>
                                        <p:tgtEl>
                                          <p:spTgt spid="60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5"/>
                                        </p:tgtEl>
                                        <p:attrNameLst>
                                          <p:attrName>style.visibility</p:attrName>
                                        </p:attrNameLst>
                                      </p:cBhvr>
                                      <p:to>
                                        <p:strVal val="visible"/>
                                      </p:to>
                                    </p:set>
                                    <p:animEffect filter="fade" transition="in">
                                      <p:cBhvr>
                                        <p:cTn dur="500"/>
                                        <p:tgtEl>
                                          <p:spTgt spid="615"/>
                                        </p:tgtEl>
                                      </p:cBhvr>
                                    </p:animEffect>
                                  </p:childTnLst>
                                </p:cTn>
                              </p:par>
                              <p:par>
                                <p:cTn fill="hold" nodeType="withEffect" presetClass="entr" presetID="10" presetSubtype="0">
                                  <p:stCondLst>
                                    <p:cond delay="0"/>
                                  </p:stCondLst>
                                  <p:childTnLst>
                                    <p:set>
                                      <p:cBhvr>
                                        <p:cTn dur="1" fill="hold">
                                          <p:stCondLst>
                                            <p:cond delay="0"/>
                                          </p:stCondLst>
                                        </p:cTn>
                                        <p:tgtEl>
                                          <p:spTgt spid="614"/>
                                        </p:tgtEl>
                                        <p:attrNameLst>
                                          <p:attrName>style.visibility</p:attrName>
                                        </p:attrNameLst>
                                      </p:cBhvr>
                                      <p:to>
                                        <p:strVal val="visible"/>
                                      </p:to>
                                    </p:set>
                                    <p:animEffect filter="fade" transition="in">
                                      <p:cBhvr>
                                        <p:cTn dur="500"/>
                                        <p:tgtEl>
                                          <p:spTgt spid="61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9"/>
                                        </p:tgtEl>
                                        <p:attrNameLst>
                                          <p:attrName>style.visibility</p:attrName>
                                        </p:attrNameLst>
                                      </p:cBhvr>
                                      <p:to>
                                        <p:strVal val="visible"/>
                                      </p:to>
                                    </p:set>
                                    <p:animEffect filter="fade" transition="in">
                                      <p:cBhvr>
                                        <p:cTn dur="500"/>
                                        <p:tgtEl>
                                          <p:spTgt spid="60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8"/>
                                        </p:tgtEl>
                                        <p:attrNameLst>
                                          <p:attrName>style.visibility</p:attrName>
                                        </p:attrNameLst>
                                      </p:cBhvr>
                                      <p:to>
                                        <p:strVal val="visible"/>
                                      </p:to>
                                    </p:set>
                                    <p:animEffect filter="fade" transition="in">
                                      <p:cBhvr>
                                        <p:cTn dur="500"/>
                                        <p:tgtEl>
                                          <p:spTgt spid="60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0" name="Shape 620"/>
        <p:cNvGrpSpPr/>
        <p:nvPr/>
      </p:nvGrpSpPr>
      <p:grpSpPr>
        <a:xfrm>
          <a:off x="0" y="0"/>
          <a:ext cx="0" cy="0"/>
          <a:chOff x="0" y="0"/>
          <a:chExt cx="0" cy="0"/>
        </a:xfrm>
      </p:grpSpPr>
      <p:pic>
        <p:nvPicPr>
          <p:cNvPr descr="Stapp-1" id="621" name="Google Shape;621;p35"/>
          <p:cNvPicPr preferRelativeResize="0"/>
          <p:nvPr/>
        </p:nvPicPr>
        <p:blipFill rotWithShape="1">
          <a:blip r:embed="rId3">
            <a:alphaModFix/>
          </a:blip>
          <a:srcRect b="0" l="0" r="0" t="0"/>
          <a:stretch/>
        </p:blipFill>
        <p:spPr>
          <a:xfrm>
            <a:off x="4351338" y="0"/>
            <a:ext cx="1979612" cy="1585913"/>
          </a:xfrm>
          <a:prstGeom prst="rect">
            <a:avLst/>
          </a:prstGeom>
          <a:noFill/>
          <a:ln>
            <a:noFill/>
          </a:ln>
        </p:spPr>
      </p:pic>
      <p:pic>
        <p:nvPicPr>
          <p:cNvPr descr="Stapp-The sled" id="622" name="Google Shape;622;p35"/>
          <p:cNvPicPr preferRelativeResize="0"/>
          <p:nvPr/>
        </p:nvPicPr>
        <p:blipFill rotWithShape="1">
          <a:blip r:embed="rId4">
            <a:alphaModFix/>
          </a:blip>
          <a:srcRect b="0" l="0" r="0" t="0"/>
          <a:stretch/>
        </p:blipFill>
        <p:spPr>
          <a:xfrm>
            <a:off x="6259513" y="0"/>
            <a:ext cx="2192337" cy="1628775"/>
          </a:xfrm>
          <a:prstGeom prst="rect">
            <a:avLst/>
          </a:prstGeom>
          <a:noFill/>
          <a:ln>
            <a:noFill/>
          </a:ln>
        </p:spPr>
      </p:pic>
      <p:sp>
        <p:nvSpPr>
          <p:cNvPr id="623" name="Google Shape;623;p35"/>
          <p:cNvSpPr/>
          <p:nvPr/>
        </p:nvSpPr>
        <p:spPr>
          <a:xfrm>
            <a:off x="685800" y="1549400"/>
            <a:ext cx="7772400" cy="2173288"/>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accent2"/>
              </a:buClr>
              <a:buSzPts val="2400"/>
              <a:buFont typeface="Arial"/>
              <a:buNone/>
            </a:pPr>
            <a:r>
              <a:rPr i="1" lang="en-US" sz="2400">
                <a:solidFill>
                  <a:schemeClr val="accent2"/>
                </a:solidFill>
                <a:latin typeface="Arial"/>
                <a:ea typeface="Arial"/>
                <a:cs typeface="Arial"/>
                <a:sym typeface="Arial"/>
              </a:rPr>
              <a:t>Solving problems using equations of motion for uniform acceleration</a:t>
            </a:r>
            <a:endParaRPr sz="2000">
              <a:solidFill>
                <a:schemeClr val="dk1"/>
              </a:solidFill>
              <a:latin typeface="Courier New"/>
              <a:ea typeface="Courier New"/>
              <a:cs typeface="Courier New"/>
              <a:sym typeface="Courier New"/>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∙There are TWO accelerations in this problem:</a:t>
            </a:r>
            <a:endParaRPr/>
          </a:p>
          <a:p>
            <a:pPr indent="-152400" lvl="0" marL="0" marR="0" rtl="0" algn="l">
              <a:spcBef>
                <a:spcPts val="480"/>
              </a:spcBef>
              <a:spcAft>
                <a:spcPts val="0"/>
              </a:spcAft>
              <a:buClr>
                <a:schemeClr val="dk1"/>
              </a:buClr>
              <a:buSzPts val="2400"/>
              <a:buFont typeface="Arial"/>
              <a:buAutoNum type="alphaLcParenBoth"/>
            </a:pPr>
            <a:r>
              <a:rPr lang="en-US" sz="2400">
                <a:solidFill>
                  <a:schemeClr val="dk1"/>
                </a:solidFill>
                <a:latin typeface="Arial"/>
                <a:ea typeface="Arial"/>
                <a:cs typeface="Arial"/>
                <a:sym typeface="Arial"/>
              </a:rPr>
              <a:t> He speeds up from 0 to 632 mph in 5.0 s.</a:t>
            </a:r>
            <a:endParaRPr/>
          </a:p>
          <a:p>
            <a:pPr indent="-152400" lvl="0" marL="0" marR="0" rtl="0" algn="l">
              <a:spcBef>
                <a:spcPts val="480"/>
              </a:spcBef>
              <a:spcAft>
                <a:spcPts val="0"/>
              </a:spcAft>
              <a:buClr>
                <a:schemeClr val="dk1"/>
              </a:buClr>
              <a:buSzPts val="2400"/>
              <a:buFont typeface="Arial"/>
              <a:buAutoNum type="alphaLcParenBoth"/>
            </a:pPr>
            <a:r>
              <a:rPr lang="en-US" sz="2400">
                <a:solidFill>
                  <a:schemeClr val="dk1"/>
                </a:solidFill>
                <a:latin typeface="Arial"/>
                <a:ea typeface="Arial"/>
                <a:cs typeface="Arial"/>
                <a:sym typeface="Arial"/>
              </a:rPr>
              <a:t> He slows down from 632 mph to 0 in 1.4 s.</a:t>
            </a:r>
            <a:endParaRPr/>
          </a:p>
        </p:txBody>
      </p:sp>
      <p:sp>
        <p:nvSpPr>
          <p:cNvPr id="624" name="Google Shape;624;p35"/>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2: Mechanics</a:t>
            </a:r>
            <a:br>
              <a:rPr b="1" lang="en-US" sz="2800"/>
            </a:br>
            <a:r>
              <a:rPr lang="en-US" sz="2800">
                <a:solidFill>
                  <a:schemeClr val="dk1"/>
                </a:solidFill>
              </a:rPr>
              <a:t>2.1 – Motion</a:t>
            </a:r>
            <a:endParaRPr/>
          </a:p>
        </p:txBody>
      </p:sp>
      <p:sp>
        <p:nvSpPr>
          <p:cNvPr id="625" name="Google Shape;625;p35"/>
          <p:cNvSpPr/>
          <p:nvPr/>
        </p:nvSpPr>
        <p:spPr>
          <a:xfrm>
            <a:off x="674688" y="3670300"/>
            <a:ext cx="7772400" cy="3187700"/>
          </a:xfrm>
          <a:prstGeom prst="rect">
            <a:avLst/>
          </a:prstGeom>
          <a:solidFill>
            <a:srgbClr val="FFFFCC"/>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rPr lang="en-US" sz="2400">
                <a:solidFill>
                  <a:schemeClr val="dk1"/>
                </a:solidFill>
                <a:latin typeface="Arial"/>
                <a:ea typeface="Arial"/>
                <a:cs typeface="Arial"/>
                <a:sym typeface="Arial"/>
              </a:rPr>
              <a:t>EXAMPLE: Find Stapp’s acceleration during the speeding up phase.</a:t>
            </a:r>
            <a:endParaRPr sz="2400">
              <a:solidFill>
                <a:schemeClr val="dk1"/>
              </a:solidFill>
              <a:latin typeface="Arial"/>
              <a:ea typeface="Arial"/>
              <a:cs typeface="Arial"/>
              <a:sym typeface="Arial"/>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SOLUTION:</a:t>
            </a:r>
            <a:endParaRPr/>
          </a:p>
          <a:p>
            <a:pPr indent="0" lvl="0" marL="0" marR="0" rtl="0" algn="l">
              <a:spcBef>
                <a:spcPts val="480"/>
              </a:spcBef>
              <a:spcAft>
                <a:spcPts val="0"/>
              </a:spcAft>
              <a:buClr>
                <a:schemeClr val="dk1"/>
              </a:buClr>
              <a:buSzPts val="2400"/>
              <a:buFont typeface="Arial"/>
              <a:buNone/>
            </a:pPr>
            <a:r>
              <a:t/>
            </a:r>
            <a:endParaRPr sz="2400">
              <a:solidFill>
                <a:schemeClr val="dk1"/>
              </a:solidFill>
              <a:latin typeface="Arial"/>
              <a:ea typeface="Arial"/>
              <a:cs typeface="Arial"/>
              <a:sym typeface="Arial"/>
            </a:endParaRPr>
          </a:p>
          <a:p>
            <a:pPr indent="0" lvl="0" marL="0" marR="0" rtl="0" algn="l">
              <a:spcBef>
                <a:spcPts val="1440"/>
              </a:spcBef>
              <a:spcAft>
                <a:spcPts val="0"/>
              </a:spcAft>
              <a:buClr>
                <a:schemeClr val="dk1"/>
              </a:buClr>
              <a:buSzPts val="2400"/>
              <a:buFont typeface="Arial"/>
              <a:buNone/>
            </a:pPr>
            <a:r>
              <a:rPr lang="en-US" sz="2400">
                <a:solidFill>
                  <a:schemeClr val="dk1"/>
                </a:solidFill>
                <a:latin typeface="Arial"/>
                <a:ea typeface="Arial"/>
                <a:cs typeface="Arial"/>
                <a:sym typeface="Arial"/>
              </a:rPr>
              <a:t>EXAMPLE: Find Stapp’s acceleration during the slowing down phase.</a:t>
            </a:r>
            <a:endParaRPr/>
          </a:p>
        </p:txBody>
      </p:sp>
      <p:sp>
        <p:nvSpPr>
          <p:cNvPr id="626" name="Google Shape;626;p35"/>
          <p:cNvSpPr txBox="1"/>
          <p:nvPr/>
        </p:nvSpPr>
        <p:spPr>
          <a:xfrm>
            <a:off x="1698625" y="4705350"/>
            <a:ext cx="592138" cy="82232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u="sng">
                <a:solidFill>
                  <a:schemeClr val="accent2"/>
                </a:solidFill>
                <a:latin typeface="Arial"/>
                <a:ea typeface="Arial"/>
                <a:cs typeface="Arial"/>
                <a:sym typeface="Arial"/>
              </a:rPr>
              <a:t>Δ</a:t>
            </a:r>
            <a:r>
              <a:rPr i="1" lang="en-US" sz="2400" u="sng">
                <a:solidFill>
                  <a:schemeClr val="accent2"/>
                </a:solidFill>
                <a:latin typeface="Arial"/>
                <a:ea typeface="Arial"/>
                <a:cs typeface="Arial"/>
                <a:sym typeface="Arial"/>
              </a:rPr>
              <a:t>v</a:t>
            </a:r>
            <a:endParaRPr/>
          </a:p>
          <a:p>
            <a:pPr indent="0" lvl="0" marL="0" marR="0" rtl="0" algn="ctr">
              <a:spcBef>
                <a:spcPts val="0"/>
              </a:spcBef>
              <a:spcAft>
                <a:spcPts val="0"/>
              </a:spcAft>
              <a:buNone/>
            </a:pPr>
            <a:r>
              <a:rPr lang="en-US" sz="2400">
                <a:solidFill>
                  <a:schemeClr val="accent2"/>
                </a:solidFill>
                <a:latin typeface="Arial"/>
                <a:ea typeface="Arial"/>
                <a:cs typeface="Arial"/>
                <a:sym typeface="Arial"/>
              </a:rPr>
              <a:t>Δ</a:t>
            </a:r>
            <a:r>
              <a:rPr i="1" lang="en-US" sz="2400">
                <a:solidFill>
                  <a:schemeClr val="accent2"/>
                </a:solidFill>
                <a:latin typeface="Arial"/>
                <a:ea typeface="Arial"/>
                <a:cs typeface="Arial"/>
                <a:sym typeface="Arial"/>
              </a:rPr>
              <a:t>t</a:t>
            </a:r>
            <a:endParaRPr/>
          </a:p>
        </p:txBody>
      </p:sp>
      <p:grpSp>
        <p:nvGrpSpPr>
          <p:cNvPr id="627" name="Google Shape;627;p35"/>
          <p:cNvGrpSpPr/>
          <p:nvPr/>
        </p:nvGrpSpPr>
        <p:grpSpPr>
          <a:xfrm>
            <a:off x="1028700" y="4864100"/>
            <a:ext cx="863600" cy="457200"/>
            <a:chOff x="3110" y="2350"/>
            <a:chExt cx="544" cy="288"/>
          </a:xfrm>
        </p:grpSpPr>
        <p:sp>
          <p:nvSpPr>
            <p:cNvPr id="628" name="Google Shape;628;p35"/>
            <p:cNvSpPr txBox="1"/>
            <p:nvPr/>
          </p:nvSpPr>
          <p:spPr>
            <a:xfrm>
              <a:off x="3110" y="2350"/>
              <a:ext cx="544" cy="28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2400">
                  <a:solidFill>
                    <a:schemeClr val="accent2"/>
                  </a:solidFill>
                  <a:latin typeface="Arial"/>
                  <a:ea typeface="Arial"/>
                  <a:cs typeface="Arial"/>
                  <a:sym typeface="Arial"/>
                </a:rPr>
                <a:t>a</a:t>
              </a:r>
              <a:r>
                <a:rPr b="1" lang="en-US" sz="2400">
                  <a:solidFill>
                    <a:schemeClr val="accent2"/>
                  </a:solidFill>
                  <a:latin typeface="Arial"/>
                  <a:ea typeface="Arial"/>
                  <a:cs typeface="Arial"/>
                  <a:sym typeface="Arial"/>
                </a:rPr>
                <a:t> </a:t>
              </a:r>
              <a:r>
                <a:rPr lang="en-US" sz="2400">
                  <a:solidFill>
                    <a:schemeClr val="accent2"/>
                  </a:solidFill>
                  <a:latin typeface="Arial"/>
                  <a:ea typeface="Arial"/>
                  <a:cs typeface="Arial"/>
                  <a:sym typeface="Arial"/>
                </a:rPr>
                <a:t>=</a:t>
              </a:r>
              <a:endParaRPr i="1" sz="2400">
                <a:solidFill>
                  <a:schemeClr val="accent2"/>
                </a:solidFill>
                <a:latin typeface="Arial"/>
                <a:ea typeface="Arial"/>
                <a:cs typeface="Arial"/>
                <a:sym typeface="Arial"/>
              </a:endParaRPr>
            </a:p>
          </p:txBody>
        </p:sp>
        <p:cxnSp>
          <p:nvCxnSpPr>
            <p:cNvPr id="629" name="Google Shape;629;p35"/>
            <p:cNvCxnSpPr/>
            <p:nvPr/>
          </p:nvCxnSpPr>
          <p:spPr>
            <a:xfrm>
              <a:off x="3257" y="2407"/>
              <a:ext cx="62" cy="0"/>
            </a:xfrm>
            <a:prstGeom prst="straightConnector1">
              <a:avLst/>
            </a:prstGeom>
            <a:noFill/>
            <a:ln cap="flat" cmpd="sng" w="12700">
              <a:solidFill>
                <a:schemeClr val="accent2"/>
              </a:solidFill>
              <a:prstDash val="solid"/>
              <a:round/>
              <a:headEnd len="med" w="med" type="none"/>
              <a:tailEnd len="med" w="med" type="none"/>
            </a:ln>
          </p:spPr>
        </p:cxnSp>
      </p:grpSp>
      <p:sp>
        <p:nvSpPr>
          <p:cNvPr id="630" name="Google Shape;630;p35"/>
          <p:cNvSpPr txBox="1"/>
          <p:nvPr/>
        </p:nvSpPr>
        <p:spPr>
          <a:xfrm>
            <a:off x="2540000" y="4724400"/>
            <a:ext cx="1093788" cy="82232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2400" u="sng">
                <a:solidFill>
                  <a:schemeClr val="accent2"/>
                </a:solidFill>
                <a:latin typeface="Arial"/>
                <a:ea typeface="Arial"/>
                <a:cs typeface="Arial"/>
                <a:sym typeface="Arial"/>
              </a:rPr>
              <a:t>v</a:t>
            </a:r>
            <a:r>
              <a:rPr b="1" lang="en-US" sz="2400" u="sng">
                <a:solidFill>
                  <a:schemeClr val="accent2"/>
                </a:solidFill>
                <a:latin typeface="Arial"/>
                <a:ea typeface="Arial"/>
                <a:cs typeface="Arial"/>
                <a:sym typeface="Arial"/>
              </a:rPr>
              <a:t>  </a:t>
            </a:r>
            <a:r>
              <a:rPr lang="en-US" sz="2400" u="sng">
                <a:solidFill>
                  <a:schemeClr val="accent2"/>
                </a:solidFill>
                <a:latin typeface="Arial"/>
                <a:ea typeface="Arial"/>
                <a:cs typeface="Arial"/>
                <a:sym typeface="Arial"/>
              </a:rPr>
              <a:t>-</a:t>
            </a:r>
            <a:r>
              <a:rPr b="1" lang="en-US" sz="2400" u="sng">
                <a:solidFill>
                  <a:schemeClr val="accent2"/>
                </a:solidFill>
                <a:latin typeface="Arial"/>
                <a:ea typeface="Arial"/>
                <a:cs typeface="Arial"/>
                <a:sym typeface="Arial"/>
              </a:rPr>
              <a:t> </a:t>
            </a:r>
            <a:r>
              <a:rPr i="1" lang="en-US" sz="2400" u="sng">
                <a:solidFill>
                  <a:schemeClr val="accent2"/>
                </a:solidFill>
                <a:latin typeface="Arial"/>
                <a:ea typeface="Arial"/>
                <a:cs typeface="Arial"/>
                <a:sym typeface="Arial"/>
              </a:rPr>
              <a:t>v</a:t>
            </a:r>
            <a:r>
              <a:rPr b="1" lang="en-US" sz="2400" u="sng">
                <a:solidFill>
                  <a:schemeClr val="accent2"/>
                </a:solidFill>
                <a:latin typeface="Arial"/>
                <a:ea typeface="Arial"/>
                <a:cs typeface="Arial"/>
                <a:sym typeface="Arial"/>
              </a:rPr>
              <a:t> </a:t>
            </a:r>
            <a:endParaRPr/>
          </a:p>
          <a:p>
            <a:pPr indent="0" lvl="0" marL="0" marR="0" rtl="0" algn="ctr">
              <a:spcBef>
                <a:spcPts val="0"/>
              </a:spcBef>
              <a:spcAft>
                <a:spcPts val="0"/>
              </a:spcAft>
              <a:buNone/>
            </a:pPr>
            <a:r>
              <a:rPr lang="en-US" sz="2400">
                <a:solidFill>
                  <a:schemeClr val="accent2"/>
                </a:solidFill>
                <a:latin typeface="Arial"/>
                <a:ea typeface="Arial"/>
                <a:cs typeface="Arial"/>
                <a:sym typeface="Arial"/>
              </a:rPr>
              <a:t>Δ</a:t>
            </a:r>
            <a:r>
              <a:rPr i="1" lang="en-US" sz="2400">
                <a:solidFill>
                  <a:schemeClr val="accent2"/>
                </a:solidFill>
                <a:latin typeface="Arial"/>
                <a:ea typeface="Arial"/>
                <a:cs typeface="Arial"/>
                <a:sym typeface="Arial"/>
              </a:rPr>
              <a:t>t</a:t>
            </a:r>
            <a:endParaRPr/>
          </a:p>
        </p:txBody>
      </p:sp>
      <p:sp>
        <p:nvSpPr>
          <p:cNvPr id="631" name="Google Shape;631;p35"/>
          <p:cNvSpPr txBox="1"/>
          <p:nvPr/>
        </p:nvSpPr>
        <p:spPr>
          <a:xfrm>
            <a:off x="2165350" y="4860925"/>
            <a:ext cx="568325" cy="457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accent2"/>
                </a:solidFill>
                <a:latin typeface="Arial"/>
                <a:ea typeface="Arial"/>
                <a:cs typeface="Arial"/>
                <a:sym typeface="Arial"/>
              </a:rPr>
              <a:t>=</a:t>
            </a:r>
            <a:endParaRPr i="1" sz="2400">
              <a:solidFill>
                <a:schemeClr val="accent2"/>
              </a:solidFill>
              <a:latin typeface="Arial"/>
              <a:ea typeface="Arial"/>
              <a:cs typeface="Arial"/>
              <a:sym typeface="Arial"/>
            </a:endParaRPr>
          </a:p>
        </p:txBody>
      </p:sp>
      <p:sp>
        <p:nvSpPr>
          <p:cNvPr id="632" name="Google Shape;632;p35"/>
          <p:cNvSpPr txBox="1"/>
          <p:nvPr/>
        </p:nvSpPr>
        <p:spPr>
          <a:xfrm>
            <a:off x="2794000" y="4818063"/>
            <a:ext cx="1160463" cy="396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accent2"/>
                </a:solidFill>
                <a:latin typeface="Arial"/>
                <a:ea typeface="Arial"/>
                <a:cs typeface="Arial"/>
                <a:sym typeface="Arial"/>
              </a:rPr>
              <a:t> f</a:t>
            </a:r>
            <a:r>
              <a:rPr i="1" lang="en-US" sz="2000">
                <a:solidFill>
                  <a:schemeClr val="accent2"/>
                </a:solidFill>
                <a:latin typeface="Arial"/>
                <a:ea typeface="Arial"/>
                <a:cs typeface="Arial"/>
                <a:sym typeface="Arial"/>
              </a:rPr>
              <a:t>      </a:t>
            </a:r>
            <a:r>
              <a:rPr lang="en-US" sz="2000">
                <a:solidFill>
                  <a:schemeClr val="accent2"/>
                </a:solidFill>
                <a:latin typeface="Arial"/>
                <a:ea typeface="Arial"/>
                <a:cs typeface="Arial"/>
                <a:sym typeface="Arial"/>
              </a:rPr>
              <a:t>i</a:t>
            </a:r>
            <a:endParaRPr/>
          </a:p>
        </p:txBody>
      </p:sp>
      <p:sp>
        <p:nvSpPr>
          <p:cNvPr id="633" name="Google Shape;633;p35"/>
          <p:cNvSpPr txBox="1"/>
          <p:nvPr/>
        </p:nvSpPr>
        <p:spPr>
          <a:xfrm>
            <a:off x="3559175" y="4860925"/>
            <a:ext cx="568325" cy="457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accent2"/>
                </a:solidFill>
                <a:latin typeface="Arial"/>
                <a:ea typeface="Arial"/>
                <a:cs typeface="Arial"/>
                <a:sym typeface="Arial"/>
              </a:rPr>
              <a:t>=</a:t>
            </a:r>
            <a:endParaRPr i="1" sz="2400">
              <a:solidFill>
                <a:schemeClr val="accent2"/>
              </a:solidFill>
              <a:latin typeface="Arial"/>
              <a:ea typeface="Arial"/>
              <a:cs typeface="Arial"/>
              <a:sym typeface="Arial"/>
            </a:endParaRPr>
          </a:p>
        </p:txBody>
      </p:sp>
      <p:sp>
        <p:nvSpPr>
          <p:cNvPr id="634" name="Google Shape;634;p35"/>
          <p:cNvSpPr txBox="1"/>
          <p:nvPr/>
        </p:nvSpPr>
        <p:spPr>
          <a:xfrm>
            <a:off x="3700463" y="4721225"/>
            <a:ext cx="3074987" cy="82232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u="sng">
                <a:solidFill>
                  <a:schemeClr val="accent2"/>
                </a:solidFill>
                <a:latin typeface="Arial"/>
                <a:ea typeface="Arial"/>
                <a:cs typeface="Arial"/>
                <a:sym typeface="Arial"/>
              </a:rPr>
              <a:t>280 m/s - 0 m/s</a:t>
            </a:r>
            <a:r>
              <a:rPr b="1" lang="en-US" sz="2400" u="sng">
                <a:solidFill>
                  <a:schemeClr val="accent2"/>
                </a:solidFill>
                <a:latin typeface="Arial"/>
                <a:ea typeface="Arial"/>
                <a:cs typeface="Arial"/>
                <a:sym typeface="Arial"/>
              </a:rPr>
              <a:t> </a:t>
            </a:r>
            <a:endParaRPr/>
          </a:p>
          <a:p>
            <a:pPr indent="0" lvl="0" marL="0" marR="0" rtl="0" algn="ctr">
              <a:spcBef>
                <a:spcPts val="0"/>
              </a:spcBef>
              <a:spcAft>
                <a:spcPts val="0"/>
              </a:spcAft>
              <a:buNone/>
            </a:pPr>
            <a:r>
              <a:rPr lang="en-US" sz="2400">
                <a:solidFill>
                  <a:schemeClr val="accent2"/>
                </a:solidFill>
                <a:latin typeface="Arial"/>
                <a:ea typeface="Arial"/>
                <a:cs typeface="Arial"/>
                <a:sym typeface="Arial"/>
              </a:rPr>
              <a:t>5 s</a:t>
            </a:r>
            <a:endParaRPr i="1" sz="2400">
              <a:solidFill>
                <a:schemeClr val="accent2"/>
              </a:solidFill>
              <a:latin typeface="Arial"/>
              <a:ea typeface="Arial"/>
              <a:cs typeface="Arial"/>
              <a:sym typeface="Arial"/>
            </a:endParaRPr>
          </a:p>
        </p:txBody>
      </p:sp>
      <p:sp>
        <p:nvSpPr>
          <p:cNvPr id="635" name="Google Shape;635;p35"/>
          <p:cNvSpPr txBox="1"/>
          <p:nvPr/>
        </p:nvSpPr>
        <p:spPr>
          <a:xfrm>
            <a:off x="5397500" y="4721225"/>
            <a:ext cx="1050925" cy="457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u="sng">
                <a:solidFill>
                  <a:schemeClr val="accent2"/>
                </a:solidFill>
                <a:latin typeface="Arial"/>
                <a:ea typeface="Arial"/>
                <a:cs typeface="Arial"/>
                <a:sym typeface="Arial"/>
              </a:rPr>
              <a:t>0 m/s</a:t>
            </a:r>
            <a:r>
              <a:rPr b="1" lang="en-US" sz="2400" u="sng">
                <a:solidFill>
                  <a:schemeClr val="accent2"/>
                </a:solidFill>
                <a:latin typeface="Arial"/>
                <a:ea typeface="Arial"/>
                <a:cs typeface="Arial"/>
                <a:sym typeface="Arial"/>
              </a:rPr>
              <a:t> </a:t>
            </a:r>
            <a:endParaRPr/>
          </a:p>
        </p:txBody>
      </p:sp>
      <p:sp>
        <p:nvSpPr>
          <p:cNvPr id="636" name="Google Shape;636;p35"/>
          <p:cNvSpPr txBox="1"/>
          <p:nvPr/>
        </p:nvSpPr>
        <p:spPr>
          <a:xfrm>
            <a:off x="6446838" y="4830763"/>
            <a:ext cx="1730375"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accent2"/>
                </a:solidFill>
                <a:latin typeface="Arial"/>
                <a:ea typeface="Arial"/>
                <a:cs typeface="Arial"/>
                <a:sym typeface="Arial"/>
              </a:rPr>
              <a:t>=  60 m/s</a:t>
            </a:r>
            <a:r>
              <a:rPr baseline="30000" lang="en-US" sz="2400">
                <a:solidFill>
                  <a:schemeClr val="accent2"/>
                </a:solidFill>
                <a:latin typeface="Arial"/>
                <a:ea typeface="Arial"/>
                <a:cs typeface="Arial"/>
                <a:sym typeface="Arial"/>
              </a:rPr>
              <a:t>2</a:t>
            </a:r>
            <a:endParaRPr i="1" sz="2400">
              <a:solidFill>
                <a:schemeClr val="accent2"/>
              </a:solidFill>
              <a:latin typeface="Arial"/>
              <a:ea typeface="Arial"/>
              <a:cs typeface="Arial"/>
              <a:sym typeface="Arial"/>
            </a:endParaRPr>
          </a:p>
        </p:txBody>
      </p:sp>
      <p:grpSp>
        <p:nvGrpSpPr>
          <p:cNvPr id="637" name="Google Shape;637;p35"/>
          <p:cNvGrpSpPr/>
          <p:nvPr/>
        </p:nvGrpSpPr>
        <p:grpSpPr>
          <a:xfrm>
            <a:off x="1039813" y="6221413"/>
            <a:ext cx="863600" cy="457200"/>
            <a:chOff x="3110" y="2350"/>
            <a:chExt cx="544" cy="288"/>
          </a:xfrm>
        </p:grpSpPr>
        <p:sp>
          <p:nvSpPr>
            <p:cNvPr id="638" name="Google Shape;638;p35"/>
            <p:cNvSpPr txBox="1"/>
            <p:nvPr/>
          </p:nvSpPr>
          <p:spPr>
            <a:xfrm>
              <a:off x="3110" y="2350"/>
              <a:ext cx="544" cy="28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2400">
                  <a:solidFill>
                    <a:schemeClr val="accent2"/>
                  </a:solidFill>
                  <a:latin typeface="Arial"/>
                  <a:ea typeface="Arial"/>
                  <a:cs typeface="Arial"/>
                  <a:sym typeface="Arial"/>
                </a:rPr>
                <a:t>a</a:t>
              </a:r>
              <a:r>
                <a:rPr b="1" lang="en-US" sz="2400">
                  <a:solidFill>
                    <a:schemeClr val="accent2"/>
                  </a:solidFill>
                  <a:latin typeface="Arial"/>
                  <a:ea typeface="Arial"/>
                  <a:cs typeface="Arial"/>
                  <a:sym typeface="Arial"/>
                </a:rPr>
                <a:t> </a:t>
              </a:r>
              <a:r>
                <a:rPr lang="en-US" sz="2400">
                  <a:solidFill>
                    <a:schemeClr val="accent2"/>
                  </a:solidFill>
                  <a:latin typeface="Arial"/>
                  <a:ea typeface="Arial"/>
                  <a:cs typeface="Arial"/>
                  <a:sym typeface="Arial"/>
                </a:rPr>
                <a:t>=</a:t>
              </a:r>
              <a:endParaRPr i="1" sz="2400">
                <a:solidFill>
                  <a:schemeClr val="accent2"/>
                </a:solidFill>
                <a:latin typeface="Arial"/>
                <a:ea typeface="Arial"/>
                <a:cs typeface="Arial"/>
                <a:sym typeface="Arial"/>
              </a:endParaRPr>
            </a:p>
          </p:txBody>
        </p:sp>
        <p:cxnSp>
          <p:nvCxnSpPr>
            <p:cNvPr id="639" name="Google Shape;639;p35"/>
            <p:cNvCxnSpPr/>
            <p:nvPr/>
          </p:nvCxnSpPr>
          <p:spPr>
            <a:xfrm>
              <a:off x="3257" y="2407"/>
              <a:ext cx="62" cy="0"/>
            </a:xfrm>
            <a:prstGeom prst="straightConnector1">
              <a:avLst/>
            </a:prstGeom>
            <a:noFill/>
            <a:ln cap="flat" cmpd="sng" w="9525">
              <a:solidFill>
                <a:schemeClr val="accent2"/>
              </a:solidFill>
              <a:prstDash val="solid"/>
              <a:round/>
              <a:headEnd len="med" w="med" type="none"/>
              <a:tailEnd len="med" w="med" type="none"/>
            </a:ln>
          </p:spPr>
        </p:cxnSp>
      </p:grpSp>
      <p:sp>
        <p:nvSpPr>
          <p:cNvPr id="640" name="Google Shape;640;p35"/>
          <p:cNvSpPr txBox="1"/>
          <p:nvPr/>
        </p:nvSpPr>
        <p:spPr>
          <a:xfrm>
            <a:off x="1663700" y="6110288"/>
            <a:ext cx="1093788" cy="82232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2400" u="sng">
                <a:solidFill>
                  <a:schemeClr val="accent2"/>
                </a:solidFill>
                <a:latin typeface="Arial"/>
                <a:ea typeface="Arial"/>
                <a:cs typeface="Arial"/>
                <a:sym typeface="Arial"/>
              </a:rPr>
              <a:t>v - u</a:t>
            </a:r>
            <a:r>
              <a:rPr b="1" lang="en-US" sz="2400" u="sng">
                <a:solidFill>
                  <a:schemeClr val="accent2"/>
                </a:solidFill>
                <a:latin typeface="Arial"/>
                <a:ea typeface="Arial"/>
                <a:cs typeface="Arial"/>
                <a:sym typeface="Arial"/>
              </a:rPr>
              <a:t> </a:t>
            </a:r>
            <a:endParaRPr/>
          </a:p>
          <a:p>
            <a:pPr indent="0" lvl="0" marL="0" marR="0" rtl="0" algn="ctr">
              <a:spcBef>
                <a:spcPts val="0"/>
              </a:spcBef>
              <a:spcAft>
                <a:spcPts val="0"/>
              </a:spcAft>
              <a:buNone/>
            </a:pPr>
            <a:r>
              <a:rPr i="1" lang="en-US" sz="2400">
                <a:solidFill>
                  <a:schemeClr val="accent2"/>
                </a:solidFill>
                <a:latin typeface="Arial"/>
                <a:ea typeface="Arial"/>
                <a:cs typeface="Arial"/>
                <a:sym typeface="Arial"/>
              </a:rPr>
              <a:t>t</a:t>
            </a:r>
            <a:endParaRPr/>
          </a:p>
        </p:txBody>
      </p:sp>
      <p:sp>
        <p:nvSpPr>
          <p:cNvPr id="641" name="Google Shape;641;p35"/>
          <p:cNvSpPr txBox="1"/>
          <p:nvPr/>
        </p:nvSpPr>
        <p:spPr>
          <a:xfrm>
            <a:off x="2617788" y="6218238"/>
            <a:ext cx="568325" cy="457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accent2"/>
                </a:solidFill>
                <a:latin typeface="Arial"/>
                <a:ea typeface="Arial"/>
                <a:cs typeface="Arial"/>
                <a:sym typeface="Arial"/>
              </a:rPr>
              <a:t>=</a:t>
            </a:r>
            <a:endParaRPr i="1" sz="2400">
              <a:solidFill>
                <a:schemeClr val="accent2"/>
              </a:solidFill>
              <a:latin typeface="Arial"/>
              <a:ea typeface="Arial"/>
              <a:cs typeface="Arial"/>
              <a:sym typeface="Arial"/>
            </a:endParaRPr>
          </a:p>
        </p:txBody>
      </p:sp>
      <p:sp>
        <p:nvSpPr>
          <p:cNvPr id="642" name="Google Shape;642;p35"/>
          <p:cNvSpPr txBox="1"/>
          <p:nvPr/>
        </p:nvSpPr>
        <p:spPr>
          <a:xfrm>
            <a:off x="3016250" y="6097588"/>
            <a:ext cx="2705100" cy="82232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u="sng">
                <a:solidFill>
                  <a:schemeClr val="accent2"/>
                </a:solidFill>
                <a:latin typeface="Arial"/>
                <a:ea typeface="Arial"/>
                <a:cs typeface="Arial"/>
                <a:sym typeface="Arial"/>
              </a:rPr>
              <a:t>0 m/s - 280 m/s</a:t>
            </a:r>
            <a:r>
              <a:rPr b="1" lang="en-US" sz="2400" u="sng">
                <a:solidFill>
                  <a:schemeClr val="accent2"/>
                </a:solidFill>
                <a:latin typeface="Arial"/>
                <a:ea typeface="Arial"/>
                <a:cs typeface="Arial"/>
                <a:sym typeface="Arial"/>
              </a:rPr>
              <a:t> </a:t>
            </a:r>
            <a:endParaRPr/>
          </a:p>
          <a:p>
            <a:pPr indent="0" lvl="0" marL="0" marR="0" rtl="0" algn="ctr">
              <a:spcBef>
                <a:spcPts val="0"/>
              </a:spcBef>
              <a:spcAft>
                <a:spcPts val="0"/>
              </a:spcAft>
              <a:buNone/>
            </a:pPr>
            <a:r>
              <a:rPr lang="en-US" sz="2400">
                <a:solidFill>
                  <a:schemeClr val="accent2"/>
                </a:solidFill>
                <a:latin typeface="Arial"/>
                <a:ea typeface="Arial"/>
                <a:cs typeface="Arial"/>
                <a:sym typeface="Arial"/>
              </a:rPr>
              <a:t>1.4 s</a:t>
            </a:r>
            <a:endParaRPr i="1" sz="2400">
              <a:solidFill>
                <a:schemeClr val="accent2"/>
              </a:solidFill>
              <a:latin typeface="Arial"/>
              <a:ea typeface="Arial"/>
              <a:cs typeface="Arial"/>
              <a:sym typeface="Arial"/>
            </a:endParaRPr>
          </a:p>
        </p:txBody>
      </p:sp>
      <p:sp>
        <p:nvSpPr>
          <p:cNvPr id="643" name="Google Shape;643;p35"/>
          <p:cNvSpPr txBox="1"/>
          <p:nvPr/>
        </p:nvSpPr>
        <p:spPr>
          <a:xfrm>
            <a:off x="5586413" y="6207125"/>
            <a:ext cx="2124075"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accent2"/>
                </a:solidFill>
                <a:latin typeface="Arial"/>
                <a:ea typeface="Arial"/>
                <a:cs typeface="Arial"/>
                <a:sym typeface="Arial"/>
              </a:rPr>
              <a:t>=  </a:t>
            </a:r>
            <a:r>
              <a:rPr baseline="30000" lang="en-US" sz="2400">
                <a:solidFill>
                  <a:schemeClr val="accent2"/>
                </a:solidFill>
                <a:latin typeface="Arial"/>
                <a:ea typeface="Arial"/>
                <a:cs typeface="Arial"/>
                <a:sym typeface="Arial"/>
              </a:rPr>
              <a:t>- </a:t>
            </a:r>
            <a:r>
              <a:rPr lang="en-US" sz="2400">
                <a:solidFill>
                  <a:schemeClr val="accent2"/>
                </a:solidFill>
                <a:latin typeface="Arial"/>
                <a:ea typeface="Arial"/>
                <a:cs typeface="Arial"/>
                <a:sym typeface="Arial"/>
              </a:rPr>
              <a:t>200 m</a:t>
            </a:r>
            <a:r>
              <a:rPr baseline="-25000" lang="en-US" sz="2400">
                <a:solidFill>
                  <a:schemeClr val="accent2"/>
                </a:solidFill>
                <a:latin typeface="Arial"/>
                <a:ea typeface="Arial"/>
                <a:cs typeface="Arial"/>
                <a:sym typeface="Arial"/>
              </a:rPr>
              <a:t> </a:t>
            </a:r>
            <a:r>
              <a:rPr lang="en-US" sz="2400">
                <a:solidFill>
                  <a:schemeClr val="accent2"/>
                </a:solidFill>
                <a:latin typeface="Arial"/>
                <a:ea typeface="Arial"/>
                <a:cs typeface="Arial"/>
                <a:sym typeface="Arial"/>
              </a:rPr>
              <a:t>s</a:t>
            </a:r>
            <a:r>
              <a:rPr baseline="30000" lang="en-US" sz="2400">
                <a:solidFill>
                  <a:schemeClr val="accent2"/>
                </a:solidFill>
                <a:latin typeface="Arial"/>
                <a:ea typeface="Arial"/>
                <a:cs typeface="Arial"/>
                <a:sym typeface="Arial"/>
              </a:rPr>
              <a:t>-2</a:t>
            </a:r>
            <a:endParaRPr i="1" sz="2400">
              <a:solidFill>
                <a:schemeClr val="accent2"/>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25">
                                            <p:txEl>
                                              <p:pRg end="0" st="0"/>
                                            </p:txEl>
                                          </p:spTgt>
                                        </p:tgtEl>
                                        <p:attrNameLst>
                                          <p:attrName>style.visibility</p:attrName>
                                        </p:attrNameLst>
                                      </p:cBhvr>
                                      <p:to>
                                        <p:strVal val="visible"/>
                                      </p:to>
                                    </p:set>
                                    <p:anim calcmode="lin" valueType="num">
                                      <p:cBhvr additive="base">
                                        <p:cTn dur="500"/>
                                        <p:tgtEl>
                                          <p:spTgt spid="625">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25">
                                            <p:txEl>
                                              <p:pRg end="1" st="1"/>
                                            </p:txEl>
                                          </p:spTgt>
                                        </p:tgtEl>
                                        <p:attrNameLst>
                                          <p:attrName>style.visibility</p:attrName>
                                        </p:attrNameLst>
                                      </p:cBhvr>
                                      <p:to>
                                        <p:strVal val="visible"/>
                                      </p:to>
                                    </p:set>
                                    <p:anim calcmode="lin" valueType="num">
                                      <p:cBhvr additive="base">
                                        <p:cTn dur="500"/>
                                        <p:tgtEl>
                                          <p:spTgt spid="625">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25">
                                            <p:txEl>
                                              <p:pRg end="2" st="2"/>
                                            </p:txEl>
                                          </p:spTgt>
                                        </p:tgtEl>
                                        <p:attrNameLst>
                                          <p:attrName>style.visibility</p:attrName>
                                        </p:attrNameLst>
                                      </p:cBhvr>
                                      <p:to>
                                        <p:strVal val="visible"/>
                                      </p:to>
                                    </p:set>
                                    <p:anim calcmode="lin" valueType="num">
                                      <p:cBhvr additive="base">
                                        <p:cTn dur="500"/>
                                        <p:tgtEl>
                                          <p:spTgt spid="625">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25">
                                            <p:txEl>
                                              <p:pRg end="3" st="3"/>
                                            </p:txEl>
                                          </p:spTgt>
                                        </p:tgtEl>
                                        <p:attrNameLst>
                                          <p:attrName>style.visibility</p:attrName>
                                        </p:attrNameLst>
                                      </p:cBhvr>
                                      <p:to>
                                        <p:strVal val="visible"/>
                                      </p:to>
                                    </p:set>
                                    <p:anim calcmode="lin" valueType="num">
                                      <p:cBhvr additive="base">
                                        <p:cTn dur="500"/>
                                        <p:tgtEl>
                                          <p:spTgt spid="625">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27"/>
                                        </p:tgtEl>
                                        <p:attrNameLst>
                                          <p:attrName>style.visibility</p:attrName>
                                        </p:attrNameLst>
                                      </p:cBhvr>
                                      <p:to>
                                        <p:strVal val="visible"/>
                                      </p:to>
                                    </p:set>
                                    <p:animEffect filter="fade" transition="in">
                                      <p:cBhvr>
                                        <p:cTn dur="500"/>
                                        <p:tgtEl>
                                          <p:spTgt spid="62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26"/>
                                        </p:tgtEl>
                                        <p:attrNameLst>
                                          <p:attrName>style.visibility</p:attrName>
                                        </p:attrNameLst>
                                      </p:cBhvr>
                                      <p:to>
                                        <p:strVal val="visible"/>
                                      </p:to>
                                    </p:set>
                                    <p:animEffect filter="fade" transition="in">
                                      <p:cBhvr>
                                        <p:cTn dur="500"/>
                                        <p:tgtEl>
                                          <p:spTgt spid="62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1"/>
                                        </p:tgtEl>
                                        <p:attrNameLst>
                                          <p:attrName>style.visibility</p:attrName>
                                        </p:attrNameLst>
                                      </p:cBhvr>
                                      <p:to>
                                        <p:strVal val="visible"/>
                                      </p:to>
                                    </p:set>
                                    <p:animEffect filter="fade" transition="in">
                                      <p:cBhvr>
                                        <p:cTn dur="500"/>
                                        <p:tgtEl>
                                          <p:spTgt spid="63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0"/>
                                        </p:tgtEl>
                                        <p:attrNameLst>
                                          <p:attrName>style.visibility</p:attrName>
                                        </p:attrNameLst>
                                      </p:cBhvr>
                                      <p:to>
                                        <p:strVal val="visible"/>
                                      </p:to>
                                    </p:set>
                                    <p:animEffect filter="fade" transition="in">
                                      <p:cBhvr>
                                        <p:cTn dur="500"/>
                                        <p:tgtEl>
                                          <p:spTgt spid="63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32"/>
                                        </p:tgtEl>
                                        <p:attrNameLst>
                                          <p:attrName>style.visibility</p:attrName>
                                        </p:attrNameLst>
                                      </p:cBhvr>
                                      <p:to>
                                        <p:strVal val="visible"/>
                                      </p:to>
                                    </p:set>
                                    <p:anim calcmode="lin" valueType="num">
                                      <p:cBhvr additive="base">
                                        <p:cTn dur="500"/>
                                        <p:tgtEl>
                                          <p:spTgt spid="632"/>
                                        </p:tgtEl>
                                        <p:attrNameLst>
                                          <p:attrName>ppt_y</p:attrName>
                                        </p:attrNameLst>
                                      </p:cBhvr>
                                      <p:tavLst>
                                        <p:tav fmla="" tm="0">
                                          <p:val>
                                            <p:strVal val="#ppt_y+1"/>
                                          </p:val>
                                        </p:tav>
                                        <p:tav fmla="" tm="100000">
                                          <p:val>
                                            <p:strVal val="#ppt_y"/>
                                          </p:val>
                                        </p:tav>
                                      </p:tavLst>
                                    </p:anim>
                                  </p:childTnLst>
                                </p:cTn>
                              </p:par>
                              <p:par>
                                <p:cTn fill="hold" nodeType="withEffect" presetClass="emph" presetID="8" presetSubtype="0">
                                  <p:stCondLst>
                                    <p:cond delay="0"/>
                                  </p:stCondLst>
                                  <p:childTnLst>
                                    <p:animRot by="-21600000">
                                      <p:cBhvr>
                                        <p:cTn dur="500" fill="hold"/>
                                        <p:tgtEl>
                                          <p:spTgt spid="632"/>
                                        </p:tgtEl>
                                        <p:attrNameLst>
                                          <p:attrName>r</p:attrName>
                                        </p:attrNameLst>
                                      </p:cBhvr>
                                    </p:animRo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3"/>
                                        </p:tgtEl>
                                        <p:attrNameLst>
                                          <p:attrName>style.visibility</p:attrName>
                                        </p:attrNameLst>
                                      </p:cBhvr>
                                      <p:to>
                                        <p:strVal val="visible"/>
                                      </p:to>
                                    </p:set>
                                    <p:animEffect filter="fade" transition="in">
                                      <p:cBhvr>
                                        <p:cTn dur="500"/>
                                        <p:tgtEl>
                                          <p:spTgt spid="63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4">
                                            <p:txEl>
                                              <p:pRg end="0" st="0"/>
                                            </p:txEl>
                                          </p:spTgt>
                                        </p:tgtEl>
                                        <p:attrNameLst>
                                          <p:attrName>style.visibility</p:attrName>
                                        </p:attrNameLst>
                                      </p:cBhvr>
                                      <p:to>
                                        <p:strVal val="visible"/>
                                      </p:to>
                                    </p:set>
                                    <p:animEffect filter="fade" transition="in">
                                      <p:cBhvr>
                                        <p:cTn dur="500"/>
                                        <p:tgtEl>
                                          <p:spTgt spid="63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4">
                                            <p:txEl>
                                              <p:pRg end="1" st="1"/>
                                            </p:txEl>
                                          </p:spTgt>
                                        </p:tgtEl>
                                        <p:attrNameLst>
                                          <p:attrName>style.visibility</p:attrName>
                                        </p:attrNameLst>
                                      </p:cBhvr>
                                      <p:to>
                                        <p:strVal val="visible"/>
                                      </p:to>
                                    </p:set>
                                    <p:animEffect filter="fade" transition="in">
                                      <p:cBhvr>
                                        <p:cTn dur="500"/>
                                        <p:tgtEl>
                                          <p:spTgt spid="63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5"/>
                                        </p:tgtEl>
                                        <p:attrNameLst>
                                          <p:attrName>style.visibility</p:attrName>
                                        </p:attrNameLst>
                                      </p:cBhvr>
                                      <p:to>
                                        <p:strVal val="visible"/>
                                      </p:to>
                                    </p:set>
                                    <p:animEffect filter="fade" transition="in">
                                      <p:cBhvr>
                                        <p:cTn dur="500"/>
                                        <p:tgtEl>
                                          <p:spTgt spid="63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6"/>
                                        </p:tgtEl>
                                        <p:attrNameLst>
                                          <p:attrName>style.visibility</p:attrName>
                                        </p:attrNameLst>
                                      </p:cBhvr>
                                      <p:to>
                                        <p:strVal val="visible"/>
                                      </p:to>
                                    </p:set>
                                    <p:animEffect filter="fade" transition="in">
                                      <p:cBhvr>
                                        <p:cTn dur="500"/>
                                        <p:tgtEl>
                                          <p:spTgt spid="63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7"/>
                                        </p:tgtEl>
                                        <p:attrNameLst>
                                          <p:attrName>style.visibility</p:attrName>
                                        </p:attrNameLst>
                                      </p:cBhvr>
                                      <p:to>
                                        <p:strVal val="visible"/>
                                      </p:to>
                                    </p:set>
                                    <p:animEffect filter="fade" transition="in">
                                      <p:cBhvr>
                                        <p:cTn dur="500"/>
                                        <p:tgtEl>
                                          <p:spTgt spid="63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0"/>
                                        </p:tgtEl>
                                        <p:attrNameLst>
                                          <p:attrName>style.visibility</p:attrName>
                                        </p:attrNameLst>
                                      </p:cBhvr>
                                      <p:to>
                                        <p:strVal val="visible"/>
                                      </p:to>
                                    </p:set>
                                    <p:animEffect filter="fade" transition="in">
                                      <p:cBhvr>
                                        <p:cTn dur="500"/>
                                        <p:tgtEl>
                                          <p:spTgt spid="64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1"/>
                                        </p:tgtEl>
                                        <p:attrNameLst>
                                          <p:attrName>style.visibility</p:attrName>
                                        </p:attrNameLst>
                                      </p:cBhvr>
                                      <p:to>
                                        <p:strVal val="visible"/>
                                      </p:to>
                                    </p:set>
                                    <p:animEffect filter="fade" transition="in">
                                      <p:cBhvr>
                                        <p:cTn dur="500"/>
                                        <p:tgtEl>
                                          <p:spTgt spid="64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2">
                                            <p:txEl>
                                              <p:pRg end="0" st="0"/>
                                            </p:txEl>
                                          </p:spTgt>
                                        </p:tgtEl>
                                        <p:attrNameLst>
                                          <p:attrName>style.visibility</p:attrName>
                                        </p:attrNameLst>
                                      </p:cBhvr>
                                      <p:to>
                                        <p:strVal val="visible"/>
                                      </p:to>
                                    </p:set>
                                    <p:animEffect filter="fade" transition="in">
                                      <p:cBhvr>
                                        <p:cTn dur="500"/>
                                        <p:tgtEl>
                                          <p:spTgt spid="64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2">
                                            <p:txEl>
                                              <p:pRg end="1" st="1"/>
                                            </p:txEl>
                                          </p:spTgt>
                                        </p:tgtEl>
                                        <p:attrNameLst>
                                          <p:attrName>style.visibility</p:attrName>
                                        </p:attrNameLst>
                                      </p:cBhvr>
                                      <p:to>
                                        <p:strVal val="visible"/>
                                      </p:to>
                                    </p:set>
                                    <p:animEffect filter="fade" transition="in">
                                      <p:cBhvr>
                                        <p:cTn dur="500"/>
                                        <p:tgtEl>
                                          <p:spTgt spid="64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3"/>
                                        </p:tgtEl>
                                        <p:attrNameLst>
                                          <p:attrName>style.visibility</p:attrName>
                                        </p:attrNameLst>
                                      </p:cBhvr>
                                      <p:to>
                                        <p:strVal val="visible"/>
                                      </p:to>
                                    </p:set>
                                    <p:animEffect filter="fade" transition="in">
                                      <p:cBhvr>
                                        <p:cTn dur="500"/>
                                        <p:tgtEl>
                                          <p:spTgt spid="64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8" name="Shape 648"/>
        <p:cNvGrpSpPr/>
        <p:nvPr/>
      </p:nvGrpSpPr>
      <p:grpSpPr>
        <a:xfrm>
          <a:off x="0" y="0"/>
          <a:ext cx="0" cy="0"/>
          <a:chOff x="0" y="0"/>
          <a:chExt cx="0" cy="0"/>
        </a:xfrm>
      </p:grpSpPr>
      <p:sp>
        <p:nvSpPr>
          <p:cNvPr id="649" name="Google Shape;649;p36"/>
          <p:cNvSpPr/>
          <p:nvPr/>
        </p:nvSpPr>
        <p:spPr>
          <a:xfrm>
            <a:off x="685800" y="1549400"/>
            <a:ext cx="7772400" cy="5308600"/>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accent2"/>
              </a:buClr>
              <a:buSzPts val="2400"/>
              <a:buFont typeface="Arial"/>
              <a:buNone/>
            </a:pPr>
            <a:r>
              <a:rPr i="1" lang="en-US" sz="2400">
                <a:solidFill>
                  <a:schemeClr val="accent2"/>
                </a:solidFill>
                <a:latin typeface="Arial"/>
                <a:ea typeface="Arial"/>
                <a:cs typeface="Arial"/>
                <a:sym typeface="Arial"/>
              </a:rPr>
              <a:t>Determining instantaneous and average values for velocity, speed and acceleration</a:t>
            </a:r>
            <a:endParaRPr i="1" sz="2000">
              <a:solidFill>
                <a:schemeClr val="dk1"/>
              </a:solidFill>
              <a:latin typeface="Courier New"/>
              <a:ea typeface="Courier New"/>
              <a:cs typeface="Courier New"/>
              <a:sym typeface="Courier New"/>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∙Consider a car whose position is changing.</a:t>
            </a:r>
            <a:endParaRPr b="1" sz="2400">
              <a:solidFill>
                <a:schemeClr val="dk1"/>
              </a:solidFill>
              <a:latin typeface="Arial"/>
              <a:ea typeface="Arial"/>
              <a:cs typeface="Arial"/>
              <a:sym typeface="Arial"/>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∙A patrol officer is checking its speed with a radar gun as shown.</a:t>
            </a:r>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∙The radar gun measures the position of the car during each successive snapshot, shown in yellow.</a:t>
            </a:r>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∙How can you tell that the car is speeding up?</a:t>
            </a:r>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∙What are you assuming about the radar gun time?</a:t>
            </a:r>
            <a:endParaRPr/>
          </a:p>
        </p:txBody>
      </p:sp>
      <p:sp>
        <p:nvSpPr>
          <p:cNvPr descr="Sand" id="650" name="Google Shape;650;p36"/>
          <p:cNvSpPr/>
          <p:nvPr/>
        </p:nvSpPr>
        <p:spPr>
          <a:xfrm>
            <a:off x="0" y="5786438"/>
            <a:ext cx="8445500" cy="1071562"/>
          </a:xfrm>
          <a:prstGeom prst="rect">
            <a:avLst/>
          </a:prstGeom>
          <a:blipFill rotWithShape="1">
            <a:blip r:embed="rId3">
              <a:alphaModFix/>
            </a:blip>
            <a:tile algn="tl" flip="none" tx="0" sx="100000" ty="0" sy="100000"/>
          </a:blip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651" name="Google Shape;651;p36"/>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2: Mechanics</a:t>
            </a:r>
            <a:br>
              <a:rPr b="1" lang="en-US" sz="2800"/>
            </a:br>
            <a:r>
              <a:rPr lang="en-US" sz="2800">
                <a:solidFill>
                  <a:schemeClr val="dk1"/>
                </a:solidFill>
              </a:rPr>
              <a:t>2.1 – Motion</a:t>
            </a:r>
            <a:endParaRPr/>
          </a:p>
        </p:txBody>
      </p:sp>
      <p:cxnSp>
        <p:nvCxnSpPr>
          <p:cNvPr id="652" name="Google Shape;652;p36"/>
          <p:cNvCxnSpPr/>
          <p:nvPr/>
        </p:nvCxnSpPr>
        <p:spPr>
          <a:xfrm flipH="1">
            <a:off x="3284538" y="5799138"/>
            <a:ext cx="396875" cy="1058862"/>
          </a:xfrm>
          <a:prstGeom prst="straightConnector1">
            <a:avLst/>
          </a:prstGeom>
          <a:noFill/>
          <a:ln cap="flat" cmpd="sng" w="57150">
            <a:solidFill>
              <a:srgbClr val="FFFF00"/>
            </a:solidFill>
            <a:prstDash val="dot"/>
            <a:round/>
            <a:headEnd len="med" w="med" type="none"/>
            <a:tailEnd len="med" w="med" type="none"/>
          </a:ln>
        </p:spPr>
      </p:cxnSp>
      <p:cxnSp>
        <p:nvCxnSpPr>
          <p:cNvPr id="653" name="Google Shape;653;p36"/>
          <p:cNvCxnSpPr/>
          <p:nvPr/>
        </p:nvCxnSpPr>
        <p:spPr>
          <a:xfrm flipH="1">
            <a:off x="3817938" y="5811838"/>
            <a:ext cx="396875" cy="1058862"/>
          </a:xfrm>
          <a:prstGeom prst="straightConnector1">
            <a:avLst/>
          </a:prstGeom>
          <a:noFill/>
          <a:ln cap="flat" cmpd="sng" w="57150">
            <a:solidFill>
              <a:srgbClr val="FFFF00"/>
            </a:solidFill>
            <a:prstDash val="dot"/>
            <a:round/>
            <a:headEnd len="med" w="med" type="none"/>
            <a:tailEnd len="med" w="med" type="none"/>
          </a:ln>
        </p:spPr>
      </p:cxnSp>
      <p:cxnSp>
        <p:nvCxnSpPr>
          <p:cNvPr id="654" name="Google Shape;654;p36"/>
          <p:cNvCxnSpPr/>
          <p:nvPr/>
        </p:nvCxnSpPr>
        <p:spPr>
          <a:xfrm flipH="1">
            <a:off x="4945063" y="5799138"/>
            <a:ext cx="396875" cy="1058862"/>
          </a:xfrm>
          <a:prstGeom prst="straightConnector1">
            <a:avLst/>
          </a:prstGeom>
          <a:noFill/>
          <a:ln cap="flat" cmpd="sng" w="57150">
            <a:solidFill>
              <a:srgbClr val="FFFF00"/>
            </a:solidFill>
            <a:prstDash val="dot"/>
            <a:round/>
            <a:headEnd len="med" w="med" type="none"/>
            <a:tailEnd len="med" w="med" type="none"/>
          </a:ln>
        </p:spPr>
      </p:cxnSp>
      <p:cxnSp>
        <p:nvCxnSpPr>
          <p:cNvPr id="655" name="Google Shape;655;p36"/>
          <p:cNvCxnSpPr/>
          <p:nvPr/>
        </p:nvCxnSpPr>
        <p:spPr>
          <a:xfrm flipH="1">
            <a:off x="6637338" y="5799138"/>
            <a:ext cx="396875" cy="1058862"/>
          </a:xfrm>
          <a:prstGeom prst="straightConnector1">
            <a:avLst/>
          </a:prstGeom>
          <a:noFill/>
          <a:ln cap="flat" cmpd="sng" w="57150">
            <a:solidFill>
              <a:srgbClr val="FFFF00"/>
            </a:solidFill>
            <a:prstDash val="dot"/>
            <a:round/>
            <a:headEnd len="med" w="med" type="none"/>
            <a:tailEnd len="med" w="med" type="none"/>
          </a:ln>
        </p:spPr>
      </p:cxnSp>
      <p:pic>
        <p:nvPicPr>
          <p:cNvPr id="656" name="Google Shape;656;p36"/>
          <p:cNvPicPr preferRelativeResize="0"/>
          <p:nvPr/>
        </p:nvPicPr>
        <p:blipFill rotWithShape="1">
          <a:blip r:embed="rId4">
            <a:alphaModFix/>
          </a:blip>
          <a:srcRect b="0" l="0" r="0" t="0"/>
          <a:stretch/>
        </p:blipFill>
        <p:spPr>
          <a:xfrm>
            <a:off x="1368425" y="5548313"/>
            <a:ext cx="2224088" cy="1192212"/>
          </a:xfrm>
          <a:prstGeom prst="rect">
            <a:avLst/>
          </a:prstGeom>
          <a:noFill/>
          <a:ln>
            <a:noFill/>
          </a:ln>
        </p:spPr>
      </p:pic>
      <p:pic>
        <p:nvPicPr>
          <p:cNvPr descr="ANd9GcTCpa-CtQc2qA9P0_GIqWH9zMCkovhRgULygJzqJR5uzC14__FG" id="657" name="Google Shape;657;p36"/>
          <p:cNvPicPr preferRelativeResize="0"/>
          <p:nvPr/>
        </p:nvPicPr>
        <p:blipFill rotWithShape="1">
          <a:blip r:embed="rId5">
            <a:alphaModFix/>
          </a:blip>
          <a:srcRect b="0" l="0" r="0" t="0"/>
          <a:stretch/>
        </p:blipFill>
        <p:spPr>
          <a:xfrm>
            <a:off x="-112713" y="5462588"/>
            <a:ext cx="1911351" cy="139541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49">
                                            <p:txEl>
                                              <p:pRg end="0" st="0"/>
                                            </p:txEl>
                                          </p:spTgt>
                                        </p:tgtEl>
                                        <p:attrNameLst>
                                          <p:attrName>style.visibility</p:attrName>
                                        </p:attrNameLst>
                                      </p:cBhvr>
                                      <p:to>
                                        <p:strVal val="visible"/>
                                      </p:to>
                                    </p:set>
                                    <p:anim calcmode="lin" valueType="num">
                                      <p:cBhvr additive="base">
                                        <p:cTn dur="500"/>
                                        <p:tgtEl>
                                          <p:spTgt spid="649">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49">
                                            <p:txEl>
                                              <p:pRg end="1" st="1"/>
                                            </p:txEl>
                                          </p:spTgt>
                                        </p:tgtEl>
                                        <p:attrNameLst>
                                          <p:attrName>style.visibility</p:attrName>
                                        </p:attrNameLst>
                                      </p:cBhvr>
                                      <p:to>
                                        <p:strVal val="visible"/>
                                      </p:to>
                                    </p:set>
                                    <p:anim calcmode="lin" valueType="num">
                                      <p:cBhvr additive="base">
                                        <p:cTn dur="500"/>
                                        <p:tgtEl>
                                          <p:spTgt spid="649">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49">
                                            <p:txEl>
                                              <p:pRg end="2" st="2"/>
                                            </p:txEl>
                                          </p:spTgt>
                                        </p:tgtEl>
                                        <p:attrNameLst>
                                          <p:attrName>style.visibility</p:attrName>
                                        </p:attrNameLst>
                                      </p:cBhvr>
                                      <p:to>
                                        <p:strVal val="visible"/>
                                      </p:to>
                                    </p:set>
                                    <p:anim calcmode="lin" valueType="num">
                                      <p:cBhvr additive="base">
                                        <p:cTn dur="500"/>
                                        <p:tgtEl>
                                          <p:spTgt spid="649">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49">
                                            <p:txEl>
                                              <p:pRg end="3" st="3"/>
                                            </p:txEl>
                                          </p:spTgt>
                                        </p:tgtEl>
                                        <p:attrNameLst>
                                          <p:attrName>style.visibility</p:attrName>
                                        </p:attrNameLst>
                                      </p:cBhvr>
                                      <p:to>
                                        <p:strVal val="visible"/>
                                      </p:to>
                                    </p:set>
                                    <p:anim calcmode="lin" valueType="num">
                                      <p:cBhvr additive="base">
                                        <p:cTn dur="500"/>
                                        <p:tgtEl>
                                          <p:spTgt spid="649">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49">
                                            <p:txEl>
                                              <p:pRg end="4" st="4"/>
                                            </p:txEl>
                                          </p:spTgt>
                                        </p:tgtEl>
                                        <p:attrNameLst>
                                          <p:attrName>style.visibility</p:attrName>
                                        </p:attrNameLst>
                                      </p:cBhvr>
                                      <p:to>
                                        <p:strVal val="visible"/>
                                      </p:to>
                                    </p:set>
                                    <p:anim calcmode="lin" valueType="num">
                                      <p:cBhvr additive="base">
                                        <p:cTn dur="500"/>
                                        <p:tgtEl>
                                          <p:spTgt spid="649">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49">
                                            <p:txEl>
                                              <p:pRg end="5" st="5"/>
                                            </p:txEl>
                                          </p:spTgt>
                                        </p:tgtEl>
                                        <p:attrNameLst>
                                          <p:attrName>style.visibility</p:attrName>
                                        </p:attrNameLst>
                                      </p:cBhvr>
                                      <p:to>
                                        <p:strVal val="visible"/>
                                      </p:to>
                                    </p:set>
                                    <p:anim calcmode="lin" valueType="num">
                                      <p:cBhvr additive="base">
                                        <p:cTn dur="500"/>
                                        <p:tgtEl>
                                          <p:spTgt spid="649">
                                            <p:txEl>
                                              <p:pRg end="5" st="5"/>
                                            </p:txEl>
                                          </p:spTgt>
                                        </p:tgtEl>
                                        <p:attrNameLst>
                                          <p:attrName>ppt_y</p:attrName>
                                        </p:attrNameLst>
                                      </p:cBhvr>
                                      <p:tavLst>
                                        <p:tav fmla="" tm="0">
                                          <p:val>
                                            <p:strVal val="#ppt_y+1"/>
                                          </p:val>
                                        </p:tav>
                                        <p:tav fmla="" tm="100000">
                                          <p:val>
                                            <p:strVal val="#ppt_y"/>
                                          </p:val>
                                        </p:tav>
                                      </p:tavLst>
                                    </p:anim>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652"/>
                                        </p:tgtEl>
                                        <p:attrNameLst>
                                          <p:attrName>style.visibility</p:attrName>
                                        </p:attrNameLst>
                                      </p:cBhvr>
                                      <p:to>
                                        <p:strVal val="visible"/>
                                      </p:to>
                                    </p:set>
                                    <p:animEffect filter="fade" transition="in">
                                      <p:cBhvr>
                                        <p:cTn dur="1000"/>
                                        <p:tgtEl>
                                          <p:spTgt spid="652"/>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653"/>
                                        </p:tgtEl>
                                        <p:attrNameLst>
                                          <p:attrName>style.visibility</p:attrName>
                                        </p:attrNameLst>
                                      </p:cBhvr>
                                      <p:to>
                                        <p:strVal val="visible"/>
                                      </p:to>
                                    </p:set>
                                    <p:animEffect filter="fade" transition="in">
                                      <p:cBhvr>
                                        <p:cTn dur="1000"/>
                                        <p:tgtEl>
                                          <p:spTgt spid="653"/>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654"/>
                                        </p:tgtEl>
                                        <p:attrNameLst>
                                          <p:attrName>style.visibility</p:attrName>
                                        </p:attrNameLst>
                                      </p:cBhvr>
                                      <p:to>
                                        <p:strVal val="visible"/>
                                      </p:to>
                                    </p:set>
                                    <p:animEffect filter="fade" transition="in">
                                      <p:cBhvr>
                                        <p:cTn dur="1000"/>
                                        <p:tgtEl>
                                          <p:spTgt spid="654"/>
                                        </p:tgtEl>
                                      </p:cBhvr>
                                    </p:animEffec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655"/>
                                        </p:tgtEl>
                                        <p:attrNameLst>
                                          <p:attrName>style.visibility</p:attrName>
                                        </p:attrNameLst>
                                      </p:cBhvr>
                                      <p:to>
                                        <p:strVal val="visible"/>
                                      </p:to>
                                    </p:set>
                                    <p:animEffect filter="fade" transition="in">
                                      <p:cBhvr>
                                        <p:cTn dur="1000"/>
                                        <p:tgtEl>
                                          <p:spTgt spid="65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sp>
        <p:nvSpPr>
          <p:cNvPr id="663" name="Google Shape;663;p37"/>
          <p:cNvSpPr/>
          <p:nvPr/>
        </p:nvSpPr>
        <p:spPr>
          <a:xfrm>
            <a:off x="685800" y="1549400"/>
            <a:ext cx="7772400" cy="4225925"/>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accent2"/>
              </a:buClr>
              <a:buSzPts val="2400"/>
              <a:buFont typeface="Arial"/>
              <a:buNone/>
            </a:pPr>
            <a:r>
              <a:rPr i="1" lang="en-US" sz="2400">
                <a:solidFill>
                  <a:schemeClr val="accent2"/>
                </a:solidFill>
                <a:latin typeface="Arial"/>
                <a:ea typeface="Arial"/>
                <a:cs typeface="Arial"/>
                <a:sym typeface="Arial"/>
              </a:rPr>
              <a:t>Determining instantaneous and average values for velocity, speed and acceleration</a:t>
            </a:r>
            <a:endParaRPr i="1" sz="2000">
              <a:solidFill>
                <a:schemeClr val="dk1"/>
              </a:solidFill>
              <a:latin typeface="Courier New"/>
              <a:ea typeface="Courier New"/>
              <a:cs typeface="Courier New"/>
              <a:sym typeface="Courier New"/>
            </a:endParaRPr>
          </a:p>
          <a:p>
            <a:pPr indent="0" lvl="0" marL="0" marR="0" rtl="0" algn="l">
              <a:spcBef>
                <a:spcPts val="0"/>
              </a:spcBef>
              <a:spcAft>
                <a:spcPts val="0"/>
              </a:spcAft>
              <a:buClr>
                <a:schemeClr val="dk1"/>
              </a:buClr>
              <a:buSzPts val="2400"/>
              <a:buFont typeface="Arial"/>
              <a:buNone/>
            </a:pPr>
            <a:r>
              <a:rPr lang="en-US" sz="2400">
                <a:solidFill>
                  <a:schemeClr val="dk1"/>
                </a:solidFill>
                <a:latin typeface="Arial"/>
                <a:ea typeface="Arial"/>
                <a:cs typeface="Arial"/>
                <a:sym typeface="Arial"/>
              </a:rPr>
              <a:t>∙We can label each position with an </a:t>
            </a:r>
            <a:r>
              <a:rPr i="1" lang="en-US" sz="2400">
                <a:solidFill>
                  <a:schemeClr val="dk1"/>
                </a:solidFill>
                <a:latin typeface="Arial"/>
                <a:ea typeface="Arial"/>
                <a:cs typeface="Arial"/>
                <a:sym typeface="Arial"/>
              </a:rPr>
              <a:t>x</a:t>
            </a:r>
            <a:r>
              <a:rPr lang="en-US" sz="2400">
                <a:solidFill>
                  <a:schemeClr val="dk1"/>
                </a:solidFill>
                <a:latin typeface="Arial"/>
                <a:ea typeface="Arial"/>
                <a:cs typeface="Arial"/>
                <a:sym typeface="Arial"/>
              </a:rPr>
              <a:t> and the time interval between each </a:t>
            </a:r>
            <a:r>
              <a:rPr i="1" lang="en-US" sz="2400">
                <a:solidFill>
                  <a:schemeClr val="dk1"/>
                </a:solidFill>
                <a:latin typeface="Arial"/>
                <a:ea typeface="Arial"/>
                <a:cs typeface="Arial"/>
                <a:sym typeface="Arial"/>
              </a:rPr>
              <a:t>x</a:t>
            </a:r>
            <a:r>
              <a:rPr lang="en-US" sz="2400">
                <a:solidFill>
                  <a:schemeClr val="dk1"/>
                </a:solidFill>
                <a:latin typeface="Arial"/>
                <a:ea typeface="Arial"/>
                <a:cs typeface="Arial"/>
                <a:sym typeface="Arial"/>
              </a:rPr>
              <a:t> with a ∆</a:t>
            </a:r>
            <a:r>
              <a:rPr i="1" lang="en-US" sz="2400">
                <a:solidFill>
                  <a:schemeClr val="dk1"/>
                </a:solidFill>
                <a:latin typeface="Arial"/>
                <a:ea typeface="Arial"/>
                <a:cs typeface="Arial"/>
                <a:sym typeface="Arial"/>
              </a:rPr>
              <a:t>t</a:t>
            </a:r>
            <a:r>
              <a:rPr lang="en-US" sz="2400">
                <a:solidFill>
                  <a:schemeClr val="dk1"/>
                </a:solidFill>
                <a:latin typeface="Arial"/>
                <a:ea typeface="Arial"/>
                <a:cs typeface="Arial"/>
                <a:sym typeface="Arial"/>
              </a:rPr>
              <a:t>.</a:t>
            </a:r>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∙Then </a:t>
            </a:r>
            <a:r>
              <a:rPr i="1" lang="en-US" sz="2400">
                <a:solidFill>
                  <a:schemeClr val="dk1"/>
                </a:solidFill>
                <a:latin typeface="Arial"/>
                <a:ea typeface="Arial"/>
                <a:cs typeface="Arial"/>
                <a:sym typeface="Arial"/>
              </a:rPr>
              <a:t>v</a:t>
            </a:r>
            <a:r>
              <a:rPr baseline="-25000" lang="en-US" sz="2400">
                <a:solidFill>
                  <a:schemeClr val="dk1"/>
                </a:solidFill>
                <a:latin typeface="Arial"/>
                <a:ea typeface="Arial"/>
                <a:cs typeface="Arial"/>
                <a:sym typeface="Arial"/>
              </a:rPr>
              <a:t>A</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x</a:t>
            </a:r>
            <a:r>
              <a:rPr baseline="-25000" lang="en-US" sz="2400">
                <a:solidFill>
                  <a:schemeClr val="dk1"/>
                </a:solidFill>
                <a:latin typeface="Arial"/>
                <a:ea typeface="Arial"/>
                <a:cs typeface="Arial"/>
                <a:sym typeface="Arial"/>
              </a:rPr>
              <a:t>2 </a:t>
            </a:r>
            <a:r>
              <a:rPr lang="en-US" sz="2400">
                <a:solidFill>
                  <a:schemeClr val="dk1"/>
                </a:solidFill>
                <a:latin typeface="Arial"/>
                <a:ea typeface="Arial"/>
                <a:cs typeface="Arial"/>
                <a:sym typeface="Arial"/>
              </a:rPr>
              <a:t>- </a:t>
            </a:r>
            <a:r>
              <a:rPr i="1" lang="en-US" sz="2400">
                <a:solidFill>
                  <a:schemeClr val="dk1"/>
                </a:solidFill>
                <a:latin typeface="Arial"/>
                <a:ea typeface="Arial"/>
                <a:cs typeface="Arial"/>
                <a:sym typeface="Arial"/>
              </a:rPr>
              <a:t>x</a:t>
            </a:r>
            <a:r>
              <a:rPr baseline="-25000" lang="en-US" sz="2400">
                <a:solidFill>
                  <a:schemeClr val="dk1"/>
                </a:solidFill>
                <a:latin typeface="Arial"/>
                <a:ea typeface="Arial"/>
                <a:cs typeface="Arial"/>
                <a:sym typeface="Arial"/>
              </a:rPr>
              <a:t>1</a:t>
            </a:r>
            <a:r>
              <a:rPr lang="en-US" sz="2400">
                <a:solidFill>
                  <a:schemeClr val="dk1"/>
                </a:solidFill>
                <a:latin typeface="Arial"/>
                <a:ea typeface="Arial"/>
                <a:cs typeface="Arial"/>
                <a:sym typeface="Arial"/>
              </a:rPr>
              <a:t>)/∆</a:t>
            </a:r>
            <a:r>
              <a:rPr i="1" lang="en-US" sz="2400">
                <a:solidFill>
                  <a:schemeClr val="dk1"/>
                </a:solidFill>
                <a:latin typeface="Arial"/>
                <a:ea typeface="Arial"/>
                <a:cs typeface="Arial"/>
                <a:sym typeface="Arial"/>
              </a:rPr>
              <a:t>t, v</a:t>
            </a:r>
            <a:r>
              <a:rPr baseline="-25000" lang="en-US" sz="2400">
                <a:solidFill>
                  <a:schemeClr val="dk1"/>
                </a:solidFill>
                <a:latin typeface="Arial"/>
                <a:ea typeface="Arial"/>
                <a:cs typeface="Arial"/>
                <a:sym typeface="Arial"/>
              </a:rPr>
              <a:t>B</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x</a:t>
            </a:r>
            <a:r>
              <a:rPr baseline="-25000" lang="en-US" sz="2400">
                <a:solidFill>
                  <a:schemeClr val="dk1"/>
                </a:solidFill>
                <a:latin typeface="Arial"/>
                <a:ea typeface="Arial"/>
                <a:cs typeface="Arial"/>
                <a:sym typeface="Arial"/>
              </a:rPr>
              <a:t>3 </a:t>
            </a:r>
            <a:r>
              <a:rPr lang="en-US" sz="2400">
                <a:solidFill>
                  <a:schemeClr val="dk1"/>
                </a:solidFill>
                <a:latin typeface="Arial"/>
                <a:ea typeface="Arial"/>
                <a:cs typeface="Arial"/>
                <a:sym typeface="Arial"/>
              </a:rPr>
              <a:t>- </a:t>
            </a:r>
            <a:r>
              <a:rPr i="1" lang="en-US" sz="2400">
                <a:solidFill>
                  <a:schemeClr val="dk1"/>
                </a:solidFill>
                <a:latin typeface="Arial"/>
                <a:ea typeface="Arial"/>
                <a:cs typeface="Arial"/>
                <a:sym typeface="Arial"/>
              </a:rPr>
              <a:t>x</a:t>
            </a:r>
            <a:r>
              <a:rPr baseline="-25000" lang="en-US" sz="2400">
                <a:solidFill>
                  <a:schemeClr val="dk1"/>
                </a:solidFill>
                <a:latin typeface="Arial"/>
                <a:ea typeface="Arial"/>
                <a:cs typeface="Arial"/>
                <a:sym typeface="Arial"/>
              </a:rPr>
              <a:t>2</a:t>
            </a:r>
            <a:r>
              <a:rPr lang="en-US" sz="2400">
                <a:solidFill>
                  <a:schemeClr val="dk1"/>
                </a:solidFill>
                <a:latin typeface="Arial"/>
                <a:ea typeface="Arial"/>
                <a:cs typeface="Arial"/>
                <a:sym typeface="Arial"/>
              </a:rPr>
              <a:t>)/∆</a:t>
            </a:r>
            <a:r>
              <a:rPr i="1" lang="en-US" sz="2400">
                <a:solidFill>
                  <a:schemeClr val="dk1"/>
                </a:solidFill>
                <a:latin typeface="Arial"/>
                <a:ea typeface="Arial"/>
                <a:cs typeface="Arial"/>
                <a:sym typeface="Arial"/>
              </a:rPr>
              <a:t>t</a:t>
            </a:r>
            <a:r>
              <a:rPr lang="en-US" sz="2400">
                <a:solidFill>
                  <a:schemeClr val="dk1"/>
                </a:solidFill>
                <a:latin typeface="Arial"/>
                <a:ea typeface="Arial"/>
                <a:cs typeface="Arial"/>
                <a:sym typeface="Arial"/>
              </a:rPr>
              <a:t>,</a:t>
            </a:r>
            <a:r>
              <a:rPr i="1"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and finally          </a:t>
            </a:r>
            <a:r>
              <a:rPr i="1" lang="en-US" sz="2400">
                <a:solidFill>
                  <a:schemeClr val="dk1"/>
                </a:solidFill>
                <a:latin typeface="Arial"/>
                <a:ea typeface="Arial"/>
                <a:cs typeface="Arial"/>
                <a:sym typeface="Arial"/>
              </a:rPr>
              <a:t>v</a:t>
            </a:r>
            <a:r>
              <a:rPr baseline="-25000" lang="en-US" sz="2400">
                <a:solidFill>
                  <a:schemeClr val="dk1"/>
                </a:solidFill>
                <a:latin typeface="Arial"/>
                <a:ea typeface="Arial"/>
                <a:cs typeface="Arial"/>
                <a:sym typeface="Arial"/>
              </a:rPr>
              <a:t>C</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x</a:t>
            </a:r>
            <a:r>
              <a:rPr baseline="-25000" lang="en-US" sz="2400">
                <a:solidFill>
                  <a:schemeClr val="dk1"/>
                </a:solidFill>
                <a:latin typeface="Arial"/>
                <a:ea typeface="Arial"/>
                <a:cs typeface="Arial"/>
                <a:sym typeface="Arial"/>
              </a:rPr>
              <a:t>4 </a:t>
            </a:r>
            <a:r>
              <a:rPr lang="en-US" sz="2400">
                <a:solidFill>
                  <a:schemeClr val="dk1"/>
                </a:solidFill>
                <a:latin typeface="Arial"/>
                <a:ea typeface="Arial"/>
                <a:cs typeface="Arial"/>
                <a:sym typeface="Arial"/>
              </a:rPr>
              <a:t>- </a:t>
            </a:r>
            <a:r>
              <a:rPr i="1" lang="en-US" sz="2400">
                <a:solidFill>
                  <a:schemeClr val="dk1"/>
                </a:solidFill>
                <a:latin typeface="Arial"/>
                <a:ea typeface="Arial"/>
                <a:cs typeface="Arial"/>
                <a:sym typeface="Arial"/>
              </a:rPr>
              <a:t>x</a:t>
            </a:r>
            <a:r>
              <a:rPr baseline="-25000" lang="en-US" sz="2400">
                <a:solidFill>
                  <a:schemeClr val="dk1"/>
                </a:solidFill>
                <a:latin typeface="Arial"/>
                <a:ea typeface="Arial"/>
                <a:cs typeface="Arial"/>
                <a:sym typeface="Arial"/>
              </a:rPr>
              <a:t>3</a:t>
            </a:r>
            <a:r>
              <a:rPr lang="en-US" sz="2400">
                <a:solidFill>
                  <a:schemeClr val="dk1"/>
                </a:solidFill>
                <a:latin typeface="Arial"/>
                <a:ea typeface="Arial"/>
                <a:cs typeface="Arial"/>
                <a:sym typeface="Arial"/>
              </a:rPr>
              <a:t>)/∆</a:t>
            </a:r>
            <a:r>
              <a:rPr i="1" lang="en-US" sz="2400">
                <a:solidFill>
                  <a:schemeClr val="dk1"/>
                </a:solidFill>
                <a:latin typeface="Arial"/>
                <a:ea typeface="Arial"/>
                <a:cs typeface="Arial"/>
                <a:sym typeface="Arial"/>
              </a:rPr>
              <a:t>t</a:t>
            </a:r>
            <a:r>
              <a:rPr lang="en-US" sz="2400">
                <a:solidFill>
                  <a:schemeClr val="dk1"/>
                </a:solidFill>
                <a:latin typeface="Arial"/>
                <a:ea typeface="Arial"/>
                <a:cs typeface="Arial"/>
                <a:sym typeface="Arial"/>
              </a:rPr>
              <a:t>.</a:t>
            </a:r>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∙Focus on the interval from </a:t>
            </a:r>
            <a:r>
              <a:rPr i="1" lang="en-US" sz="2400">
                <a:solidFill>
                  <a:schemeClr val="dk1"/>
                </a:solidFill>
                <a:latin typeface="Arial"/>
                <a:ea typeface="Arial"/>
                <a:cs typeface="Arial"/>
                <a:sym typeface="Arial"/>
              </a:rPr>
              <a:t>x</a:t>
            </a:r>
            <a:r>
              <a:rPr baseline="-25000" lang="en-US" sz="2400">
                <a:solidFill>
                  <a:schemeClr val="dk1"/>
                </a:solidFill>
                <a:latin typeface="Arial"/>
                <a:ea typeface="Arial"/>
                <a:cs typeface="Arial"/>
                <a:sym typeface="Arial"/>
              </a:rPr>
              <a:t>2</a:t>
            </a:r>
            <a:r>
              <a:rPr baseline="30000"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to </a:t>
            </a:r>
            <a:r>
              <a:rPr i="1" lang="en-US" sz="2400">
                <a:solidFill>
                  <a:schemeClr val="dk1"/>
                </a:solidFill>
                <a:latin typeface="Arial"/>
                <a:ea typeface="Arial"/>
                <a:cs typeface="Arial"/>
                <a:sym typeface="Arial"/>
              </a:rPr>
              <a:t>x</a:t>
            </a:r>
            <a:r>
              <a:rPr baseline="-25000" lang="en-US" sz="2400">
                <a:solidFill>
                  <a:schemeClr val="dk1"/>
                </a:solidFill>
                <a:latin typeface="Arial"/>
                <a:ea typeface="Arial"/>
                <a:cs typeface="Arial"/>
                <a:sym typeface="Arial"/>
              </a:rPr>
              <a:t>3</a:t>
            </a:r>
            <a:r>
              <a:rPr lang="en-US" sz="2400">
                <a:solidFill>
                  <a:schemeClr val="dk1"/>
                </a:solidFill>
                <a:latin typeface="Arial"/>
                <a:ea typeface="Arial"/>
                <a:cs typeface="Arial"/>
                <a:sym typeface="Arial"/>
              </a:rPr>
              <a:t>.</a:t>
            </a:r>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∙Note that the speed changed from </a:t>
            </a:r>
            <a:r>
              <a:rPr i="1" lang="en-US" sz="2400">
                <a:solidFill>
                  <a:schemeClr val="dk1"/>
                </a:solidFill>
                <a:latin typeface="Arial"/>
                <a:ea typeface="Arial"/>
                <a:cs typeface="Arial"/>
                <a:sym typeface="Arial"/>
              </a:rPr>
              <a:t>x</a:t>
            </a:r>
            <a:r>
              <a:rPr baseline="-25000" lang="en-US" sz="2400">
                <a:solidFill>
                  <a:schemeClr val="dk1"/>
                </a:solidFill>
                <a:latin typeface="Arial"/>
                <a:ea typeface="Arial"/>
                <a:cs typeface="Arial"/>
                <a:sym typeface="Arial"/>
              </a:rPr>
              <a:t>2</a:t>
            </a:r>
            <a:r>
              <a:rPr lang="en-US" sz="2400">
                <a:solidFill>
                  <a:schemeClr val="dk1"/>
                </a:solidFill>
                <a:latin typeface="Arial"/>
                <a:ea typeface="Arial"/>
                <a:cs typeface="Arial"/>
                <a:sym typeface="Arial"/>
              </a:rPr>
              <a:t> to </a:t>
            </a:r>
            <a:r>
              <a:rPr i="1" lang="en-US" sz="2400">
                <a:solidFill>
                  <a:schemeClr val="dk1"/>
                </a:solidFill>
                <a:latin typeface="Arial"/>
                <a:ea typeface="Arial"/>
                <a:cs typeface="Arial"/>
                <a:sym typeface="Arial"/>
              </a:rPr>
              <a:t>x</a:t>
            </a:r>
            <a:r>
              <a:rPr baseline="-25000" lang="en-US" sz="2400">
                <a:solidFill>
                  <a:schemeClr val="dk1"/>
                </a:solidFill>
                <a:latin typeface="Arial"/>
                <a:ea typeface="Arial"/>
                <a:cs typeface="Arial"/>
                <a:sym typeface="Arial"/>
              </a:rPr>
              <a:t>3</a:t>
            </a:r>
            <a:r>
              <a:rPr lang="en-US" sz="2400">
                <a:solidFill>
                  <a:schemeClr val="dk1"/>
                </a:solidFill>
                <a:latin typeface="Arial"/>
                <a:ea typeface="Arial"/>
                <a:cs typeface="Arial"/>
                <a:sym typeface="Arial"/>
              </a:rPr>
              <a:t>, and so </a:t>
            </a:r>
            <a:r>
              <a:rPr i="1" lang="en-US" sz="2400">
                <a:solidFill>
                  <a:schemeClr val="dk1"/>
                </a:solidFill>
                <a:latin typeface="Arial"/>
                <a:ea typeface="Arial"/>
                <a:cs typeface="Arial"/>
                <a:sym typeface="Arial"/>
              </a:rPr>
              <a:t>v</a:t>
            </a:r>
            <a:r>
              <a:rPr baseline="-25000" lang="en-US" sz="2400">
                <a:solidFill>
                  <a:schemeClr val="dk1"/>
                </a:solidFill>
                <a:latin typeface="Arial"/>
                <a:ea typeface="Arial"/>
                <a:cs typeface="Arial"/>
                <a:sym typeface="Arial"/>
              </a:rPr>
              <a:t>B</a:t>
            </a:r>
            <a:r>
              <a:rPr lang="en-US" sz="2400">
                <a:solidFill>
                  <a:schemeClr val="dk1"/>
                </a:solidFill>
                <a:latin typeface="Arial"/>
                <a:ea typeface="Arial"/>
                <a:cs typeface="Arial"/>
                <a:sym typeface="Arial"/>
              </a:rPr>
              <a:t> is NOT really the speed for that whole interval.</a:t>
            </a:r>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∙We say the </a:t>
            </a:r>
            <a:r>
              <a:rPr i="1" lang="en-US" sz="2400">
                <a:solidFill>
                  <a:schemeClr val="dk1"/>
                </a:solidFill>
                <a:latin typeface="Arial"/>
                <a:ea typeface="Arial"/>
                <a:cs typeface="Arial"/>
                <a:sym typeface="Arial"/>
              </a:rPr>
              <a:t>v</a:t>
            </a:r>
            <a:r>
              <a:rPr baseline="-25000" lang="en-US" sz="2400">
                <a:solidFill>
                  <a:schemeClr val="dk1"/>
                </a:solidFill>
                <a:latin typeface="Arial"/>
                <a:ea typeface="Arial"/>
                <a:cs typeface="Arial"/>
                <a:sym typeface="Arial"/>
              </a:rPr>
              <a:t>B</a:t>
            </a:r>
            <a:r>
              <a:rPr lang="en-US" sz="2400">
                <a:solidFill>
                  <a:schemeClr val="dk1"/>
                </a:solidFill>
                <a:latin typeface="Arial"/>
                <a:ea typeface="Arial"/>
                <a:cs typeface="Arial"/>
                <a:sym typeface="Arial"/>
              </a:rPr>
              <a:t> is an </a:t>
            </a:r>
            <a:r>
              <a:rPr b="1" lang="en-US" sz="2400">
                <a:solidFill>
                  <a:schemeClr val="dk1"/>
                </a:solidFill>
                <a:latin typeface="Arial"/>
                <a:ea typeface="Arial"/>
                <a:cs typeface="Arial"/>
                <a:sym typeface="Arial"/>
              </a:rPr>
              <a:t>average speed</a:t>
            </a:r>
            <a:r>
              <a:rPr lang="en-US" sz="2400">
                <a:solidFill>
                  <a:schemeClr val="dk1"/>
                </a:solidFill>
                <a:latin typeface="Arial"/>
                <a:ea typeface="Arial"/>
                <a:cs typeface="Arial"/>
                <a:sym typeface="Arial"/>
              </a:rPr>
              <a:t> (as are </a:t>
            </a:r>
            <a:r>
              <a:rPr i="1" lang="en-US" sz="2400">
                <a:solidFill>
                  <a:schemeClr val="dk1"/>
                </a:solidFill>
                <a:latin typeface="Arial"/>
                <a:ea typeface="Arial"/>
                <a:cs typeface="Arial"/>
                <a:sym typeface="Arial"/>
              </a:rPr>
              <a:t>v</a:t>
            </a:r>
            <a:r>
              <a:rPr baseline="-25000" lang="en-US" sz="2400">
                <a:solidFill>
                  <a:schemeClr val="dk1"/>
                </a:solidFill>
                <a:latin typeface="Arial"/>
                <a:ea typeface="Arial"/>
                <a:cs typeface="Arial"/>
                <a:sym typeface="Arial"/>
              </a:rPr>
              <a:t>A</a:t>
            </a:r>
            <a:r>
              <a:rPr baseline="-25000" i="1"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and </a:t>
            </a:r>
            <a:r>
              <a:rPr i="1" lang="en-US" sz="2400">
                <a:solidFill>
                  <a:schemeClr val="dk1"/>
                </a:solidFill>
                <a:latin typeface="Arial"/>
                <a:ea typeface="Arial"/>
                <a:cs typeface="Arial"/>
                <a:sym typeface="Arial"/>
              </a:rPr>
              <a:t>v</a:t>
            </a:r>
            <a:r>
              <a:rPr baseline="-25000" lang="en-US" sz="2400">
                <a:solidFill>
                  <a:schemeClr val="dk1"/>
                </a:solidFill>
                <a:latin typeface="Arial"/>
                <a:ea typeface="Arial"/>
                <a:cs typeface="Arial"/>
                <a:sym typeface="Arial"/>
              </a:rPr>
              <a:t>C</a:t>
            </a:r>
            <a:r>
              <a:rPr lang="en-US" sz="2400">
                <a:solidFill>
                  <a:schemeClr val="dk1"/>
                </a:solidFill>
                <a:latin typeface="Arial"/>
                <a:ea typeface="Arial"/>
                <a:cs typeface="Arial"/>
                <a:sym typeface="Arial"/>
              </a:rPr>
              <a:t>).</a:t>
            </a:r>
            <a:endParaRPr i="1" sz="2400">
              <a:solidFill>
                <a:schemeClr val="dk1"/>
              </a:solidFill>
              <a:latin typeface="Arial"/>
              <a:ea typeface="Arial"/>
              <a:cs typeface="Arial"/>
              <a:sym typeface="Arial"/>
            </a:endParaRPr>
          </a:p>
        </p:txBody>
      </p:sp>
      <p:sp>
        <p:nvSpPr>
          <p:cNvPr descr="Sand" id="664" name="Google Shape;664;p37"/>
          <p:cNvSpPr/>
          <p:nvPr/>
        </p:nvSpPr>
        <p:spPr>
          <a:xfrm>
            <a:off x="0" y="5786438"/>
            <a:ext cx="8445500" cy="1071562"/>
          </a:xfrm>
          <a:prstGeom prst="rect">
            <a:avLst/>
          </a:prstGeom>
          <a:blipFill rotWithShape="1">
            <a:blip r:embed="rId3">
              <a:alphaModFix/>
            </a:blip>
            <a:tile algn="tl" flip="none" tx="0" sx="100000" ty="0" sy="100000"/>
          </a:blip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665" name="Google Shape;665;p37"/>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2: Mechanics</a:t>
            </a:r>
            <a:br>
              <a:rPr b="1" lang="en-US" sz="2800"/>
            </a:br>
            <a:r>
              <a:rPr lang="en-US" sz="2800">
                <a:solidFill>
                  <a:schemeClr val="dk1"/>
                </a:solidFill>
              </a:rPr>
              <a:t>2.1 – Motion</a:t>
            </a:r>
            <a:endParaRPr/>
          </a:p>
        </p:txBody>
      </p:sp>
      <p:cxnSp>
        <p:nvCxnSpPr>
          <p:cNvPr id="666" name="Google Shape;666;p37"/>
          <p:cNvCxnSpPr/>
          <p:nvPr/>
        </p:nvCxnSpPr>
        <p:spPr>
          <a:xfrm flipH="1">
            <a:off x="3284538" y="5799138"/>
            <a:ext cx="396875" cy="1058862"/>
          </a:xfrm>
          <a:prstGeom prst="straightConnector1">
            <a:avLst/>
          </a:prstGeom>
          <a:noFill/>
          <a:ln cap="flat" cmpd="sng" w="57150">
            <a:solidFill>
              <a:srgbClr val="FFFF00"/>
            </a:solidFill>
            <a:prstDash val="dot"/>
            <a:round/>
            <a:headEnd len="med" w="med" type="none"/>
            <a:tailEnd len="med" w="med" type="none"/>
          </a:ln>
        </p:spPr>
      </p:cxnSp>
      <p:cxnSp>
        <p:nvCxnSpPr>
          <p:cNvPr id="667" name="Google Shape;667;p37"/>
          <p:cNvCxnSpPr/>
          <p:nvPr/>
        </p:nvCxnSpPr>
        <p:spPr>
          <a:xfrm flipH="1">
            <a:off x="3817938" y="5811838"/>
            <a:ext cx="396875" cy="1058862"/>
          </a:xfrm>
          <a:prstGeom prst="straightConnector1">
            <a:avLst/>
          </a:prstGeom>
          <a:noFill/>
          <a:ln cap="flat" cmpd="sng" w="57150">
            <a:solidFill>
              <a:srgbClr val="FFFF00"/>
            </a:solidFill>
            <a:prstDash val="dot"/>
            <a:round/>
            <a:headEnd len="med" w="med" type="none"/>
            <a:tailEnd len="med" w="med" type="none"/>
          </a:ln>
        </p:spPr>
      </p:cxnSp>
      <p:cxnSp>
        <p:nvCxnSpPr>
          <p:cNvPr id="668" name="Google Shape;668;p37"/>
          <p:cNvCxnSpPr/>
          <p:nvPr/>
        </p:nvCxnSpPr>
        <p:spPr>
          <a:xfrm flipH="1">
            <a:off x="4945063" y="5799138"/>
            <a:ext cx="396875" cy="1058862"/>
          </a:xfrm>
          <a:prstGeom prst="straightConnector1">
            <a:avLst/>
          </a:prstGeom>
          <a:noFill/>
          <a:ln cap="flat" cmpd="sng" w="57150">
            <a:solidFill>
              <a:srgbClr val="FFFF00"/>
            </a:solidFill>
            <a:prstDash val="dot"/>
            <a:round/>
            <a:headEnd len="med" w="med" type="none"/>
            <a:tailEnd len="med" w="med" type="none"/>
          </a:ln>
        </p:spPr>
      </p:cxnSp>
      <p:cxnSp>
        <p:nvCxnSpPr>
          <p:cNvPr id="669" name="Google Shape;669;p37"/>
          <p:cNvCxnSpPr/>
          <p:nvPr/>
        </p:nvCxnSpPr>
        <p:spPr>
          <a:xfrm flipH="1">
            <a:off x="6637338" y="5799138"/>
            <a:ext cx="396875" cy="1058862"/>
          </a:xfrm>
          <a:prstGeom prst="straightConnector1">
            <a:avLst/>
          </a:prstGeom>
          <a:noFill/>
          <a:ln cap="flat" cmpd="sng" w="57150">
            <a:solidFill>
              <a:srgbClr val="FFFF00"/>
            </a:solidFill>
            <a:prstDash val="dot"/>
            <a:round/>
            <a:headEnd len="med" w="med" type="none"/>
            <a:tailEnd len="med" w="med" type="none"/>
          </a:ln>
        </p:spPr>
      </p:cxnSp>
      <p:pic>
        <p:nvPicPr>
          <p:cNvPr descr="ANd9GcTCpa-CtQc2qA9P0_GIqWH9zMCkovhRgULygJzqJR5uzC14__FG" id="670" name="Google Shape;670;p37"/>
          <p:cNvPicPr preferRelativeResize="0"/>
          <p:nvPr/>
        </p:nvPicPr>
        <p:blipFill rotWithShape="1">
          <a:blip r:embed="rId4">
            <a:alphaModFix/>
          </a:blip>
          <a:srcRect b="0" l="0" r="0" t="0"/>
          <a:stretch/>
        </p:blipFill>
        <p:spPr>
          <a:xfrm>
            <a:off x="-112713" y="5462588"/>
            <a:ext cx="1911351" cy="1395412"/>
          </a:xfrm>
          <a:prstGeom prst="rect">
            <a:avLst/>
          </a:prstGeom>
          <a:noFill/>
          <a:ln>
            <a:noFill/>
          </a:ln>
        </p:spPr>
      </p:pic>
      <p:sp>
        <p:nvSpPr>
          <p:cNvPr id="671" name="Google Shape;671;p37"/>
          <p:cNvSpPr txBox="1"/>
          <p:nvPr/>
        </p:nvSpPr>
        <p:spPr>
          <a:xfrm>
            <a:off x="3009900" y="6461125"/>
            <a:ext cx="417513" cy="396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dk1"/>
                </a:solidFill>
                <a:latin typeface="Arial"/>
                <a:ea typeface="Arial"/>
                <a:cs typeface="Arial"/>
                <a:sym typeface="Arial"/>
              </a:rPr>
              <a:t>x</a:t>
            </a:r>
            <a:r>
              <a:rPr b="1" baseline="-25000" lang="en-US" sz="2000">
                <a:solidFill>
                  <a:schemeClr val="dk1"/>
                </a:solidFill>
                <a:latin typeface="Arial"/>
                <a:ea typeface="Arial"/>
                <a:cs typeface="Arial"/>
                <a:sym typeface="Arial"/>
              </a:rPr>
              <a:t>1</a:t>
            </a:r>
            <a:endParaRPr b="1" sz="2000">
              <a:solidFill>
                <a:schemeClr val="dk1"/>
              </a:solidFill>
              <a:latin typeface="Arial"/>
              <a:ea typeface="Arial"/>
              <a:cs typeface="Arial"/>
              <a:sym typeface="Arial"/>
            </a:endParaRPr>
          </a:p>
        </p:txBody>
      </p:sp>
      <p:sp>
        <p:nvSpPr>
          <p:cNvPr id="672" name="Google Shape;672;p37"/>
          <p:cNvSpPr txBox="1"/>
          <p:nvPr/>
        </p:nvSpPr>
        <p:spPr>
          <a:xfrm>
            <a:off x="3486150" y="6461125"/>
            <a:ext cx="417513" cy="396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dk1"/>
                </a:solidFill>
                <a:latin typeface="Arial"/>
                <a:ea typeface="Arial"/>
                <a:cs typeface="Arial"/>
                <a:sym typeface="Arial"/>
              </a:rPr>
              <a:t>x</a:t>
            </a:r>
            <a:r>
              <a:rPr b="1" baseline="-25000" lang="en-US" sz="2000">
                <a:solidFill>
                  <a:schemeClr val="dk1"/>
                </a:solidFill>
                <a:latin typeface="Arial"/>
                <a:ea typeface="Arial"/>
                <a:cs typeface="Arial"/>
                <a:sym typeface="Arial"/>
              </a:rPr>
              <a:t>2</a:t>
            </a:r>
            <a:endParaRPr b="1" sz="2000">
              <a:solidFill>
                <a:schemeClr val="dk1"/>
              </a:solidFill>
              <a:latin typeface="Arial"/>
              <a:ea typeface="Arial"/>
              <a:cs typeface="Arial"/>
              <a:sym typeface="Arial"/>
            </a:endParaRPr>
          </a:p>
        </p:txBody>
      </p:sp>
      <p:sp>
        <p:nvSpPr>
          <p:cNvPr id="673" name="Google Shape;673;p37"/>
          <p:cNvSpPr txBox="1"/>
          <p:nvPr/>
        </p:nvSpPr>
        <p:spPr>
          <a:xfrm>
            <a:off x="4627563" y="6461125"/>
            <a:ext cx="417512" cy="396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dk1"/>
                </a:solidFill>
                <a:latin typeface="Arial"/>
                <a:ea typeface="Arial"/>
                <a:cs typeface="Arial"/>
                <a:sym typeface="Arial"/>
              </a:rPr>
              <a:t>x</a:t>
            </a:r>
            <a:r>
              <a:rPr b="1" baseline="-25000" lang="en-US" sz="2000">
                <a:solidFill>
                  <a:schemeClr val="dk1"/>
                </a:solidFill>
                <a:latin typeface="Arial"/>
                <a:ea typeface="Arial"/>
                <a:cs typeface="Arial"/>
                <a:sym typeface="Arial"/>
              </a:rPr>
              <a:t>3</a:t>
            </a:r>
            <a:endParaRPr b="1" sz="2000">
              <a:solidFill>
                <a:schemeClr val="dk1"/>
              </a:solidFill>
              <a:latin typeface="Arial"/>
              <a:ea typeface="Arial"/>
              <a:cs typeface="Arial"/>
              <a:sym typeface="Arial"/>
            </a:endParaRPr>
          </a:p>
        </p:txBody>
      </p:sp>
      <p:sp>
        <p:nvSpPr>
          <p:cNvPr id="674" name="Google Shape;674;p37"/>
          <p:cNvSpPr txBox="1"/>
          <p:nvPr/>
        </p:nvSpPr>
        <p:spPr>
          <a:xfrm>
            <a:off x="6345238" y="6461125"/>
            <a:ext cx="417512" cy="396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dk1"/>
                </a:solidFill>
                <a:latin typeface="Arial"/>
                <a:ea typeface="Arial"/>
                <a:cs typeface="Arial"/>
                <a:sym typeface="Arial"/>
              </a:rPr>
              <a:t>x</a:t>
            </a:r>
            <a:r>
              <a:rPr b="1" baseline="-25000" lang="en-US" sz="2000">
                <a:solidFill>
                  <a:schemeClr val="dk1"/>
                </a:solidFill>
                <a:latin typeface="Arial"/>
                <a:ea typeface="Arial"/>
                <a:cs typeface="Arial"/>
                <a:sym typeface="Arial"/>
              </a:rPr>
              <a:t>4</a:t>
            </a:r>
            <a:endParaRPr b="1" sz="2000">
              <a:solidFill>
                <a:schemeClr val="dk1"/>
              </a:solidFill>
              <a:latin typeface="Arial"/>
              <a:ea typeface="Arial"/>
              <a:cs typeface="Arial"/>
              <a:sym typeface="Arial"/>
            </a:endParaRPr>
          </a:p>
        </p:txBody>
      </p:sp>
      <p:grpSp>
        <p:nvGrpSpPr>
          <p:cNvPr id="675" name="Google Shape;675;p37"/>
          <p:cNvGrpSpPr/>
          <p:nvPr/>
        </p:nvGrpSpPr>
        <p:grpSpPr>
          <a:xfrm>
            <a:off x="3536950" y="5819775"/>
            <a:ext cx="503238" cy="403225"/>
            <a:chOff x="2228" y="3666"/>
            <a:chExt cx="317" cy="254"/>
          </a:xfrm>
        </p:grpSpPr>
        <p:sp>
          <p:nvSpPr>
            <p:cNvPr id="676" name="Google Shape;676;p37"/>
            <p:cNvSpPr txBox="1"/>
            <p:nvPr/>
          </p:nvSpPr>
          <p:spPr>
            <a:xfrm>
              <a:off x="2262" y="3666"/>
              <a:ext cx="267"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dk1"/>
                  </a:solidFill>
                  <a:latin typeface="Arial"/>
                  <a:ea typeface="Arial"/>
                  <a:cs typeface="Arial"/>
                  <a:sym typeface="Arial"/>
                </a:rPr>
                <a:t>∆t</a:t>
              </a:r>
              <a:endParaRPr b="1" i="1" sz="2000">
                <a:solidFill>
                  <a:schemeClr val="dk1"/>
                </a:solidFill>
                <a:latin typeface="Arial"/>
                <a:ea typeface="Arial"/>
                <a:cs typeface="Arial"/>
                <a:sym typeface="Arial"/>
              </a:endParaRPr>
            </a:p>
          </p:txBody>
        </p:sp>
        <p:cxnSp>
          <p:nvCxnSpPr>
            <p:cNvPr id="677" name="Google Shape;677;p37"/>
            <p:cNvCxnSpPr/>
            <p:nvPr/>
          </p:nvCxnSpPr>
          <p:spPr>
            <a:xfrm>
              <a:off x="2228" y="3920"/>
              <a:ext cx="317" cy="0"/>
            </a:xfrm>
            <a:prstGeom prst="straightConnector1">
              <a:avLst/>
            </a:prstGeom>
            <a:noFill/>
            <a:ln cap="flat" cmpd="sng" w="28575">
              <a:solidFill>
                <a:schemeClr val="dk1"/>
              </a:solidFill>
              <a:prstDash val="solid"/>
              <a:round/>
              <a:headEnd len="med" w="med" type="stealth"/>
              <a:tailEnd len="med" w="med" type="stealth"/>
            </a:ln>
          </p:spPr>
        </p:cxnSp>
      </p:grpSp>
      <p:grpSp>
        <p:nvGrpSpPr>
          <p:cNvPr id="678" name="Google Shape;678;p37"/>
          <p:cNvGrpSpPr/>
          <p:nvPr/>
        </p:nvGrpSpPr>
        <p:grpSpPr>
          <a:xfrm>
            <a:off x="4079875" y="5811838"/>
            <a:ext cx="1100138" cy="404812"/>
            <a:chOff x="2570" y="3661"/>
            <a:chExt cx="693" cy="255"/>
          </a:xfrm>
        </p:grpSpPr>
        <p:cxnSp>
          <p:nvCxnSpPr>
            <p:cNvPr id="679" name="Google Shape;679;p37"/>
            <p:cNvCxnSpPr/>
            <p:nvPr/>
          </p:nvCxnSpPr>
          <p:spPr>
            <a:xfrm>
              <a:off x="2570" y="3916"/>
              <a:ext cx="693" cy="0"/>
            </a:xfrm>
            <a:prstGeom prst="straightConnector1">
              <a:avLst/>
            </a:prstGeom>
            <a:noFill/>
            <a:ln cap="flat" cmpd="sng" w="28575">
              <a:solidFill>
                <a:schemeClr val="dk1"/>
              </a:solidFill>
              <a:prstDash val="solid"/>
              <a:round/>
              <a:headEnd len="med" w="med" type="stealth"/>
              <a:tailEnd len="med" w="med" type="stealth"/>
            </a:ln>
          </p:spPr>
        </p:cxnSp>
        <p:sp>
          <p:nvSpPr>
            <p:cNvPr id="680" name="Google Shape;680;p37"/>
            <p:cNvSpPr txBox="1"/>
            <p:nvPr/>
          </p:nvSpPr>
          <p:spPr>
            <a:xfrm>
              <a:off x="2770" y="3661"/>
              <a:ext cx="267"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dk1"/>
                  </a:solidFill>
                  <a:latin typeface="Arial"/>
                  <a:ea typeface="Arial"/>
                  <a:cs typeface="Arial"/>
                  <a:sym typeface="Arial"/>
                </a:rPr>
                <a:t>∆t</a:t>
              </a:r>
              <a:endParaRPr b="1" i="1" sz="2000">
                <a:solidFill>
                  <a:schemeClr val="dk1"/>
                </a:solidFill>
                <a:latin typeface="Arial"/>
                <a:ea typeface="Arial"/>
                <a:cs typeface="Arial"/>
                <a:sym typeface="Arial"/>
              </a:endParaRPr>
            </a:p>
          </p:txBody>
        </p:sp>
      </p:grpSp>
      <p:grpSp>
        <p:nvGrpSpPr>
          <p:cNvPr id="681" name="Google Shape;681;p37"/>
          <p:cNvGrpSpPr/>
          <p:nvPr/>
        </p:nvGrpSpPr>
        <p:grpSpPr>
          <a:xfrm>
            <a:off x="5202238" y="5816600"/>
            <a:ext cx="1631950" cy="396875"/>
            <a:chOff x="3277" y="3664"/>
            <a:chExt cx="1028" cy="250"/>
          </a:xfrm>
        </p:grpSpPr>
        <p:cxnSp>
          <p:nvCxnSpPr>
            <p:cNvPr id="682" name="Google Shape;682;p37"/>
            <p:cNvCxnSpPr/>
            <p:nvPr/>
          </p:nvCxnSpPr>
          <p:spPr>
            <a:xfrm>
              <a:off x="3277" y="3912"/>
              <a:ext cx="1028" cy="0"/>
            </a:xfrm>
            <a:prstGeom prst="straightConnector1">
              <a:avLst/>
            </a:prstGeom>
            <a:noFill/>
            <a:ln cap="flat" cmpd="sng" w="28575">
              <a:solidFill>
                <a:schemeClr val="dk1"/>
              </a:solidFill>
              <a:prstDash val="solid"/>
              <a:round/>
              <a:headEnd len="med" w="med" type="stealth"/>
              <a:tailEnd len="med" w="med" type="stealth"/>
            </a:ln>
          </p:spPr>
        </p:cxnSp>
        <p:sp>
          <p:nvSpPr>
            <p:cNvPr id="683" name="Google Shape;683;p37"/>
            <p:cNvSpPr txBox="1"/>
            <p:nvPr/>
          </p:nvSpPr>
          <p:spPr>
            <a:xfrm>
              <a:off x="3641" y="3664"/>
              <a:ext cx="267"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dk1"/>
                  </a:solidFill>
                  <a:latin typeface="Arial"/>
                  <a:ea typeface="Arial"/>
                  <a:cs typeface="Arial"/>
                  <a:sym typeface="Arial"/>
                </a:rPr>
                <a:t>∆t</a:t>
              </a:r>
              <a:endParaRPr b="1" i="1" sz="2000">
                <a:solidFill>
                  <a:schemeClr val="dk1"/>
                </a:solidFill>
                <a:latin typeface="Arial"/>
                <a:ea typeface="Arial"/>
                <a:cs typeface="Arial"/>
                <a:sym typeface="Arial"/>
              </a:endParaRPr>
            </a:p>
          </p:txBody>
        </p:sp>
      </p:grpSp>
      <p:sp>
        <p:nvSpPr>
          <p:cNvPr id="684" name="Google Shape;684;p37"/>
          <p:cNvSpPr txBox="1"/>
          <p:nvPr/>
        </p:nvSpPr>
        <p:spPr>
          <a:xfrm>
            <a:off x="3789363" y="5384800"/>
            <a:ext cx="444500" cy="396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dk1"/>
                </a:solidFill>
                <a:latin typeface="Arial"/>
                <a:ea typeface="Arial"/>
                <a:cs typeface="Arial"/>
                <a:sym typeface="Arial"/>
              </a:rPr>
              <a:t>v</a:t>
            </a:r>
            <a:r>
              <a:rPr b="1" baseline="-25000" lang="en-US" sz="2000">
                <a:solidFill>
                  <a:schemeClr val="dk1"/>
                </a:solidFill>
                <a:latin typeface="Arial"/>
                <a:ea typeface="Arial"/>
                <a:cs typeface="Arial"/>
                <a:sym typeface="Arial"/>
              </a:rPr>
              <a:t>A</a:t>
            </a:r>
            <a:endParaRPr b="1" sz="2000">
              <a:solidFill>
                <a:schemeClr val="dk1"/>
              </a:solidFill>
              <a:latin typeface="Arial"/>
              <a:ea typeface="Arial"/>
              <a:cs typeface="Arial"/>
              <a:sym typeface="Arial"/>
            </a:endParaRPr>
          </a:p>
        </p:txBody>
      </p:sp>
      <p:sp>
        <p:nvSpPr>
          <p:cNvPr id="685" name="Google Shape;685;p37"/>
          <p:cNvSpPr txBox="1"/>
          <p:nvPr/>
        </p:nvSpPr>
        <p:spPr>
          <a:xfrm>
            <a:off x="4627563" y="5383213"/>
            <a:ext cx="444500" cy="396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dk1"/>
                </a:solidFill>
                <a:latin typeface="Arial"/>
                <a:ea typeface="Arial"/>
                <a:cs typeface="Arial"/>
                <a:sym typeface="Arial"/>
              </a:rPr>
              <a:t>v</a:t>
            </a:r>
            <a:r>
              <a:rPr b="1" baseline="-25000" lang="en-US" sz="2000">
                <a:solidFill>
                  <a:schemeClr val="dk1"/>
                </a:solidFill>
                <a:latin typeface="Arial"/>
                <a:ea typeface="Arial"/>
                <a:cs typeface="Arial"/>
                <a:sym typeface="Arial"/>
              </a:rPr>
              <a:t>B</a:t>
            </a:r>
            <a:endParaRPr b="1" sz="2000">
              <a:solidFill>
                <a:schemeClr val="dk1"/>
              </a:solidFill>
              <a:latin typeface="Arial"/>
              <a:ea typeface="Arial"/>
              <a:cs typeface="Arial"/>
              <a:sym typeface="Arial"/>
            </a:endParaRPr>
          </a:p>
        </p:txBody>
      </p:sp>
      <p:sp>
        <p:nvSpPr>
          <p:cNvPr id="686" name="Google Shape;686;p37"/>
          <p:cNvSpPr txBox="1"/>
          <p:nvPr/>
        </p:nvSpPr>
        <p:spPr>
          <a:xfrm>
            <a:off x="5862638" y="5384800"/>
            <a:ext cx="444500" cy="396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dk1"/>
                </a:solidFill>
                <a:latin typeface="Arial"/>
                <a:ea typeface="Arial"/>
                <a:cs typeface="Arial"/>
                <a:sym typeface="Arial"/>
              </a:rPr>
              <a:t>v</a:t>
            </a:r>
            <a:r>
              <a:rPr b="1" baseline="-25000" lang="en-US" sz="2000">
                <a:solidFill>
                  <a:schemeClr val="dk1"/>
                </a:solidFill>
                <a:latin typeface="Arial"/>
                <a:ea typeface="Arial"/>
                <a:cs typeface="Arial"/>
                <a:sym typeface="Arial"/>
              </a:rPr>
              <a:t>C</a:t>
            </a:r>
            <a:endParaRPr b="1" sz="2000">
              <a:solidFill>
                <a:schemeClr val="dk1"/>
              </a:solidFill>
              <a:latin typeface="Arial"/>
              <a:ea typeface="Arial"/>
              <a:cs typeface="Arial"/>
              <a:sym typeface="Arial"/>
            </a:endParaRPr>
          </a:p>
        </p:txBody>
      </p:sp>
      <p:pic>
        <p:nvPicPr>
          <p:cNvPr id="687" name="Google Shape;687;p37"/>
          <p:cNvPicPr preferRelativeResize="0"/>
          <p:nvPr/>
        </p:nvPicPr>
        <p:blipFill rotWithShape="1">
          <a:blip r:embed="rId5">
            <a:alphaModFix/>
          </a:blip>
          <a:srcRect b="0" l="0" r="0" t="0"/>
          <a:stretch/>
        </p:blipFill>
        <p:spPr>
          <a:xfrm>
            <a:off x="6910388" y="5535613"/>
            <a:ext cx="2224087" cy="1192212"/>
          </a:xfrm>
          <a:prstGeom prst="rect">
            <a:avLst/>
          </a:prstGeom>
          <a:noFill/>
          <a:ln>
            <a:noFill/>
          </a:ln>
        </p:spPr>
      </p:pic>
      <p:sp>
        <p:nvSpPr>
          <p:cNvPr id="688" name="Google Shape;688;p37"/>
          <p:cNvSpPr/>
          <p:nvPr/>
        </p:nvSpPr>
        <p:spPr>
          <a:xfrm>
            <a:off x="3798888" y="5522913"/>
            <a:ext cx="1646237" cy="1335087"/>
          </a:xfrm>
          <a:prstGeom prst="parallelogram">
            <a:avLst>
              <a:gd fmla="val 40046" name="adj"/>
            </a:avLst>
          </a:prstGeom>
          <a:solidFill>
            <a:srgbClr val="FF9900">
              <a:alpha val="364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671"/>
                                        </p:tgtEl>
                                        <p:attrNameLst>
                                          <p:attrName>style.visibility</p:attrName>
                                        </p:attrNameLst>
                                      </p:cBhvr>
                                      <p:to>
                                        <p:strVal val="visible"/>
                                      </p:to>
                                    </p:set>
                                    <p:anim calcmode="lin" valueType="num">
                                      <p:cBhvr additive="base">
                                        <p:cTn dur="500"/>
                                        <p:tgtEl>
                                          <p:spTgt spid="671"/>
                                        </p:tgtEl>
                                        <p:attrNameLst>
                                          <p:attrName>ppt_w</p:attrName>
                                        </p:attrNameLst>
                                      </p:cBhvr>
                                      <p:tavLst>
                                        <p:tav fmla="" tm="0">
                                          <p:val>
                                            <p:strVal val="0"/>
                                          </p:val>
                                        </p:tav>
                                        <p:tav fmla="" tm="100000">
                                          <p:val>
                                            <p:strVal val="#ppt_w"/>
                                          </p:val>
                                        </p:tav>
                                      </p:tavLst>
                                    </p:anim>
                                    <p:anim calcmode="lin" valueType="num">
                                      <p:cBhvr additive="base">
                                        <p:cTn dur="500"/>
                                        <p:tgtEl>
                                          <p:spTgt spid="671"/>
                                        </p:tgtEl>
                                        <p:attrNameLst>
                                          <p:attrName>ppt_h</p:attrName>
                                        </p:attrNameLst>
                                      </p:cBhvr>
                                      <p:tavLst>
                                        <p:tav fmla="" tm="0">
                                          <p:val>
                                            <p:strVal val="0"/>
                                          </p:val>
                                        </p:tav>
                                        <p:tav fmla="" tm="100000">
                                          <p:val>
                                            <p:strVal val="#ppt_h"/>
                                          </p:val>
                                        </p:tav>
                                      </p:tavLst>
                                    </p:anim>
                                  </p:childTnLst>
                                </p:cTn>
                              </p:par>
                            </p:childTnLst>
                          </p:cTn>
                        </p:par>
                        <p:par>
                          <p:cTn fill="hold">
                            <p:stCondLst>
                              <p:cond delay="500"/>
                            </p:stCondLst>
                            <p:childTnLst>
                              <p:par>
                                <p:cTn fill="hold" nodeType="afterEffect" presetClass="entr" presetID="23" presetSubtype="16">
                                  <p:stCondLst>
                                    <p:cond delay="0"/>
                                  </p:stCondLst>
                                  <p:childTnLst>
                                    <p:set>
                                      <p:cBhvr>
                                        <p:cTn dur="1" fill="hold">
                                          <p:stCondLst>
                                            <p:cond delay="0"/>
                                          </p:stCondLst>
                                        </p:cTn>
                                        <p:tgtEl>
                                          <p:spTgt spid="672"/>
                                        </p:tgtEl>
                                        <p:attrNameLst>
                                          <p:attrName>style.visibility</p:attrName>
                                        </p:attrNameLst>
                                      </p:cBhvr>
                                      <p:to>
                                        <p:strVal val="visible"/>
                                      </p:to>
                                    </p:set>
                                    <p:anim calcmode="lin" valueType="num">
                                      <p:cBhvr additive="base">
                                        <p:cTn dur="500"/>
                                        <p:tgtEl>
                                          <p:spTgt spid="672"/>
                                        </p:tgtEl>
                                        <p:attrNameLst>
                                          <p:attrName>ppt_w</p:attrName>
                                        </p:attrNameLst>
                                      </p:cBhvr>
                                      <p:tavLst>
                                        <p:tav fmla="" tm="0">
                                          <p:val>
                                            <p:strVal val="0"/>
                                          </p:val>
                                        </p:tav>
                                        <p:tav fmla="" tm="100000">
                                          <p:val>
                                            <p:strVal val="#ppt_w"/>
                                          </p:val>
                                        </p:tav>
                                      </p:tavLst>
                                    </p:anim>
                                    <p:anim calcmode="lin" valueType="num">
                                      <p:cBhvr additive="base">
                                        <p:cTn dur="500"/>
                                        <p:tgtEl>
                                          <p:spTgt spid="672"/>
                                        </p:tgtEl>
                                        <p:attrNameLst>
                                          <p:attrName>ppt_h</p:attrName>
                                        </p:attrNameLst>
                                      </p:cBhvr>
                                      <p:tavLst>
                                        <p:tav fmla="" tm="0">
                                          <p:val>
                                            <p:strVal val="0"/>
                                          </p:val>
                                        </p:tav>
                                        <p:tav fmla="" tm="100000">
                                          <p:val>
                                            <p:strVal val="#ppt_h"/>
                                          </p:val>
                                        </p:tav>
                                      </p:tavLst>
                                    </p:anim>
                                  </p:childTnLst>
                                </p:cTn>
                              </p:par>
                            </p:childTnLst>
                          </p:cTn>
                        </p:par>
                        <p:par>
                          <p:cTn fill="hold">
                            <p:stCondLst>
                              <p:cond delay="1000"/>
                            </p:stCondLst>
                            <p:childTnLst>
                              <p:par>
                                <p:cTn fill="hold" nodeType="afterEffect" presetClass="entr" presetID="23" presetSubtype="16">
                                  <p:stCondLst>
                                    <p:cond delay="0"/>
                                  </p:stCondLst>
                                  <p:childTnLst>
                                    <p:set>
                                      <p:cBhvr>
                                        <p:cTn dur="1" fill="hold">
                                          <p:stCondLst>
                                            <p:cond delay="0"/>
                                          </p:stCondLst>
                                        </p:cTn>
                                        <p:tgtEl>
                                          <p:spTgt spid="673"/>
                                        </p:tgtEl>
                                        <p:attrNameLst>
                                          <p:attrName>style.visibility</p:attrName>
                                        </p:attrNameLst>
                                      </p:cBhvr>
                                      <p:to>
                                        <p:strVal val="visible"/>
                                      </p:to>
                                    </p:set>
                                    <p:anim calcmode="lin" valueType="num">
                                      <p:cBhvr additive="base">
                                        <p:cTn dur="500"/>
                                        <p:tgtEl>
                                          <p:spTgt spid="673"/>
                                        </p:tgtEl>
                                        <p:attrNameLst>
                                          <p:attrName>ppt_w</p:attrName>
                                        </p:attrNameLst>
                                      </p:cBhvr>
                                      <p:tavLst>
                                        <p:tav fmla="" tm="0">
                                          <p:val>
                                            <p:strVal val="0"/>
                                          </p:val>
                                        </p:tav>
                                        <p:tav fmla="" tm="100000">
                                          <p:val>
                                            <p:strVal val="#ppt_w"/>
                                          </p:val>
                                        </p:tav>
                                      </p:tavLst>
                                    </p:anim>
                                    <p:anim calcmode="lin" valueType="num">
                                      <p:cBhvr additive="base">
                                        <p:cTn dur="500"/>
                                        <p:tgtEl>
                                          <p:spTgt spid="673"/>
                                        </p:tgtEl>
                                        <p:attrNameLst>
                                          <p:attrName>ppt_h</p:attrName>
                                        </p:attrNameLst>
                                      </p:cBhvr>
                                      <p:tavLst>
                                        <p:tav fmla="" tm="0">
                                          <p:val>
                                            <p:strVal val="0"/>
                                          </p:val>
                                        </p:tav>
                                        <p:tav fmla="" tm="100000">
                                          <p:val>
                                            <p:strVal val="#ppt_h"/>
                                          </p:val>
                                        </p:tav>
                                      </p:tavLst>
                                    </p:anim>
                                  </p:childTnLst>
                                </p:cTn>
                              </p:par>
                            </p:childTnLst>
                          </p:cTn>
                        </p:par>
                        <p:par>
                          <p:cTn fill="hold">
                            <p:stCondLst>
                              <p:cond delay="1500"/>
                            </p:stCondLst>
                            <p:childTnLst>
                              <p:par>
                                <p:cTn fill="hold" nodeType="afterEffect" presetClass="entr" presetID="23" presetSubtype="16">
                                  <p:stCondLst>
                                    <p:cond delay="0"/>
                                  </p:stCondLst>
                                  <p:childTnLst>
                                    <p:set>
                                      <p:cBhvr>
                                        <p:cTn dur="1" fill="hold">
                                          <p:stCondLst>
                                            <p:cond delay="0"/>
                                          </p:stCondLst>
                                        </p:cTn>
                                        <p:tgtEl>
                                          <p:spTgt spid="674"/>
                                        </p:tgtEl>
                                        <p:attrNameLst>
                                          <p:attrName>style.visibility</p:attrName>
                                        </p:attrNameLst>
                                      </p:cBhvr>
                                      <p:to>
                                        <p:strVal val="visible"/>
                                      </p:to>
                                    </p:set>
                                    <p:anim calcmode="lin" valueType="num">
                                      <p:cBhvr additive="base">
                                        <p:cTn dur="500"/>
                                        <p:tgtEl>
                                          <p:spTgt spid="674"/>
                                        </p:tgtEl>
                                        <p:attrNameLst>
                                          <p:attrName>ppt_w</p:attrName>
                                        </p:attrNameLst>
                                      </p:cBhvr>
                                      <p:tavLst>
                                        <p:tav fmla="" tm="0">
                                          <p:val>
                                            <p:strVal val="0"/>
                                          </p:val>
                                        </p:tav>
                                        <p:tav fmla="" tm="100000">
                                          <p:val>
                                            <p:strVal val="#ppt_w"/>
                                          </p:val>
                                        </p:tav>
                                      </p:tavLst>
                                    </p:anim>
                                    <p:anim calcmode="lin" valueType="num">
                                      <p:cBhvr additive="base">
                                        <p:cTn dur="500"/>
                                        <p:tgtEl>
                                          <p:spTgt spid="674"/>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675"/>
                                        </p:tgtEl>
                                        <p:attrNameLst>
                                          <p:attrName>style.visibility</p:attrName>
                                        </p:attrNameLst>
                                      </p:cBhvr>
                                      <p:to>
                                        <p:strVal val="visible"/>
                                      </p:to>
                                    </p:set>
                                    <p:anim calcmode="lin" valueType="num">
                                      <p:cBhvr additive="base">
                                        <p:cTn dur="500"/>
                                        <p:tgtEl>
                                          <p:spTgt spid="675"/>
                                        </p:tgtEl>
                                        <p:attrNameLst>
                                          <p:attrName>ppt_w</p:attrName>
                                        </p:attrNameLst>
                                      </p:cBhvr>
                                      <p:tavLst>
                                        <p:tav fmla="" tm="0">
                                          <p:val>
                                            <p:strVal val="0"/>
                                          </p:val>
                                        </p:tav>
                                        <p:tav fmla="" tm="100000">
                                          <p:val>
                                            <p:strVal val="#ppt_w"/>
                                          </p:val>
                                        </p:tav>
                                      </p:tavLst>
                                    </p:anim>
                                    <p:anim calcmode="lin" valueType="num">
                                      <p:cBhvr additive="base">
                                        <p:cTn dur="500"/>
                                        <p:tgtEl>
                                          <p:spTgt spid="675"/>
                                        </p:tgtEl>
                                        <p:attrNameLst>
                                          <p:attrName>ppt_h</p:attrName>
                                        </p:attrNameLst>
                                      </p:cBhvr>
                                      <p:tavLst>
                                        <p:tav fmla="" tm="0">
                                          <p:val>
                                            <p:strVal val="0"/>
                                          </p:val>
                                        </p:tav>
                                        <p:tav fmla="" tm="100000">
                                          <p:val>
                                            <p:strVal val="#ppt_h"/>
                                          </p:val>
                                        </p:tav>
                                      </p:tavLst>
                                    </p:anim>
                                  </p:childTnLst>
                                </p:cTn>
                              </p:par>
                            </p:childTnLst>
                          </p:cTn>
                        </p:par>
                        <p:par>
                          <p:cTn fill="hold">
                            <p:stCondLst>
                              <p:cond delay="500"/>
                            </p:stCondLst>
                            <p:childTnLst>
                              <p:par>
                                <p:cTn fill="hold" nodeType="afterEffect" presetClass="entr" presetID="23" presetSubtype="16">
                                  <p:stCondLst>
                                    <p:cond delay="0"/>
                                  </p:stCondLst>
                                  <p:childTnLst>
                                    <p:set>
                                      <p:cBhvr>
                                        <p:cTn dur="1" fill="hold">
                                          <p:stCondLst>
                                            <p:cond delay="0"/>
                                          </p:stCondLst>
                                        </p:cTn>
                                        <p:tgtEl>
                                          <p:spTgt spid="678"/>
                                        </p:tgtEl>
                                        <p:attrNameLst>
                                          <p:attrName>style.visibility</p:attrName>
                                        </p:attrNameLst>
                                      </p:cBhvr>
                                      <p:to>
                                        <p:strVal val="visible"/>
                                      </p:to>
                                    </p:set>
                                    <p:anim calcmode="lin" valueType="num">
                                      <p:cBhvr additive="base">
                                        <p:cTn dur="500"/>
                                        <p:tgtEl>
                                          <p:spTgt spid="678"/>
                                        </p:tgtEl>
                                        <p:attrNameLst>
                                          <p:attrName>ppt_w</p:attrName>
                                        </p:attrNameLst>
                                      </p:cBhvr>
                                      <p:tavLst>
                                        <p:tav fmla="" tm="0">
                                          <p:val>
                                            <p:strVal val="0"/>
                                          </p:val>
                                        </p:tav>
                                        <p:tav fmla="" tm="100000">
                                          <p:val>
                                            <p:strVal val="#ppt_w"/>
                                          </p:val>
                                        </p:tav>
                                      </p:tavLst>
                                    </p:anim>
                                    <p:anim calcmode="lin" valueType="num">
                                      <p:cBhvr additive="base">
                                        <p:cTn dur="500"/>
                                        <p:tgtEl>
                                          <p:spTgt spid="678"/>
                                        </p:tgtEl>
                                        <p:attrNameLst>
                                          <p:attrName>ppt_h</p:attrName>
                                        </p:attrNameLst>
                                      </p:cBhvr>
                                      <p:tavLst>
                                        <p:tav fmla="" tm="0">
                                          <p:val>
                                            <p:strVal val="0"/>
                                          </p:val>
                                        </p:tav>
                                        <p:tav fmla="" tm="100000">
                                          <p:val>
                                            <p:strVal val="#ppt_h"/>
                                          </p:val>
                                        </p:tav>
                                      </p:tavLst>
                                    </p:anim>
                                  </p:childTnLst>
                                </p:cTn>
                              </p:par>
                            </p:childTnLst>
                          </p:cTn>
                        </p:par>
                        <p:par>
                          <p:cTn fill="hold">
                            <p:stCondLst>
                              <p:cond delay="1000"/>
                            </p:stCondLst>
                            <p:childTnLst>
                              <p:par>
                                <p:cTn fill="hold" nodeType="afterEffect" presetClass="entr" presetID="23" presetSubtype="16">
                                  <p:stCondLst>
                                    <p:cond delay="0"/>
                                  </p:stCondLst>
                                  <p:childTnLst>
                                    <p:set>
                                      <p:cBhvr>
                                        <p:cTn dur="1" fill="hold">
                                          <p:stCondLst>
                                            <p:cond delay="0"/>
                                          </p:stCondLst>
                                        </p:cTn>
                                        <p:tgtEl>
                                          <p:spTgt spid="681"/>
                                        </p:tgtEl>
                                        <p:attrNameLst>
                                          <p:attrName>style.visibility</p:attrName>
                                        </p:attrNameLst>
                                      </p:cBhvr>
                                      <p:to>
                                        <p:strVal val="visible"/>
                                      </p:to>
                                    </p:set>
                                    <p:anim calcmode="lin" valueType="num">
                                      <p:cBhvr additive="base">
                                        <p:cTn dur="500"/>
                                        <p:tgtEl>
                                          <p:spTgt spid="681"/>
                                        </p:tgtEl>
                                        <p:attrNameLst>
                                          <p:attrName>ppt_w</p:attrName>
                                        </p:attrNameLst>
                                      </p:cBhvr>
                                      <p:tavLst>
                                        <p:tav fmla="" tm="0">
                                          <p:val>
                                            <p:strVal val="0"/>
                                          </p:val>
                                        </p:tav>
                                        <p:tav fmla="" tm="100000">
                                          <p:val>
                                            <p:strVal val="#ppt_w"/>
                                          </p:val>
                                        </p:tav>
                                      </p:tavLst>
                                    </p:anim>
                                    <p:anim calcmode="lin" valueType="num">
                                      <p:cBhvr additive="base">
                                        <p:cTn dur="500"/>
                                        <p:tgtEl>
                                          <p:spTgt spid="681"/>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684"/>
                                        </p:tgtEl>
                                        <p:attrNameLst>
                                          <p:attrName>style.visibility</p:attrName>
                                        </p:attrNameLst>
                                      </p:cBhvr>
                                      <p:to>
                                        <p:strVal val="visible"/>
                                      </p:to>
                                    </p:set>
                                    <p:anim calcmode="lin" valueType="num">
                                      <p:cBhvr additive="base">
                                        <p:cTn dur="500"/>
                                        <p:tgtEl>
                                          <p:spTgt spid="684"/>
                                        </p:tgtEl>
                                        <p:attrNameLst>
                                          <p:attrName>ppt_w</p:attrName>
                                        </p:attrNameLst>
                                      </p:cBhvr>
                                      <p:tavLst>
                                        <p:tav fmla="" tm="0">
                                          <p:val>
                                            <p:strVal val="0"/>
                                          </p:val>
                                        </p:tav>
                                        <p:tav fmla="" tm="100000">
                                          <p:val>
                                            <p:strVal val="#ppt_w"/>
                                          </p:val>
                                        </p:tav>
                                      </p:tavLst>
                                    </p:anim>
                                    <p:anim calcmode="lin" valueType="num">
                                      <p:cBhvr additive="base">
                                        <p:cTn dur="500"/>
                                        <p:tgtEl>
                                          <p:spTgt spid="684"/>
                                        </p:tgtEl>
                                        <p:attrNameLst>
                                          <p:attrName>ppt_h</p:attrName>
                                        </p:attrNameLst>
                                      </p:cBhvr>
                                      <p:tavLst>
                                        <p:tav fmla="" tm="0">
                                          <p:val>
                                            <p:strVal val="0"/>
                                          </p:val>
                                        </p:tav>
                                        <p:tav fmla="" tm="100000">
                                          <p:val>
                                            <p:strVal val="#ppt_h"/>
                                          </p:val>
                                        </p:tav>
                                      </p:tavLst>
                                    </p:anim>
                                  </p:childTnLst>
                                </p:cTn>
                              </p:par>
                            </p:childTnLst>
                          </p:cTn>
                        </p:par>
                        <p:par>
                          <p:cTn fill="hold">
                            <p:stCondLst>
                              <p:cond delay="500"/>
                            </p:stCondLst>
                            <p:childTnLst>
                              <p:par>
                                <p:cTn fill="hold" nodeType="afterEffect" presetClass="entr" presetID="23" presetSubtype="16">
                                  <p:stCondLst>
                                    <p:cond delay="0"/>
                                  </p:stCondLst>
                                  <p:childTnLst>
                                    <p:set>
                                      <p:cBhvr>
                                        <p:cTn dur="1" fill="hold">
                                          <p:stCondLst>
                                            <p:cond delay="0"/>
                                          </p:stCondLst>
                                        </p:cTn>
                                        <p:tgtEl>
                                          <p:spTgt spid="685"/>
                                        </p:tgtEl>
                                        <p:attrNameLst>
                                          <p:attrName>style.visibility</p:attrName>
                                        </p:attrNameLst>
                                      </p:cBhvr>
                                      <p:to>
                                        <p:strVal val="visible"/>
                                      </p:to>
                                    </p:set>
                                    <p:anim calcmode="lin" valueType="num">
                                      <p:cBhvr additive="base">
                                        <p:cTn dur="500"/>
                                        <p:tgtEl>
                                          <p:spTgt spid="685"/>
                                        </p:tgtEl>
                                        <p:attrNameLst>
                                          <p:attrName>ppt_w</p:attrName>
                                        </p:attrNameLst>
                                      </p:cBhvr>
                                      <p:tavLst>
                                        <p:tav fmla="" tm="0">
                                          <p:val>
                                            <p:strVal val="0"/>
                                          </p:val>
                                        </p:tav>
                                        <p:tav fmla="" tm="100000">
                                          <p:val>
                                            <p:strVal val="#ppt_w"/>
                                          </p:val>
                                        </p:tav>
                                      </p:tavLst>
                                    </p:anim>
                                    <p:anim calcmode="lin" valueType="num">
                                      <p:cBhvr additive="base">
                                        <p:cTn dur="500"/>
                                        <p:tgtEl>
                                          <p:spTgt spid="685"/>
                                        </p:tgtEl>
                                        <p:attrNameLst>
                                          <p:attrName>ppt_h</p:attrName>
                                        </p:attrNameLst>
                                      </p:cBhvr>
                                      <p:tavLst>
                                        <p:tav fmla="" tm="0">
                                          <p:val>
                                            <p:strVal val="0"/>
                                          </p:val>
                                        </p:tav>
                                        <p:tav fmla="" tm="100000">
                                          <p:val>
                                            <p:strVal val="#ppt_h"/>
                                          </p:val>
                                        </p:tav>
                                      </p:tavLst>
                                    </p:anim>
                                  </p:childTnLst>
                                </p:cTn>
                              </p:par>
                            </p:childTnLst>
                          </p:cTn>
                        </p:par>
                        <p:par>
                          <p:cTn fill="hold">
                            <p:stCondLst>
                              <p:cond delay="1000"/>
                            </p:stCondLst>
                            <p:childTnLst>
                              <p:par>
                                <p:cTn fill="hold" nodeType="afterEffect" presetClass="entr" presetID="23" presetSubtype="16">
                                  <p:stCondLst>
                                    <p:cond delay="0"/>
                                  </p:stCondLst>
                                  <p:childTnLst>
                                    <p:set>
                                      <p:cBhvr>
                                        <p:cTn dur="1" fill="hold">
                                          <p:stCondLst>
                                            <p:cond delay="0"/>
                                          </p:stCondLst>
                                        </p:cTn>
                                        <p:tgtEl>
                                          <p:spTgt spid="686"/>
                                        </p:tgtEl>
                                        <p:attrNameLst>
                                          <p:attrName>style.visibility</p:attrName>
                                        </p:attrNameLst>
                                      </p:cBhvr>
                                      <p:to>
                                        <p:strVal val="visible"/>
                                      </p:to>
                                    </p:set>
                                    <p:anim calcmode="lin" valueType="num">
                                      <p:cBhvr additive="base">
                                        <p:cTn dur="500"/>
                                        <p:tgtEl>
                                          <p:spTgt spid="686"/>
                                        </p:tgtEl>
                                        <p:attrNameLst>
                                          <p:attrName>ppt_w</p:attrName>
                                        </p:attrNameLst>
                                      </p:cBhvr>
                                      <p:tavLst>
                                        <p:tav fmla="" tm="0">
                                          <p:val>
                                            <p:strVal val="0"/>
                                          </p:val>
                                        </p:tav>
                                        <p:tav fmla="" tm="100000">
                                          <p:val>
                                            <p:strVal val="#ppt_w"/>
                                          </p:val>
                                        </p:tav>
                                      </p:tavLst>
                                    </p:anim>
                                    <p:anim calcmode="lin" valueType="num">
                                      <p:cBhvr additive="base">
                                        <p:cTn dur="500"/>
                                        <p:tgtEl>
                                          <p:spTgt spid="686"/>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8"/>
                                        </p:tgtEl>
                                        <p:attrNameLst>
                                          <p:attrName>style.visibility</p:attrName>
                                        </p:attrNameLst>
                                      </p:cBhvr>
                                      <p:to>
                                        <p:strVal val="visible"/>
                                      </p:to>
                                    </p:set>
                                    <p:animEffect filter="fade" transition="in">
                                      <p:cBhvr>
                                        <p:cTn dur="1000"/>
                                        <p:tgtEl>
                                          <p:spTgt spid="68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3" name="Shape 693"/>
        <p:cNvGrpSpPr/>
        <p:nvPr/>
      </p:nvGrpSpPr>
      <p:grpSpPr>
        <a:xfrm>
          <a:off x="0" y="0"/>
          <a:ext cx="0" cy="0"/>
          <a:chOff x="0" y="0"/>
          <a:chExt cx="0" cy="0"/>
        </a:xfrm>
      </p:grpSpPr>
      <p:sp>
        <p:nvSpPr>
          <p:cNvPr id="694" name="Google Shape;694;p38"/>
          <p:cNvSpPr/>
          <p:nvPr/>
        </p:nvSpPr>
        <p:spPr>
          <a:xfrm>
            <a:off x="685800" y="1549400"/>
            <a:ext cx="7772400" cy="4225925"/>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accent2"/>
              </a:buClr>
              <a:buSzPts val="2400"/>
              <a:buFont typeface="Arial"/>
              <a:buNone/>
            </a:pPr>
            <a:r>
              <a:rPr i="1" lang="en-US" sz="2400">
                <a:solidFill>
                  <a:schemeClr val="accent2"/>
                </a:solidFill>
                <a:latin typeface="Arial"/>
                <a:ea typeface="Arial"/>
                <a:cs typeface="Arial"/>
                <a:sym typeface="Arial"/>
              </a:rPr>
              <a:t>Determining instantaneous and average values for velocity, speed and acceleration</a:t>
            </a:r>
            <a:endParaRPr sz="2000">
              <a:solidFill>
                <a:schemeClr val="dk1"/>
              </a:solidFill>
              <a:latin typeface="Courier New"/>
              <a:ea typeface="Courier New"/>
              <a:cs typeface="Courier New"/>
              <a:sym typeface="Courier New"/>
            </a:endParaRPr>
          </a:p>
          <a:p>
            <a:pPr indent="0" lvl="0" marL="0" marR="0" rtl="0" algn="l">
              <a:spcBef>
                <a:spcPts val="0"/>
              </a:spcBef>
              <a:spcAft>
                <a:spcPts val="0"/>
              </a:spcAft>
              <a:buClr>
                <a:schemeClr val="dk1"/>
              </a:buClr>
              <a:buSzPts val="2400"/>
              <a:buFont typeface="Arial"/>
              <a:buNone/>
            </a:pPr>
            <a:r>
              <a:rPr lang="en-US" sz="2400">
                <a:solidFill>
                  <a:schemeClr val="dk1"/>
                </a:solidFill>
                <a:latin typeface="Arial"/>
                <a:ea typeface="Arial"/>
                <a:cs typeface="Arial"/>
                <a:sym typeface="Arial"/>
              </a:rPr>
              <a:t>∙If we increase the sample rate of the radar gun (make the ∆</a:t>
            </a:r>
            <a:r>
              <a:rPr i="1" lang="en-US" sz="2400">
                <a:solidFill>
                  <a:schemeClr val="dk1"/>
                </a:solidFill>
                <a:latin typeface="Arial"/>
                <a:ea typeface="Arial"/>
                <a:cs typeface="Arial"/>
                <a:sym typeface="Arial"/>
              </a:rPr>
              <a:t>t</a:t>
            </a:r>
            <a:r>
              <a:rPr lang="en-US" sz="2400">
                <a:solidFill>
                  <a:schemeClr val="dk1"/>
                </a:solidFill>
                <a:latin typeface="Arial"/>
                <a:ea typeface="Arial"/>
                <a:cs typeface="Arial"/>
                <a:sym typeface="Arial"/>
              </a:rPr>
              <a:t> smaller) the positions will get closer together.</a:t>
            </a:r>
            <a:endParaRPr/>
          </a:p>
          <a:p>
            <a:pPr indent="0" lvl="0" marL="0" marR="0" rtl="0" algn="l">
              <a:spcBef>
                <a:spcPts val="240"/>
              </a:spcBef>
              <a:spcAft>
                <a:spcPts val="0"/>
              </a:spcAft>
              <a:buClr>
                <a:schemeClr val="dk1"/>
              </a:buClr>
              <a:buSzPts val="2400"/>
              <a:buFont typeface="Arial"/>
              <a:buNone/>
            </a:pPr>
            <a:r>
              <a:rPr lang="en-US" sz="2400">
                <a:solidFill>
                  <a:schemeClr val="dk1"/>
                </a:solidFill>
                <a:latin typeface="Arial"/>
                <a:ea typeface="Arial"/>
                <a:cs typeface="Arial"/>
                <a:sym typeface="Arial"/>
              </a:rPr>
              <a:t>∙Thus the velocity calculation is more exact.</a:t>
            </a:r>
            <a:endParaRPr/>
          </a:p>
          <a:p>
            <a:pPr indent="0" lvl="0" marL="0" marR="0" rtl="0" algn="l">
              <a:spcBef>
                <a:spcPts val="240"/>
              </a:spcBef>
              <a:spcAft>
                <a:spcPts val="0"/>
              </a:spcAft>
              <a:buClr>
                <a:schemeClr val="dk1"/>
              </a:buClr>
              <a:buSzPts val="2400"/>
              <a:buFont typeface="Arial"/>
              <a:buNone/>
            </a:pPr>
            <a:r>
              <a:rPr lang="en-US" sz="2400">
                <a:solidFill>
                  <a:schemeClr val="dk1"/>
                </a:solidFill>
                <a:latin typeface="Arial"/>
                <a:ea typeface="Arial"/>
                <a:cs typeface="Arial"/>
                <a:sym typeface="Arial"/>
              </a:rPr>
              <a:t>∙We call the limit as ∆</a:t>
            </a:r>
            <a:r>
              <a:rPr i="1" lang="en-US" sz="2400">
                <a:solidFill>
                  <a:schemeClr val="dk1"/>
                </a:solidFill>
                <a:latin typeface="Arial"/>
                <a:ea typeface="Arial"/>
                <a:cs typeface="Arial"/>
                <a:sym typeface="Arial"/>
              </a:rPr>
              <a:t>t</a:t>
            </a:r>
            <a:r>
              <a:rPr lang="en-US" sz="2400">
                <a:solidFill>
                  <a:schemeClr val="dk1"/>
                </a:solidFill>
                <a:latin typeface="Arial"/>
                <a:ea typeface="Arial"/>
                <a:cs typeface="Arial"/>
                <a:sym typeface="Arial"/>
              </a:rPr>
              <a:t> approaches zero in the equation </a:t>
            </a:r>
            <a:r>
              <a:rPr i="1" lang="en-US" sz="2400">
                <a:solidFill>
                  <a:schemeClr val="dk1"/>
                </a:solidFill>
                <a:latin typeface="Arial"/>
                <a:ea typeface="Arial"/>
                <a:cs typeface="Arial"/>
                <a:sym typeface="Arial"/>
              </a:rPr>
              <a:t>v</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x</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t</a:t>
            </a:r>
            <a:r>
              <a:rPr lang="en-US" sz="2400">
                <a:solidFill>
                  <a:schemeClr val="dk1"/>
                </a:solidFill>
                <a:latin typeface="Arial"/>
                <a:ea typeface="Arial"/>
                <a:cs typeface="Arial"/>
                <a:sym typeface="Arial"/>
              </a:rPr>
              <a:t> the </a:t>
            </a:r>
            <a:r>
              <a:rPr b="1" lang="en-US" sz="2400">
                <a:solidFill>
                  <a:schemeClr val="dk1"/>
                </a:solidFill>
                <a:latin typeface="Arial"/>
                <a:ea typeface="Arial"/>
                <a:cs typeface="Arial"/>
                <a:sym typeface="Arial"/>
              </a:rPr>
              <a:t>instantaneous velocity</a:t>
            </a:r>
            <a:r>
              <a:rPr lang="en-US" sz="2400">
                <a:solidFill>
                  <a:schemeClr val="dk1"/>
                </a:solidFill>
                <a:latin typeface="Arial"/>
                <a:ea typeface="Arial"/>
                <a:cs typeface="Arial"/>
                <a:sym typeface="Arial"/>
              </a:rPr>
              <a:t>.</a:t>
            </a:r>
            <a:endParaRPr/>
          </a:p>
          <a:p>
            <a:pPr indent="0" lvl="0" marL="0" marR="0" rtl="0" algn="l">
              <a:spcBef>
                <a:spcPts val="240"/>
              </a:spcBef>
              <a:spcAft>
                <a:spcPts val="0"/>
              </a:spcAft>
              <a:buClr>
                <a:schemeClr val="dk1"/>
              </a:buClr>
              <a:buSzPts val="2400"/>
              <a:buFont typeface="Arial"/>
              <a:buNone/>
            </a:pPr>
            <a:r>
              <a:rPr lang="en-US" sz="2400">
                <a:solidFill>
                  <a:schemeClr val="dk1"/>
                </a:solidFill>
                <a:latin typeface="Arial"/>
                <a:ea typeface="Arial"/>
                <a:cs typeface="Arial"/>
                <a:sym typeface="Arial"/>
              </a:rPr>
              <a:t>∙For this level of physics we will just be content with the average velocity. Limits are beyond the scope of this course. You can use the Wiki extensions to explore   	limits, and derivatives, if interested.</a:t>
            </a:r>
            <a:endParaRPr/>
          </a:p>
        </p:txBody>
      </p:sp>
      <p:sp>
        <p:nvSpPr>
          <p:cNvPr descr="Sand" id="695" name="Google Shape;695;p38"/>
          <p:cNvSpPr/>
          <p:nvPr/>
        </p:nvSpPr>
        <p:spPr>
          <a:xfrm>
            <a:off x="0" y="5786438"/>
            <a:ext cx="8445500" cy="1071562"/>
          </a:xfrm>
          <a:prstGeom prst="rect">
            <a:avLst/>
          </a:prstGeom>
          <a:blipFill rotWithShape="1">
            <a:blip r:embed="rId3">
              <a:alphaModFix/>
            </a:blip>
            <a:tile algn="tl" flip="none" tx="0" sx="100000" ty="0" sy="100000"/>
          </a:blip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696" name="Google Shape;696;p38"/>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2: Mechanics</a:t>
            </a:r>
            <a:br>
              <a:rPr b="1" lang="en-US" sz="2800"/>
            </a:br>
            <a:r>
              <a:rPr lang="en-US" sz="2800">
                <a:solidFill>
                  <a:schemeClr val="dk1"/>
                </a:solidFill>
              </a:rPr>
              <a:t>2.1 – Motion</a:t>
            </a:r>
            <a:endParaRPr/>
          </a:p>
        </p:txBody>
      </p:sp>
      <p:cxnSp>
        <p:nvCxnSpPr>
          <p:cNvPr id="697" name="Google Shape;697;p38"/>
          <p:cNvCxnSpPr/>
          <p:nvPr/>
        </p:nvCxnSpPr>
        <p:spPr>
          <a:xfrm flipH="1">
            <a:off x="3284538" y="5799138"/>
            <a:ext cx="396875" cy="1058862"/>
          </a:xfrm>
          <a:prstGeom prst="straightConnector1">
            <a:avLst/>
          </a:prstGeom>
          <a:noFill/>
          <a:ln cap="flat" cmpd="sng" w="57150">
            <a:solidFill>
              <a:srgbClr val="FFFF00"/>
            </a:solidFill>
            <a:prstDash val="dot"/>
            <a:round/>
            <a:headEnd len="med" w="med" type="none"/>
            <a:tailEnd len="med" w="med" type="none"/>
          </a:ln>
        </p:spPr>
      </p:cxnSp>
      <p:cxnSp>
        <p:nvCxnSpPr>
          <p:cNvPr id="698" name="Google Shape;698;p38"/>
          <p:cNvCxnSpPr/>
          <p:nvPr/>
        </p:nvCxnSpPr>
        <p:spPr>
          <a:xfrm flipH="1">
            <a:off x="3411538" y="5811838"/>
            <a:ext cx="396875" cy="1058862"/>
          </a:xfrm>
          <a:prstGeom prst="straightConnector1">
            <a:avLst/>
          </a:prstGeom>
          <a:noFill/>
          <a:ln cap="flat" cmpd="sng" w="57150">
            <a:solidFill>
              <a:srgbClr val="FFFF00"/>
            </a:solidFill>
            <a:prstDash val="dot"/>
            <a:round/>
            <a:headEnd len="med" w="med" type="none"/>
            <a:tailEnd len="med" w="med" type="none"/>
          </a:ln>
        </p:spPr>
      </p:cxnSp>
      <p:cxnSp>
        <p:nvCxnSpPr>
          <p:cNvPr id="699" name="Google Shape;699;p38"/>
          <p:cNvCxnSpPr/>
          <p:nvPr/>
        </p:nvCxnSpPr>
        <p:spPr>
          <a:xfrm flipH="1">
            <a:off x="3649663" y="5799138"/>
            <a:ext cx="396875" cy="1058862"/>
          </a:xfrm>
          <a:prstGeom prst="straightConnector1">
            <a:avLst/>
          </a:prstGeom>
          <a:noFill/>
          <a:ln cap="flat" cmpd="sng" w="57150">
            <a:solidFill>
              <a:srgbClr val="FFFF00"/>
            </a:solidFill>
            <a:prstDash val="dot"/>
            <a:round/>
            <a:headEnd len="med" w="med" type="none"/>
            <a:tailEnd len="med" w="med" type="none"/>
          </a:ln>
        </p:spPr>
      </p:cxnSp>
      <p:cxnSp>
        <p:nvCxnSpPr>
          <p:cNvPr id="700" name="Google Shape;700;p38"/>
          <p:cNvCxnSpPr/>
          <p:nvPr/>
        </p:nvCxnSpPr>
        <p:spPr>
          <a:xfrm flipH="1">
            <a:off x="4008438" y="5799138"/>
            <a:ext cx="396875" cy="1058862"/>
          </a:xfrm>
          <a:prstGeom prst="straightConnector1">
            <a:avLst/>
          </a:prstGeom>
          <a:noFill/>
          <a:ln cap="flat" cmpd="sng" w="57150">
            <a:solidFill>
              <a:srgbClr val="FFFF00"/>
            </a:solidFill>
            <a:prstDash val="dot"/>
            <a:round/>
            <a:headEnd len="med" w="med" type="none"/>
            <a:tailEnd len="med" w="med" type="none"/>
          </a:ln>
        </p:spPr>
      </p:cxnSp>
      <p:pic>
        <p:nvPicPr>
          <p:cNvPr descr="ANd9GcTCpa-CtQc2qA9P0_GIqWH9zMCkovhRgULygJzqJR5uzC14__FG" id="701" name="Google Shape;701;p38"/>
          <p:cNvPicPr preferRelativeResize="0"/>
          <p:nvPr/>
        </p:nvPicPr>
        <p:blipFill rotWithShape="1">
          <a:blip r:embed="rId4">
            <a:alphaModFix/>
          </a:blip>
          <a:srcRect b="0" l="0" r="0" t="0"/>
          <a:stretch/>
        </p:blipFill>
        <p:spPr>
          <a:xfrm>
            <a:off x="-112713" y="5462588"/>
            <a:ext cx="1911351" cy="1395412"/>
          </a:xfrm>
          <a:prstGeom prst="rect">
            <a:avLst/>
          </a:prstGeom>
          <a:noFill/>
          <a:ln>
            <a:noFill/>
          </a:ln>
        </p:spPr>
      </p:pic>
      <p:cxnSp>
        <p:nvCxnSpPr>
          <p:cNvPr id="702" name="Google Shape;702;p38"/>
          <p:cNvCxnSpPr/>
          <p:nvPr/>
        </p:nvCxnSpPr>
        <p:spPr>
          <a:xfrm flipH="1">
            <a:off x="4487863" y="5799138"/>
            <a:ext cx="396875" cy="1058862"/>
          </a:xfrm>
          <a:prstGeom prst="straightConnector1">
            <a:avLst/>
          </a:prstGeom>
          <a:noFill/>
          <a:ln cap="flat" cmpd="sng" w="57150">
            <a:solidFill>
              <a:srgbClr val="FFFF00"/>
            </a:solidFill>
            <a:prstDash val="dot"/>
            <a:round/>
            <a:headEnd len="med" w="med" type="none"/>
            <a:tailEnd len="med" w="med" type="none"/>
          </a:ln>
        </p:spPr>
      </p:cxnSp>
      <p:cxnSp>
        <p:nvCxnSpPr>
          <p:cNvPr id="703" name="Google Shape;703;p38"/>
          <p:cNvCxnSpPr/>
          <p:nvPr/>
        </p:nvCxnSpPr>
        <p:spPr>
          <a:xfrm flipH="1">
            <a:off x="5072063" y="5811838"/>
            <a:ext cx="396875" cy="1058862"/>
          </a:xfrm>
          <a:prstGeom prst="straightConnector1">
            <a:avLst/>
          </a:prstGeom>
          <a:noFill/>
          <a:ln cap="flat" cmpd="sng" w="57150">
            <a:solidFill>
              <a:srgbClr val="FFFF00"/>
            </a:solidFill>
            <a:prstDash val="dot"/>
            <a:round/>
            <a:headEnd len="med" w="med" type="none"/>
            <a:tailEnd len="med" w="med" type="none"/>
          </a:ln>
        </p:spPr>
      </p:cxnSp>
      <p:cxnSp>
        <p:nvCxnSpPr>
          <p:cNvPr id="704" name="Google Shape;704;p38"/>
          <p:cNvCxnSpPr/>
          <p:nvPr/>
        </p:nvCxnSpPr>
        <p:spPr>
          <a:xfrm flipH="1">
            <a:off x="5830888" y="5799138"/>
            <a:ext cx="396875" cy="1058862"/>
          </a:xfrm>
          <a:prstGeom prst="straightConnector1">
            <a:avLst/>
          </a:prstGeom>
          <a:noFill/>
          <a:ln cap="flat" cmpd="sng" w="57150">
            <a:solidFill>
              <a:srgbClr val="FFFF00"/>
            </a:solidFill>
            <a:prstDash val="dot"/>
            <a:round/>
            <a:headEnd len="med" w="med" type="none"/>
            <a:tailEnd len="med" w="med" type="none"/>
          </a:ln>
        </p:spPr>
      </p:cxnSp>
      <p:cxnSp>
        <p:nvCxnSpPr>
          <p:cNvPr id="705" name="Google Shape;705;p38"/>
          <p:cNvCxnSpPr/>
          <p:nvPr/>
        </p:nvCxnSpPr>
        <p:spPr>
          <a:xfrm flipH="1">
            <a:off x="6761163" y="5799138"/>
            <a:ext cx="396875" cy="1058862"/>
          </a:xfrm>
          <a:prstGeom prst="straightConnector1">
            <a:avLst/>
          </a:prstGeom>
          <a:noFill/>
          <a:ln cap="flat" cmpd="sng" w="57150">
            <a:solidFill>
              <a:srgbClr val="FFFF00"/>
            </a:solidFill>
            <a:prstDash val="dot"/>
            <a:round/>
            <a:headEnd len="med" w="med" type="none"/>
            <a:tailEnd len="med" w="med" type="none"/>
          </a:ln>
        </p:spPr>
      </p:cxnSp>
      <p:pic>
        <p:nvPicPr>
          <p:cNvPr id="706" name="Google Shape;706;p38"/>
          <p:cNvPicPr preferRelativeResize="0"/>
          <p:nvPr/>
        </p:nvPicPr>
        <p:blipFill rotWithShape="1">
          <a:blip r:embed="rId5">
            <a:alphaModFix/>
          </a:blip>
          <a:srcRect b="0" l="0" r="0" t="0"/>
          <a:stretch/>
        </p:blipFill>
        <p:spPr>
          <a:xfrm>
            <a:off x="6910388" y="5535613"/>
            <a:ext cx="2224087" cy="1192212"/>
          </a:xfrm>
          <a:prstGeom prst="rect">
            <a:avLst/>
          </a:prstGeom>
          <a:noFill/>
          <a:ln>
            <a:noFill/>
          </a:ln>
        </p:spPr>
      </p:pic>
      <p:sp>
        <p:nvSpPr>
          <p:cNvPr id="707" name="Google Shape;707;p38"/>
          <p:cNvSpPr/>
          <p:nvPr/>
        </p:nvSpPr>
        <p:spPr>
          <a:xfrm>
            <a:off x="4022725" y="5775325"/>
            <a:ext cx="846138" cy="1082675"/>
          </a:xfrm>
          <a:prstGeom prst="parallelogram">
            <a:avLst>
              <a:gd fmla="val 47074" name="adj"/>
            </a:avLst>
          </a:prstGeom>
          <a:solidFill>
            <a:srgbClr val="FF9900">
              <a:alpha val="364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7"/>
                                        </p:tgtEl>
                                        <p:attrNameLst>
                                          <p:attrName>style.visibility</p:attrName>
                                        </p:attrNameLst>
                                      </p:cBhvr>
                                      <p:to>
                                        <p:strVal val="visible"/>
                                      </p:to>
                                    </p:set>
                                    <p:animEffect filter="fade" transition="in">
                                      <p:cBhvr>
                                        <p:cTn dur="500"/>
                                        <p:tgtEl>
                                          <p:spTgt spid="697"/>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698"/>
                                        </p:tgtEl>
                                        <p:attrNameLst>
                                          <p:attrName>style.visibility</p:attrName>
                                        </p:attrNameLst>
                                      </p:cBhvr>
                                      <p:to>
                                        <p:strVal val="visible"/>
                                      </p:to>
                                    </p:set>
                                    <p:animEffect filter="fade" transition="in">
                                      <p:cBhvr>
                                        <p:cTn dur="500"/>
                                        <p:tgtEl>
                                          <p:spTgt spid="698"/>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699"/>
                                        </p:tgtEl>
                                        <p:attrNameLst>
                                          <p:attrName>style.visibility</p:attrName>
                                        </p:attrNameLst>
                                      </p:cBhvr>
                                      <p:to>
                                        <p:strVal val="visible"/>
                                      </p:to>
                                    </p:set>
                                    <p:animEffect filter="fade" transition="in">
                                      <p:cBhvr>
                                        <p:cTn dur="500"/>
                                        <p:tgtEl>
                                          <p:spTgt spid="699"/>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700"/>
                                        </p:tgtEl>
                                        <p:attrNameLst>
                                          <p:attrName>style.visibility</p:attrName>
                                        </p:attrNameLst>
                                      </p:cBhvr>
                                      <p:to>
                                        <p:strVal val="visible"/>
                                      </p:to>
                                    </p:set>
                                    <p:animEffect filter="fade" transition="in">
                                      <p:cBhvr>
                                        <p:cTn dur="500"/>
                                        <p:tgtEl>
                                          <p:spTgt spid="700"/>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702"/>
                                        </p:tgtEl>
                                        <p:attrNameLst>
                                          <p:attrName>style.visibility</p:attrName>
                                        </p:attrNameLst>
                                      </p:cBhvr>
                                      <p:to>
                                        <p:strVal val="visible"/>
                                      </p:to>
                                    </p:set>
                                    <p:animEffect filter="fade" transition="in">
                                      <p:cBhvr>
                                        <p:cTn dur="500"/>
                                        <p:tgtEl>
                                          <p:spTgt spid="702"/>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703"/>
                                        </p:tgtEl>
                                        <p:attrNameLst>
                                          <p:attrName>style.visibility</p:attrName>
                                        </p:attrNameLst>
                                      </p:cBhvr>
                                      <p:to>
                                        <p:strVal val="visible"/>
                                      </p:to>
                                    </p:set>
                                    <p:animEffect filter="fade" transition="in">
                                      <p:cBhvr>
                                        <p:cTn dur="500"/>
                                        <p:tgtEl>
                                          <p:spTgt spid="703"/>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704"/>
                                        </p:tgtEl>
                                        <p:attrNameLst>
                                          <p:attrName>style.visibility</p:attrName>
                                        </p:attrNameLst>
                                      </p:cBhvr>
                                      <p:to>
                                        <p:strVal val="visible"/>
                                      </p:to>
                                    </p:set>
                                    <p:animEffect filter="fade" transition="in">
                                      <p:cBhvr>
                                        <p:cTn dur="500"/>
                                        <p:tgtEl>
                                          <p:spTgt spid="704"/>
                                        </p:tgtEl>
                                      </p:cBhvr>
                                    </p:animEffec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705"/>
                                        </p:tgtEl>
                                        <p:attrNameLst>
                                          <p:attrName>style.visibility</p:attrName>
                                        </p:attrNameLst>
                                      </p:cBhvr>
                                      <p:to>
                                        <p:strVal val="visible"/>
                                      </p:to>
                                    </p:set>
                                    <p:animEffect filter="fade" transition="in">
                                      <p:cBhvr>
                                        <p:cTn dur="500"/>
                                        <p:tgtEl>
                                          <p:spTgt spid="70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7"/>
                                        </p:tgtEl>
                                        <p:attrNameLst>
                                          <p:attrName>style.visibility</p:attrName>
                                        </p:attrNameLst>
                                      </p:cBhvr>
                                      <p:to>
                                        <p:strVal val="visible"/>
                                      </p:to>
                                    </p:set>
                                    <p:animEffect filter="fade" transition="in">
                                      <p:cBhvr>
                                        <p:cTn dur="1000"/>
                                        <p:tgtEl>
                                          <p:spTgt spid="70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2" name="Shape 712"/>
        <p:cNvGrpSpPr/>
        <p:nvPr/>
      </p:nvGrpSpPr>
      <p:grpSpPr>
        <a:xfrm>
          <a:off x="0" y="0"/>
          <a:ext cx="0" cy="0"/>
          <a:chOff x="0" y="0"/>
          <a:chExt cx="0" cy="0"/>
        </a:xfrm>
      </p:grpSpPr>
      <p:sp>
        <p:nvSpPr>
          <p:cNvPr id="713" name="Google Shape;713;p39"/>
          <p:cNvSpPr/>
          <p:nvPr/>
        </p:nvSpPr>
        <p:spPr>
          <a:xfrm>
            <a:off x="685800" y="1549400"/>
            <a:ext cx="7772400" cy="4225925"/>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accent2"/>
              </a:buClr>
              <a:buSzPts val="2400"/>
              <a:buFont typeface="Arial"/>
              <a:buNone/>
            </a:pPr>
            <a:r>
              <a:rPr i="1" lang="en-US" sz="2400">
                <a:solidFill>
                  <a:schemeClr val="accent2"/>
                </a:solidFill>
                <a:latin typeface="Arial"/>
                <a:ea typeface="Arial"/>
                <a:cs typeface="Arial"/>
                <a:sym typeface="Arial"/>
              </a:rPr>
              <a:t>Determining instantaneous and average values for velocity, speed and acceleration</a:t>
            </a:r>
            <a:endParaRPr sz="2000">
              <a:solidFill>
                <a:schemeClr val="dk1"/>
              </a:solidFill>
              <a:latin typeface="Courier New"/>
              <a:ea typeface="Courier New"/>
              <a:cs typeface="Courier New"/>
              <a:sym typeface="Courier New"/>
            </a:endParaRPr>
          </a:p>
          <a:p>
            <a:pPr indent="0" lvl="0" marL="0" marR="0" rtl="0" algn="l">
              <a:spcBef>
                <a:spcPts val="0"/>
              </a:spcBef>
              <a:spcAft>
                <a:spcPts val="0"/>
              </a:spcAft>
              <a:buClr>
                <a:schemeClr val="dk1"/>
              </a:buClr>
              <a:buSzPts val="2400"/>
              <a:buFont typeface="Arial"/>
              <a:buNone/>
            </a:pPr>
            <a:r>
              <a:rPr lang="en-US" sz="2400">
                <a:solidFill>
                  <a:schemeClr val="dk1"/>
                </a:solidFill>
                <a:latin typeface="Arial"/>
                <a:ea typeface="Arial"/>
                <a:cs typeface="Arial"/>
                <a:sym typeface="Arial"/>
              </a:rPr>
              <a:t>∙By the same reasoning, if ∆</a:t>
            </a:r>
            <a:r>
              <a:rPr i="1" lang="en-US" sz="2400">
                <a:solidFill>
                  <a:schemeClr val="dk1"/>
                </a:solidFill>
                <a:latin typeface="Arial"/>
                <a:ea typeface="Arial"/>
                <a:cs typeface="Arial"/>
                <a:sym typeface="Arial"/>
              </a:rPr>
              <a:t>t</a:t>
            </a:r>
            <a:r>
              <a:rPr lang="en-US" sz="2400">
                <a:solidFill>
                  <a:schemeClr val="dk1"/>
                </a:solidFill>
                <a:latin typeface="Arial"/>
                <a:ea typeface="Arial"/>
                <a:cs typeface="Arial"/>
                <a:sym typeface="Arial"/>
              </a:rPr>
              <a:t> gets smaller in the acceleration equation, our acceleration calculation becomes more precise.</a:t>
            </a:r>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∙We call the limit as ∆</a:t>
            </a:r>
            <a:r>
              <a:rPr i="1" lang="en-US" sz="2400">
                <a:solidFill>
                  <a:schemeClr val="dk1"/>
                </a:solidFill>
                <a:latin typeface="Arial"/>
                <a:ea typeface="Arial"/>
                <a:cs typeface="Arial"/>
                <a:sym typeface="Arial"/>
              </a:rPr>
              <a:t>t</a:t>
            </a:r>
            <a:r>
              <a:rPr lang="en-US" sz="2400">
                <a:solidFill>
                  <a:schemeClr val="dk1"/>
                </a:solidFill>
                <a:latin typeface="Arial"/>
                <a:ea typeface="Arial"/>
                <a:cs typeface="Arial"/>
                <a:sym typeface="Arial"/>
              </a:rPr>
              <a:t> approaches zero of the equation </a:t>
            </a:r>
            <a:r>
              <a:rPr i="1" lang="en-US" sz="2400">
                <a:solidFill>
                  <a:schemeClr val="dk1"/>
                </a:solidFill>
                <a:latin typeface="Arial"/>
                <a:ea typeface="Arial"/>
                <a:cs typeface="Arial"/>
                <a:sym typeface="Arial"/>
              </a:rPr>
              <a:t>a</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v</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t</a:t>
            </a:r>
            <a:r>
              <a:rPr lang="en-US" sz="2400">
                <a:solidFill>
                  <a:schemeClr val="dk1"/>
                </a:solidFill>
                <a:latin typeface="Arial"/>
                <a:ea typeface="Arial"/>
                <a:cs typeface="Arial"/>
                <a:sym typeface="Arial"/>
              </a:rPr>
              <a:t> the </a:t>
            </a:r>
            <a:r>
              <a:rPr b="1" lang="en-US" sz="2400">
                <a:solidFill>
                  <a:schemeClr val="dk1"/>
                </a:solidFill>
                <a:latin typeface="Arial"/>
                <a:ea typeface="Arial"/>
                <a:cs typeface="Arial"/>
                <a:sym typeface="Arial"/>
              </a:rPr>
              <a:t>instantaneous acceleration</a:t>
            </a:r>
            <a:r>
              <a:rPr lang="en-US" sz="2400">
                <a:solidFill>
                  <a:schemeClr val="dk1"/>
                </a:solidFill>
                <a:latin typeface="Arial"/>
                <a:ea typeface="Arial"/>
                <a:cs typeface="Arial"/>
                <a:sym typeface="Arial"/>
              </a:rPr>
              <a:t>.</a:t>
            </a:r>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∙For this level of physics we will be content with the average acceleration. See the Wiki for extensions if you are interested!</a:t>
            </a:r>
            <a:endParaRPr/>
          </a:p>
        </p:txBody>
      </p:sp>
      <p:sp>
        <p:nvSpPr>
          <p:cNvPr descr="Sand" id="714" name="Google Shape;714;p39"/>
          <p:cNvSpPr/>
          <p:nvPr/>
        </p:nvSpPr>
        <p:spPr>
          <a:xfrm>
            <a:off x="0" y="5786438"/>
            <a:ext cx="8445500" cy="1071562"/>
          </a:xfrm>
          <a:prstGeom prst="rect">
            <a:avLst/>
          </a:prstGeom>
          <a:blipFill rotWithShape="1">
            <a:blip r:embed="rId3">
              <a:alphaModFix/>
            </a:blip>
            <a:tile algn="tl" flip="none" tx="0" sx="100000" ty="0" sy="100000"/>
          </a:blip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715" name="Google Shape;715;p39"/>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2: Mechanics</a:t>
            </a:r>
            <a:br>
              <a:rPr b="1" lang="en-US" sz="2800"/>
            </a:br>
            <a:r>
              <a:rPr lang="en-US" sz="2800">
                <a:solidFill>
                  <a:schemeClr val="dk1"/>
                </a:solidFill>
              </a:rPr>
              <a:t>2.1 – Motion</a:t>
            </a:r>
            <a:endParaRPr/>
          </a:p>
        </p:txBody>
      </p:sp>
      <p:cxnSp>
        <p:nvCxnSpPr>
          <p:cNvPr id="716" name="Google Shape;716;p39"/>
          <p:cNvCxnSpPr/>
          <p:nvPr/>
        </p:nvCxnSpPr>
        <p:spPr>
          <a:xfrm flipH="1">
            <a:off x="3284538" y="5799138"/>
            <a:ext cx="396875" cy="1058862"/>
          </a:xfrm>
          <a:prstGeom prst="straightConnector1">
            <a:avLst/>
          </a:prstGeom>
          <a:noFill/>
          <a:ln cap="flat" cmpd="sng" w="57150">
            <a:solidFill>
              <a:srgbClr val="FFFF00"/>
            </a:solidFill>
            <a:prstDash val="dot"/>
            <a:round/>
            <a:headEnd len="med" w="med" type="none"/>
            <a:tailEnd len="med" w="med" type="none"/>
          </a:ln>
        </p:spPr>
      </p:cxnSp>
      <p:cxnSp>
        <p:nvCxnSpPr>
          <p:cNvPr id="717" name="Google Shape;717;p39"/>
          <p:cNvCxnSpPr/>
          <p:nvPr/>
        </p:nvCxnSpPr>
        <p:spPr>
          <a:xfrm flipH="1">
            <a:off x="3411538" y="5811838"/>
            <a:ext cx="396875" cy="1058862"/>
          </a:xfrm>
          <a:prstGeom prst="straightConnector1">
            <a:avLst/>
          </a:prstGeom>
          <a:noFill/>
          <a:ln cap="flat" cmpd="sng" w="57150">
            <a:solidFill>
              <a:srgbClr val="FFFF00"/>
            </a:solidFill>
            <a:prstDash val="dot"/>
            <a:round/>
            <a:headEnd len="med" w="med" type="none"/>
            <a:tailEnd len="med" w="med" type="none"/>
          </a:ln>
        </p:spPr>
      </p:cxnSp>
      <p:cxnSp>
        <p:nvCxnSpPr>
          <p:cNvPr id="718" name="Google Shape;718;p39"/>
          <p:cNvCxnSpPr/>
          <p:nvPr/>
        </p:nvCxnSpPr>
        <p:spPr>
          <a:xfrm flipH="1">
            <a:off x="3649663" y="5799138"/>
            <a:ext cx="396875" cy="1058862"/>
          </a:xfrm>
          <a:prstGeom prst="straightConnector1">
            <a:avLst/>
          </a:prstGeom>
          <a:noFill/>
          <a:ln cap="flat" cmpd="sng" w="57150">
            <a:solidFill>
              <a:srgbClr val="FFFF00"/>
            </a:solidFill>
            <a:prstDash val="dot"/>
            <a:round/>
            <a:headEnd len="med" w="med" type="none"/>
            <a:tailEnd len="med" w="med" type="none"/>
          </a:ln>
        </p:spPr>
      </p:cxnSp>
      <p:cxnSp>
        <p:nvCxnSpPr>
          <p:cNvPr id="719" name="Google Shape;719;p39"/>
          <p:cNvCxnSpPr/>
          <p:nvPr/>
        </p:nvCxnSpPr>
        <p:spPr>
          <a:xfrm flipH="1">
            <a:off x="4008438" y="5799138"/>
            <a:ext cx="396875" cy="1058862"/>
          </a:xfrm>
          <a:prstGeom prst="straightConnector1">
            <a:avLst/>
          </a:prstGeom>
          <a:noFill/>
          <a:ln cap="flat" cmpd="sng" w="57150">
            <a:solidFill>
              <a:srgbClr val="FFFF00"/>
            </a:solidFill>
            <a:prstDash val="dot"/>
            <a:round/>
            <a:headEnd len="med" w="med" type="none"/>
            <a:tailEnd len="med" w="med" type="none"/>
          </a:ln>
        </p:spPr>
      </p:cxnSp>
      <p:pic>
        <p:nvPicPr>
          <p:cNvPr descr="ANd9GcTCpa-CtQc2qA9P0_GIqWH9zMCkovhRgULygJzqJR5uzC14__FG" id="720" name="Google Shape;720;p39"/>
          <p:cNvPicPr preferRelativeResize="0"/>
          <p:nvPr/>
        </p:nvPicPr>
        <p:blipFill rotWithShape="1">
          <a:blip r:embed="rId4">
            <a:alphaModFix/>
          </a:blip>
          <a:srcRect b="0" l="0" r="0" t="0"/>
          <a:stretch/>
        </p:blipFill>
        <p:spPr>
          <a:xfrm>
            <a:off x="-112713" y="5462588"/>
            <a:ext cx="1911351" cy="1395412"/>
          </a:xfrm>
          <a:prstGeom prst="rect">
            <a:avLst/>
          </a:prstGeom>
          <a:noFill/>
          <a:ln>
            <a:noFill/>
          </a:ln>
        </p:spPr>
      </p:pic>
      <p:cxnSp>
        <p:nvCxnSpPr>
          <p:cNvPr id="721" name="Google Shape;721;p39"/>
          <p:cNvCxnSpPr/>
          <p:nvPr/>
        </p:nvCxnSpPr>
        <p:spPr>
          <a:xfrm flipH="1">
            <a:off x="4487863" y="5799138"/>
            <a:ext cx="396875" cy="1058862"/>
          </a:xfrm>
          <a:prstGeom prst="straightConnector1">
            <a:avLst/>
          </a:prstGeom>
          <a:noFill/>
          <a:ln cap="flat" cmpd="sng" w="57150">
            <a:solidFill>
              <a:srgbClr val="FFFF00"/>
            </a:solidFill>
            <a:prstDash val="dot"/>
            <a:round/>
            <a:headEnd len="med" w="med" type="none"/>
            <a:tailEnd len="med" w="med" type="none"/>
          </a:ln>
        </p:spPr>
      </p:cxnSp>
      <p:cxnSp>
        <p:nvCxnSpPr>
          <p:cNvPr id="722" name="Google Shape;722;p39"/>
          <p:cNvCxnSpPr/>
          <p:nvPr/>
        </p:nvCxnSpPr>
        <p:spPr>
          <a:xfrm flipH="1">
            <a:off x="5072063" y="5811838"/>
            <a:ext cx="396875" cy="1058862"/>
          </a:xfrm>
          <a:prstGeom prst="straightConnector1">
            <a:avLst/>
          </a:prstGeom>
          <a:noFill/>
          <a:ln cap="flat" cmpd="sng" w="57150">
            <a:solidFill>
              <a:srgbClr val="FFFF00"/>
            </a:solidFill>
            <a:prstDash val="dot"/>
            <a:round/>
            <a:headEnd len="med" w="med" type="none"/>
            <a:tailEnd len="med" w="med" type="none"/>
          </a:ln>
        </p:spPr>
      </p:cxnSp>
      <p:cxnSp>
        <p:nvCxnSpPr>
          <p:cNvPr id="723" name="Google Shape;723;p39"/>
          <p:cNvCxnSpPr/>
          <p:nvPr/>
        </p:nvCxnSpPr>
        <p:spPr>
          <a:xfrm flipH="1">
            <a:off x="5830888" y="5799138"/>
            <a:ext cx="396875" cy="1058862"/>
          </a:xfrm>
          <a:prstGeom prst="straightConnector1">
            <a:avLst/>
          </a:prstGeom>
          <a:noFill/>
          <a:ln cap="flat" cmpd="sng" w="57150">
            <a:solidFill>
              <a:srgbClr val="FFFF00"/>
            </a:solidFill>
            <a:prstDash val="dot"/>
            <a:round/>
            <a:headEnd len="med" w="med" type="none"/>
            <a:tailEnd len="med" w="med" type="none"/>
          </a:ln>
        </p:spPr>
      </p:cxnSp>
      <p:cxnSp>
        <p:nvCxnSpPr>
          <p:cNvPr id="724" name="Google Shape;724;p39"/>
          <p:cNvCxnSpPr/>
          <p:nvPr/>
        </p:nvCxnSpPr>
        <p:spPr>
          <a:xfrm flipH="1">
            <a:off x="6761163" y="5799138"/>
            <a:ext cx="396875" cy="1058862"/>
          </a:xfrm>
          <a:prstGeom prst="straightConnector1">
            <a:avLst/>
          </a:prstGeom>
          <a:noFill/>
          <a:ln cap="flat" cmpd="sng" w="57150">
            <a:solidFill>
              <a:srgbClr val="FFFF00"/>
            </a:solidFill>
            <a:prstDash val="dot"/>
            <a:round/>
            <a:headEnd len="med" w="med" type="none"/>
            <a:tailEnd len="med" w="med" type="none"/>
          </a:ln>
        </p:spPr>
      </p:cxnSp>
      <p:pic>
        <p:nvPicPr>
          <p:cNvPr id="725" name="Google Shape;725;p39"/>
          <p:cNvPicPr preferRelativeResize="0"/>
          <p:nvPr/>
        </p:nvPicPr>
        <p:blipFill rotWithShape="1">
          <a:blip r:embed="rId5">
            <a:alphaModFix/>
          </a:blip>
          <a:srcRect b="0" l="0" r="0" t="0"/>
          <a:stretch/>
        </p:blipFill>
        <p:spPr>
          <a:xfrm>
            <a:off x="6910388" y="5535613"/>
            <a:ext cx="2224087" cy="1192212"/>
          </a:xfrm>
          <a:prstGeom prst="rect">
            <a:avLst/>
          </a:prstGeom>
          <a:noFill/>
          <a:ln>
            <a:noFill/>
          </a:ln>
        </p:spPr>
      </p:pic>
      <p:sp>
        <p:nvSpPr>
          <p:cNvPr id="726" name="Google Shape;726;p39"/>
          <p:cNvSpPr/>
          <p:nvPr/>
        </p:nvSpPr>
        <p:spPr>
          <a:xfrm>
            <a:off x="4022725" y="5775325"/>
            <a:ext cx="846138" cy="1082675"/>
          </a:xfrm>
          <a:prstGeom prst="parallelogram">
            <a:avLst>
              <a:gd fmla="val 47074" name="adj"/>
            </a:avLst>
          </a:prstGeom>
          <a:solidFill>
            <a:srgbClr val="FF9900">
              <a:alpha val="3647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6"/>
                                        </p:tgtEl>
                                        <p:attrNameLst>
                                          <p:attrName>style.visibility</p:attrName>
                                        </p:attrNameLst>
                                      </p:cBhvr>
                                      <p:to>
                                        <p:strVal val="visible"/>
                                      </p:to>
                                    </p:set>
                                    <p:animEffect filter="fade" transition="in">
                                      <p:cBhvr>
                                        <p:cTn dur="500"/>
                                        <p:tgtEl>
                                          <p:spTgt spid="716"/>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717"/>
                                        </p:tgtEl>
                                        <p:attrNameLst>
                                          <p:attrName>style.visibility</p:attrName>
                                        </p:attrNameLst>
                                      </p:cBhvr>
                                      <p:to>
                                        <p:strVal val="visible"/>
                                      </p:to>
                                    </p:set>
                                    <p:animEffect filter="fade" transition="in">
                                      <p:cBhvr>
                                        <p:cTn dur="500"/>
                                        <p:tgtEl>
                                          <p:spTgt spid="717"/>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718"/>
                                        </p:tgtEl>
                                        <p:attrNameLst>
                                          <p:attrName>style.visibility</p:attrName>
                                        </p:attrNameLst>
                                      </p:cBhvr>
                                      <p:to>
                                        <p:strVal val="visible"/>
                                      </p:to>
                                    </p:set>
                                    <p:animEffect filter="fade" transition="in">
                                      <p:cBhvr>
                                        <p:cTn dur="500"/>
                                        <p:tgtEl>
                                          <p:spTgt spid="718"/>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719"/>
                                        </p:tgtEl>
                                        <p:attrNameLst>
                                          <p:attrName>style.visibility</p:attrName>
                                        </p:attrNameLst>
                                      </p:cBhvr>
                                      <p:to>
                                        <p:strVal val="visible"/>
                                      </p:to>
                                    </p:set>
                                    <p:animEffect filter="fade" transition="in">
                                      <p:cBhvr>
                                        <p:cTn dur="500"/>
                                        <p:tgtEl>
                                          <p:spTgt spid="719"/>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721"/>
                                        </p:tgtEl>
                                        <p:attrNameLst>
                                          <p:attrName>style.visibility</p:attrName>
                                        </p:attrNameLst>
                                      </p:cBhvr>
                                      <p:to>
                                        <p:strVal val="visible"/>
                                      </p:to>
                                    </p:set>
                                    <p:animEffect filter="fade" transition="in">
                                      <p:cBhvr>
                                        <p:cTn dur="500"/>
                                        <p:tgtEl>
                                          <p:spTgt spid="721"/>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722"/>
                                        </p:tgtEl>
                                        <p:attrNameLst>
                                          <p:attrName>style.visibility</p:attrName>
                                        </p:attrNameLst>
                                      </p:cBhvr>
                                      <p:to>
                                        <p:strVal val="visible"/>
                                      </p:to>
                                    </p:set>
                                    <p:animEffect filter="fade" transition="in">
                                      <p:cBhvr>
                                        <p:cTn dur="500"/>
                                        <p:tgtEl>
                                          <p:spTgt spid="722"/>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723"/>
                                        </p:tgtEl>
                                        <p:attrNameLst>
                                          <p:attrName>style.visibility</p:attrName>
                                        </p:attrNameLst>
                                      </p:cBhvr>
                                      <p:to>
                                        <p:strVal val="visible"/>
                                      </p:to>
                                    </p:set>
                                    <p:animEffect filter="fade" transition="in">
                                      <p:cBhvr>
                                        <p:cTn dur="500"/>
                                        <p:tgtEl>
                                          <p:spTgt spid="723"/>
                                        </p:tgtEl>
                                      </p:cBhvr>
                                    </p:animEffec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724"/>
                                        </p:tgtEl>
                                        <p:attrNameLst>
                                          <p:attrName>style.visibility</p:attrName>
                                        </p:attrNameLst>
                                      </p:cBhvr>
                                      <p:to>
                                        <p:strVal val="visible"/>
                                      </p:to>
                                    </p:set>
                                    <p:animEffect filter="fade" transition="in">
                                      <p:cBhvr>
                                        <p:cTn dur="500"/>
                                        <p:tgtEl>
                                          <p:spTgt spid="724"/>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726"/>
                                        </p:tgtEl>
                                        <p:attrNameLst>
                                          <p:attrName>style.visibility</p:attrName>
                                        </p:attrNameLst>
                                      </p:cBhvr>
                                      <p:to>
                                        <p:strVal val="visible"/>
                                      </p:to>
                                    </p:set>
                                    <p:animEffect filter="fade" transition="in">
                                      <p:cBhvr>
                                        <p:cTn dur="1000"/>
                                        <p:tgtEl>
                                          <p:spTgt spid="72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1" name="Shape 731"/>
        <p:cNvGrpSpPr/>
        <p:nvPr/>
      </p:nvGrpSpPr>
      <p:grpSpPr>
        <a:xfrm>
          <a:off x="0" y="0"/>
          <a:ext cx="0" cy="0"/>
          <a:chOff x="0" y="0"/>
          <a:chExt cx="0" cy="0"/>
        </a:xfrm>
      </p:grpSpPr>
      <p:sp>
        <p:nvSpPr>
          <p:cNvPr id="732" name="Google Shape;732;p40"/>
          <p:cNvSpPr/>
          <p:nvPr/>
        </p:nvSpPr>
        <p:spPr>
          <a:xfrm>
            <a:off x="685800" y="1549400"/>
            <a:ext cx="7772400" cy="5006975"/>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accent2"/>
              </a:buClr>
              <a:buSzPts val="2400"/>
              <a:buFont typeface="Arial"/>
              <a:buNone/>
            </a:pPr>
            <a:r>
              <a:rPr i="1" lang="en-US" sz="2400">
                <a:solidFill>
                  <a:schemeClr val="accent2"/>
                </a:solidFill>
                <a:latin typeface="Arial"/>
                <a:ea typeface="Arial"/>
                <a:cs typeface="Arial"/>
                <a:sym typeface="Arial"/>
              </a:rPr>
              <a:t>Equations of motion for uniform acceleration</a:t>
            </a:r>
            <a:r>
              <a:rPr lang="en-US" sz="2400">
                <a:solidFill>
                  <a:schemeClr val="accent2"/>
                </a:solidFill>
                <a:latin typeface="Arial"/>
                <a:ea typeface="Arial"/>
                <a:cs typeface="Arial"/>
                <a:sym typeface="Arial"/>
              </a:rPr>
              <a:t> </a:t>
            </a:r>
            <a:r>
              <a:rPr lang="en-US" sz="2000">
                <a:solidFill>
                  <a:schemeClr val="dk1"/>
                </a:solidFill>
                <a:latin typeface="Courier New"/>
                <a:ea typeface="Courier New"/>
                <a:cs typeface="Courier New"/>
                <a:sym typeface="Courier New"/>
              </a:rPr>
              <a:t>	</a:t>
            </a:r>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∙The equations for uniformly accelerated motion are also known as the </a:t>
            </a:r>
            <a:r>
              <a:rPr b="1" lang="en-US" sz="2400">
                <a:solidFill>
                  <a:schemeClr val="dk1"/>
                </a:solidFill>
                <a:latin typeface="Arial"/>
                <a:ea typeface="Arial"/>
                <a:cs typeface="Arial"/>
                <a:sym typeface="Arial"/>
              </a:rPr>
              <a:t>kinematic equations</a:t>
            </a:r>
            <a:r>
              <a:rPr lang="en-US" sz="2400">
                <a:solidFill>
                  <a:schemeClr val="dk1"/>
                </a:solidFill>
                <a:latin typeface="Arial"/>
                <a:ea typeface="Arial"/>
                <a:cs typeface="Arial"/>
                <a:sym typeface="Arial"/>
              </a:rPr>
              <a:t>. They are listed here</a:t>
            </a:r>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		</a:t>
            </a:r>
            <a:r>
              <a:rPr i="1" lang="en-US" sz="2400">
                <a:solidFill>
                  <a:schemeClr val="dk1"/>
                </a:solidFill>
                <a:latin typeface="Arial"/>
                <a:ea typeface="Arial"/>
                <a:cs typeface="Arial"/>
                <a:sym typeface="Arial"/>
              </a:rPr>
              <a:t>s</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ut</a:t>
            </a:r>
            <a:r>
              <a:rPr lang="en-US" sz="2400">
                <a:solidFill>
                  <a:schemeClr val="dk1"/>
                </a:solidFill>
                <a:latin typeface="Arial"/>
                <a:ea typeface="Arial"/>
                <a:cs typeface="Arial"/>
                <a:sym typeface="Arial"/>
              </a:rPr>
              <a:t> + (1/2)</a:t>
            </a:r>
            <a:r>
              <a:rPr i="1" lang="en-US" sz="2400">
                <a:solidFill>
                  <a:schemeClr val="dk1"/>
                </a:solidFill>
                <a:latin typeface="Arial"/>
                <a:ea typeface="Arial"/>
                <a:cs typeface="Arial"/>
                <a:sym typeface="Arial"/>
              </a:rPr>
              <a:t>at </a:t>
            </a:r>
            <a:r>
              <a:rPr baseline="30000" lang="en-US" sz="2400">
                <a:solidFill>
                  <a:schemeClr val="dk1"/>
                </a:solidFill>
                <a:latin typeface="Arial"/>
                <a:ea typeface="Arial"/>
                <a:cs typeface="Arial"/>
                <a:sym typeface="Arial"/>
              </a:rPr>
              <a:t>2</a:t>
            </a:r>
            <a:r>
              <a:rPr lang="en-US" sz="2400">
                <a:solidFill>
                  <a:schemeClr val="dk1"/>
                </a:solidFill>
                <a:latin typeface="Arial"/>
                <a:ea typeface="Arial"/>
                <a:cs typeface="Arial"/>
                <a:sym typeface="Arial"/>
              </a:rPr>
              <a:t> </a:t>
            </a:r>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		</a:t>
            </a:r>
            <a:r>
              <a:rPr i="1" lang="en-US" sz="2400">
                <a:solidFill>
                  <a:schemeClr val="dk1"/>
                </a:solidFill>
                <a:latin typeface="Arial"/>
                <a:ea typeface="Arial"/>
                <a:cs typeface="Arial"/>
                <a:sym typeface="Arial"/>
              </a:rPr>
              <a:t>v</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u</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at</a:t>
            </a:r>
            <a:r>
              <a:rPr lang="en-US" sz="2400">
                <a:solidFill>
                  <a:schemeClr val="dk1"/>
                </a:solidFill>
                <a:latin typeface="Arial"/>
                <a:ea typeface="Arial"/>
                <a:cs typeface="Arial"/>
                <a:sym typeface="Arial"/>
              </a:rPr>
              <a:t> </a:t>
            </a:r>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		</a:t>
            </a:r>
            <a:r>
              <a:rPr i="1" lang="en-US" sz="2400">
                <a:solidFill>
                  <a:schemeClr val="dk1"/>
                </a:solidFill>
                <a:latin typeface="Arial"/>
                <a:ea typeface="Arial"/>
                <a:cs typeface="Arial"/>
                <a:sym typeface="Arial"/>
              </a:rPr>
              <a:t>v</a:t>
            </a:r>
            <a:r>
              <a:rPr baseline="30000" lang="en-US" sz="2400">
                <a:solidFill>
                  <a:schemeClr val="dk1"/>
                </a:solidFill>
                <a:latin typeface="Arial"/>
                <a:ea typeface="Arial"/>
                <a:cs typeface="Arial"/>
                <a:sym typeface="Arial"/>
              </a:rPr>
              <a:t>2</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u</a:t>
            </a:r>
            <a:r>
              <a:rPr baseline="30000" lang="en-US" sz="2400">
                <a:solidFill>
                  <a:schemeClr val="dk1"/>
                </a:solidFill>
                <a:latin typeface="Arial"/>
                <a:ea typeface="Arial"/>
                <a:cs typeface="Arial"/>
                <a:sym typeface="Arial"/>
              </a:rPr>
              <a:t>2</a:t>
            </a:r>
            <a:r>
              <a:rPr lang="en-US" sz="2400">
                <a:solidFill>
                  <a:schemeClr val="dk1"/>
                </a:solidFill>
                <a:latin typeface="Arial"/>
                <a:ea typeface="Arial"/>
                <a:cs typeface="Arial"/>
                <a:sym typeface="Arial"/>
              </a:rPr>
              <a:t> + 2</a:t>
            </a:r>
            <a:r>
              <a:rPr i="1" lang="en-US" sz="2400">
                <a:solidFill>
                  <a:schemeClr val="dk1"/>
                </a:solidFill>
                <a:latin typeface="Arial"/>
                <a:ea typeface="Arial"/>
                <a:cs typeface="Arial"/>
                <a:sym typeface="Arial"/>
              </a:rPr>
              <a:t>as</a:t>
            </a:r>
            <a:r>
              <a:rPr lang="en-US" sz="2400">
                <a:solidFill>
                  <a:schemeClr val="dk1"/>
                </a:solidFill>
                <a:latin typeface="Arial"/>
                <a:ea typeface="Arial"/>
                <a:cs typeface="Arial"/>
                <a:sym typeface="Arial"/>
              </a:rPr>
              <a:t> </a:t>
            </a:r>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		</a:t>
            </a:r>
            <a:r>
              <a:rPr i="1" lang="en-US" sz="2400">
                <a:solidFill>
                  <a:schemeClr val="dk1"/>
                </a:solidFill>
                <a:latin typeface="Arial"/>
                <a:ea typeface="Arial"/>
                <a:cs typeface="Arial"/>
                <a:sym typeface="Arial"/>
              </a:rPr>
              <a:t>s</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u</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v</a:t>
            </a:r>
            <a:r>
              <a:rPr lang="en-US" sz="2400">
                <a:solidFill>
                  <a:schemeClr val="dk1"/>
                </a:solidFill>
                <a:latin typeface="Arial"/>
                <a:ea typeface="Arial"/>
                <a:cs typeface="Arial"/>
                <a:sym typeface="Arial"/>
              </a:rPr>
              <a:t>)</a:t>
            </a:r>
            <a:r>
              <a:rPr i="1" lang="en-US" sz="2400">
                <a:solidFill>
                  <a:schemeClr val="dk1"/>
                </a:solidFill>
                <a:latin typeface="Arial"/>
                <a:ea typeface="Arial"/>
                <a:cs typeface="Arial"/>
                <a:sym typeface="Arial"/>
              </a:rPr>
              <a:t>t </a:t>
            </a:r>
            <a:r>
              <a:rPr lang="en-US" sz="2400">
                <a:solidFill>
                  <a:schemeClr val="dk1"/>
                </a:solidFill>
                <a:latin typeface="Arial"/>
                <a:ea typeface="Arial"/>
                <a:cs typeface="Arial"/>
                <a:sym typeface="Arial"/>
              </a:rPr>
              <a:t>/ 2</a:t>
            </a:r>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∙They can only be used if the acceleration </a:t>
            </a:r>
            <a:r>
              <a:rPr i="1" lang="en-US" sz="2400">
                <a:solidFill>
                  <a:schemeClr val="dk1"/>
                </a:solidFill>
                <a:latin typeface="Arial"/>
                <a:ea typeface="Arial"/>
                <a:cs typeface="Arial"/>
                <a:sym typeface="Arial"/>
              </a:rPr>
              <a:t>a</a:t>
            </a:r>
            <a:r>
              <a:rPr lang="en-US" sz="2400">
                <a:solidFill>
                  <a:schemeClr val="dk1"/>
                </a:solidFill>
                <a:latin typeface="Arial"/>
                <a:ea typeface="Arial"/>
                <a:cs typeface="Arial"/>
                <a:sym typeface="Arial"/>
              </a:rPr>
              <a:t> is CONSTANT (uniform).</a:t>
            </a:r>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∙They are used so commonly throughout the physics course that we will name them.</a:t>
            </a:r>
            <a:endParaRPr/>
          </a:p>
        </p:txBody>
      </p:sp>
      <p:sp>
        <p:nvSpPr>
          <p:cNvPr id="733" name="Google Shape;733;p40"/>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2: Mechanics</a:t>
            </a:r>
            <a:br>
              <a:rPr b="1" lang="en-US" sz="2800"/>
            </a:br>
            <a:r>
              <a:rPr lang="en-US" sz="2800">
                <a:solidFill>
                  <a:schemeClr val="dk1"/>
                </a:solidFill>
              </a:rPr>
              <a:t>2.1 – Motion</a:t>
            </a:r>
            <a:endParaRPr/>
          </a:p>
        </p:txBody>
      </p:sp>
      <p:sp>
        <p:nvSpPr>
          <p:cNvPr id="734" name="Google Shape;734;p40"/>
          <p:cNvSpPr txBox="1"/>
          <p:nvPr/>
        </p:nvSpPr>
        <p:spPr>
          <a:xfrm>
            <a:off x="5265738" y="3170238"/>
            <a:ext cx="3008312"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chemeClr val="accent2"/>
                </a:solidFill>
                <a:latin typeface="Arial"/>
                <a:ea typeface="Arial"/>
                <a:cs typeface="Arial"/>
                <a:sym typeface="Arial"/>
              </a:rPr>
              <a:t>Displacement</a:t>
            </a:r>
            <a:endParaRPr/>
          </a:p>
        </p:txBody>
      </p:sp>
      <p:sp>
        <p:nvSpPr>
          <p:cNvPr id="735" name="Google Shape;735;p40"/>
          <p:cNvSpPr txBox="1"/>
          <p:nvPr/>
        </p:nvSpPr>
        <p:spPr>
          <a:xfrm>
            <a:off x="5267325" y="3594100"/>
            <a:ext cx="3008313"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chemeClr val="accent2"/>
                </a:solidFill>
                <a:latin typeface="Arial"/>
                <a:ea typeface="Arial"/>
                <a:cs typeface="Arial"/>
                <a:sym typeface="Arial"/>
              </a:rPr>
              <a:t>Velocity</a:t>
            </a:r>
            <a:endParaRPr/>
          </a:p>
        </p:txBody>
      </p:sp>
      <p:sp>
        <p:nvSpPr>
          <p:cNvPr id="736" name="Google Shape;736;p40"/>
          <p:cNvSpPr txBox="1"/>
          <p:nvPr/>
        </p:nvSpPr>
        <p:spPr>
          <a:xfrm>
            <a:off x="5254625" y="4010025"/>
            <a:ext cx="3008313"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chemeClr val="accent2"/>
                </a:solidFill>
                <a:latin typeface="Arial"/>
                <a:ea typeface="Arial"/>
                <a:cs typeface="Arial"/>
                <a:sym typeface="Arial"/>
              </a:rPr>
              <a:t>Timeless</a:t>
            </a:r>
            <a:endParaRPr/>
          </a:p>
        </p:txBody>
      </p:sp>
      <p:sp>
        <p:nvSpPr>
          <p:cNvPr id="737" name="Google Shape;737;p40"/>
          <p:cNvSpPr txBox="1"/>
          <p:nvPr/>
        </p:nvSpPr>
        <p:spPr>
          <a:xfrm>
            <a:off x="5278438" y="4452938"/>
            <a:ext cx="3465512"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chemeClr val="accent2"/>
                </a:solidFill>
                <a:latin typeface="Arial"/>
                <a:ea typeface="Arial"/>
                <a:cs typeface="Arial"/>
                <a:sym typeface="Arial"/>
              </a:rPr>
              <a:t>Average displacement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732">
                                            <p:txEl>
                                              <p:pRg end="0" st="0"/>
                                            </p:txEl>
                                          </p:spTgt>
                                        </p:tgtEl>
                                        <p:attrNameLst>
                                          <p:attrName>style.visibility</p:attrName>
                                        </p:attrNameLst>
                                      </p:cBhvr>
                                      <p:to>
                                        <p:strVal val="visible"/>
                                      </p:to>
                                    </p:set>
                                    <p:anim calcmode="lin" valueType="num">
                                      <p:cBhvr additive="base">
                                        <p:cTn dur="500"/>
                                        <p:tgtEl>
                                          <p:spTgt spid="732">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732">
                                            <p:txEl>
                                              <p:pRg end="1" st="1"/>
                                            </p:txEl>
                                          </p:spTgt>
                                        </p:tgtEl>
                                        <p:attrNameLst>
                                          <p:attrName>style.visibility</p:attrName>
                                        </p:attrNameLst>
                                      </p:cBhvr>
                                      <p:to>
                                        <p:strVal val="visible"/>
                                      </p:to>
                                    </p:set>
                                    <p:anim calcmode="lin" valueType="num">
                                      <p:cBhvr additive="base">
                                        <p:cTn dur="500"/>
                                        <p:tgtEl>
                                          <p:spTgt spid="732">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732">
                                            <p:txEl>
                                              <p:pRg end="2" st="2"/>
                                            </p:txEl>
                                          </p:spTgt>
                                        </p:tgtEl>
                                        <p:attrNameLst>
                                          <p:attrName>style.visibility</p:attrName>
                                        </p:attrNameLst>
                                      </p:cBhvr>
                                      <p:to>
                                        <p:strVal val="visible"/>
                                      </p:to>
                                    </p:set>
                                    <p:anim calcmode="lin" valueType="num">
                                      <p:cBhvr additive="base">
                                        <p:cTn dur="500"/>
                                        <p:tgtEl>
                                          <p:spTgt spid="732">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732">
                                            <p:txEl>
                                              <p:pRg end="3" st="3"/>
                                            </p:txEl>
                                          </p:spTgt>
                                        </p:tgtEl>
                                        <p:attrNameLst>
                                          <p:attrName>style.visibility</p:attrName>
                                        </p:attrNameLst>
                                      </p:cBhvr>
                                      <p:to>
                                        <p:strVal val="visible"/>
                                      </p:to>
                                    </p:set>
                                    <p:anim calcmode="lin" valueType="num">
                                      <p:cBhvr additive="base">
                                        <p:cTn dur="500"/>
                                        <p:tgtEl>
                                          <p:spTgt spid="732">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732">
                                            <p:txEl>
                                              <p:pRg end="4" st="4"/>
                                            </p:txEl>
                                          </p:spTgt>
                                        </p:tgtEl>
                                        <p:attrNameLst>
                                          <p:attrName>style.visibility</p:attrName>
                                        </p:attrNameLst>
                                      </p:cBhvr>
                                      <p:to>
                                        <p:strVal val="visible"/>
                                      </p:to>
                                    </p:set>
                                    <p:anim calcmode="lin" valueType="num">
                                      <p:cBhvr additive="base">
                                        <p:cTn dur="500"/>
                                        <p:tgtEl>
                                          <p:spTgt spid="732">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732">
                                            <p:txEl>
                                              <p:pRg end="5" st="5"/>
                                            </p:txEl>
                                          </p:spTgt>
                                        </p:tgtEl>
                                        <p:attrNameLst>
                                          <p:attrName>style.visibility</p:attrName>
                                        </p:attrNameLst>
                                      </p:cBhvr>
                                      <p:to>
                                        <p:strVal val="visible"/>
                                      </p:to>
                                    </p:set>
                                    <p:anim calcmode="lin" valueType="num">
                                      <p:cBhvr additive="base">
                                        <p:cTn dur="500"/>
                                        <p:tgtEl>
                                          <p:spTgt spid="732">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732">
                                            <p:txEl>
                                              <p:pRg end="6" st="6"/>
                                            </p:txEl>
                                          </p:spTgt>
                                        </p:tgtEl>
                                        <p:attrNameLst>
                                          <p:attrName>style.visibility</p:attrName>
                                        </p:attrNameLst>
                                      </p:cBhvr>
                                      <p:to>
                                        <p:strVal val="visible"/>
                                      </p:to>
                                    </p:set>
                                    <p:anim calcmode="lin" valueType="num">
                                      <p:cBhvr additive="base">
                                        <p:cTn dur="500"/>
                                        <p:tgtEl>
                                          <p:spTgt spid="732">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732">
                                            <p:txEl>
                                              <p:pRg end="7" st="7"/>
                                            </p:txEl>
                                          </p:spTgt>
                                        </p:tgtEl>
                                        <p:attrNameLst>
                                          <p:attrName>style.visibility</p:attrName>
                                        </p:attrNameLst>
                                      </p:cBhvr>
                                      <p:to>
                                        <p:strVal val="visible"/>
                                      </p:to>
                                    </p:set>
                                    <p:anim calcmode="lin" valueType="num">
                                      <p:cBhvr additive="base">
                                        <p:cTn dur="500"/>
                                        <p:tgtEl>
                                          <p:spTgt spid="732">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734"/>
                                        </p:tgtEl>
                                        <p:attrNameLst>
                                          <p:attrName>style.visibility</p:attrName>
                                        </p:attrNameLst>
                                      </p:cBhvr>
                                      <p:to>
                                        <p:strVal val="visible"/>
                                      </p:to>
                                    </p:set>
                                    <p:anim calcmode="lin" valueType="num">
                                      <p:cBhvr additive="base">
                                        <p:cTn dur="500"/>
                                        <p:tgtEl>
                                          <p:spTgt spid="734"/>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735"/>
                                        </p:tgtEl>
                                        <p:attrNameLst>
                                          <p:attrName>style.visibility</p:attrName>
                                        </p:attrNameLst>
                                      </p:cBhvr>
                                      <p:to>
                                        <p:strVal val="visible"/>
                                      </p:to>
                                    </p:set>
                                    <p:anim calcmode="lin" valueType="num">
                                      <p:cBhvr additive="base">
                                        <p:cTn dur="500"/>
                                        <p:tgtEl>
                                          <p:spTgt spid="735"/>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736"/>
                                        </p:tgtEl>
                                        <p:attrNameLst>
                                          <p:attrName>style.visibility</p:attrName>
                                        </p:attrNameLst>
                                      </p:cBhvr>
                                      <p:to>
                                        <p:strVal val="visible"/>
                                      </p:to>
                                    </p:set>
                                    <p:anim calcmode="lin" valueType="num">
                                      <p:cBhvr additive="base">
                                        <p:cTn dur="500"/>
                                        <p:tgtEl>
                                          <p:spTgt spid="736"/>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737"/>
                                        </p:tgtEl>
                                        <p:attrNameLst>
                                          <p:attrName>style.visibility</p:attrName>
                                        </p:attrNameLst>
                                      </p:cBhvr>
                                      <p:to>
                                        <p:strVal val="visible"/>
                                      </p:to>
                                    </p:set>
                                    <p:anim calcmode="lin" valueType="num">
                                      <p:cBhvr additive="base">
                                        <p:cTn dur="500"/>
                                        <p:tgtEl>
                                          <p:spTgt spid="737"/>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2" name="Shape 742"/>
        <p:cNvGrpSpPr/>
        <p:nvPr/>
      </p:nvGrpSpPr>
      <p:grpSpPr>
        <a:xfrm>
          <a:off x="0" y="0"/>
          <a:ext cx="0" cy="0"/>
          <a:chOff x="0" y="0"/>
          <a:chExt cx="0" cy="0"/>
        </a:xfrm>
      </p:grpSpPr>
      <p:sp>
        <p:nvSpPr>
          <p:cNvPr id="743" name="Google Shape;743;p41"/>
          <p:cNvSpPr/>
          <p:nvPr/>
        </p:nvSpPr>
        <p:spPr>
          <a:xfrm>
            <a:off x="685800" y="1549400"/>
            <a:ext cx="7772400" cy="5006975"/>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accent2"/>
              </a:buClr>
              <a:buSzPts val="2400"/>
              <a:buFont typeface="Arial"/>
              <a:buNone/>
            </a:pPr>
            <a:r>
              <a:rPr i="1" lang="en-US" sz="2400">
                <a:solidFill>
                  <a:schemeClr val="accent2"/>
                </a:solidFill>
                <a:latin typeface="Arial"/>
                <a:ea typeface="Arial"/>
                <a:cs typeface="Arial"/>
                <a:sym typeface="Arial"/>
              </a:rPr>
              <a:t>Equations of motion for uniform acceleration</a:t>
            </a:r>
            <a:r>
              <a:rPr lang="en-US" sz="2400">
                <a:solidFill>
                  <a:schemeClr val="accent2"/>
                </a:solidFill>
                <a:latin typeface="Arial"/>
                <a:ea typeface="Arial"/>
                <a:cs typeface="Arial"/>
                <a:sym typeface="Arial"/>
              </a:rPr>
              <a:t> </a:t>
            </a:r>
            <a:r>
              <a:rPr lang="en-US" sz="2000">
                <a:solidFill>
                  <a:schemeClr val="dk1"/>
                </a:solidFill>
                <a:latin typeface="Courier New"/>
                <a:ea typeface="Courier New"/>
                <a:cs typeface="Courier New"/>
                <a:sym typeface="Courier New"/>
              </a:rPr>
              <a:t>	</a:t>
            </a:r>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∙The equations for uniformly accelerated motion are also known as the </a:t>
            </a:r>
            <a:r>
              <a:rPr b="1" lang="en-US" sz="2400">
                <a:solidFill>
                  <a:schemeClr val="dk1"/>
                </a:solidFill>
                <a:latin typeface="Arial"/>
                <a:ea typeface="Arial"/>
                <a:cs typeface="Arial"/>
                <a:sym typeface="Arial"/>
              </a:rPr>
              <a:t>kinematic equations</a:t>
            </a:r>
            <a:r>
              <a:rPr lang="en-US" sz="2400">
                <a:solidFill>
                  <a:schemeClr val="dk1"/>
                </a:solidFill>
                <a:latin typeface="Arial"/>
                <a:ea typeface="Arial"/>
                <a:cs typeface="Arial"/>
                <a:sym typeface="Arial"/>
              </a:rPr>
              <a:t>. They are listed here</a:t>
            </a:r>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		</a:t>
            </a:r>
            <a:r>
              <a:rPr i="1" lang="en-US" sz="2400">
                <a:solidFill>
                  <a:schemeClr val="dk1"/>
                </a:solidFill>
                <a:latin typeface="Arial"/>
                <a:ea typeface="Arial"/>
                <a:cs typeface="Arial"/>
                <a:sym typeface="Arial"/>
              </a:rPr>
              <a:t>s</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ut</a:t>
            </a:r>
            <a:r>
              <a:rPr lang="en-US" sz="2400">
                <a:solidFill>
                  <a:schemeClr val="dk1"/>
                </a:solidFill>
                <a:latin typeface="Arial"/>
                <a:ea typeface="Arial"/>
                <a:cs typeface="Arial"/>
                <a:sym typeface="Arial"/>
              </a:rPr>
              <a:t> + (1/2)</a:t>
            </a:r>
            <a:r>
              <a:rPr i="1" lang="en-US" sz="2400">
                <a:solidFill>
                  <a:schemeClr val="dk1"/>
                </a:solidFill>
                <a:latin typeface="Arial"/>
                <a:ea typeface="Arial"/>
                <a:cs typeface="Arial"/>
                <a:sym typeface="Arial"/>
              </a:rPr>
              <a:t>at </a:t>
            </a:r>
            <a:r>
              <a:rPr baseline="30000" lang="en-US" sz="2400">
                <a:solidFill>
                  <a:schemeClr val="dk1"/>
                </a:solidFill>
                <a:latin typeface="Arial"/>
                <a:ea typeface="Arial"/>
                <a:cs typeface="Arial"/>
                <a:sym typeface="Arial"/>
              </a:rPr>
              <a:t>2</a:t>
            </a:r>
            <a:r>
              <a:rPr lang="en-US" sz="2400">
                <a:solidFill>
                  <a:schemeClr val="dk1"/>
                </a:solidFill>
                <a:latin typeface="Arial"/>
                <a:ea typeface="Arial"/>
                <a:cs typeface="Arial"/>
                <a:sym typeface="Arial"/>
              </a:rPr>
              <a:t> </a:t>
            </a:r>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		</a:t>
            </a:r>
            <a:r>
              <a:rPr i="1" lang="en-US" sz="2400">
                <a:solidFill>
                  <a:schemeClr val="dk1"/>
                </a:solidFill>
                <a:latin typeface="Arial"/>
                <a:ea typeface="Arial"/>
                <a:cs typeface="Arial"/>
                <a:sym typeface="Arial"/>
              </a:rPr>
              <a:t>v</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u</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at</a:t>
            </a:r>
            <a:r>
              <a:rPr lang="en-US" sz="2400">
                <a:solidFill>
                  <a:schemeClr val="dk1"/>
                </a:solidFill>
                <a:latin typeface="Arial"/>
                <a:ea typeface="Arial"/>
                <a:cs typeface="Arial"/>
                <a:sym typeface="Arial"/>
              </a:rPr>
              <a:t> </a:t>
            </a:r>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		</a:t>
            </a:r>
            <a:r>
              <a:rPr i="1" lang="en-US" sz="2400">
                <a:solidFill>
                  <a:schemeClr val="dk1"/>
                </a:solidFill>
                <a:latin typeface="Arial"/>
                <a:ea typeface="Arial"/>
                <a:cs typeface="Arial"/>
                <a:sym typeface="Arial"/>
              </a:rPr>
              <a:t>v</a:t>
            </a:r>
            <a:r>
              <a:rPr baseline="30000" lang="en-US" sz="2400">
                <a:solidFill>
                  <a:schemeClr val="dk1"/>
                </a:solidFill>
                <a:latin typeface="Arial"/>
                <a:ea typeface="Arial"/>
                <a:cs typeface="Arial"/>
                <a:sym typeface="Arial"/>
              </a:rPr>
              <a:t>2</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u</a:t>
            </a:r>
            <a:r>
              <a:rPr baseline="30000" lang="en-US" sz="2400">
                <a:solidFill>
                  <a:schemeClr val="dk1"/>
                </a:solidFill>
                <a:latin typeface="Arial"/>
                <a:ea typeface="Arial"/>
                <a:cs typeface="Arial"/>
                <a:sym typeface="Arial"/>
              </a:rPr>
              <a:t>2</a:t>
            </a:r>
            <a:r>
              <a:rPr lang="en-US" sz="2400">
                <a:solidFill>
                  <a:schemeClr val="dk1"/>
                </a:solidFill>
                <a:latin typeface="Arial"/>
                <a:ea typeface="Arial"/>
                <a:cs typeface="Arial"/>
                <a:sym typeface="Arial"/>
              </a:rPr>
              <a:t> + 2</a:t>
            </a:r>
            <a:r>
              <a:rPr i="1" lang="en-US" sz="2400">
                <a:solidFill>
                  <a:schemeClr val="dk1"/>
                </a:solidFill>
                <a:latin typeface="Arial"/>
                <a:ea typeface="Arial"/>
                <a:cs typeface="Arial"/>
                <a:sym typeface="Arial"/>
              </a:rPr>
              <a:t>as</a:t>
            </a:r>
            <a:r>
              <a:rPr lang="en-US" sz="2400">
                <a:solidFill>
                  <a:schemeClr val="dk1"/>
                </a:solidFill>
                <a:latin typeface="Arial"/>
                <a:ea typeface="Arial"/>
                <a:cs typeface="Arial"/>
                <a:sym typeface="Arial"/>
              </a:rPr>
              <a:t> </a:t>
            </a:r>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		</a:t>
            </a:r>
            <a:r>
              <a:rPr i="1" lang="en-US" sz="2400">
                <a:solidFill>
                  <a:schemeClr val="dk1"/>
                </a:solidFill>
                <a:latin typeface="Arial"/>
                <a:ea typeface="Arial"/>
                <a:cs typeface="Arial"/>
                <a:sym typeface="Arial"/>
              </a:rPr>
              <a:t>s</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u</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v</a:t>
            </a:r>
            <a:r>
              <a:rPr lang="en-US" sz="2400">
                <a:solidFill>
                  <a:schemeClr val="dk1"/>
                </a:solidFill>
                <a:latin typeface="Arial"/>
                <a:ea typeface="Arial"/>
                <a:cs typeface="Arial"/>
                <a:sym typeface="Arial"/>
              </a:rPr>
              <a:t>)</a:t>
            </a:r>
            <a:r>
              <a:rPr i="1" lang="en-US" sz="2400">
                <a:solidFill>
                  <a:schemeClr val="dk1"/>
                </a:solidFill>
                <a:latin typeface="Arial"/>
                <a:ea typeface="Arial"/>
                <a:cs typeface="Arial"/>
                <a:sym typeface="Arial"/>
              </a:rPr>
              <a:t>t </a:t>
            </a:r>
            <a:r>
              <a:rPr lang="en-US" sz="2400">
                <a:solidFill>
                  <a:schemeClr val="dk1"/>
                </a:solidFill>
                <a:latin typeface="Arial"/>
                <a:ea typeface="Arial"/>
                <a:cs typeface="Arial"/>
                <a:sym typeface="Arial"/>
              </a:rPr>
              <a:t>/ 2</a:t>
            </a:r>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∙They can only be used if the acceleration </a:t>
            </a:r>
            <a:r>
              <a:rPr i="1" lang="en-US" sz="2400">
                <a:solidFill>
                  <a:schemeClr val="dk1"/>
                </a:solidFill>
                <a:latin typeface="Arial"/>
                <a:ea typeface="Arial"/>
                <a:cs typeface="Arial"/>
                <a:sym typeface="Arial"/>
              </a:rPr>
              <a:t>a</a:t>
            </a:r>
            <a:r>
              <a:rPr lang="en-US" sz="2400">
                <a:solidFill>
                  <a:schemeClr val="dk1"/>
                </a:solidFill>
                <a:latin typeface="Arial"/>
                <a:ea typeface="Arial"/>
                <a:cs typeface="Arial"/>
                <a:sym typeface="Arial"/>
              </a:rPr>
              <a:t> is CONSTANT (uniform).</a:t>
            </a:r>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∙They are used so commonly throughout the physics course that we will name them.</a:t>
            </a:r>
            <a:endParaRPr/>
          </a:p>
        </p:txBody>
      </p:sp>
      <p:sp>
        <p:nvSpPr>
          <p:cNvPr id="744" name="Google Shape;744;p41"/>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2: Mechanics</a:t>
            </a:r>
            <a:br>
              <a:rPr b="1" lang="en-US" sz="2800"/>
            </a:br>
            <a:r>
              <a:rPr lang="en-US" sz="2800">
                <a:solidFill>
                  <a:schemeClr val="dk1"/>
                </a:solidFill>
              </a:rPr>
              <a:t>2.1 – Motion</a:t>
            </a:r>
            <a:endParaRPr/>
          </a:p>
        </p:txBody>
      </p:sp>
      <p:pic>
        <p:nvPicPr>
          <p:cNvPr id="745" name="Google Shape;745;p41"/>
          <p:cNvPicPr preferRelativeResize="0"/>
          <p:nvPr/>
        </p:nvPicPr>
        <p:blipFill rotWithShape="1">
          <a:blip r:embed="rId3">
            <a:alphaModFix/>
          </a:blip>
          <a:srcRect b="0" l="0" r="0" t="0"/>
          <a:stretch/>
        </p:blipFill>
        <p:spPr>
          <a:xfrm>
            <a:off x="5109158" y="2894664"/>
            <a:ext cx="2911476" cy="3333194"/>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0" name="Shape 750"/>
        <p:cNvGrpSpPr/>
        <p:nvPr/>
      </p:nvGrpSpPr>
      <p:grpSpPr>
        <a:xfrm>
          <a:off x="0" y="0"/>
          <a:ext cx="0" cy="0"/>
          <a:chOff x="0" y="0"/>
          <a:chExt cx="0" cy="0"/>
        </a:xfrm>
      </p:grpSpPr>
      <p:sp>
        <p:nvSpPr>
          <p:cNvPr id="751" name="Google Shape;751;p42"/>
          <p:cNvSpPr/>
          <p:nvPr/>
        </p:nvSpPr>
        <p:spPr>
          <a:xfrm>
            <a:off x="685800" y="1549400"/>
            <a:ext cx="7772400" cy="5308600"/>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accent2"/>
              </a:buClr>
              <a:buSzPts val="2400"/>
              <a:buFont typeface="Arial"/>
              <a:buNone/>
            </a:pPr>
            <a:r>
              <a:rPr i="1" lang="en-US" sz="2400">
                <a:solidFill>
                  <a:schemeClr val="accent2"/>
                </a:solidFill>
                <a:latin typeface="Arial"/>
                <a:ea typeface="Arial"/>
                <a:cs typeface="Arial"/>
                <a:sym typeface="Arial"/>
              </a:rPr>
              <a:t>Equations of motion for uniform acceleration</a:t>
            </a:r>
            <a:r>
              <a:rPr lang="en-US" sz="2400">
                <a:solidFill>
                  <a:schemeClr val="accent2"/>
                </a:solidFill>
                <a:latin typeface="Arial"/>
                <a:ea typeface="Arial"/>
                <a:cs typeface="Arial"/>
                <a:sym typeface="Arial"/>
              </a:rPr>
              <a:t> </a:t>
            </a:r>
            <a:r>
              <a:rPr lang="en-US" sz="2000">
                <a:solidFill>
                  <a:schemeClr val="dk1"/>
                </a:solidFill>
                <a:latin typeface="Courier New"/>
                <a:ea typeface="Courier New"/>
                <a:cs typeface="Courier New"/>
                <a:sym typeface="Courier New"/>
              </a:rPr>
              <a:t>	</a:t>
            </a:r>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∙From </a:t>
            </a:r>
            <a:r>
              <a:rPr i="1" lang="en-US" sz="2400">
                <a:solidFill>
                  <a:schemeClr val="dk1"/>
                </a:solidFill>
                <a:latin typeface="Arial"/>
                <a:ea typeface="Arial"/>
                <a:cs typeface="Arial"/>
                <a:sym typeface="Arial"/>
              </a:rPr>
              <a:t>a</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v</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u</a:t>
            </a:r>
            <a:r>
              <a:rPr lang="en-US" sz="2400">
                <a:solidFill>
                  <a:schemeClr val="dk1"/>
                </a:solidFill>
                <a:latin typeface="Arial"/>
                <a:ea typeface="Arial"/>
                <a:cs typeface="Arial"/>
                <a:sym typeface="Arial"/>
              </a:rPr>
              <a:t>)/</a:t>
            </a:r>
            <a:r>
              <a:rPr i="1" lang="en-US" sz="2400">
                <a:solidFill>
                  <a:schemeClr val="dk1"/>
                </a:solidFill>
                <a:latin typeface="Arial"/>
                <a:ea typeface="Arial"/>
                <a:cs typeface="Arial"/>
                <a:sym typeface="Arial"/>
              </a:rPr>
              <a:t>t</a:t>
            </a:r>
            <a:r>
              <a:rPr lang="en-US" sz="2400">
                <a:solidFill>
                  <a:schemeClr val="dk1"/>
                </a:solidFill>
                <a:latin typeface="Arial"/>
                <a:ea typeface="Arial"/>
                <a:cs typeface="Arial"/>
                <a:sym typeface="Arial"/>
              </a:rPr>
              <a:t> we get</a:t>
            </a:r>
            <a:endParaRPr sz="2400">
              <a:solidFill>
                <a:schemeClr val="dk1"/>
              </a:solidFill>
              <a:latin typeface="Arial"/>
              <a:ea typeface="Arial"/>
              <a:cs typeface="Arial"/>
              <a:sym typeface="Arial"/>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                                </a:t>
            </a:r>
            <a:r>
              <a:rPr i="1" lang="en-US" sz="2400">
                <a:solidFill>
                  <a:schemeClr val="dk1"/>
                </a:solidFill>
                <a:latin typeface="Arial"/>
                <a:ea typeface="Arial"/>
                <a:cs typeface="Arial"/>
                <a:sym typeface="Arial"/>
              </a:rPr>
              <a:t>at</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v</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u.</a:t>
            </a:r>
            <a:endParaRPr sz="2400">
              <a:solidFill>
                <a:schemeClr val="dk1"/>
              </a:solidFill>
              <a:latin typeface="Arial"/>
              <a:ea typeface="Arial"/>
              <a:cs typeface="Arial"/>
              <a:sym typeface="Arial"/>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∙Rearrangement leads to </a:t>
            </a:r>
            <a:r>
              <a:rPr i="1" lang="en-US" sz="2400">
                <a:solidFill>
                  <a:schemeClr val="dk1"/>
                </a:solidFill>
                <a:latin typeface="Arial"/>
                <a:ea typeface="Arial"/>
                <a:cs typeface="Arial"/>
                <a:sym typeface="Arial"/>
              </a:rPr>
              <a:t>v</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u</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at</a:t>
            </a:r>
            <a:r>
              <a:rPr lang="en-US" sz="2400">
                <a:solidFill>
                  <a:schemeClr val="dk1"/>
                </a:solidFill>
                <a:latin typeface="Arial"/>
                <a:ea typeface="Arial"/>
                <a:cs typeface="Arial"/>
                <a:sym typeface="Arial"/>
              </a:rPr>
              <a:t>, the </a:t>
            </a:r>
            <a:r>
              <a:rPr lang="en-US" sz="2400" u="sng">
                <a:solidFill>
                  <a:schemeClr val="dk1"/>
                </a:solidFill>
                <a:latin typeface="Arial"/>
                <a:ea typeface="Arial"/>
                <a:cs typeface="Arial"/>
                <a:sym typeface="Arial"/>
              </a:rPr>
              <a:t>velocity equation</a:t>
            </a:r>
            <a:r>
              <a:rPr lang="en-US" sz="2400">
                <a:solidFill>
                  <a:schemeClr val="dk1"/>
                </a:solidFill>
                <a:latin typeface="Arial"/>
                <a:ea typeface="Arial"/>
                <a:cs typeface="Arial"/>
                <a:sym typeface="Arial"/>
              </a:rPr>
              <a:t>.</a:t>
            </a:r>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∙Now, if it is the case that the acceleration is constant, then the average velocity can be found by taking the sum of the initial and final velocities and dividing by 2 (just like test grades). Thus </a:t>
            </a:r>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                  </a:t>
            </a:r>
            <a:r>
              <a:rPr i="1" lang="en-US" sz="2400">
                <a:solidFill>
                  <a:schemeClr val="dk1"/>
                </a:solidFill>
                <a:latin typeface="Arial"/>
                <a:ea typeface="Arial"/>
                <a:cs typeface="Arial"/>
                <a:sym typeface="Arial"/>
              </a:rPr>
              <a:t>average velocity</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u</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v</a:t>
            </a:r>
            <a:r>
              <a:rPr lang="en-US" sz="2400">
                <a:solidFill>
                  <a:schemeClr val="dk1"/>
                </a:solidFill>
                <a:latin typeface="Arial"/>
                <a:ea typeface="Arial"/>
                <a:cs typeface="Arial"/>
                <a:sym typeface="Arial"/>
              </a:rPr>
              <a:t>) / 2.</a:t>
            </a:r>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∙But the displacement is the average velocity times the time, so that </a:t>
            </a:r>
            <a:r>
              <a:rPr i="1" lang="en-US" sz="2400">
                <a:solidFill>
                  <a:schemeClr val="dk1"/>
                </a:solidFill>
                <a:latin typeface="Arial"/>
                <a:ea typeface="Arial"/>
                <a:cs typeface="Arial"/>
                <a:sym typeface="Arial"/>
              </a:rPr>
              <a:t>s</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u</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v</a:t>
            </a:r>
            <a:r>
              <a:rPr lang="en-US" sz="2400">
                <a:solidFill>
                  <a:schemeClr val="dk1"/>
                </a:solidFill>
                <a:latin typeface="Arial"/>
                <a:ea typeface="Arial"/>
                <a:cs typeface="Arial"/>
                <a:sym typeface="Arial"/>
              </a:rPr>
              <a:t>)</a:t>
            </a:r>
            <a:r>
              <a:rPr i="1" lang="en-US" sz="2400">
                <a:solidFill>
                  <a:schemeClr val="dk1"/>
                </a:solidFill>
                <a:latin typeface="Arial"/>
                <a:ea typeface="Arial"/>
                <a:cs typeface="Arial"/>
                <a:sym typeface="Arial"/>
              </a:rPr>
              <a:t>t </a:t>
            </a:r>
            <a:r>
              <a:rPr lang="en-US" sz="2400">
                <a:solidFill>
                  <a:schemeClr val="dk1"/>
                </a:solidFill>
                <a:latin typeface="Arial"/>
                <a:ea typeface="Arial"/>
                <a:cs typeface="Arial"/>
                <a:sym typeface="Arial"/>
              </a:rPr>
              <a:t>/ 2, the </a:t>
            </a:r>
            <a:r>
              <a:rPr lang="en-US" sz="2400" u="sng">
                <a:solidFill>
                  <a:schemeClr val="dk1"/>
                </a:solidFill>
                <a:latin typeface="Arial"/>
                <a:ea typeface="Arial"/>
                <a:cs typeface="Arial"/>
                <a:sym typeface="Arial"/>
              </a:rPr>
              <a:t>average displacement equation</a:t>
            </a:r>
            <a:r>
              <a:rPr lang="en-US" sz="2400">
                <a:solidFill>
                  <a:schemeClr val="dk1"/>
                </a:solidFill>
                <a:latin typeface="Arial"/>
                <a:ea typeface="Arial"/>
                <a:cs typeface="Arial"/>
                <a:sym typeface="Arial"/>
              </a:rPr>
              <a:t>.</a:t>
            </a:r>
            <a:endParaRPr/>
          </a:p>
        </p:txBody>
      </p:sp>
      <p:sp>
        <p:nvSpPr>
          <p:cNvPr id="752" name="Google Shape;752;p42"/>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2: Mechanics</a:t>
            </a:r>
            <a:br>
              <a:rPr b="1" lang="en-US" sz="2800"/>
            </a:br>
            <a:r>
              <a:rPr lang="en-US" sz="2800">
                <a:solidFill>
                  <a:schemeClr val="dk1"/>
                </a:solidFill>
              </a:rPr>
              <a:t>2.1 – Motion</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7" name="Shape 757"/>
        <p:cNvGrpSpPr/>
        <p:nvPr/>
      </p:nvGrpSpPr>
      <p:grpSpPr>
        <a:xfrm>
          <a:off x="0" y="0"/>
          <a:ext cx="0" cy="0"/>
          <a:chOff x="0" y="0"/>
          <a:chExt cx="0" cy="0"/>
        </a:xfrm>
      </p:grpSpPr>
      <p:sp>
        <p:nvSpPr>
          <p:cNvPr id="758" name="Google Shape;758;p43"/>
          <p:cNvSpPr/>
          <p:nvPr/>
        </p:nvSpPr>
        <p:spPr>
          <a:xfrm>
            <a:off x="685800" y="1549400"/>
            <a:ext cx="7772400" cy="5308600"/>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accent2"/>
              </a:buClr>
              <a:buSzPts val="2400"/>
              <a:buFont typeface="Arial"/>
              <a:buNone/>
            </a:pPr>
            <a:r>
              <a:rPr i="1" lang="en-US" sz="2400">
                <a:solidFill>
                  <a:schemeClr val="accent2"/>
                </a:solidFill>
                <a:latin typeface="Arial"/>
                <a:ea typeface="Arial"/>
                <a:cs typeface="Arial"/>
                <a:sym typeface="Arial"/>
              </a:rPr>
              <a:t>Equations of motion for uniform acceleration</a:t>
            </a:r>
            <a:r>
              <a:rPr lang="en-US" sz="2400">
                <a:solidFill>
                  <a:schemeClr val="accent2"/>
                </a:solidFill>
                <a:latin typeface="Arial"/>
                <a:ea typeface="Arial"/>
                <a:cs typeface="Arial"/>
                <a:sym typeface="Arial"/>
              </a:rPr>
              <a:t> </a:t>
            </a:r>
            <a:r>
              <a:rPr lang="en-US" sz="2000">
                <a:solidFill>
                  <a:schemeClr val="dk1"/>
                </a:solidFill>
                <a:latin typeface="Courier New"/>
                <a:ea typeface="Courier New"/>
                <a:cs typeface="Courier New"/>
                <a:sym typeface="Courier New"/>
              </a:rPr>
              <a:t>	</a:t>
            </a:r>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∙We have derived </a:t>
            </a:r>
            <a:r>
              <a:rPr i="1" lang="en-US" sz="2400">
                <a:solidFill>
                  <a:schemeClr val="dk1"/>
                </a:solidFill>
                <a:latin typeface="Arial"/>
                <a:ea typeface="Arial"/>
                <a:cs typeface="Arial"/>
                <a:sym typeface="Arial"/>
              </a:rPr>
              <a:t>v</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u</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at</a:t>
            </a:r>
            <a:r>
              <a:rPr lang="en-US" sz="2400">
                <a:solidFill>
                  <a:schemeClr val="dk1"/>
                </a:solidFill>
                <a:latin typeface="Arial"/>
                <a:ea typeface="Arial"/>
                <a:cs typeface="Arial"/>
                <a:sym typeface="Arial"/>
              </a:rPr>
              <a:t> and </a:t>
            </a:r>
            <a:r>
              <a:rPr i="1" lang="en-US" sz="2400">
                <a:solidFill>
                  <a:schemeClr val="dk1"/>
                </a:solidFill>
                <a:latin typeface="Arial"/>
                <a:ea typeface="Arial"/>
                <a:cs typeface="Arial"/>
                <a:sym typeface="Arial"/>
              </a:rPr>
              <a:t>s</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u</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v</a:t>
            </a:r>
            <a:r>
              <a:rPr lang="en-US" sz="2400">
                <a:solidFill>
                  <a:schemeClr val="dk1"/>
                </a:solidFill>
                <a:latin typeface="Arial"/>
                <a:ea typeface="Arial"/>
                <a:cs typeface="Arial"/>
                <a:sym typeface="Arial"/>
              </a:rPr>
              <a:t>)</a:t>
            </a:r>
            <a:r>
              <a:rPr i="1" lang="en-US" sz="2400">
                <a:solidFill>
                  <a:schemeClr val="dk1"/>
                </a:solidFill>
                <a:latin typeface="Arial"/>
                <a:ea typeface="Arial"/>
                <a:cs typeface="Arial"/>
                <a:sym typeface="Arial"/>
              </a:rPr>
              <a:t>t </a:t>
            </a:r>
            <a:r>
              <a:rPr lang="en-US" sz="2400">
                <a:solidFill>
                  <a:schemeClr val="dk1"/>
                </a:solidFill>
                <a:latin typeface="Arial"/>
                <a:ea typeface="Arial"/>
                <a:cs typeface="Arial"/>
                <a:sym typeface="Arial"/>
              </a:rPr>
              <a:t>/ 2.</a:t>
            </a:r>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∙Let’s tackle the first of the two harder ones.</a:t>
            </a:r>
            <a:endParaRPr/>
          </a:p>
          <a:p>
            <a:pPr indent="0" lvl="0" marL="0" marR="0" rtl="0" algn="l">
              <a:spcBef>
                <a:spcPts val="480"/>
              </a:spcBef>
              <a:spcAft>
                <a:spcPts val="0"/>
              </a:spcAft>
              <a:buClr>
                <a:schemeClr val="dk1"/>
              </a:buClr>
              <a:buSzPts val="2400"/>
              <a:buFont typeface="Arial"/>
              <a:buNone/>
            </a:pPr>
            <a:r>
              <a:rPr i="1" lang="en-US" sz="2400">
                <a:solidFill>
                  <a:schemeClr val="dk1"/>
                </a:solidFill>
                <a:latin typeface="Arial"/>
                <a:ea typeface="Arial"/>
                <a:cs typeface="Arial"/>
                <a:sym typeface="Arial"/>
              </a:rPr>
              <a:t>	s</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u</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v</a:t>
            </a:r>
            <a:r>
              <a:rPr lang="en-US" sz="2400">
                <a:solidFill>
                  <a:schemeClr val="dk1"/>
                </a:solidFill>
                <a:latin typeface="Arial"/>
                <a:ea typeface="Arial"/>
                <a:cs typeface="Arial"/>
                <a:sym typeface="Arial"/>
              </a:rPr>
              <a:t>)</a:t>
            </a:r>
            <a:r>
              <a:rPr i="1" lang="en-US" sz="2400">
                <a:solidFill>
                  <a:schemeClr val="dk1"/>
                </a:solidFill>
                <a:latin typeface="Arial"/>
                <a:ea typeface="Arial"/>
                <a:cs typeface="Arial"/>
                <a:sym typeface="Arial"/>
              </a:rPr>
              <a:t>t </a:t>
            </a:r>
            <a:r>
              <a:rPr lang="en-US" sz="2400">
                <a:solidFill>
                  <a:schemeClr val="dk1"/>
                </a:solidFill>
                <a:latin typeface="Arial"/>
                <a:ea typeface="Arial"/>
                <a:cs typeface="Arial"/>
                <a:sym typeface="Arial"/>
              </a:rPr>
              <a:t>/ 2 </a:t>
            </a:r>
            <a:endParaRPr/>
          </a:p>
          <a:p>
            <a:pPr indent="0" lvl="0" marL="0" marR="0" rtl="0" algn="l">
              <a:spcBef>
                <a:spcPts val="480"/>
              </a:spcBef>
              <a:spcAft>
                <a:spcPts val="0"/>
              </a:spcAft>
              <a:buClr>
                <a:schemeClr val="dk1"/>
              </a:buClr>
              <a:buSzPts val="2400"/>
              <a:buFont typeface="Arial"/>
              <a:buNone/>
            </a:pPr>
            <a:r>
              <a:rPr i="1" lang="en-US" sz="2400">
                <a:solidFill>
                  <a:schemeClr val="dk1"/>
                </a:solidFill>
                <a:latin typeface="Arial"/>
                <a:ea typeface="Arial"/>
                <a:cs typeface="Arial"/>
                <a:sym typeface="Arial"/>
              </a:rPr>
              <a:t>      	s</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u</a:t>
            </a:r>
            <a:r>
              <a:rPr lang="en-US" sz="2400">
                <a:solidFill>
                  <a:schemeClr val="dk1"/>
                </a:solidFill>
                <a:latin typeface="Arial"/>
                <a:ea typeface="Arial"/>
                <a:cs typeface="Arial"/>
                <a:sym typeface="Arial"/>
              </a:rPr>
              <a:t> + </a:t>
            </a:r>
            <a:r>
              <a:rPr i="1" lang="en-US" sz="2400">
                <a:solidFill>
                  <a:schemeClr val="accent2"/>
                </a:solidFill>
                <a:latin typeface="Arial"/>
                <a:ea typeface="Arial"/>
                <a:cs typeface="Arial"/>
                <a:sym typeface="Arial"/>
              </a:rPr>
              <a:t>u </a:t>
            </a:r>
            <a:r>
              <a:rPr lang="en-US" sz="2400">
                <a:solidFill>
                  <a:schemeClr val="accent2"/>
                </a:solidFill>
                <a:latin typeface="Arial"/>
                <a:ea typeface="Arial"/>
                <a:cs typeface="Arial"/>
                <a:sym typeface="Arial"/>
              </a:rPr>
              <a:t>+</a:t>
            </a:r>
            <a:r>
              <a:rPr lang="en-US" sz="2400">
                <a:solidFill>
                  <a:schemeClr val="dk1"/>
                </a:solidFill>
                <a:latin typeface="Arial"/>
                <a:ea typeface="Arial"/>
                <a:cs typeface="Arial"/>
                <a:sym typeface="Arial"/>
              </a:rPr>
              <a:t> </a:t>
            </a:r>
            <a:r>
              <a:rPr i="1" lang="en-US" sz="2400">
                <a:solidFill>
                  <a:schemeClr val="accent2"/>
                </a:solidFill>
                <a:latin typeface="Arial"/>
                <a:ea typeface="Arial"/>
                <a:cs typeface="Arial"/>
                <a:sym typeface="Arial"/>
              </a:rPr>
              <a:t>at</a:t>
            </a:r>
            <a:r>
              <a:rPr lang="en-US" sz="2400">
                <a:solidFill>
                  <a:schemeClr val="dk1"/>
                </a:solidFill>
                <a:latin typeface="Arial"/>
                <a:ea typeface="Arial"/>
                <a:cs typeface="Arial"/>
                <a:sym typeface="Arial"/>
              </a:rPr>
              <a:t>)</a:t>
            </a:r>
            <a:r>
              <a:rPr i="1" lang="en-US" sz="2400">
                <a:solidFill>
                  <a:schemeClr val="dk1"/>
                </a:solidFill>
                <a:latin typeface="Arial"/>
                <a:ea typeface="Arial"/>
                <a:cs typeface="Arial"/>
                <a:sym typeface="Arial"/>
              </a:rPr>
              <a:t>t </a:t>
            </a:r>
            <a:r>
              <a:rPr lang="en-US" sz="2400">
                <a:solidFill>
                  <a:schemeClr val="dk1"/>
                </a:solidFill>
                <a:latin typeface="Arial"/>
                <a:ea typeface="Arial"/>
                <a:cs typeface="Arial"/>
                <a:sym typeface="Arial"/>
              </a:rPr>
              <a:t>/ 2</a:t>
            </a:r>
            <a:endParaRPr sz="2400">
              <a:solidFill>
                <a:schemeClr val="dk1"/>
              </a:solidFill>
              <a:latin typeface="Arial"/>
              <a:ea typeface="Arial"/>
              <a:cs typeface="Arial"/>
              <a:sym typeface="Arial"/>
            </a:endParaRPr>
          </a:p>
          <a:p>
            <a:pPr indent="0" lvl="0" marL="0" marR="0" rtl="0" algn="l">
              <a:spcBef>
                <a:spcPts val="480"/>
              </a:spcBef>
              <a:spcAft>
                <a:spcPts val="0"/>
              </a:spcAft>
              <a:buClr>
                <a:schemeClr val="dk1"/>
              </a:buClr>
              <a:buSzPts val="2400"/>
              <a:buFont typeface="Arial"/>
              <a:buNone/>
            </a:pPr>
            <a:r>
              <a:rPr i="1" lang="en-US" sz="2400">
                <a:solidFill>
                  <a:schemeClr val="dk1"/>
                </a:solidFill>
                <a:latin typeface="Arial"/>
                <a:ea typeface="Arial"/>
                <a:cs typeface="Arial"/>
                <a:sym typeface="Arial"/>
              </a:rPr>
              <a:t>      	s</a:t>
            </a:r>
            <a:r>
              <a:rPr lang="en-US" sz="2400">
                <a:solidFill>
                  <a:schemeClr val="dk1"/>
                </a:solidFill>
                <a:latin typeface="Arial"/>
                <a:ea typeface="Arial"/>
                <a:cs typeface="Arial"/>
                <a:sym typeface="Arial"/>
              </a:rPr>
              <a:t> = (</a:t>
            </a:r>
            <a:r>
              <a:rPr lang="en-US" sz="2400">
                <a:solidFill>
                  <a:schemeClr val="accent2"/>
                </a:solidFill>
                <a:latin typeface="Arial"/>
                <a:ea typeface="Arial"/>
                <a:cs typeface="Arial"/>
                <a:sym typeface="Arial"/>
              </a:rPr>
              <a:t>2</a:t>
            </a:r>
            <a:r>
              <a:rPr i="1" lang="en-US" sz="2400">
                <a:solidFill>
                  <a:schemeClr val="accent2"/>
                </a:solidFill>
                <a:latin typeface="Arial"/>
                <a:ea typeface="Arial"/>
                <a:cs typeface="Arial"/>
                <a:sym typeface="Arial"/>
              </a:rPr>
              <a:t>u</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at</a:t>
            </a:r>
            <a:r>
              <a:rPr lang="en-US" sz="2400">
                <a:solidFill>
                  <a:schemeClr val="dk1"/>
                </a:solidFill>
                <a:latin typeface="Arial"/>
                <a:ea typeface="Arial"/>
                <a:cs typeface="Arial"/>
                <a:sym typeface="Arial"/>
              </a:rPr>
              <a:t>)</a:t>
            </a:r>
            <a:r>
              <a:rPr i="1" lang="en-US" sz="2400">
                <a:solidFill>
                  <a:schemeClr val="dk1"/>
                </a:solidFill>
                <a:latin typeface="Arial"/>
                <a:ea typeface="Arial"/>
                <a:cs typeface="Arial"/>
                <a:sym typeface="Arial"/>
              </a:rPr>
              <a:t>t </a:t>
            </a:r>
            <a:r>
              <a:rPr lang="en-US" sz="2400">
                <a:solidFill>
                  <a:schemeClr val="dk1"/>
                </a:solidFill>
                <a:latin typeface="Arial"/>
                <a:ea typeface="Arial"/>
                <a:cs typeface="Arial"/>
                <a:sym typeface="Arial"/>
              </a:rPr>
              <a:t>/ 2</a:t>
            </a:r>
            <a:endParaRPr/>
          </a:p>
          <a:p>
            <a:pPr indent="0" lvl="0" marL="0" marR="0" rtl="0" algn="l">
              <a:spcBef>
                <a:spcPts val="480"/>
              </a:spcBef>
              <a:spcAft>
                <a:spcPts val="0"/>
              </a:spcAft>
              <a:buClr>
                <a:schemeClr val="dk1"/>
              </a:buClr>
              <a:buSzPts val="2400"/>
              <a:buFont typeface="Arial"/>
              <a:buNone/>
            </a:pPr>
            <a:r>
              <a:rPr i="1" lang="en-US" sz="2400">
                <a:solidFill>
                  <a:schemeClr val="dk1"/>
                </a:solidFill>
                <a:latin typeface="Arial"/>
                <a:ea typeface="Arial"/>
                <a:cs typeface="Arial"/>
                <a:sym typeface="Arial"/>
              </a:rPr>
              <a:t>      	s</a:t>
            </a:r>
            <a:r>
              <a:rPr lang="en-US" sz="2400">
                <a:solidFill>
                  <a:schemeClr val="dk1"/>
                </a:solidFill>
                <a:latin typeface="Arial"/>
                <a:ea typeface="Arial"/>
                <a:cs typeface="Arial"/>
                <a:sym typeface="Arial"/>
              </a:rPr>
              <a:t> = 2</a:t>
            </a:r>
            <a:r>
              <a:rPr i="1" lang="en-US" sz="2400">
                <a:solidFill>
                  <a:schemeClr val="dk1"/>
                </a:solidFill>
                <a:latin typeface="Arial"/>
                <a:ea typeface="Arial"/>
                <a:cs typeface="Arial"/>
                <a:sym typeface="Arial"/>
              </a:rPr>
              <a:t>u</a:t>
            </a:r>
            <a:r>
              <a:rPr i="1" lang="en-US" sz="2400">
                <a:solidFill>
                  <a:schemeClr val="accent2"/>
                </a:solidFill>
                <a:latin typeface="Arial"/>
                <a:ea typeface="Arial"/>
                <a:cs typeface="Arial"/>
                <a:sym typeface="Arial"/>
              </a:rPr>
              <a:t>t</a:t>
            </a:r>
            <a:r>
              <a:rPr lang="en-US" sz="2400">
                <a:solidFill>
                  <a:schemeClr val="accent2"/>
                </a:solidFill>
                <a:latin typeface="Arial"/>
                <a:ea typeface="Arial"/>
                <a:cs typeface="Arial"/>
                <a:sym typeface="Arial"/>
              </a:rPr>
              <a:t>/2</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a</a:t>
            </a:r>
            <a:r>
              <a:rPr i="1" lang="en-US" sz="2400">
                <a:solidFill>
                  <a:schemeClr val="accent2"/>
                </a:solidFill>
                <a:latin typeface="Arial"/>
                <a:ea typeface="Arial"/>
                <a:cs typeface="Arial"/>
                <a:sym typeface="Arial"/>
              </a:rPr>
              <a:t>t </a:t>
            </a:r>
            <a:r>
              <a:rPr baseline="30000" lang="en-US" sz="2400">
                <a:solidFill>
                  <a:schemeClr val="dk1"/>
                </a:solidFill>
                <a:latin typeface="Arial"/>
                <a:ea typeface="Arial"/>
                <a:cs typeface="Arial"/>
                <a:sym typeface="Arial"/>
              </a:rPr>
              <a:t>2</a:t>
            </a:r>
            <a:r>
              <a:rPr lang="en-US" sz="2400">
                <a:solidFill>
                  <a:schemeClr val="accent2"/>
                </a:solidFill>
                <a:latin typeface="Arial"/>
                <a:ea typeface="Arial"/>
                <a:cs typeface="Arial"/>
                <a:sym typeface="Arial"/>
              </a:rPr>
              <a:t>/ 2</a:t>
            </a:r>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      	</a:t>
            </a:r>
            <a:r>
              <a:rPr i="1" lang="en-US" sz="2400">
                <a:solidFill>
                  <a:schemeClr val="dk1"/>
                </a:solidFill>
                <a:latin typeface="Arial"/>
                <a:ea typeface="Arial"/>
                <a:cs typeface="Arial"/>
                <a:sym typeface="Arial"/>
              </a:rPr>
              <a:t>s</a:t>
            </a:r>
            <a:r>
              <a:rPr lang="en-US" sz="2400">
                <a:solidFill>
                  <a:schemeClr val="dk1"/>
                </a:solidFill>
                <a:latin typeface="Arial"/>
                <a:ea typeface="Arial"/>
                <a:cs typeface="Arial"/>
                <a:sym typeface="Arial"/>
              </a:rPr>
              <a:t> = </a:t>
            </a:r>
            <a:r>
              <a:rPr i="1" lang="en-US" sz="2400">
                <a:solidFill>
                  <a:schemeClr val="accent2"/>
                </a:solidFill>
                <a:latin typeface="Arial"/>
                <a:ea typeface="Arial"/>
                <a:cs typeface="Arial"/>
                <a:sym typeface="Arial"/>
              </a:rPr>
              <a:t>ut</a:t>
            </a:r>
            <a:r>
              <a:rPr lang="en-US" sz="2400">
                <a:solidFill>
                  <a:schemeClr val="dk1"/>
                </a:solidFill>
                <a:latin typeface="Arial"/>
                <a:ea typeface="Arial"/>
                <a:cs typeface="Arial"/>
                <a:sym typeface="Arial"/>
              </a:rPr>
              <a:t> + (1/2)</a:t>
            </a:r>
            <a:r>
              <a:rPr i="1" lang="en-US" sz="2400">
                <a:solidFill>
                  <a:schemeClr val="dk1"/>
                </a:solidFill>
                <a:latin typeface="Arial"/>
                <a:ea typeface="Arial"/>
                <a:cs typeface="Arial"/>
                <a:sym typeface="Arial"/>
              </a:rPr>
              <a:t>at </a:t>
            </a:r>
            <a:r>
              <a:rPr baseline="30000" lang="en-US" sz="2400">
                <a:solidFill>
                  <a:schemeClr val="dk1"/>
                </a:solidFill>
                <a:latin typeface="Arial"/>
                <a:ea typeface="Arial"/>
                <a:cs typeface="Arial"/>
                <a:sym typeface="Arial"/>
              </a:rPr>
              <a:t>2</a:t>
            </a:r>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∙which is the </a:t>
            </a:r>
            <a:r>
              <a:rPr lang="en-US" sz="2400" u="sng">
                <a:solidFill>
                  <a:schemeClr val="dk1"/>
                </a:solidFill>
                <a:latin typeface="Arial"/>
                <a:ea typeface="Arial"/>
                <a:cs typeface="Arial"/>
                <a:sym typeface="Arial"/>
              </a:rPr>
              <a:t>displacement equation</a:t>
            </a:r>
            <a:r>
              <a:rPr lang="en-US" sz="2400">
                <a:solidFill>
                  <a:schemeClr val="dk1"/>
                </a:solidFill>
                <a:latin typeface="Arial"/>
                <a:ea typeface="Arial"/>
                <a:cs typeface="Arial"/>
                <a:sym typeface="Arial"/>
              </a:rPr>
              <a:t>.</a:t>
            </a:r>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∙Since the equation </a:t>
            </a:r>
            <a:r>
              <a:rPr i="1" lang="en-US" sz="2400">
                <a:solidFill>
                  <a:schemeClr val="dk1"/>
                </a:solidFill>
                <a:latin typeface="Arial"/>
                <a:ea typeface="Arial"/>
                <a:cs typeface="Arial"/>
                <a:sym typeface="Arial"/>
              </a:rPr>
              <a:t>s</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u</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v</a:t>
            </a:r>
            <a:r>
              <a:rPr lang="en-US" sz="2400">
                <a:solidFill>
                  <a:schemeClr val="dk1"/>
                </a:solidFill>
                <a:latin typeface="Arial"/>
                <a:ea typeface="Arial"/>
                <a:cs typeface="Arial"/>
                <a:sym typeface="Arial"/>
              </a:rPr>
              <a:t>)</a:t>
            </a:r>
            <a:r>
              <a:rPr i="1" lang="en-US" sz="2400">
                <a:solidFill>
                  <a:schemeClr val="dk1"/>
                </a:solidFill>
                <a:latin typeface="Arial"/>
                <a:ea typeface="Arial"/>
                <a:cs typeface="Arial"/>
                <a:sym typeface="Arial"/>
              </a:rPr>
              <a:t>t</a:t>
            </a:r>
            <a:r>
              <a:rPr lang="en-US" sz="2400">
                <a:solidFill>
                  <a:schemeClr val="dk1"/>
                </a:solidFill>
                <a:latin typeface="Arial"/>
                <a:ea typeface="Arial"/>
                <a:cs typeface="Arial"/>
                <a:sym typeface="Arial"/>
              </a:rPr>
              <a:t>/2 only works if the acceleration is constant, </a:t>
            </a:r>
            <a:r>
              <a:rPr i="1" lang="en-US" sz="2400">
                <a:solidFill>
                  <a:schemeClr val="dk1"/>
                </a:solidFill>
                <a:latin typeface="Arial"/>
                <a:ea typeface="Arial"/>
                <a:cs typeface="Arial"/>
                <a:sym typeface="Arial"/>
              </a:rPr>
              <a:t>s</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ut</a:t>
            </a:r>
            <a:r>
              <a:rPr lang="en-US" sz="2400">
                <a:solidFill>
                  <a:schemeClr val="dk1"/>
                </a:solidFill>
                <a:latin typeface="Arial"/>
                <a:ea typeface="Arial"/>
                <a:cs typeface="Arial"/>
                <a:sym typeface="Arial"/>
              </a:rPr>
              <a:t> + (1/2)</a:t>
            </a:r>
            <a:r>
              <a:rPr i="1" lang="en-US" sz="2400">
                <a:solidFill>
                  <a:schemeClr val="dk1"/>
                </a:solidFill>
                <a:latin typeface="Arial"/>
                <a:ea typeface="Arial"/>
                <a:cs typeface="Arial"/>
                <a:sym typeface="Arial"/>
              </a:rPr>
              <a:t>at </a:t>
            </a:r>
            <a:r>
              <a:rPr baseline="30000" lang="en-US" sz="2400">
                <a:solidFill>
                  <a:schemeClr val="dk1"/>
                </a:solidFill>
                <a:latin typeface="Arial"/>
                <a:ea typeface="Arial"/>
                <a:cs typeface="Arial"/>
                <a:sym typeface="Arial"/>
              </a:rPr>
              <a:t>2</a:t>
            </a:r>
            <a:r>
              <a:rPr lang="en-US" sz="2400">
                <a:solidFill>
                  <a:schemeClr val="dk1"/>
                </a:solidFill>
                <a:latin typeface="Arial"/>
                <a:ea typeface="Arial"/>
                <a:cs typeface="Arial"/>
                <a:sym typeface="Arial"/>
              </a:rPr>
              <a:t> also </a:t>
            </a:r>
            <a:r>
              <a:rPr lang="en-US" sz="2400" u="sng">
                <a:solidFill>
                  <a:schemeClr val="dk1"/>
                </a:solidFill>
                <a:latin typeface="Arial"/>
                <a:ea typeface="Arial"/>
                <a:cs typeface="Arial"/>
                <a:sym typeface="Arial"/>
              </a:rPr>
              <a:t>works only if the acceleration is constant</a:t>
            </a:r>
            <a:r>
              <a:rPr lang="en-US" sz="2400">
                <a:solidFill>
                  <a:schemeClr val="dk1"/>
                </a:solidFill>
                <a:latin typeface="Arial"/>
                <a:ea typeface="Arial"/>
                <a:cs typeface="Arial"/>
                <a:sym typeface="Arial"/>
              </a:rPr>
              <a:t>.</a:t>
            </a:r>
            <a:endParaRPr/>
          </a:p>
        </p:txBody>
      </p:sp>
      <p:sp>
        <p:nvSpPr>
          <p:cNvPr id="759" name="Google Shape;759;p43"/>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2: Mechanics</a:t>
            </a:r>
            <a:br>
              <a:rPr b="1" lang="en-US" sz="2800"/>
            </a:br>
            <a:r>
              <a:rPr lang="en-US" sz="2800">
                <a:solidFill>
                  <a:schemeClr val="dk1"/>
                </a:solidFill>
              </a:rPr>
              <a:t>2.1 – Motion</a:t>
            </a:r>
            <a:endParaRPr/>
          </a:p>
        </p:txBody>
      </p:sp>
      <p:sp>
        <p:nvSpPr>
          <p:cNvPr id="760" name="Google Shape;760;p43"/>
          <p:cNvSpPr txBox="1"/>
          <p:nvPr/>
        </p:nvSpPr>
        <p:spPr>
          <a:xfrm>
            <a:off x="5018088" y="2862263"/>
            <a:ext cx="1912937"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chemeClr val="hlink"/>
                </a:solidFill>
                <a:latin typeface="Arial"/>
                <a:ea typeface="Arial"/>
                <a:cs typeface="Arial"/>
                <a:sym typeface="Arial"/>
              </a:rPr>
              <a:t>Given</a:t>
            </a:r>
            <a:endParaRPr/>
          </a:p>
        </p:txBody>
      </p:sp>
      <p:sp>
        <p:nvSpPr>
          <p:cNvPr id="761" name="Google Shape;761;p43"/>
          <p:cNvSpPr txBox="1"/>
          <p:nvPr/>
        </p:nvSpPr>
        <p:spPr>
          <a:xfrm>
            <a:off x="5029200" y="3271838"/>
            <a:ext cx="1912938"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chemeClr val="hlink"/>
                </a:solidFill>
                <a:latin typeface="Arial"/>
                <a:ea typeface="Arial"/>
                <a:cs typeface="Arial"/>
                <a:sym typeface="Arial"/>
              </a:rPr>
              <a:t>v = u + at</a:t>
            </a:r>
            <a:endParaRPr/>
          </a:p>
        </p:txBody>
      </p:sp>
      <p:sp>
        <p:nvSpPr>
          <p:cNvPr id="762" name="Google Shape;762;p43"/>
          <p:cNvSpPr txBox="1"/>
          <p:nvPr/>
        </p:nvSpPr>
        <p:spPr>
          <a:xfrm>
            <a:off x="5027613" y="3725863"/>
            <a:ext cx="2009775"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chemeClr val="hlink"/>
                </a:solidFill>
                <a:latin typeface="Arial"/>
                <a:ea typeface="Arial"/>
                <a:cs typeface="Arial"/>
                <a:sym typeface="Arial"/>
              </a:rPr>
              <a:t>Like terms</a:t>
            </a:r>
            <a:endParaRPr/>
          </a:p>
        </p:txBody>
      </p:sp>
      <p:sp>
        <p:nvSpPr>
          <p:cNvPr id="763" name="Google Shape;763;p43"/>
          <p:cNvSpPr txBox="1"/>
          <p:nvPr/>
        </p:nvSpPr>
        <p:spPr>
          <a:xfrm>
            <a:off x="5024438" y="4164013"/>
            <a:ext cx="2443162"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chemeClr val="hlink"/>
                </a:solidFill>
                <a:latin typeface="Arial"/>
                <a:ea typeface="Arial"/>
                <a:cs typeface="Arial"/>
                <a:sym typeface="Arial"/>
              </a:rPr>
              <a:t>Distribute t/2</a:t>
            </a:r>
            <a:endParaRPr/>
          </a:p>
        </p:txBody>
      </p:sp>
      <p:sp>
        <p:nvSpPr>
          <p:cNvPr id="764" name="Google Shape;764;p43"/>
          <p:cNvSpPr txBox="1"/>
          <p:nvPr/>
        </p:nvSpPr>
        <p:spPr>
          <a:xfrm>
            <a:off x="5032375" y="4608513"/>
            <a:ext cx="2443163"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chemeClr val="hlink"/>
                </a:solidFill>
                <a:latin typeface="Arial"/>
                <a:ea typeface="Arial"/>
                <a:cs typeface="Arial"/>
                <a:sym typeface="Arial"/>
              </a:rPr>
              <a:t>Cancel 2</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760"/>
                                        </p:tgtEl>
                                        <p:attrNameLst>
                                          <p:attrName>style.visibility</p:attrName>
                                        </p:attrNameLst>
                                      </p:cBhvr>
                                      <p:to>
                                        <p:strVal val="visible"/>
                                      </p:to>
                                    </p:set>
                                    <p:anim calcmode="lin" valueType="num">
                                      <p:cBhvr additive="base">
                                        <p:cTn dur="500"/>
                                        <p:tgtEl>
                                          <p:spTgt spid="760"/>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761"/>
                                        </p:tgtEl>
                                        <p:attrNameLst>
                                          <p:attrName>style.visibility</p:attrName>
                                        </p:attrNameLst>
                                      </p:cBhvr>
                                      <p:to>
                                        <p:strVal val="visible"/>
                                      </p:to>
                                    </p:set>
                                    <p:anim calcmode="lin" valueType="num">
                                      <p:cBhvr additive="base">
                                        <p:cTn dur="500"/>
                                        <p:tgtEl>
                                          <p:spTgt spid="761"/>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762"/>
                                        </p:tgtEl>
                                        <p:attrNameLst>
                                          <p:attrName>style.visibility</p:attrName>
                                        </p:attrNameLst>
                                      </p:cBhvr>
                                      <p:to>
                                        <p:strVal val="visible"/>
                                      </p:to>
                                    </p:set>
                                    <p:anim calcmode="lin" valueType="num">
                                      <p:cBhvr additive="base">
                                        <p:cTn dur="500"/>
                                        <p:tgtEl>
                                          <p:spTgt spid="762"/>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763"/>
                                        </p:tgtEl>
                                        <p:attrNameLst>
                                          <p:attrName>style.visibility</p:attrName>
                                        </p:attrNameLst>
                                      </p:cBhvr>
                                      <p:to>
                                        <p:strVal val="visible"/>
                                      </p:to>
                                    </p:set>
                                    <p:anim calcmode="lin" valueType="num">
                                      <p:cBhvr additive="base">
                                        <p:cTn dur="500"/>
                                        <p:tgtEl>
                                          <p:spTgt spid="763"/>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764"/>
                                        </p:tgtEl>
                                        <p:attrNameLst>
                                          <p:attrName>style.visibility</p:attrName>
                                        </p:attrNameLst>
                                      </p:cBhvr>
                                      <p:to>
                                        <p:strVal val="visible"/>
                                      </p:to>
                                    </p:set>
                                    <p:anim calcmode="lin" valueType="num">
                                      <p:cBhvr additive="base">
                                        <p:cTn dur="500"/>
                                        <p:tgtEl>
                                          <p:spTgt spid="764"/>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9" name="Shape 769"/>
        <p:cNvGrpSpPr/>
        <p:nvPr/>
      </p:nvGrpSpPr>
      <p:grpSpPr>
        <a:xfrm>
          <a:off x="0" y="0"/>
          <a:ext cx="0" cy="0"/>
          <a:chOff x="0" y="0"/>
          <a:chExt cx="0" cy="0"/>
        </a:xfrm>
      </p:grpSpPr>
      <p:sp>
        <p:nvSpPr>
          <p:cNvPr id="770" name="Google Shape;770;p44"/>
          <p:cNvSpPr/>
          <p:nvPr/>
        </p:nvSpPr>
        <p:spPr>
          <a:xfrm>
            <a:off x="685800" y="1549400"/>
            <a:ext cx="7772400" cy="5308600"/>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accent2"/>
              </a:buClr>
              <a:buSzPts val="2400"/>
              <a:buFont typeface="Arial"/>
              <a:buNone/>
            </a:pPr>
            <a:r>
              <a:rPr i="1" lang="en-US" sz="2400">
                <a:solidFill>
                  <a:schemeClr val="accent2"/>
                </a:solidFill>
                <a:latin typeface="Arial"/>
                <a:ea typeface="Arial"/>
                <a:cs typeface="Arial"/>
                <a:sym typeface="Arial"/>
              </a:rPr>
              <a:t>Equations of motion for uniform acceleration</a:t>
            </a:r>
            <a:r>
              <a:rPr lang="en-US" sz="2400">
                <a:solidFill>
                  <a:schemeClr val="accent2"/>
                </a:solidFill>
                <a:latin typeface="Arial"/>
                <a:ea typeface="Arial"/>
                <a:cs typeface="Arial"/>
                <a:sym typeface="Arial"/>
              </a:rPr>
              <a:t> </a:t>
            </a:r>
            <a:r>
              <a:rPr lang="en-US" sz="2000">
                <a:solidFill>
                  <a:schemeClr val="dk1"/>
                </a:solidFill>
                <a:latin typeface="Courier New"/>
                <a:ea typeface="Courier New"/>
                <a:cs typeface="Courier New"/>
                <a:sym typeface="Courier New"/>
              </a:rPr>
              <a:t>	</a:t>
            </a:r>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∙We now have derived </a:t>
            </a:r>
            <a:r>
              <a:rPr i="1" lang="en-US" sz="2400">
                <a:solidFill>
                  <a:schemeClr val="dk1"/>
                </a:solidFill>
                <a:latin typeface="Arial"/>
                <a:ea typeface="Arial"/>
                <a:cs typeface="Arial"/>
                <a:sym typeface="Arial"/>
              </a:rPr>
              <a:t>v</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u</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at</a:t>
            </a:r>
            <a:r>
              <a:rPr lang="en-US" sz="2400">
                <a:solidFill>
                  <a:schemeClr val="dk1"/>
                </a:solidFill>
                <a:latin typeface="Arial"/>
                <a:ea typeface="Arial"/>
                <a:cs typeface="Arial"/>
                <a:sym typeface="Arial"/>
              </a:rPr>
              <a:t>, </a:t>
            </a:r>
            <a:r>
              <a:rPr i="1" lang="en-US" sz="2400">
                <a:solidFill>
                  <a:schemeClr val="dk1"/>
                </a:solidFill>
                <a:latin typeface="Arial"/>
                <a:ea typeface="Arial"/>
                <a:cs typeface="Arial"/>
                <a:sym typeface="Arial"/>
              </a:rPr>
              <a:t>s</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u</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v</a:t>
            </a:r>
            <a:r>
              <a:rPr lang="en-US" sz="2400">
                <a:solidFill>
                  <a:schemeClr val="dk1"/>
                </a:solidFill>
                <a:latin typeface="Arial"/>
                <a:ea typeface="Arial"/>
                <a:cs typeface="Arial"/>
                <a:sym typeface="Arial"/>
              </a:rPr>
              <a:t>)</a:t>
            </a:r>
            <a:r>
              <a:rPr i="1" lang="en-US" sz="2400">
                <a:solidFill>
                  <a:schemeClr val="dk1"/>
                </a:solidFill>
                <a:latin typeface="Arial"/>
                <a:ea typeface="Arial"/>
                <a:cs typeface="Arial"/>
                <a:sym typeface="Arial"/>
              </a:rPr>
              <a:t>t </a:t>
            </a:r>
            <a:r>
              <a:rPr lang="en-US" sz="2400">
                <a:solidFill>
                  <a:schemeClr val="dk1"/>
                </a:solidFill>
                <a:latin typeface="Arial"/>
                <a:ea typeface="Arial"/>
                <a:cs typeface="Arial"/>
                <a:sym typeface="Arial"/>
              </a:rPr>
              <a:t>/ 2 and       </a:t>
            </a:r>
            <a:r>
              <a:rPr i="1" lang="en-US" sz="2400">
                <a:solidFill>
                  <a:schemeClr val="dk1"/>
                </a:solidFill>
                <a:latin typeface="Arial"/>
                <a:ea typeface="Arial"/>
                <a:cs typeface="Arial"/>
                <a:sym typeface="Arial"/>
              </a:rPr>
              <a:t>s</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ut</a:t>
            </a:r>
            <a:r>
              <a:rPr lang="en-US" sz="2400">
                <a:solidFill>
                  <a:schemeClr val="dk1"/>
                </a:solidFill>
                <a:latin typeface="Arial"/>
                <a:ea typeface="Arial"/>
                <a:cs typeface="Arial"/>
                <a:sym typeface="Arial"/>
              </a:rPr>
              <a:t> + (1/2)</a:t>
            </a:r>
            <a:r>
              <a:rPr i="1" lang="en-US" sz="2400">
                <a:solidFill>
                  <a:schemeClr val="dk1"/>
                </a:solidFill>
                <a:latin typeface="Arial"/>
                <a:ea typeface="Arial"/>
                <a:cs typeface="Arial"/>
                <a:sym typeface="Arial"/>
              </a:rPr>
              <a:t>at </a:t>
            </a:r>
            <a:r>
              <a:rPr baseline="30000" lang="en-US" sz="2400">
                <a:solidFill>
                  <a:schemeClr val="dk1"/>
                </a:solidFill>
                <a:latin typeface="Arial"/>
                <a:ea typeface="Arial"/>
                <a:cs typeface="Arial"/>
                <a:sym typeface="Arial"/>
              </a:rPr>
              <a:t>2</a:t>
            </a:r>
            <a:r>
              <a:rPr lang="en-US" sz="2400">
                <a:solidFill>
                  <a:schemeClr val="dk1"/>
                </a:solidFill>
                <a:latin typeface="Arial"/>
                <a:ea typeface="Arial"/>
                <a:cs typeface="Arial"/>
                <a:sym typeface="Arial"/>
              </a:rPr>
              <a:t>. Let’s tackle the </a:t>
            </a:r>
            <a:r>
              <a:rPr lang="en-US" sz="2400" u="sng">
                <a:solidFill>
                  <a:schemeClr val="dk1"/>
                </a:solidFill>
                <a:latin typeface="Arial"/>
                <a:ea typeface="Arial"/>
                <a:cs typeface="Arial"/>
                <a:sym typeface="Arial"/>
              </a:rPr>
              <a:t>timeless equation</a:t>
            </a:r>
            <a:r>
              <a:rPr lang="en-US" sz="2400">
                <a:solidFill>
                  <a:schemeClr val="dk1"/>
                </a:solidFill>
                <a:latin typeface="Arial"/>
                <a:ea typeface="Arial"/>
                <a:cs typeface="Arial"/>
                <a:sym typeface="Arial"/>
              </a:rPr>
              <a:t>.</a:t>
            </a:r>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∙From </a:t>
            </a:r>
            <a:r>
              <a:rPr i="1" lang="en-US" sz="2400">
                <a:solidFill>
                  <a:schemeClr val="dk1"/>
                </a:solidFill>
                <a:latin typeface="Arial"/>
                <a:ea typeface="Arial"/>
                <a:cs typeface="Arial"/>
                <a:sym typeface="Arial"/>
              </a:rPr>
              <a:t>v</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u</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at</a:t>
            </a:r>
            <a:r>
              <a:rPr lang="en-US" sz="2400">
                <a:solidFill>
                  <a:schemeClr val="dk1"/>
                </a:solidFill>
                <a:latin typeface="Arial"/>
                <a:ea typeface="Arial"/>
                <a:cs typeface="Arial"/>
                <a:sym typeface="Arial"/>
              </a:rPr>
              <a:t> we can isolate the </a:t>
            </a:r>
            <a:r>
              <a:rPr i="1" lang="en-US" sz="2400">
                <a:solidFill>
                  <a:schemeClr val="dk1"/>
                </a:solidFill>
                <a:latin typeface="Arial"/>
                <a:ea typeface="Arial"/>
                <a:cs typeface="Arial"/>
                <a:sym typeface="Arial"/>
              </a:rPr>
              <a:t>t</a:t>
            </a:r>
            <a:r>
              <a:rPr lang="en-US" sz="2400">
                <a:solidFill>
                  <a:schemeClr val="dk1"/>
                </a:solidFill>
                <a:latin typeface="Arial"/>
                <a:ea typeface="Arial"/>
                <a:cs typeface="Arial"/>
                <a:sym typeface="Arial"/>
              </a:rPr>
              <a:t>.</a:t>
            </a:r>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     </a:t>
            </a:r>
            <a:r>
              <a:rPr i="1" lang="en-US" sz="2400">
                <a:solidFill>
                  <a:schemeClr val="dk1"/>
                </a:solidFill>
                <a:latin typeface="Arial"/>
                <a:ea typeface="Arial"/>
                <a:cs typeface="Arial"/>
                <a:sym typeface="Arial"/>
              </a:rPr>
              <a:t>v</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u</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at</a:t>
            </a:r>
            <a:endParaRPr/>
          </a:p>
          <a:p>
            <a:pPr indent="0" lvl="0" marL="0" marR="0" rtl="0" algn="l">
              <a:spcBef>
                <a:spcPts val="480"/>
              </a:spcBef>
              <a:spcAft>
                <a:spcPts val="0"/>
              </a:spcAft>
              <a:buClr>
                <a:schemeClr val="dk1"/>
              </a:buClr>
              <a:buSzPts val="2400"/>
              <a:buFont typeface="Arial"/>
              <a:buNone/>
            </a:pPr>
            <a:r>
              <a:rPr i="1" lang="en-US" sz="2400">
                <a:solidFill>
                  <a:schemeClr val="dk1"/>
                </a:solidFill>
                <a:latin typeface="Arial"/>
                <a:ea typeface="Arial"/>
                <a:cs typeface="Arial"/>
                <a:sym typeface="Arial"/>
              </a:rPr>
              <a:t>            t</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v</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u</a:t>
            </a:r>
            <a:r>
              <a:rPr lang="en-US" sz="2400">
                <a:solidFill>
                  <a:schemeClr val="dk1"/>
                </a:solidFill>
                <a:latin typeface="Arial"/>
                <a:ea typeface="Arial"/>
                <a:cs typeface="Arial"/>
                <a:sym typeface="Arial"/>
              </a:rPr>
              <a:t>)/</a:t>
            </a:r>
            <a:r>
              <a:rPr i="1" lang="en-US" sz="2400">
                <a:solidFill>
                  <a:schemeClr val="dk1"/>
                </a:solidFill>
                <a:latin typeface="Arial"/>
                <a:ea typeface="Arial"/>
                <a:cs typeface="Arial"/>
                <a:sym typeface="Arial"/>
              </a:rPr>
              <a:t>a</a:t>
            </a:r>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∙From </a:t>
            </a:r>
            <a:r>
              <a:rPr i="1" lang="en-US" sz="2400">
                <a:solidFill>
                  <a:schemeClr val="dk1"/>
                </a:solidFill>
                <a:latin typeface="Arial"/>
                <a:ea typeface="Arial"/>
                <a:cs typeface="Arial"/>
                <a:sym typeface="Arial"/>
              </a:rPr>
              <a:t>s</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u</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v</a:t>
            </a:r>
            <a:r>
              <a:rPr lang="en-US" sz="2400">
                <a:solidFill>
                  <a:schemeClr val="dk1"/>
                </a:solidFill>
                <a:latin typeface="Arial"/>
                <a:ea typeface="Arial"/>
                <a:cs typeface="Arial"/>
                <a:sym typeface="Arial"/>
              </a:rPr>
              <a:t>)</a:t>
            </a:r>
            <a:r>
              <a:rPr i="1" lang="en-US" sz="2400">
                <a:solidFill>
                  <a:schemeClr val="dk1"/>
                </a:solidFill>
                <a:latin typeface="Arial"/>
                <a:ea typeface="Arial"/>
                <a:cs typeface="Arial"/>
                <a:sym typeface="Arial"/>
              </a:rPr>
              <a:t>t </a:t>
            </a:r>
            <a:r>
              <a:rPr lang="en-US" sz="2400">
                <a:solidFill>
                  <a:schemeClr val="dk1"/>
                </a:solidFill>
                <a:latin typeface="Arial"/>
                <a:ea typeface="Arial"/>
                <a:cs typeface="Arial"/>
                <a:sym typeface="Arial"/>
              </a:rPr>
              <a:t>/ 2 we get:</a:t>
            </a:r>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         </a:t>
            </a:r>
            <a:r>
              <a:rPr lang="en-US" sz="2400">
                <a:solidFill>
                  <a:schemeClr val="accent2"/>
                </a:solidFill>
                <a:latin typeface="Arial"/>
                <a:ea typeface="Arial"/>
                <a:cs typeface="Arial"/>
                <a:sym typeface="Arial"/>
              </a:rPr>
              <a:t>2</a:t>
            </a:r>
            <a:r>
              <a:rPr i="1" lang="en-US" sz="2400">
                <a:solidFill>
                  <a:schemeClr val="dk1"/>
                </a:solidFill>
                <a:latin typeface="Arial"/>
                <a:ea typeface="Arial"/>
                <a:cs typeface="Arial"/>
                <a:sym typeface="Arial"/>
              </a:rPr>
              <a:t>s</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u</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v</a:t>
            </a:r>
            <a:r>
              <a:rPr lang="en-US" sz="2400">
                <a:solidFill>
                  <a:schemeClr val="dk1"/>
                </a:solidFill>
                <a:latin typeface="Arial"/>
                <a:ea typeface="Arial"/>
                <a:cs typeface="Arial"/>
                <a:sym typeface="Arial"/>
              </a:rPr>
              <a:t>)</a:t>
            </a:r>
            <a:r>
              <a:rPr i="1" lang="en-US" sz="2400">
                <a:solidFill>
                  <a:schemeClr val="dk1"/>
                </a:solidFill>
                <a:latin typeface="Arial"/>
                <a:ea typeface="Arial"/>
                <a:cs typeface="Arial"/>
                <a:sym typeface="Arial"/>
              </a:rPr>
              <a:t>t</a:t>
            </a:r>
            <a:endParaRPr sz="2400">
              <a:solidFill>
                <a:schemeClr val="dk1"/>
              </a:solidFill>
              <a:latin typeface="Arial"/>
              <a:ea typeface="Arial"/>
              <a:cs typeface="Arial"/>
              <a:sym typeface="Arial"/>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         2</a:t>
            </a:r>
            <a:r>
              <a:rPr i="1" lang="en-US" sz="2400">
                <a:solidFill>
                  <a:schemeClr val="dk1"/>
                </a:solidFill>
                <a:latin typeface="Arial"/>
                <a:ea typeface="Arial"/>
                <a:cs typeface="Arial"/>
                <a:sym typeface="Arial"/>
              </a:rPr>
              <a:t>s</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u</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v</a:t>
            </a:r>
            <a:r>
              <a:rPr lang="en-US" sz="2400">
                <a:solidFill>
                  <a:schemeClr val="dk1"/>
                </a:solidFill>
                <a:latin typeface="Arial"/>
                <a:ea typeface="Arial"/>
                <a:cs typeface="Arial"/>
                <a:sym typeface="Arial"/>
              </a:rPr>
              <a:t>)</a:t>
            </a:r>
            <a:r>
              <a:rPr lang="en-US" sz="2400">
                <a:solidFill>
                  <a:schemeClr val="accent2"/>
                </a:solidFill>
                <a:latin typeface="Arial"/>
                <a:ea typeface="Arial"/>
                <a:cs typeface="Arial"/>
                <a:sym typeface="Arial"/>
              </a:rPr>
              <a:t>(</a:t>
            </a:r>
            <a:r>
              <a:rPr i="1" lang="en-US" sz="2400">
                <a:solidFill>
                  <a:schemeClr val="accent2"/>
                </a:solidFill>
                <a:latin typeface="Arial"/>
                <a:ea typeface="Arial"/>
                <a:cs typeface="Arial"/>
                <a:sym typeface="Arial"/>
              </a:rPr>
              <a:t>v</a:t>
            </a:r>
            <a:r>
              <a:rPr lang="en-US" sz="2400">
                <a:solidFill>
                  <a:schemeClr val="accent2"/>
                </a:solidFill>
                <a:latin typeface="Arial"/>
                <a:ea typeface="Arial"/>
                <a:cs typeface="Arial"/>
                <a:sym typeface="Arial"/>
              </a:rPr>
              <a:t> – </a:t>
            </a:r>
            <a:r>
              <a:rPr i="1" lang="en-US" sz="2400">
                <a:solidFill>
                  <a:schemeClr val="accent2"/>
                </a:solidFill>
                <a:latin typeface="Arial"/>
                <a:ea typeface="Arial"/>
                <a:cs typeface="Arial"/>
                <a:sym typeface="Arial"/>
              </a:rPr>
              <a:t>u</a:t>
            </a:r>
            <a:r>
              <a:rPr lang="en-US" sz="2400">
                <a:solidFill>
                  <a:schemeClr val="accent2"/>
                </a:solidFill>
                <a:latin typeface="Arial"/>
                <a:ea typeface="Arial"/>
                <a:cs typeface="Arial"/>
                <a:sym typeface="Arial"/>
              </a:rPr>
              <a:t>) / </a:t>
            </a:r>
            <a:r>
              <a:rPr i="1" lang="en-US" sz="2400">
                <a:solidFill>
                  <a:schemeClr val="accent2"/>
                </a:solidFill>
                <a:latin typeface="Arial"/>
                <a:ea typeface="Arial"/>
                <a:cs typeface="Arial"/>
                <a:sym typeface="Arial"/>
              </a:rPr>
              <a:t>a</a:t>
            </a:r>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       2</a:t>
            </a:r>
            <a:r>
              <a:rPr i="1" lang="en-US" sz="2400">
                <a:solidFill>
                  <a:schemeClr val="accent2"/>
                </a:solidFill>
                <a:latin typeface="Arial"/>
                <a:ea typeface="Arial"/>
                <a:cs typeface="Arial"/>
                <a:sym typeface="Arial"/>
              </a:rPr>
              <a:t>a</a:t>
            </a:r>
            <a:r>
              <a:rPr i="1" lang="en-US" sz="2400">
                <a:solidFill>
                  <a:schemeClr val="dk1"/>
                </a:solidFill>
                <a:latin typeface="Arial"/>
                <a:ea typeface="Arial"/>
                <a:cs typeface="Arial"/>
                <a:sym typeface="Arial"/>
              </a:rPr>
              <a:t>s</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u</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v</a:t>
            </a:r>
            <a:r>
              <a:rPr lang="en-US" sz="2400">
                <a:solidFill>
                  <a:schemeClr val="dk1"/>
                </a:solidFill>
                <a:latin typeface="Arial"/>
                <a:ea typeface="Arial"/>
                <a:cs typeface="Arial"/>
                <a:sym typeface="Arial"/>
              </a:rPr>
              <a:t>)(</a:t>
            </a:r>
            <a:r>
              <a:rPr i="1" lang="en-US" sz="2400">
                <a:solidFill>
                  <a:schemeClr val="dk1"/>
                </a:solidFill>
                <a:latin typeface="Arial"/>
                <a:ea typeface="Arial"/>
                <a:cs typeface="Arial"/>
                <a:sym typeface="Arial"/>
              </a:rPr>
              <a:t>v</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u</a:t>
            </a:r>
            <a:r>
              <a:rPr lang="en-US" sz="2400">
                <a:solidFill>
                  <a:schemeClr val="dk1"/>
                </a:solidFill>
                <a:latin typeface="Arial"/>
                <a:ea typeface="Arial"/>
                <a:cs typeface="Arial"/>
                <a:sym typeface="Arial"/>
              </a:rPr>
              <a:t>)</a:t>
            </a:r>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       2</a:t>
            </a:r>
            <a:r>
              <a:rPr i="1" lang="en-US" sz="2400">
                <a:solidFill>
                  <a:schemeClr val="dk1"/>
                </a:solidFill>
                <a:latin typeface="Arial"/>
                <a:ea typeface="Arial"/>
                <a:cs typeface="Arial"/>
                <a:sym typeface="Arial"/>
              </a:rPr>
              <a:t>as</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uv</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u</a:t>
            </a:r>
            <a:r>
              <a:rPr baseline="30000" lang="en-US" sz="2400">
                <a:solidFill>
                  <a:schemeClr val="dk1"/>
                </a:solidFill>
                <a:latin typeface="Arial"/>
                <a:ea typeface="Arial"/>
                <a:cs typeface="Arial"/>
                <a:sym typeface="Arial"/>
              </a:rPr>
              <a:t>2</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v</a:t>
            </a:r>
            <a:r>
              <a:rPr baseline="30000" lang="en-US" sz="2400">
                <a:solidFill>
                  <a:schemeClr val="dk1"/>
                </a:solidFill>
                <a:latin typeface="Arial"/>
                <a:ea typeface="Arial"/>
                <a:cs typeface="Arial"/>
                <a:sym typeface="Arial"/>
              </a:rPr>
              <a:t>2</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vu</a:t>
            </a:r>
            <a:endParaRPr/>
          </a:p>
          <a:p>
            <a:pPr indent="0" lvl="0" marL="0" marR="0" rtl="0" algn="l">
              <a:spcBef>
                <a:spcPts val="480"/>
              </a:spcBef>
              <a:spcAft>
                <a:spcPts val="0"/>
              </a:spcAft>
              <a:buClr>
                <a:schemeClr val="dk1"/>
              </a:buClr>
              <a:buSzPts val="2400"/>
              <a:buFont typeface="Arial"/>
              <a:buNone/>
            </a:pPr>
            <a:r>
              <a:rPr i="1" lang="en-US" sz="2400">
                <a:solidFill>
                  <a:schemeClr val="dk1"/>
                </a:solidFill>
                <a:latin typeface="Arial"/>
                <a:ea typeface="Arial"/>
                <a:cs typeface="Arial"/>
                <a:sym typeface="Arial"/>
              </a:rPr>
              <a:t>        </a:t>
            </a:r>
            <a:r>
              <a:rPr baseline="-25000" i="1" lang="en-US" sz="2400">
                <a:solidFill>
                  <a:schemeClr val="dk1"/>
                </a:solidFill>
                <a:latin typeface="Arial"/>
                <a:ea typeface="Arial"/>
                <a:cs typeface="Arial"/>
                <a:sym typeface="Arial"/>
              </a:rPr>
              <a:t>  </a:t>
            </a:r>
            <a:r>
              <a:rPr i="1" lang="en-US" sz="2400">
                <a:solidFill>
                  <a:schemeClr val="dk1"/>
                </a:solidFill>
                <a:latin typeface="Arial"/>
                <a:ea typeface="Arial"/>
                <a:cs typeface="Arial"/>
                <a:sym typeface="Arial"/>
              </a:rPr>
              <a:t>v</a:t>
            </a:r>
            <a:r>
              <a:rPr baseline="30000" lang="en-US" sz="2400">
                <a:solidFill>
                  <a:schemeClr val="dk1"/>
                </a:solidFill>
                <a:latin typeface="Arial"/>
                <a:ea typeface="Arial"/>
                <a:cs typeface="Arial"/>
                <a:sym typeface="Arial"/>
              </a:rPr>
              <a:t>2</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u</a:t>
            </a:r>
            <a:r>
              <a:rPr baseline="30000" lang="en-US" sz="2400">
                <a:solidFill>
                  <a:schemeClr val="dk1"/>
                </a:solidFill>
                <a:latin typeface="Arial"/>
                <a:ea typeface="Arial"/>
                <a:cs typeface="Arial"/>
                <a:sym typeface="Arial"/>
              </a:rPr>
              <a:t>2</a:t>
            </a:r>
            <a:r>
              <a:rPr lang="en-US" sz="2400">
                <a:solidFill>
                  <a:schemeClr val="dk1"/>
                </a:solidFill>
                <a:latin typeface="Arial"/>
                <a:ea typeface="Arial"/>
                <a:cs typeface="Arial"/>
                <a:sym typeface="Arial"/>
              </a:rPr>
              <a:t> + 2</a:t>
            </a:r>
            <a:r>
              <a:rPr i="1" lang="en-US" sz="2400">
                <a:solidFill>
                  <a:schemeClr val="dk1"/>
                </a:solidFill>
                <a:latin typeface="Arial"/>
                <a:ea typeface="Arial"/>
                <a:cs typeface="Arial"/>
                <a:sym typeface="Arial"/>
              </a:rPr>
              <a:t>as</a:t>
            </a:r>
            <a:endParaRPr/>
          </a:p>
        </p:txBody>
      </p:sp>
      <p:sp>
        <p:nvSpPr>
          <p:cNvPr id="771" name="Google Shape;771;p44"/>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2: Mechanics</a:t>
            </a:r>
            <a:br>
              <a:rPr b="1" lang="en-US" sz="2800"/>
            </a:br>
            <a:r>
              <a:rPr lang="en-US" sz="2800">
                <a:solidFill>
                  <a:schemeClr val="dk1"/>
                </a:solidFill>
              </a:rPr>
              <a:t>2.1 – Motion</a:t>
            </a:r>
            <a:endParaRPr/>
          </a:p>
        </p:txBody>
      </p:sp>
      <p:cxnSp>
        <p:nvCxnSpPr>
          <p:cNvPr id="772" name="Google Shape;772;p44"/>
          <p:cNvCxnSpPr/>
          <p:nvPr/>
        </p:nvCxnSpPr>
        <p:spPr>
          <a:xfrm flipH="1">
            <a:off x="2266950" y="6029325"/>
            <a:ext cx="220663" cy="176213"/>
          </a:xfrm>
          <a:prstGeom prst="straightConnector1">
            <a:avLst/>
          </a:prstGeom>
          <a:noFill/>
          <a:ln cap="flat" cmpd="sng" w="28575">
            <a:solidFill>
              <a:srgbClr val="FF3300"/>
            </a:solidFill>
            <a:prstDash val="solid"/>
            <a:round/>
            <a:headEnd len="med" w="med" type="none"/>
            <a:tailEnd len="med" w="med" type="none"/>
          </a:ln>
        </p:spPr>
      </p:cxnSp>
      <p:cxnSp>
        <p:nvCxnSpPr>
          <p:cNvPr id="773" name="Google Shape;773;p44"/>
          <p:cNvCxnSpPr/>
          <p:nvPr/>
        </p:nvCxnSpPr>
        <p:spPr>
          <a:xfrm flipH="1">
            <a:off x="4154488" y="6021388"/>
            <a:ext cx="220662" cy="176212"/>
          </a:xfrm>
          <a:prstGeom prst="straightConnector1">
            <a:avLst/>
          </a:prstGeom>
          <a:noFill/>
          <a:ln cap="flat" cmpd="sng" w="28575">
            <a:solidFill>
              <a:srgbClr val="FF3300"/>
            </a:solidFill>
            <a:prstDash val="solid"/>
            <a:round/>
            <a:headEnd len="med" w="med" type="none"/>
            <a:tailEnd len="med" w="med" type="none"/>
          </a:ln>
        </p:spPr>
      </p:cxnSp>
      <p:sp>
        <p:nvSpPr>
          <p:cNvPr id="774" name="Google Shape;774;p44"/>
          <p:cNvSpPr txBox="1"/>
          <p:nvPr/>
        </p:nvSpPr>
        <p:spPr>
          <a:xfrm>
            <a:off x="5367338" y="4602163"/>
            <a:ext cx="22606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chemeClr val="hlink"/>
                </a:solidFill>
                <a:latin typeface="Arial"/>
                <a:ea typeface="Arial"/>
                <a:cs typeface="Arial"/>
                <a:sym typeface="Arial"/>
              </a:rPr>
              <a:t>Multiply by 2</a:t>
            </a:r>
            <a:endParaRPr/>
          </a:p>
        </p:txBody>
      </p:sp>
      <p:sp>
        <p:nvSpPr>
          <p:cNvPr id="775" name="Google Shape;775;p44"/>
          <p:cNvSpPr txBox="1"/>
          <p:nvPr/>
        </p:nvSpPr>
        <p:spPr>
          <a:xfrm>
            <a:off x="5375275" y="4984750"/>
            <a:ext cx="22606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chemeClr val="hlink"/>
                </a:solidFill>
                <a:latin typeface="Arial"/>
                <a:ea typeface="Arial"/>
                <a:cs typeface="Arial"/>
                <a:sym typeface="Arial"/>
              </a:rPr>
              <a:t>t = (v - u)/a</a:t>
            </a:r>
            <a:endParaRPr/>
          </a:p>
        </p:txBody>
      </p:sp>
      <p:sp>
        <p:nvSpPr>
          <p:cNvPr id="776" name="Google Shape;776;p44"/>
          <p:cNvSpPr txBox="1"/>
          <p:nvPr/>
        </p:nvSpPr>
        <p:spPr>
          <a:xfrm>
            <a:off x="5375275" y="5437188"/>
            <a:ext cx="22606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chemeClr val="hlink"/>
                </a:solidFill>
                <a:latin typeface="Arial"/>
                <a:ea typeface="Arial"/>
                <a:cs typeface="Arial"/>
                <a:sym typeface="Arial"/>
              </a:rPr>
              <a:t>Multiply by </a:t>
            </a:r>
            <a:r>
              <a:rPr i="1" lang="en-US" sz="2400" u="sng">
                <a:solidFill>
                  <a:schemeClr val="hlink"/>
                </a:solidFill>
                <a:latin typeface="Arial"/>
                <a:ea typeface="Arial"/>
                <a:cs typeface="Arial"/>
                <a:sym typeface="Arial"/>
              </a:rPr>
              <a:t>a</a:t>
            </a:r>
            <a:endParaRPr/>
          </a:p>
        </p:txBody>
      </p:sp>
      <p:sp>
        <p:nvSpPr>
          <p:cNvPr id="777" name="Google Shape;777;p44"/>
          <p:cNvSpPr txBox="1"/>
          <p:nvPr/>
        </p:nvSpPr>
        <p:spPr>
          <a:xfrm>
            <a:off x="5370513" y="5862638"/>
            <a:ext cx="22606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chemeClr val="hlink"/>
                </a:solidFill>
                <a:latin typeface="Arial"/>
                <a:ea typeface="Arial"/>
                <a:cs typeface="Arial"/>
                <a:sym typeface="Arial"/>
              </a:rPr>
              <a:t>F O I L</a:t>
            </a:r>
            <a:endParaRPr/>
          </a:p>
        </p:txBody>
      </p:sp>
      <p:sp>
        <p:nvSpPr>
          <p:cNvPr id="778" name="Google Shape;778;p44"/>
          <p:cNvSpPr txBox="1"/>
          <p:nvPr/>
        </p:nvSpPr>
        <p:spPr>
          <a:xfrm>
            <a:off x="5370513" y="6276975"/>
            <a:ext cx="2790825"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chemeClr val="hlink"/>
                </a:solidFill>
                <a:latin typeface="Arial"/>
                <a:ea typeface="Arial"/>
                <a:cs typeface="Arial"/>
                <a:sym typeface="Arial"/>
              </a:rPr>
              <a:t>Cancel (uv = vu)</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774"/>
                                        </p:tgtEl>
                                        <p:attrNameLst>
                                          <p:attrName>style.visibility</p:attrName>
                                        </p:attrNameLst>
                                      </p:cBhvr>
                                      <p:to>
                                        <p:strVal val="visible"/>
                                      </p:to>
                                    </p:set>
                                    <p:anim calcmode="lin" valueType="num">
                                      <p:cBhvr additive="base">
                                        <p:cTn dur="500"/>
                                        <p:tgtEl>
                                          <p:spTgt spid="774"/>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775"/>
                                        </p:tgtEl>
                                        <p:attrNameLst>
                                          <p:attrName>style.visibility</p:attrName>
                                        </p:attrNameLst>
                                      </p:cBhvr>
                                      <p:to>
                                        <p:strVal val="visible"/>
                                      </p:to>
                                    </p:set>
                                    <p:anim calcmode="lin" valueType="num">
                                      <p:cBhvr additive="base">
                                        <p:cTn dur="500"/>
                                        <p:tgtEl>
                                          <p:spTgt spid="775"/>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776"/>
                                        </p:tgtEl>
                                        <p:attrNameLst>
                                          <p:attrName>style.visibility</p:attrName>
                                        </p:attrNameLst>
                                      </p:cBhvr>
                                      <p:to>
                                        <p:strVal val="visible"/>
                                      </p:to>
                                    </p:set>
                                    <p:anim calcmode="lin" valueType="num">
                                      <p:cBhvr additive="base">
                                        <p:cTn dur="500"/>
                                        <p:tgtEl>
                                          <p:spTgt spid="776"/>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777"/>
                                        </p:tgtEl>
                                        <p:attrNameLst>
                                          <p:attrName>style.visibility</p:attrName>
                                        </p:attrNameLst>
                                      </p:cBhvr>
                                      <p:to>
                                        <p:strVal val="visible"/>
                                      </p:to>
                                    </p:set>
                                    <p:anim calcmode="lin" valueType="num">
                                      <p:cBhvr additive="base">
                                        <p:cTn dur="500"/>
                                        <p:tgtEl>
                                          <p:spTgt spid="777"/>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2"/>
                                        </p:tgtEl>
                                        <p:attrNameLst>
                                          <p:attrName>style.visibility</p:attrName>
                                        </p:attrNameLst>
                                      </p:cBhvr>
                                      <p:to>
                                        <p:strVal val="visible"/>
                                      </p:to>
                                    </p:set>
                                    <p:animEffect filter="fade" transition="in">
                                      <p:cBhvr>
                                        <p:cTn dur="500"/>
                                        <p:tgtEl>
                                          <p:spTgt spid="77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3"/>
                                        </p:tgtEl>
                                        <p:attrNameLst>
                                          <p:attrName>style.visibility</p:attrName>
                                        </p:attrNameLst>
                                      </p:cBhvr>
                                      <p:to>
                                        <p:strVal val="visible"/>
                                      </p:to>
                                    </p:set>
                                    <p:animEffect filter="fade" transition="in">
                                      <p:cBhvr>
                                        <p:cTn dur="500"/>
                                        <p:tgtEl>
                                          <p:spTgt spid="77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778"/>
                                        </p:tgtEl>
                                        <p:attrNameLst>
                                          <p:attrName>style.visibility</p:attrName>
                                        </p:attrNameLst>
                                      </p:cBhvr>
                                      <p:to>
                                        <p:strVal val="visible"/>
                                      </p:to>
                                    </p:set>
                                    <p:anim calcmode="lin" valueType="num">
                                      <p:cBhvr additive="base">
                                        <p:cTn dur="500"/>
                                        <p:tgtEl>
                                          <p:spTgt spid="778"/>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3" name="Shape 783"/>
        <p:cNvGrpSpPr/>
        <p:nvPr/>
      </p:nvGrpSpPr>
      <p:grpSpPr>
        <a:xfrm>
          <a:off x="0" y="0"/>
          <a:ext cx="0" cy="0"/>
          <a:chOff x="0" y="0"/>
          <a:chExt cx="0" cy="0"/>
        </a:xfrm>
      </p:grpSpPr>
      <p:sp>
        <p:nvSpPr>
          <p:cNvPr id="784" name="Google Shape;784;p45"/>
          <p:cNvSpPr/>
          <p:nvPr/>
        </p:nvSpPr>
        <p:spPr>
          <a:xfrm>
            <a:off x="685800" y="1549400"/>
            <a:ext cx="7772400" cy="5080000"/>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accent2"/>
              </a:buClr>
              <a:buSzPts val="2400"/>
              <a:buFont typeface="Arial"/>
              <a:buNone/>
            </a:pPr>
            <a:r>
              <a:rPr i="1" lang="en-US" sz="2400">
                <a:solidFill>
                  <a:schemeClr val="accent2"/>
                </a:solidFill>
                <a:latin typeface="Arial"/>
                <a:ea typeface="Arial"/>
                <a:cs typeface="Arial"/>
                <a:sym typeface="Arial"/>
              </a:rPr>
              <a:t>Equations of motion for uniform acceleration</a:t>
            </a:r>
            <a:r>
              <a:rPr lang="en-US" sz="2400">
                <a:solidFill>
                  <a:schemeClr val="accent2"/>
                </a:solidFill>
                <a:latin typeface="Arial"/>
                <a:ea typeface="Arial"/>
                <a:cs typeface="Arial"/>
                <a:sym typeface="Arial"/>
              </a:rPr>
              <a:t> </a:t>
            </a:r>
            <a:r>
              <a:rPr lang="en-US" sz="2000">
                <a:solidFill>
                  <a:schemeClr val="dk1"/>
                </a:solidFill>
                <a:latin typeface="Courier New"/>
                <a:ea typeface="Courier New"/>
                <a:cs typeface="Courier New"/>
                <a:sym typeface="Courier New"/>
              </a:rPr>
              <a:t>	</a:t>
            </a:r>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∙Just in case you haven’t written these down, here they are again.</a:t>
            </a:r>
            <a:endParaRPr/>
          </a:p>
          <a:p>
            <a:pPr indent="0" lvl="0" marL="0" marR="0" rtl="0" algn="l">
              <a:spcBef>
                <a:spcPts val="480"/>
              </a:spcBef>
              <a:spcAft>
                <a:spcPts val="0"/>
              </a:spcAft>
              <a:buClr>
                <a:schemeClr val="dk1"/>
              </a:buClr>
              <a:buSzPts val="2400"/>
              <a:buFont typeface="Arial"/>
              <a:buNone/>
            </a:pPr>
            <a:r>
              <a:t/>
            </a:r>
            <a:endParaRPr sz="2400">
              <a:solidFill>
                <a:schemeClr val="dk1"/>
              </a:solidFill>
              <a:latin typeface="Arial"/>
              <a:ea typeface="Arial"/>
              <a:cs typeface="Arial"/>
              <a:sym typeface="Arial"/>
            </a:endParaRPr>
          </a:p>
          <a:p>
            <a:pPr indent="0" lvl="0" marL="0" marR="0" rtl="0" algn="l">
              <a:spcBef>
                <a:spcPts val="480"/>
              </a:spcBef>
              <a:spcAft>
                <a:spcPts val="0"/>
              </a:spcAft>
              <a:buClr>
                <a:schemeClr val="dk1"/>
              </a:buClr>
              <a:buSzPts val="2400"/>
              <a:buFont typeface="Arial"/>
              <a:buNone/>
            </a:pPr>
            <a:r>
              <a:t/>
            </a:r>
            <a:endParaRPr sz="2400">
              <a:solidFill>
                <a:schemeClr val="dk1"/>
              </a:solidFill>
              <a:latin typeface="Arial"/>
              <a:ea typeface="Arial"/>
              <a:cs typeface="Arial"/>
              <a:sym typeface="Arial"/>
            </a:endParaRPr>
          </a:p>
          <a:p>
            <a:pPr indent="0" lvl="0" marL="0" marR="0" rtl="0" algn="l">
              <a:spcBef>
                <a:spcPts val="480"/>
              </a:spcBef>
              <a:spcAft>
                <a:spcPts val="0"/>
              </a:spcAft>
              <a:buClr>
                <a:schemeClr val="dk1"/>
              </a:buClr>
              <a:buSzPts val="2400"/>
              <a:buFont typeface="Arial"/>
              <a:buNone/>
            </a:pPr>
            <a:r>
              <a:t/>
            </a:r>
            <a:endParaRPr sz="2400">
              <a:solidFill>
                <a:schemeClr val="dk1"/>
              </a:solidFill>
              <a:latin typeface="Arial"/>
              <a:ea typeface="Arial"/>
              <a:cs typeface="Arial"/>
              <a:sym typeface="Arial"/>
            </a:endParaRPr>
          </a:p>
          <a:p>
            <a:pPr indent="0" lvl="0" marL="0" marR="0" rtl="0" algn="l">
              <a:spcBef>
                <a:spcPts val="480"/>
              </a:spcBef>
              <a:spcAft>
                <a:spcPts val="0"/>
              </a:spcAft>
              <a:buClr>
                <a:schemeClr val="dk1"/>
              </a:buClr>
              <a:buSzPts val="2400"/>
              <a:buFont typeface="Arial"/>
              <a:buNone/>
            </a:pPr>
            <a:r>
              <a:t/>
            </a:r>
            <a:endParaRPr sz="2400">
              <a:solidFill>
                <a:schemeClr val="dk1"/>
              </a:solidFill>
              <a:latin typeface="Arial"/>
              <a:ea typeface="Arial"/>
              <a:cs typeface="Arial"/>
              <a:sym typeface="Arial"/>
            </a:endParaRPr>
          </a:p>
          <a:p>
            <a:pPr indent="0" lvl="0" marL="0" marR="0" rtl="0" algn="l">
              <a:spcBef>
                <a:spcPts val="480"/>
              </a:spcBef>
              <a:spcAft>
                <a:spcPts val="0"/>
              </a:spcAft>
              <a:buClr>
                <a:schemeClr val="dk1"/>
              </a:buClr>
              <a:buSzPts val="2400"/>
              <a:buFont typeface="Arial"/>
              <a:buNone/>
            </a:pPr>
            <a:r>
              <a:t/>
            </a:r>
            <a:endParaRPr sz="2400">
              <a:solidFill>
                <a:schemeClr val="dk1"/>
              </a:solidFill>
              <a:latin typeface="Arial"/>
              <a:ea typeface="Arial"/>
              <a:cs typeface="Arial"/>
              <a:sym typeface="Arial"/>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∙We will practice using these equations soon. They are extremely important.</a:t>
            </a:r>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∙Before we do, though, we want to talk about freefall and its special acceleration </a:t>
            </a:r>
            <a:r>
              <a:rPr i="1" lang="en-US" sz="2400">
                <a:solidFill>
                  <a:schemeClr val="dk1"/>
                </a:solidFill>
                <a:latin typeface="Arial"/>
                <a:ea typeface="Arial"/>
                <a:cs typeface="Arial"/>
                <a:sym typeface="Arial"/>
              </a:rPr>
              <a:t>g</a:t>
            </a:r>
            <a:r>
              <a:rPr lang="en-US" sz="2400">
                <a:solidFill>
                  <a:schemeClr val="dk1"/>
                </a:solidFill>
                <a:latin typeface="Arial"/>
                <a:ea typeface="Arial"/>
                <a:cs typeface="Arial"/>
                <a:sym typeface="Arial"/>
              </a:rPr>
              <a:t>. </a:t>
            </a:r>
            <a:endParaRPr/>
          </a:p>
        </p:txBody>
      </p:sp>
      <p:sp>
        <p:nvSpPr>
          <p:cNvPr id="785" name="Google Shape;785;p45"/>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2: Mechanics</a:t>
            </a:r>
            <a:br>
              <a:rPr b="1" lang="en-US" sz="2800"/>
            </a:br>
            <a:r>
              <a:rPr lang="en-US" sz="2800">
                <a:solidFill>
                  <a:schemeClr val="dk1"/>
                </a:solidFill>
              </a:rPr>
              <a:t>2.1 – Motion</a:t>
            </a:r>
            <a:endParaRPr/>
          </a:p>
        </p:txBody>
      </p:sp>
      <p:grpSp>
        <p:nvGrpSpPr>
          <p:cNvPr id="786" name="Google Shape;786;p45"/>
          <p:cNvGrpSpPr/>
          <p:nvPr/>
        </p:nvGrpSpPr>
        <p:grpSpPr>
          <a:xfrm>
            <a:off x="844550" y="2851150"/>
            <a:ext cx="7464425" cy="1765300"/>
            <a:chOff x="500" y="1852"/>
            <a:chExt cx="4702" cy="1112"/>
          </a:xfrm>
        </p:grpSpPr>
        <p:sp>
          <p:nvSpPr>
            <p:cNvPr id="787" name="Google Shape;787;p45"/>
            <p:cNvSpPr txBox="1"/>
            <p:nvPr/>
          </p:nvSpPr>
          <p:spPr>
            <a:xfrm>
              <a:off x="3753" y="1852"/>
              <a:ext cx="1449" cy="518"/>
            </a:xfrm>
            <a:prstGeom prst="rect">
              <a:avLst/>
            </a:prstGeom>
            <a:solidFill>
              <a:srgbClr val="FF0000"/>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lt1"/>
                  </a:solidFill>
                  <a:latin typeface="Arial"/>
                  <a:ea typeface="Arial"/>
                  <a:cs typeface="Arial"/>
                  <a:sym typeface="Arial"/>
                </a:rPr>
                <a:t>kinematic equations</a:t>
              </a:r>
              <a:endParaRPr/>
            </a:p>
          </p:txBody>
        </p:sp>
        <p:sp>
          <p:nvSpPr>
            <p:cNvPr id="788" name="Google Shape;788;p45"/>
            <p:cNvSpPr/>
            <p:nvPr/>
          </p:nvSpPr>
          <p:spPr>
            <a:xfrm>
              <a:off x="500" y="1854"/>
              <a:ext cx="4701" cy="1110"/>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789" name="Google Shape;789;p45"/>
            <p:cNvSpPr txBox="1"/>
            <p:nvPr/>
          </p:nvSpPr>
          <p:spPr>
            <a:xfrm>
              <a:off x="576" y="1875"/>
              <a:ext cx="221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chemeClr val="dk1"/>
                  </a:solidFill>
                  <a:latin typeface="Arial"/>
                  <a:ea typeface="Arial"/>
                  <a:cs typeface="Arial"/>
                  <a:sym typeface="Arial"/>
                </a:rPr>
                <a:t>s</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ut</a:t>
              </a:r>
              <a:r>
                <a:rPr lang="en-US" sz="2400">
                  <a:solidFill>
                    <a:schemeClr val="dk1"/>
                  </a:solidFill>
                  <a:latin typeface="Arial"/>
                  <a:ea typeface="Arial"/>
                  <a:cs typeface="Arial"/>
                  <a:sym typeface="Arial"/>
                </a:rPr>
                <a:t> + (1/2)</a:t>
              </a:r>
              <a:r>
                <a:rPr i="1" lang="en-US" sz="2400">
                  <a:solidFill>
                    <a:schemeClr val="dk1"/>
                  </a:solidFill>
                  <a:latin typeface="Arial"/>
                  <a:ea typeface="Arial"/>
                  <a:cs typeface="Arial"/>
                  <a:sym typeface="Arial"/>
                </a:rPr>
                <a:t>at</a:t>
              </a:r>
              <a:r>
                <a:rPr baseline="30000" lang="en-US" sz="2400">
                  <a:solidFill>
                    <a:schemeClr val="dk1"/>
                  </a:solidFill>
                  <a:latin typeface="Arial"/>
                  <a:ea typeface="Arial"/>
                  <a:cs typeface="Arial"/>
                  <a:sym typeface="Arial"/>
                </a:rPr>
                <a:t>2</a:t>
              </a:r>
              <a:endParaRPr/>
            </a:p>
          </p:txBody>
        </p:sp>
        <p:sp>
          <p:nvSpPr>
            <p:cNvPr id="790" name="Google Shape;790;p45"/>
            <p:cNvSpPr txBox="1"/>
            <p:nvPr/>
          </p:nvSpPr>
          <p:spPr>
            <a:xfrm>
              <a:off x="575" y="2118"/>
              <a:ext cx="1669"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chemeClr val="dk1"/>
                  </a:solidFill>
                  <a:latin typeface="Arial"/>
                  <a:ea typeface="Arial"/>
                  <a:cs typeface="Arial"/>
                  <a:sym typeface="Arial"/>
                </a:rPr>
                <a:t>v</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u</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at</a:t>
              </a:r>
              <a:endParaRPr/>
            </a:p>
          </p:txBody>
        </p:sp>
        <p:sp>
          <p:nvSpPr>
            <p:cNvPr id="791" name="Google Shape;791;p45"/>
            <p:cNvSpPr txBox="1"/>
            <p:nvPr/>
          </p:nvSpPr>
          <p:spPr>
            <a:xfrm>
              <a:off x="3775" y="2349"/>
              <a:ext cx="1417" cy="288"/>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i="1" lang="en-US" sz="2400" u="sng">
                  <a:solidFill>
                    <a:schemeClr val="accent2"/>
                  </a:solidFill>
                  <a:latin typeface="Arial"/>
                  <a:ea typeface="Arial"/>
                  <a:cs typeface="Arial"/>
                  <a:sym typeface="Arial"/>
                </a:rPr>
                <a:t>a </a:t>
              </a:r>
              <a:r>
                <a:rPr lang="en-US" sz="2400" u="sng">
                  <a:solidFill>
                    <a:schemeClr val="accent2"/>
                  </a:solidFill>
                  <a:latin typeface="Arial"/>
                  <a:ea typeface="Arial"/>
                  <a:cs typeface="Arial"/>
                  <a:sym typeface="Arial"/>
                </a:rPr>
                <a:t>is constant</a:t>
              </a:r>
              <a:endParaRPr baseline="-25000" i="1" sz="2400" u="sng">
                <a:solidFill>
                  <a:schemeClr val="accent2"/>
                </a:solidFill>
                <a:latin typeface="Arial"/>
                <a:ea typeface="Arial"/>
                <a:cs typeface="Arial"/>
                <a:sym typeface="Arial"/>
              </a:endParaRPr>
            </a:p>
          </p:txBody>
        </p:sp>
        <p:sp>
          <p:nvSpPr>
            <p:cNvPr id="792" name="Google Shape;792;p45"/>
            <p:cNvSpPr txBox="1"/>
            <p:nvPr/>
          </p:nvSpPr>
          <p:spPr>
            <a:xfrm>
              <a:off x="506" y="2383"/>
              <a:ext cx="1669"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chemeClr val="dk1"/>
                  </a:solidFill>
                  <a:latin typeface="Arial"/>
                  <a:ea typeface="Arial"/>
                  <a:cs typeface="Arial"/>
                  <a:sym typeface="Arial"/>
                </a:rPr>
                <a:t>v</a:t>
              </a:r>
              <a:r>
                <a:rPr baseline="30000" lang="en-US" sz="2400">
                  <a:solidFill>
                    <a:schemeClr val="dk1"/>
                  </a:solidFill>
                  <a:latin typeface="Arial"/>
                  <a:ea typeface="Arial"/>
                  <a:cs typeface="Arial"/>
                  <a:sym typeface="Arial"/>
                </a:rPr>
                <a:t>2</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u</a:t>
              </a:r>
              <a:r>
                <a:rPr baseline="30000" lang="en-US" sz="2400">
                  <a:solidFill>
                    <a:schemeClr val="dk1"/>
                  </a:solidFill>
                  <a:latin typeface="Arial"/>
                  <a:ea typeface="Arial"/>
                  <a:cs typeface="Arial"/>
                  <a:sym typeface="Arial"/>
                </a:rPr>
                <a:t>2</a:t>
              </a:r>
              <a:r>
                <a:rPr lang="en-US" sz="2400">
                  <a:solidFill>
                    <a:schemeClr val="dk1"/>
                  </a:solidFill>
                  <a:latin typeface="Arial"/>
                  <a:ea typeface="Arial"/>
                  <a:cs typeface="Arial"/>
                  <a:sym typeface="Arial"/>
                </a:rPr>
                <a:t> + 2</a:t>
              </a:r>
              <a:r>
                <a:rPr i="1" lang="en-US" sz="2400">
                  <a:solidFill>
                    <a:schemeClr val="dk1"/>
                  </a:solidFill>
                  <a:latin typeface="Arial"/>
                  <a:ea typeface="Arial"/>
                  <a:cs typeface="Arial"/>
                  <a:sym typeface="Arial"/>
                </a:rPr>
                <a:t>as</a:t>
              </a:r>
              <a:endParaRPr/>
            </a:p>
          </p:txBody>
        </p:sp>
        <p:sp>
          <p:nvSpPr>
            <p:cNvPr id="793" name="Google Shape;793;p45"/>
            <p:cNvSpPr txBox="1"/>
            <p:nvPr/>
          </p:nvSpPr>
          <p:spPr>
            <a:xfrm>
              <a:off x="575" y="2638"/>
              <a:ext cx="1669"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chemeClr val="dk1"/>
                  </a:solidFill>
                  <a:latin typeface="Arial"/>
                  <a:ea typeface="Arial"/>
                  <a:cs typeface="Arial"/>
                  <a:sym typeface="Arial"/>
                </a:rPr>
                <a:t>s</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u</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v</a:t>
              </a:r>
              <a:r>
                <a:rPr lang="en-US" sz="2400">
                  <a:solidFill>
                    <a:schemeClr val="dk1"/>
                  </a:solidFill>
                  <a:latin typeface="Arial"/>
                  <a:ea typeface="Arial"/>
                  <a:cs typeface="Arial"/>
                  <a:sym typeface="Arial"/>
                </a:rPr>
                <a:t>)</a:t>
              </a:r>
              <a:r>
                <a:rPr i="1" lang="en-US" sz="2400">
                  <a:solidFill>
                    <a:schemeClr val="dk1"/>
                  </a:solidFill>
                  <a:latin typeface="Arial"/>
                  <a:ea typeface="Arial"/>
                  <a:cs typeface="Arial"/>
                  <a:sym typeface="Arial"/>
                </a:rPr>
                <a:t>t</a:t>
              </a:r>
              <a:r>
                <a:rPr lang="en-US" sz="2400">
                  <a:solidFill>
                    <a:schemeClr val="dk1"/>
                  </a:solidFill>
                  <a:latin typeface="Arial"/>
                  <a:ea typeface="Arial"/>
                  <a:cs typeface="Arial"/>
                  <a:sym typeface="Arial"/>
                </a:rPr>
                <a:t>/2</a:t>
              </a:r>
              <a:endParaRPr/>
            </a:p>
          </p:txBody>
        </p:sp>
        <p:sp>
          <p:nvSpPr>
            <p:cNvPr id="794" name="Google Shape;794;p45"/>
            <p:cNvSpPr txBox="1"/>
            <p:nvPr/>
          </p:nvSpPr>
          <p:spPr>
            <a:xfrm>
              <a:off x="2181" y="1876"/>
              <a:ext cx="189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chemeClr val="accent2"/>
                  </a:solidFill>
                  <a:latin typeface="Arial"/>
                  <a:ea typeface="Arial"/>
                  <a:cs typeface="Arial"/>
                  <a:sym typeface="Arial"/>
                </a:rPr>
                <a:t>Displacement</a:t>
              </a:r>
              <a:endParaRPr/>
            </a:p>
          </p:txBody>
        </p:sp>
        <p:sp>
          <p:nvSpPr>
            <p:cNvPr id="795" name="Google Shape;795;p45"/>
            <p:cNvSpPr txBox="1"/>
            <p:nvPr/>
          </p:nvSpPr>
          <p:spPr>
            <a:xfrm>
              <a:off x="2187" y="2114"/>
              <a:ext cx="189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chemeClr val="accent2"/>
                  </a:solidFill>
                  <a:latin typeface="Arial"/>
                  <a:ea typeface="Arial"/>
                  <a:cs typeface="Arial"/>
                  <a:sym typeface="Arial"/>
                </a:rPr>
                <a:t>Velocity</a:t>
              </a:r>
              <a:endParaRPr/>
            </a:p>
          </p:txBody>
        </p:sp>
        <p:sp>
          <p:nvSpPr>
            <p:cNvPr id="796" name="Google Shape;796;p45"/>
            <p:cNvSpPr txBox="1"/>
            <p:nvPr/>
          </p:nvSpPr>
          <p:spPr>
            <a:xfrm>
              <a:off x="2191" y="2375"/>
              <a:ext cx="189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chemeClr val="accent2"/>
                  </a:solidFill>
                  <a:latin typeface="Arial"/>
                  <a:ea typeface="Arial"/>
                  <a:cs typeface="Arial"/>
                  <a:sym typeface="Arial"/>
                </a:rPr>
                <a:t>Timeless</a:t>
              </a:r>
              <a:endParaRPr/>
            </a:p>
          </p:txBody>
        </p:sp>
        <p:sp>
          <p:nvSpPr>
            <p:cNvPr id="797" name="Google Shape;797;p45"/>
            <p:cNvSpPr txBox="1"/>
            <p:nvPr/>
          </p:nvSpPr>
          <p:spPr>
            <a:xfrm>
              <a:off x="2200" y="2640"/>
              <a:ext cx="238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chemeClr val="accent2"/>
                  </a:solidFill>
                  <a:latin typeface="Arial"/>
                  <a:ea typeface="Arial"/>
                  <a:cs typeface="Arial"/>
                  <a:sym typeface="Arial"/>
                </a:rPr>
                <a:t>Average displacement</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786"/>
                                        </p:tgtEl>
                                        <p:attrNameLst>
                                          <p:attrName>style.visibility</p:attrName>
                                        </p:attrNameLst>
                                      </p:cBhvr>
                                      <p:to>
                                        <p:strVal val="visible"/>
                                      </p:to>
                                    </p:set>
                                    <p:anim calcmode="lin" valueType="num">
                                      <p:cBhvr additive="base">
                                        <p:cTn dur="500"/>
                                        <p:tgtEl>
                                          <p:spTgt spid="786"/>
                                        </p:tgtEl>
                                        <p:attrNameLst>
                                          <p:attrName>ppt_w</p:attrName>
                                        </p:attrNameLst>
                                      </p:cBhvr>
                                      <p:tavLst>
                                        <p:tav fmla="" tm="0">
                                          <p:val>
                                            <p:strVal val="0"/>
                                          </p:val>
                                        </p:tav>
                                        <p:tav fmla="" tm="100000">
                                          <p:val>
                                            <p:strVal val="#ppt_w"/>
                                          </p:val>
                                        </p:tav>
                                      </p:tavLst>
                                    </p:anim>
                                    <p:anim calcmode="lin" valueType="num">
                                      <p:cBhvr additive="base">
                                        <p:cTn dur="500"/>
                                        <p:tgtEl>
                                          <p:spTgt spid="786"/>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2" name="Shape 802"/>
        <p:cNvGrpSpPr/>
        <p:nvPr/>
      </p:nvGrpSpPr>
      <p:grpSpPr>
        <a:xfrm>
          <a:off x="0" y="0"/>
          <a:ext cx="0" cy="0"/>
          <a:chOff x="0" y="0"/>
          <a:chExt cx="0" cy="0"/>
        </a:xfrm>
      </p:grpSpPr>
      <p:sp>
        <p:nvSpPr>
          <p:cNvPr id="803" name="Google Shape;803;p46"/>
          <p:cNvSpPr/>
          <p:nvPr/>
        </p:nvSpPr>
        <p:spPr>
          <a:xfrm>
            <a:off x="685800" y="1549400"/>
            <a:ext cx="6027738" cy="4935538"/>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accent2"/>
              </a:buClr>
              <a:buSzPts val="2400"/>
              <a:buFont typeface="Arial"/>
              <a:buNone/>
            </a:pPr>
            <a:r>
              <a:rPr i="1" lang="en-US" sz="2400">
                <a:solidFill>
                  <a:schemeClr val="accent2"/>
                </a:solidFill>
                <a:latin typeface="Arial"/>
                <a:ea typeface="Arial"/>
                <a:cs typeface="Arial"/>
                <a:sym typeface="Arial"/>
              </a:rPr>
              <a:t>Determining the acceleration of free-fall experimentally</a:t>
            </a:r>
            <a:endParaRPr i="1" sz="2000">
              <a:solidFill>
                <a:schemeClr val="dk1"/>
              </a:solidFill>
              <a:latin typeface="Courier New"/>
              <a:ea typeface="Courier New"/>
              <a:cs typeface="Courier New"/>
              <a:sym typeface="Courier New"/>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∙Everyone knows that when you drop an object, it picks up speed when it falls. </a:t>
            </a:r>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∙Galileo did his famous freefall experiments on the tower of Pisa long ago, and determined that all objects fall at the same acceleration in the absence of air resistance.</a:t>
            </a:r>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∙Thus, as the next slide will show, an apple and a feather will fall side by side!</a:t>
            </a:r>
            <a:endParaRPr/>
          </a:p>
        </p:txBody>
      </p:sp>
      <p:sp>
        <p:nvSpPr>
          <p:cNvPr id="804" name="Google Shape;804;p46"/>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2: Mechanics</a:t>
            </a:r>
            <a:br>
              <a:rPr b="1" lang="en-US" sz="2800"/>
            </a:br>
            <a:r>
              <a:rPr lang="en-US" sz="2800">
                <a:solidFill>
                  <a:schemeClr val="dk1"/>
                </a:solidFill>
              </a:rPr>
              <a:t>2.1 – Motion</a:t>
            </a:r>
            <a:endParaRPr/>
          </a:p>
        </p:txBody>
      </p:sp>
      <p:pic>
        <p:nvPicPr>
          <p:cNvPr descr="Leaning Tower of Pisa 1" id="805" name="Google Shape;805;p46"/>
          <p:cNvPicPr preferRelativeResize="0"/>
          <p:nvPr/>
        </p:nvPicPr>
        <p:blipFill rotWithShape="1">
          <a:blip r:embed="rId3">
            <a:alphaModFix/>
          </a:blip>
          <a:srcRect b="0" l="4236" r="39539" t="0"/>
          <a:stretch/>
        </p:blipFill>
        <p:spPr>
          <a:xfrm>
            <a:off x="6726238" y="1543050"/>
            <a:ext cx="2085975" cy="49403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03">
                                            <p:txEl>
                                              <p:pRg end="0" st="0"/>
                                            </p:txEl>
                                          </p:spTgt>
                                        </p:tgtEl>
                                        <p:attrNameLst>
                                          <p:attrName>style.visibility</p:attrName>
                                        </p:attrNameLst>
                                      </p:cBhvr>
                                      <p:to>
                                        <p:strVal val="visible"/>
                                      </p:to>
                                    </p:set>
                                    <p:anim calcmode="lin" valueType="num">
                                      <p:cBhvr additive="base">
                                        <p:cTn dur="500"/>
                                        <p:tgtEl>
                                          <p:spTgt spid="803">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03">
                                            <p:txEl>
                                              <p:pRg end="1" st="1"/>
                                            </p:txEl>
                                          </p:spTgt>
                                        </p:tgtEl>
                                        <p:attrNameLst>
                                          <p:attrName>style.visibility</p:attrName>
                                        </p:attrNameLst>
                                      </p:cBhvr>
                                      <p:to>
                                        <p:strVal val="visible"/>
                                      </p:to>
                                    </p:set>
                                    <p:anim calcmode="lin" valueType="num">
                                      <p:cBhvr additive="base">
                                        <p:cTn dur="500"/>
                                        <p:tgtEl>
                                          <p:spTgt spid="803">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03">
                                            <p:txEl>
                                              <p:pRg end="2" st="2"/>
                                            </p:txEl>
                                          </p:spTgt>
                                        </p:tgtEl>
                                        <p:attrNameLst>
                                          <p:attrName>style.visibility</p:attrName>
                                        </p:attrNameLst>
                                      </p:cBhvr>
                                      <p:to>
                                        <p:strVal val="visible"/>
                                      </p:to>
                                    </p:set>
                                    <p:anim calcmode="lin" valueType="num">
                                      <p:cBhvr additive="base">
                                        <p:cTn dur="500"/>
                                        <p:tgtEl>
                                          <p:spTgt spid="803">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03">
                                            <p:txEl>
                                              <p:pRg end="3" st="3"/>
                                            </p:txEl>
                                          </p:spTgt>
                                        </p:tgtEl>
                                        <p:attrNameLst>
                                          <p:attrName>style.visibility</p:attrName>
                                        </p:attrNameLst>
                                      </p:cBhvr>
                                      <p:to>
                                        <p:strVal val="visible"/>
                                      </p:to>
                                    </p:set>
                                    <p:anim calcmode="lin" valueType="num">
                                      <p:cBhvr additive="base">
                                        <p:cTn dur="500"/>
                                        <p:tgtEl>
                                          <p:spTgt spid="803">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0" name="Shape 810"/>
        <p:cNvGrpSpPr/>
        <p:nvPr/>
      </p:nvGrpSpPr>
      <p:grpSpPr>
        <a:xfrm>
          <a:off x="0" y="0"/>
          <a:ext cx="0" cy="0"/>
          <a:chOff x="0" y="0"/>
          <a:chExt cx="0" cy="0"/>
        </a:xfrm>
      </p:grpSpPr>
      <p:sp>
        <p:nvSpPr>
          <p:cNvPr id="811" name="Google Shape;811;p47"/>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2: Mechanics</a:t>
            </a:r>
            <a:br>
              <a:rPr b="1" lang="en-US" sz="2800"/>
            </a:br>
            <a:r>
              <a:rPr lang="en-US" sz="2800">
                <a:solidFill>
                  <a:schemeClr val="dk1"/>
                </a:solidFill>
              </a:rPr>
              <a:t>2.1 – Motion</a:t>
            </a:r>
            <a:endParaRPr/>
          </a:p>
        </p:txBody>
      </p:sp>
      <p:pic>
        <p:nvPicPr>
          <p:cNvPr descr="Apple-feather vacuum drop" id="812" name="Google Shape;812;p47"/>
          <p:cNvPicPr preferRelativeResize="0"/>
          <p:nvPr/>
        </p:nvPicPr>
        <p:blipFill rotWithShape="1">
          <a:blip r:embed="rId3">
            <a:alphaModFix/>
          </a:blip>
          <a:srcRect b="0" l="0" r="0" t="0"/>
          <a:stretch/>
        </p:blipFill>
        <p:spPr>
          <a:xfrm>
            <a:off x="4392613" y="0"/>
            <a:ext cx="5138737" cy="6858000"/>
          </a:xfrm>
          <a:prstGeom prst="rect">
            <a:avLst/>
          </a:prstGeom>
          <a:noFill/>
          <a:ln>
            <a:noFill/>
          </a:ln>
        </p:spPr>
      </p:pic>
      <p:sp>
        <p:nvSpPr>
          <p:cNvPr id="813" name="Google Shape;813;p47"/>
          <p:cNvSpPr/>
          <p:nvPr/>
        </p:nvSpPr>
        <p:spPr>
          <a:xfrm>
            <a:off x="5167313" y="2676525"/>
            <a:ext cx="2922587" cy="1114425"/>
          </a:xfrm>
          <a:custGeom>
            <a:rect b="b" l="l" r="r" t="t"/>
            <a:pathLst>
              <a:path extrusionOk="0" h="702" w="1841">
                <a:moveTo>
                  <a:pt x="21" y="288"/>
                </a:moveTo>
                <a:lnTo>
                  <a:pt x="1841" y="0"/>
                </a:lnTo>
                <a:lnTo>
                  <a:pt x="1841" y="414"/>
                </a:lnTo>
                <a:lnTo>
                  <a:pt x="0" y="702"/>
                </a:lnTo>
                <a:lnTo>
                  <a:pt x="21" y="288"/>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814" name="Google Shape;814;p47"/>
          <p:cNvSpPr/>
          <p:nvPr/>
        </p:nvSpPr>
        <p:spPr>
          <a:xfrm>
            <a:off x="5140325" y="3398838"/>
            <a:ext cx="2922588" cy="1114425"/>
          </a:xfrm>
          <a:custGeom>
            <a:rect b="b" l="l" r="r" t="t"/>
            <a:pathLst>
              <a:path extrusionOk="0" h="702" w="1841">
                <a:moveTo>
                  <a:pt x="21" y="288"/>
                </a:moveTo>
                <a:lnTo>
                  <a:pt x="1841" y="0"/>
                </a:lnTo>
                <a:lnTo>
                  <a:pt x="1841" y="414"/>
                </a:lnTo>
                <a:lnTo>
                  <a:pt x="0" y="702"/>
                </a:lnTo>
                <a:lnTo>
                  <a:pt x="21" y="288"/>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815" name="Google Shape;815;p47"/>
          <p:cNvSpPr/>
          <p:nvPr/>
        </p:nvSpPr>
        <p:spPr>
          <a:xfrm>
            <a:off x="5154613" y="4316413"/>
            <a:ext cx="2922587" cy="1114425"/>
          </a:xfrm>
          <a:custGeom>
            <a:rect b="b" l="l" r="r" t="t"/>
            <a:pathLst>
              <a:path extrusionOk="0" h="702" w="1841">
                <a:moveTo>
                  <a:pt x="21" y="288"/>
                </a:moveTo>
                <a:lnTo>
                  <a:pt x="1841" y="0"/>
                </a:lnTo>
                <a:lnTo>
                  <a:pt x="1841" y="414"/>
                </a:lnTo>
                <a:lnTo>
                  <a:pt x="0" y="702"/>
                </a:lnTo>
                <a:lnTo>
                  <a:pt x="21" y="288"/>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816" name="Google Shape;816;p47"/>
          <p:cNvSpPr/>
          <p:nvPr/>
        </p:nvSpPr>
        <p:spPr>
          <a:xfrm>
            <a:off x="5111750" y="5508625"/>
            <a:ext cx="2922588" cy="1114425"/>
          </a:xfrm>
          <a:custGeom>
            <a:rect b="b" l="l" r="r" t="t"/>
            <a:pathLst>
              <a:path extrusionOk="0" h="702" w="1841">
                <a:moveTo>
                  <a:pt x="21" y="288"/>
                </a:moveTo>
                <a:lnTo>
                  <a:pt x="1841" y="0"/>
                </a:lnTo>
                <a:lnTo>
                  <a:pt x="1841" y="414"/>
                </a:lnTo>
                <a:lnTo>
                  <a:pt x="0" y="702"/>
                </a:lnTo>
                <a:lnTo>
                  <a:pt x="21" y="288"/>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cxnSp>
        <p:nvCxnSpPr>
          <p:cNvPr id="817" name="Google Shape;817;p47"/>
          <p:cNvCxnSpPr/>
          <p:nvPr/>
        </p:nvCxnSpPr>
        <p:spPr>
          <a:xfrm>
            <a:off x="6245225" y="2678113"/>
            <a:ext cx="1293813" cy="1587"/>
          </a:xfrm>
          <a:prstGeom prst="straightConnector1">
            <a:avLst/>
          </a:prstGeom>
          <a:noFill/>
          <a:ln cap="flat" cmpd="sng" w="9525">
            <a:solidFill>
              <a:schemeClr val="lt1"/>
            </a:solidFill>
            <a:prstDash val="solid"/>
            <a:round/>
            <a:headEnd len="med" w="med" type="none"/>
            <a:tailEnd len="med" w="med" type="none"/>
          </a:ln>
        </p:spPr>
      </p:cxnSp>
      <p:cxnSp>
        <p:nvCxnSpPr>
          <p:cNvPr id="818" name="Google Shape;818;p47"/>
          <p:cNvCxnSpPr/>
          <p:nvPr/>
        </p:nvCxnSpPr>
        <p:spPr>
          <a:xfrm>
            <a:off x="6249988" y="3292475"/>
            <a:ext cx="1293812" cy="1588"/>
          </a:xfrm>
          <a:prstGeom prst="straightConnector1">
            <a:avLst/>
          </a:prstGeom>
          <a:noFill/>
          <a:ln cap="flat" cmpd="sng" w="9525">
            <a:solidFill>
              <a:schemeClr val="lt1"/>
            </a:solidFill>
            <a:prstDash val="solid"/>
            <a:round/>
            <a:headEnd len="med" w="med" type="none"/>
            <a:tailEnd len="med" w="med" type="none"/>
          </a:ln>
        </p:spPr>
      </p:cxnSp>
      <p:cxnSp>
        <p:nvCxnSpPr>
          <p:cNvPr id="819" name="Google Shape;819;p47"/>
          <p:cNvCxnSpPr/>
          <p:nvPr/>
        </p:nvCxnSpPr>
        <p:spPr>
          <a:xfrm>
            <a:off x="6245225" y="4090988"/>
            <a:ext cx="1293813" cy="1587"/>
          </a:xfrm>
          <a:prstGeom prst="straightConnector1">
            <a:avLst/>
          </a:prstGeom>
          <a:noFill/>
          <a:ln cap="flat" cmpd="sng" w="9525">
            <a:solidFill>
              <a:schemeClr val="lt1"/>
            </a:solidFill>
            <a:prstDash val="solid"/>
            <a:round/>
            <a:headEnd len="med" w="med" type="none"/>
            <a:tailEnd len="med" w="med" type="none"/>
          </a:ln>
        </p:spPr>
      </p:cxnSp>
      <p:cxnSp>
        <p:nvCxnSpPr>
          <p:cNvPr id="820" name="Google Shape;820;p47"/>
          <p:cNvCxnSpPr/>
          <p:nvPr/>
        </p:nvCxnSpPr>
        <p:spPr>
          <a:xfrm>
            <a:off x="6242050" y="5046663"/>
            <a:ext cx="1293813" cy="1587"/>
          </a:xfrm>
          <a:prstGeom prst="straightConnector1">
            <a:avLst/>
          </a:prstGeom>
          <a:noFill/>
          <a:ln cap="flat" cmpd="sng" w="9525">
            <a:solidFill>
              <a:schemeClr val="lt1"/>
            </a:solidFill>
            <a:prstDash val="solid"/>
            <a:round/>
            <a:headEnd len="med" w="med" type="none"/>
            <a:tailEnd len="med" w="med" type="none"/>
          </a:ln>
        </p:spPr>
      </p:cxnSp>
      <p:cxnSp>
        <p:nvCxnSpPr>
          <p:cNvPr id="821" name="Google Shape;821;p47"/>
          <p:cNvCxnSpPr/>
          <p:nvPr/>
        </p:nvCxnSpPr>
        <p:spPr>
          <a:xfrm>
            <a:off x="6245225" y="6224588"/>
            <a:ext cx="1293813" cy="1587"/>
          </a:xfrm>
          <a:prstGeom prst="straightConnector1">
            <a:avLst/>
          </a:prstGeom>
          <a:noFill/>
          <a:ln cap="flat" cmpd="sng" w="9525">
            <a:solidFill>
              <a:schemeClr val="lt1"/>
            </a:solidFill>
            <a:prstDash val="solid"/>
            <a:round/>
            <a:headEnd len="med" w="med" type="none"/>
            <a:tailEnd len="med" w="med" type="none"/>
          </a:ln>
        </p:spPr>
      </p:cxnSp>
      <p:sp>
        <p:nvSpPr>
          <p:cNvPr id="822" name="Google Shape;822;p47"/>
          <p:cNvSpPr/>
          <p:nvPr/>
        </p:nvSpPr>
        <p:spPr>
          <a:xfrm>
            <a:off x="685800" y="1549400"/>
            <a:ext cx="4043363" cy="5308600"/>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accent2"/>
              </a:buClr>
              <a:buSzPts val="2400"/>
              <a:buFont typeface="Arial"/>
              <a:buNone/>
            </a:pPr>
            <a:r>
              <a:rPr i="1" lang="en-US" sz="2400">
                <a:solidFill>
                  <a:schemeClr val="accent2"/>
                </a:solidFill>
                <a:latin typeface="Arial"/>
                <a:ea typeface="Arial"/>
                <a:cs typeface="Arial"/>
                <a:sym typeface="Arial"/>
              </a:rPr>
              <a:t>Determining the acceleration of free-fall experimentally</a:t>
            </a:r>
            <a:endParaRPr i="1" sz="2000">
              <a:solidFill>
                <a:schemeClr val="dk1"/>
              </a:solidFill>
              <a:latin typeface="Courier New"/>
              <a:ea typeface="Courier New"/>
              <a:cs typeface="Courier New"/>
              <a:sym typeface="Courier New"/>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∙Consider the multiflash image of an apple and a feather falling in a partial vacuum:</a:t>
            </a:r>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∙If we choose a convenient spot on the apple, and mark its position, we get a series of marks like so:</a:t>
            </a:r>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813"/>
                                        </p:tgtEl>
                                      </p:cBhvr>
                                    </p:animEffect>
                                    <p:set>
                                      <p:cBhvr>
                                        <p:cTn dur="1" fill="hold">
                                          <p:stCondLst>
                                            <p:cond delay="500"/>
                                          </p:stCondLst>
                                        </p:cTn>
                                        <p:tgtEl>
                                          <p:spTgt spid="813"/>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814"/>
                                        </p:tgtEl>
                                      </p:cBhvr>
                                    </p:animEffect>
                                    <p:set>
                                      <p:cBhvr>
                                        <p:cTn dur="1" fill="hold">
                                          <p:stCondLst>
                                            <p:cond delay="500"/>
                                          </p:stCondLst>
                                        </p:cTn>
                                        <p:tgtEl>
                                          <p:spTgt spid="81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815"/>
                                        </p:tgtEl>
                                      </p:cBhvr>
                                    </p:animEffect>
                                    <p:set>
                                      <p:cBhvr>
                                        <p:cTn dur="1" fill="hold">
                                          <p:stCondLst>
                                            <p:cond delay="500"/>
                                          </p:stCondLst>
                                        </p:cTn>
                                        <p:tgtEl>
                                          <p:spTgt spid="81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816"/>
                                        </p:tgtEl>
                                      </p:cBhvr>
                                    </p:animEffect>
                                    <p:set>
                                      <p:cBhvr>
                                        <p:cTn dur="1" fill="hold">
                                          <p:stCondLst>
                                            <p:cond delay="500"/>
                                          </p:stCondLst>
                                        </p:cTn>
                                        <p:tgtEl>
                                          <p:spTgt spid="81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7"/>
                                        </p:tgtEl>
                                        <p:attrNameLst>
                                          <p:attrName>style.visibility</p:attrName>
                                        </p:attrNameLst>
                                      </p:cBhvr>
                                      <p:to>
                                        <p:strVal val="visible"/>
                                      </p:to>
                                    </p:set>
                                    <p:animEffect filter="fade" transition="in">
                                      <p:cBhvr>
                                        <p:cTn dur="500"/>
                                        <p:tgtEl>
                                          <p:spTgt spid="81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8"/>
                                        </p:tgtEl>
                                        <p:attrNameLst>
                                          <p:attrName>style.visibility</p:attrName>
                                        </p:attrNameLst>
                                      </p:cBhvr>
                                      <p:to>
                                        <p:strVal val="visible"/>
                                      </p:to>
                                    </p:set>
                                    <p:animEffect filter="fade" transition="in">
                                      <p:cBhvr>
                                        <p:cTn dur="500"/>
                                        <p:tgtEl>
                                          <p:spTgt spid="81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9"/>
                                        </p:tgtEl>
                                        <p:attrNameLst>
                                          <p:attrName>style.visibility</p:attrName>
                                        </p:attrNameLst>
                                      </p:cBhvr>
                                      <p:to>
                                        <p:strVal val="visible"/>
                                      </p:to>
                                    </p:set>
                                    <p:animEffect filter="fade" transition="in">
                                      <p:cBhvr>
                                        <p:cTn dur="500"/>
                                        <p:tgtEl>
                                          <p:spTgt spid="81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0"/>
                                        </p:tgtEl>
                                        <p:attrNameLst>
                                          <p:attrName>style.visibility</p:attrName>
                                        </p:attrNameLst>
                                      </p:cBhvr>
                                      <p:to>
                                        <p:strVal val="visible"/>
                                      </p:to>
                                    </p:set>
                                    <p:animEffect filter="fade" transition="in">
                                      <p:cBhvr>
                                        <p:cTn dur="500"/>
                                        <p:tgtEl>
                                          <p:spTgt spid="82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1"/>
                                        </p:tgtEl>
                                        <p:attrNameLst>
                                          <p:attrName>style.visibility</p:attrName>
                                        </p:attrNameLst>
                                      </p:cBhvr>
                                      <p:to>
                                        <p:strVal val="visible"/>
                                      </p:to>
                                    </p:set>
                                    <p:animEffect filter="fade" transition="in">
                                      <p:cBhvr>
                                        <p:cTn dur="500"/>
                                        <p:tgtEl>
                                          <p:spTgt spid="82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7" name="Shape 827"/>
        <p:cNvGrpSpPr/>
        <p:nvPr/>
      </p:nvGrpSpPr>
      <p:grpSpPr>
        <a:xfrm>
          <a:off x="0" y="0"/>
          <a:ext cx="0" cy="0"/>
          <a:chOff x="0" y="0"/>
          <a:chExt cx="0" cy="0"/>
        </a:xfrm>
      </p:grpSpPr>
      <p:sp>
        <p:nvSpPr>
          <p:cNvPr id="828" name="Google Shape;828;p48"/>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2: Mechanics</a:t>
            </a:r>
            <a:br>
              <a:rPr b="1" lang="en-US" sz="2800"/>
            </a:br>
            <a:r>
              <a:rPr lang="en-US" sz="2800">
                <a:solidFill>
                  <a:schemeClr val="dk1"/>
                </a:solidFill>
              </a:rPr>
              <a:t>2.1 – Motion</a:t>
            </a:r>
            <a:endParaRPr/>
          </a:p>
        </p:txBody>
      </p:sp>
      <p:pic>
        <p:nvPicPr>
          <p:cNvPr descr="Apple-feather vacuum drop" id="829" name="Google Shape;829;p48"/>
          <p:cNvPicPr preferRelativeResize="0"/>
          <p:nvPr/>
        </p:nvPicPr>
        <p:blipFill rotWithShape="1">
          <a:blip r:embed="rId3">
            <a:alphaModFix/>
          </a:blip>
          <a:srcRect b="0" l="0" r="0" t="0"/>
          <a:stretch/>
        </p:blipFill>
        <p:spPr>
          <a:xfrm>
            <a:off x="4392613" y="0"/>
            <a:ext cx="5138737" cy="6858000"/>
          </a:xfrm>
          <a:prstGeom prst="rect">
            <a:avLst/>
          </a:prstGeom>
          <a:noFill/>
          <a:ln>
            <a:noFill/>
          </a:ln>
        </p:spPr>
      </p:pic>
      <p:sp>
        <p:nvSpPr>
          <p:cNvPr id="830" name="Google Shape;830;p48"/>
          <p:cNvSpPr/>
          <p:nvPr/>
        </p:nvSpPr>
        <p:spPr>
          <a:xfrm>
            <a:off x="7010400" y="2308225"/>
            <a:ext cx="523875" cy="184150"/>
          </a:xfrm>
          <a:prstGeom prst="rect">
            <a:avLst/>
          </a:prstGeom>
          <a:solidFill>
            <a:srgbClr val="FF00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grpSp>
        <p:nvGrpSpPr>
          <p:cNvPr id="831" name="Google Shape;831;p48"/>
          <p:cNvGrpSpPr/>
          <p:nvPr/>
        </p:nvGrpSpPr>
        <p:grpSpPr>
          <a:xfrm rot="5400000">
            <a:off x="4779963" y="4679950"/>
            <a:ext cx="4191000" cy="184150"/>
            <a:chOff x="432" y="3121"/>
            <a:chExt cx="2640" cy="116"/>
          </a:xfrm>
        </p:grpSpPr>
        <p:sp>
          <p:nvSpPr>
            <p:cNvPr id="832" name="Google Shape;832;p48"/>
            <p:cNvSpPr/>
            <p:nvPr/>
          </p:nvSpPr>
          <p:spPr>
            <a:xfrm>
              <a:off x="432" y="3121"/>
              <a:ext cx="330" cy="116"/>
            </a:xfrm>
            <a:prstGeom prst="rect">
              <a:avLst/>
            </a:prstGeom>
            <a:solidFill>
              <a:srgbClr val="FF00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833" name="Google Shape;833;p48"/>
            <p:cNvSpPr/>
            <p:nvPr/>
          </p:nvSpPr>
          <p:spPr>
            <a:xfrm>
              <a:off x="762" y="3121"/>
              <a:ext cx="330" cy="116"/>
            </a:xfrm>
            <a:prstGeom prst="rect">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834" name="Google Shape;834;p48"/>
            <p:cNvSpPr/>
            <p:nvPr/>
          </p:nvSpPr>
          <p:spPr>
            <a:xfrm>
              <a:off x="1092" y="3121"/>
              <a:ext cx="330" cy="116"/>
            </a:xfrm>
            <a:prstGeom prst="rect">
              <a:avLst/>
            </a:prstGeom>
            <a:solidFill>
              <a:srgbClr val="FF00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835" name="Google Shape;835;p48"/>
            <p:cNvSpPr/>
            <p:nvPr/>
          </p:nvSpPr>
          <p:spPr>
            <a:xfrm>
              <a:off x="1422" y="3121"/>
              <a:ext cx="330" cy="116"/>
            </a:xfrm>
            <a:prstGeom prst="rect">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836" name="Google Shape;836;p48"/>
            <p:cNvSpPr/>
            <p:nvPr/>
          </p:nvSpPr>
          <p:spPr>
            <a:xfrm>
              <a:off x="1752" y="3121"/>
              <a:ext cx="330" cy="116"/>
            </a:xfrm>
            <a:prstGeom prst="rect">
              <a:avLst/>
            </a:prstGeom>
            <a:solidFill>
              <a:srgbClr val="FF00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837" name="Google Shape;837;p48"/>
            <p:cNvSpPr/>
            <p:nvPr/>
          </p:nvSpPr>
          <p:spPr>
            <a:xfrm>
              <a:off x="2082" y="3121"/>
              <a:ext cx="330" cy="116"/>
            </a:xfrm>
            <a:prstGeom prst="rect">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838" name="Google Shape;838;p48"/>
            <p:cNvSpPr/>
            <p:nvPr/>
          </p:nvSpPr>
          <p:spPr>
            <a:xfrm>
              <a:off x="2412" y="3121"/>
              <a:ext cx="330" cy="116"/>
            </a:xfrm>
            <a:prstGeom prst="rect">
              <a:avLst/>
            </a:prstGeom>
            <a:solidFill>
              <a:srgbClr val="FF00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839" name="Google Shape;839;p48"/>
            <p:cNvSpPr/>
            <p:nvPr/>
          </p:nvSpPr>
          <p:spPr>
            <a:xfrm>
              <a:off x="2742" y="3121"/>
              <a:ext cx="330" cy="116"/>
            </a:xfrm>
            <a:prstGeom prst="rect">
              <a:avLst/>
            </a:prstGeom>
            <a:solidFill>
              <a:srgbClr val="FFFF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grpSp>
      <p:cxnSp>
        <p:nvCxnSpPr>
          <p:cNvPr id="840" name="Google Shape;840;p48"/>
          <p:cNvCxnSpPr/>
          <p:nvPr/>
        </p:nvCxnSpPr>
        <p:spPr>
          <a:xfrm>
            <a:off x="6245225" y="2678113"/>
            <a:ext cx="1293813" cy="1587"/>
          </a:xfrm>
          <a:prstGeom prst="straightConnector1">
            <a:avLst/>
          </a:prstGeom>
          <a:noFill/>
          <a:ln cap="flat" cmpd="sng" w="9525">
            <a:solidFill>
              <a:schemeClr val="lt1"/>
            </a:solidFill>
            <a:prstDash val="solid"/>
            <a:round/>
            <a:headEnd len="med" w="med" type="none"/>
            <a:tailEnd len="med" w="med" type="none"/>
          </a:ln>
        </p:spPr>
      </p:cxnSp>
      <p:cxnSp>
        <p:nvCxnSpPr>
          <p:cNvPr id="841" name="Google Shape;841;p48"/>
          <p:cNvCxnSpPr/>
          <p:nvPr/>
        </p:nvCxnSpPr>
        <p:spPr>
          <a:xfrm>
            <a:off x="6249988" y="3292475"/>
            <a:ext cx="1293812" cy="1588"/>
          </a:xfrm>
          <a:prstGeom prst="straightConnector1">
            <a:avLst/>
          </a:prstGeom>
          <a:noFill/>
          <a:ln cap="flat" cmpd="sng" w="9525">
            <a:solidFill>
              <a:schemeClr val="lt1"/>
            </a:solidFill>
            <a:prstDash val="solid"/>
            <a:round/>
            <a:headEnd len="med" w="med" type="none"/>
            <a:tailEnd len="med" w="med" type="none"/>
          </a:ln>
        </p:spPr>
      </p:cxnSp>
      <p:cxnSp>
        <p:nvCxnSpPr>
          <p:cNvPr id="842" name="Google Shape;842;p48"/>
          <p:cNvCxnSpPr/>
          <p:nvPr/>
        </p:nvCxnSpPr>
        <p:spPr>
          <a:xfrm>
            <a:off x="6245225" y="4090988"/>
            <a:ext cx="1293813" cy="1587"/>
          </a:xfrm>
          <a:prstGeom prst="straightConnector1">
            <a:avLst/>
          </a:prstGeom>
          <a:noFill/>
          <a:ln cap="flat" cmpd="sng" w="9525">
            <a:solidFill>
              <a:schemeClr val="lt1"/>
            </a:solidFill>
            <a:prstDash val="solid"/>
            <a:round/>
            <a:headEnd len="med" w="med" type="none"/>
            <a:tailEnd len="med" w="med" type="none"/>
          </a:ln>
        </p:spPr>
      </p:cxnSp>
      <p:cxnSp>
        <p:nvCxnSpPr>
          <p:cNvPr id="843" name="Google Shape;843;p48"/>
          <p:cNvCxnSpPr/>
          <p:nvPr/>
        </p:nvCxnSpPr>
        <p:spPr>
          <a:xfrm>
            <a:off x="6242050" y="5046663"/>
            <a:ext cx="1293813" cy="1587"/>
          </a:xfrm>
          <a:prstGeom prst="straightConnector1">
            <a:avLst/>
          </a:prstGeom>
          <a:noFill/>
          <a:ln cap="flat" cmpd="sng" w="9525">
            <a:solidFill>
              <a:schemeClr val="lt1"/>
            </a:solidFill>
            <a:prstDash val="solid"/>
            <a:round/>
            <a:headEnd len="med" w="med" type="none"/>
            <a:tailEnd len="med" w="med" type="none"/>
          </a:ln>
        </p:spPr>
      </p:cxnSp>
      <p:cxnSp>
        <p:nvCxnSpPr>
          <p:cNvPr id="844" name="Google Shape;844;p48"/>
          <p:cNvCxnSpPr/>
          <p:nvPr/>
        </p:nvCxnSpPr>
        <p:spPr>
          <a:xfrm>
            <a:off x="6245225" y="6224588"/>
            <a:ext cx="1293813" cy="1587"/>
          </a:xfrm>
          <a:prstGeom prst="straightConnector1">
            <a:avLst/>
          </a:prstGeom>
          <a:noFill/>
          <a:ln cap="flat" cmpd="sng" w="9525">
            <a:solidFill>
              <a:schemeClr val="lt1"/>
            </a:solidFill>
            <a:prstDash val="solid"/>
            <a:round/>
            <a:headEnd len="med" w="med" type="none"/>
            <a:tailEnd len="med" w="med" type="none"/>
          </a:ln>
        </p:spPr>
      </p:cxnSp>
      <p:sp>
        <p:nvSpPr>
          <p:cNvPr id="845" name="Google Shape;845;p48"/>
          <p:cNvSpPr txBox="1"/>
          <p:nvPr/>
        </p:nvSpPr>
        <p:spPr>
          <a:xfrm>
            <a:off x="7704138" y="2530475"/>
            <a:ext cx="679450" cy="366713"/>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800">
                <a:solidFill>
                  <a:schemeClr val="lt1"/>
                </a:solidFill>
                <a:latin typeface="Arial"/>
                <a:ea typeface="Arial"/>
                <a:cs typeface="Arial"/>
                <a:sym typeface="Arial"/>
              </a:rPr>
              <a:t>0 cm</a:t>
            </a:r>
            <a:endParaRPr/>
          </a:p>
        </p:txBody>
      </p:sp>
      <p:sp>
        <p:nvSpPr>
          <p:cNvPr id="846" name="Google Shape;846;p48"/>
          <p:cNvSpPr txBox="1"/>
          <p:nvPr/>
        </p:nvSpPr>
        <p:spPr>
          <a:xfrm>
            <a:off x="7556500" y="3162300"/>
            <a:ext cx="814388" cy="366713"/>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800">
                <a:solidFill>
                  <a:schemeClr val="lt1"/>
                </a:solidFill>
                <a:latin typeface="Arial"/>
                <a:ea typeface="Arial"/>
                <a:cs typeface="Arial"/>
                <a:sym typeface="Arial"/>
              </a:rPr>
              <a:t>-9 cm</a:t>
            </a:r>
            <a:endParaRPr/>
          </a:p>
        </p:txBody>
      </p:sp>
      <p:sp>
        <p:nvSpPr>
          <p:cNvPr id="847" name="Google Shape;847;p48"/>
          <p:cNvSpPr txBox="1"/>
          <p:nvPr/>
        </p:nvSpPr>
        <p:spPr>
          <a:xfrm>
            <a:off x="7431088" y="3940175"/>
            <a:ext cx="947737" cy="366713"/>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800">
                <a:solidFill>
                  <a:schemeClr val="lt1"/>
                </a:solidFill>
                <a:latin typeface="Arial"/>
                <a:ea typeface="Arial"/>
                <a:cs typeface="Arial"/>
                <a:sym typeface="Arial"/>
              </a:rPr>
              <a:t>-22 cm</a:t>
            </a:r>
            <a:endParaRPr/>
          </a:p>
        </p:txBody>
      </p:sp>
      <p:sp>
        <p:nvSpPr>
          <p:cNvPr id="848" name="Google Shape;848;p48"/>
          <p:cNvSpPr txBox="1"/>
          <p:nvPr/>
        </p:nvSpPr>
        <p:spPr>
          <a:xfrm>
            <a:off x="7439025" y="4918075"/>
            <a:ext cx="947738" cy="366713"/>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800">
                <a:solidFill>
                  <a:schemeClr val="lt1"/>
                </a:solidFill>
                <a:latin typeface="Arial"/>
                <a:ea typeface="Arial"/>
                <a:cs typeface="Arial"/>
                <a:sym typeface="Arial"/>
              </a:rPr>
              <a:t>-37 cm</a:t>
            </a:r>
            <a:endParaRPr/>
          </a:p>
        </p:txBody>
      </p:sp>
      <p:sp>
        <p:nvSpPr>
          <p:cNvPr id="849" name="Google Shape;849;p48"/>
          <p:cNvSpPr txBox="1"/>
          <p:nvPr/>
        </p:nvSpPr>
        <p:spPr>
          <a:xfrm>
            <a:off x="7435850" y="6107113"/>
            <a:ext cx="947738" cy="366712"/>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800">
                <a:solidFill>
                  <a:schemeClr val="lt1"/>
                </a:solidFill>
                <a:latin typeface="Arial"/>
                <a:ea typeface="Arial"/>
                <a:cs typeface="Arial"/>
                <a:sym typeface="Arial"/>
              </a:rPr>
              <a:t>-55 cm</a:t>
            </a:r>
            <a:endParaRPr/>
          </a:p>
        </p:txBody>
      </p:sp>
      <p:sp>
        <p:nvSpPr>
          <p:cNvPr id="850" name="Google Shape;850;p48"/>
          <p:cNvSpPr/>
          <p:nvPr/>
        </p:nvSpPr>
        <p:spPr>
          <a:xfrm>
            <a:off x="685800" y="1549400"/>
            <a:ext cx="4043363" cy="5308600"/>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accent2"/>
              </a:buClr>
              <a:buSzPts val="2400"/>
              <a:buFont typeface="Arial"/>
              <a:buNone/>
            </a:pPr>
            <a:r>
              <a:rPr i="1" lang="en-US" sz="2400">
                <a:solidFill>
                  <a:schemeClr val="accent2"/>
                </a:solidFill>
                <a:latin typeface="Arial"/>
                <a:ea typeface="Arial"/>
                <a:cs typeface="Arial"/>
                <a:sym typeface="Arial"/>
              </a:rPr>
              <a:t>Determining the acceleration of free-fall experimentally</a:t>
            </a:r>
            <a:r>
              <a:rPr lang="en-US" sz="2400">
                <a:solidFill>
                  <a:schemeClr val="accent2"/>
                </a:solidFill>
                <a:latin typeface="Arial"/>
                <a:ea typeface="Arial"/>
                <a:cs typeface="Arial"/>
                <a:sym typeface="Arial"/>
              </a:rPr>
              <a:t> </a:t>
            </a:r>
            <a:endParaRPr/>
          </a:p>
          <a:p>
            <a:pPr indent="0" lvl="0" marL="0" marR="0" rtl="0" algn="l">
              <a:spcBef>
                <a:spcPts val="0"/>
              </a:spcBef>
              <a:spcAft>
                <a:spcPts val="0"/>
              </a:spcAft>
              <a:buClr>
                <a:schemeClr val="dk1"/>
              </a:buClr>
              <a:buSzPts val="2400"/>
              <a:buFont typeface="Arial"/>
              <a:buNone/>
            </a:pPr>
            <a:r>
              <a:rPr lang="en-US" sz="2400">
                <a:solidFill>
                  <a:schemeClr val="dk1"/>
                </a:solidFill>
                <a:latin typeface="Arial"/>
                <a:ea typeface="Arial"/>
                <a:cs typeface="Arial"/>
                <a:sym typeface="Arial"/>
              </a:rPr>
              <a:t>∙Now we SCALE our data.  Given that the apple is 8 cm in horizontal diameter we can superimpose this scale on our photograph.</a:t>
            </a:r>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∙Then we can estimate the position in cm of each image.</a:t>
            </a:r>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0"/>
                                        </p:tgtEl>
                                        <p:attrNameLst>
                                          <p:attrName>style.visibility</p:attrName>
                                        </p:attrNameLst>
                                      </p:cBhvr>
                                      <p:to>
                                        <p:strVal val="visible"/>
                                      </p:to>
                                    </p:set>
                                    <p:animEffect filter="fade" transition="in">
                                      <p:cBhvr>
                                        <p:cTn dur="1000"/>
                                        <p:tgtEl>
                                          <p:spTgt spid="83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1"/>
                                        </p:tgtEl>
                                        <p:attrNameLst>
                                          <p:attrName>style.visibility</p:attrName>
                                        </p:attrNameLst>
                                      </p:cBhvr>
                                      <p:to>
                                        <p:strVal val="visible"/>
                                      </p:to>
                                    </p:set>
                                    <p:animEffect filter="fade" transition="in">
                                      <p:cBhvr>
                                        <p:cTn dur="2000"/>
                                        <p:tgtEl>
                                          <p:spTgt spid="83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845"/>
                                        </p:tgtEl>
                                        <p:attrNameLst>
                                          <p:attrName>style.visibility</p:attrName>
                                        </p:attrNameLst>
                                      </p:cBhvr>
                                      <p:to>
                                        <p:strVal val="visible"/>
                                      </p:to>
                                    </p:set>
                                    <p:anim calcmode="lin" valueType="num">
                                      <p:cBhvr additive="base">
                                        <p:cTn dur="500"/>
                                        <p:tgtEl>
                                          <p:spTgt spid="845"/>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846"/>
                                        </p:tgtEl>
                                        <p:attrNameLst>
                                          <p:attrName>style.visibility</p:attrName>
                                        </p:attrNameLst>
                                      </p:cBhvr>
                                      <p:to>
                                        <p:strVal val="visible"/>
                                      </p:to>
                                    </p:set>
                                    <p:anim calcmode="lin" valueType="num">
                                      <p:cBhvr additive="base">
                                        <p:cTn dur="500"/>
                                        <p:tgtEl>
                                          <p:spTgt spid="846"/>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847"/>
                                        </p:tgtEl>
                                        <p:attrNameLst>
                                          <p:attrName>style.visibility</p:attrName>
                                        </p:attrNameLst>
                                      </p:cBhvr>
                                      <p:to>
                                        <p:strVal val="visible"/>
                                      </p:to>
                                    </p:set>
                                    <p:anim calcmode="lin" valueType="num">
                                      <p:cBhvr additive="base">
                                        <p:cTn dur="500"/>
                                        <p:tgtEl>
                                          <p:spTgt spid="847"/>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848"/>
                                        </p:tgtEl>
                                        <p:attrNameLst>
                                          <p:attrName>style.visibility</p:attrName>
                                        </p:attrNameLst>
                                      </p:cBhvr>
                                      <p:to>
                                        <p:strVal val="visible"/>
                                      </p:to>
                                    </p:set>
                                    <p:anim calcmode="lin" valueType="num">
                                      <p:cBhvr additive="base">
                                        <p:cTn dur="500"/>
                                        <p:tgtEl>
                                          <p:spTgt spid="848"/>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849"/>
                                        </p:tgtEl>
                                        <p:attrNameLst>
                                          <p:attrName>style.visibility</p:attrName>
                                        </p:attrNameLst>
                                      </p:cBhvr>
                                      <p:to>
                                        <p:strVal val="visible"/>
                                      </p:to>
                                    </p:set>
                                    <p:anim calcmode="lin" valueType="num">
                                      <p:cBhvr additive="base">
                                        <p:cTn dur="500"/>
                                        <p:tgtEl>
                                          <p:spTgt spid="849"/>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5" name="Shape 855"/>
        <p:cNvGrpSpPr/>
        <p:nvPr/>
      </p:nvGrpSpPr>
      <p:grpSpPr>
        <a:xfrm>
          <a:off x="0" y="0"/>
          <a:ext cx="0" cy="0"/>
          <a:chOff x="0" y="0"/>
          <a:chExt cx="0" cy="0"/>
        </a:xfrm>
      </p:grpSpPr>
      <p:grpSp>
        <p:nvGrpSpPr>
          <p:cNvPr id="856" name="Google Shape;856;p49"/>
          <p:cNvGrpSpPr/>
          <p:nvPr/>
        </p:nvGrpSpPr>
        <p:grpSpPr>
          <a:xfrm>
            <a:off x="4384675" y="4763"/>
            <a:ext cx="5138738" cy="6858000"/>
            <a:chOff x="2767" y="0"/>
            <a:chExt cx="3237" cy="4320"/>
          </a:xfrm>
        </p:grpSpPr>
        <p:pic>
          <p:nvPicPr>
            <p:cNvPr descr="Apple-feather vacuum drop" id="857" name="Google Shape;857;p49"/>
            <p:cNvPicPr preferRelativeResize="0"/>
            <p:nvPr/>
          </p:nvPicPr>
          <p:blipFill rotWithShape="1">
            <a:blip r:embed="rId3">
              <a:alphaModFix/>
            </a:blip>
            <a:srcRect b="0" l="0" r="0" t="0"/>
            <a:stretch/>
          </p:blipFill>
          <p:spPr>
            <a:xfrm>
              <a:off x="2767" y="0"/>
              <a:ext cx="3237" cy="4320"/>
            </a:xfrm>
            <a:prstGeom prst="rect">
              <a:avLst/>
            </a:prstGeom>
            <a:noFill/>
            <a:ln>
              <a:noFill/>
            </a:ln>
          </p:spPr>
        </p:pic>
        <p:grpSp>
          <p:nvGrpSpPr>
            <p:cNvPr id="858" name="Google Shape;858;p49"/>
            <p:cNvGrpSpPr/>
            <p:nvPr/>
          </p:nvGrpSpPr>
          <p:grpSpPr>
            <a:xfrm>
              <a:off x="3932" y="1594"/>
              <a:ext cx="1351" cy="2484"/>
              <a:chOff x="3932" y="1594"/>
              <a:chExt cx="1351" cy="2484"/>
            </a:xfrm>
          </p:grpSpPr>
          <p:cxnSp>
            <p:nvCxnSpPr>
              <p:cNvPr id="859" name="Google Shape;859;p49"/>
              <p:cNvCxnSpPr/>
              <p:nvPr/>
            </p:nvCxnSpPr>
            <p:spPr>
              <a:xfrm>
                <a:off x="3934" y="1687"/>
                <a:ext cx="815" cy="1"/>
              </a:xfrm>
              <a:prstGeom prst="straightConnector1">
                <a:avLst/>
              </a:prstGeom>
              <a:noFill/>
              <a:ln cap="flat" cmpd="sng" w="9525">
                <a:solidFill>
                  <a:schemeClr val="lt1"/>
                </a:solidFill>
                <a:prstDash val="solid"/>
                <a:round/>
                <a:headEnd len="med" w="med" type="none"/>
                <a:tailEnd len="med" w="med" type="none"/>
              </a:ln>
            </p:spPr>
          </p:cxnSp>
          <p:cxnSp>
            <p:nvCxnSpPr>
              <p:cNvPr id="860" name="Google Shape;860;p49"/>
              <p:cNvCxnSpPr/>
              <p:nvPr/>
            </p:nvCxnSpPr>
            <p:spPr>
              <a:xfrm>
                <a:off x="3937" y="2074"/>
                <a:ext cx="815" cy="1"/>
              </a:xfrm>
              <a:prstGeom prst="straightConnector1">
                <a:avLst/>
              </a:prstGeom>
              <a:noFill/>
              <a:ln cap="flat" cmpd="sng" w="9525">
                <a:solidFill>
                  <a:schemeClr val="lt1"/>
                </a:solidFill>
                <a:prstDash val="solid"/>
                <a:round/>
                <a:headEnd len="med" w="med" type="none"/>
                <a:tailEnd len="med" w="med" type="none"/>
              </a:ln>
            </p:spPr>
          </p:cxnSp>
          <p:cxnSp>
            <p:nvCxnSpPr>
              <p:cNvPr id="861" name="Google Shape;861;p49"/>
              <p:cNvCxnSpPr/>
              <p:nvPr/>
            </p:nvCxnSpPr>
            <p:spPr>
              <a:xfrm>
                <a:off x="3934" y="2577"/>
                <a:ext cx="815" cy="1"/>
              </a:xfrm>
              <a:prstGeom prst="straightConnector1">
                <a:avLst/>
              </a:prstGeom>
              <a:noFill/>
              <a:ln cap="flat" cmpd="sng" w="9525">
                <a:solidFill>
                  <a:schemeClr val="lt1"/>
                </a:solidFill>
                <a:prstDash val="solid"/>
                <a:round/>
                <a:headEnd len="med" w="med" type="none"/>
                <a:tailEnd len="med" w="med" type="none"/>
              </a:ln>
            </p:spPr>
          </p:cxnSp>
          <p:cxnSp>
            <p:nvCxnSpPr>
              <p:cNvPr id="862" name="Google Shape;862;p49"/>
              <p:cNvCxnSpPr/>
              <p:nvPr/>
            </p:nvCxnSpPr>
            <p:spPr>
              <a:xfrm>
                <a:off x="3932" y="3179"/>
                <a:ext cx="815" cy="1"/>
              </a:xfrm>
              <a:prstGeom prst="straightConnector1">
                <a:avLst/>
              </a:prstGeom>
              <a:noFill/>
              <a:ln cap="flat" cmpd="sng" w="9525">
                <a:solidFill>
                  <a:schemeClr val="lt1"/>
                </a:solidFill>
                <a:prstDash val="solid"/>
                <a:round/>
                <a:headEnd len="med" w="med" type="none"/>
                <a:tailEnd len="med" w="med" type="none"/>
              </a:ln>
            </p:spPr>
          </p:cxnSp>
          <p:cxnSp>
            <p:nvCxnSpPr>
              <p:cNvPr id="863" name="Google Shape;863;p49"/>
              <p:cNvCxnSpPr/>
              <p:nvPr/>
            </p:nvCxnSpPr>
            <p:spPr>
              <a:xfrm>
                <a:off x="3934" y="3921"/>
                <a:ext cx="815" cy="1"/>
              </a:xfrm>
              <a:prstGeom prst="straightConnector1">
                <a:avLst/>
              </a:prstGeom>
              <a:noFill/>
              <a:ln cap="flat" cmpd="sng" w="9525">
                <a:solidFill>
                  <a:schemeClr val="lt1"/>
                </a:solidFill>
                <a:prstDash val="solid"/>
                <a:round/>
                <a:headEnd len="med" w="med" type="none"/>
                <a:tailEnd len="med" w="med" type="none"/>
              </a:ln>
            </p:spPr>
          </p:cxnSp>
          <p:sp>
            <p:nvSpPr>
              <p:cNvPr id="864" name="Google Shape;864;p49"/>
              <p:cNvSpPr txBox="1"/>
              <p:nvPr/>
            </p:nvSpPr>
            <p:spPr>
              <a:xfrm>
                <a:off x="4853" y="1594"/>
                <a:ext cx="428" cy="231"/>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800">
                    <a:solidFill>
                      <a:schemeClr val="lt1"/>
                    </a:solidFill>
                    <a:latin typeface="Arial"/>
                    <a:ea typeface="Arial"/>
                    <a:cs typeface="Arial"/>
                    <a:sym typeface="Arial"/>
                  </a:rPr>
                  <a:t>0 cm</a:t>
                </a:r>
                <a:endParaRPr/>
              </a:p>
            </p:txBody>
          </p:sp>
          <p:sp>
            <p:nvSpPr>
              <p:cNvPr id="865" name="Google Shape;865;p49"/>
              <p:cNvSpPr txBox="1"/>
              <p:nvPr/>
            </p:nvSpPr>
            <p:spPr>
              <a:xfrm>
                <a:off x="4760" y="1992"/>
                <a:ext cx="513" cy="231"/>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800">
                    <a:solidFill>
                      <a:schemeClr val="lt1"/>
                    </a:solidFill>
                    <a:latin typeface="Arial"/>
                    <a:ea typeface="Arial"/>
                    <a:cs typeface="Arial"/>
                    <a:sym typeface="Arial"/>
                  </a:rPr>
                  <a:t>-9 cm</a:t>
                </a:r>
                <a:endParaRPr/>
              </a:p>
            </p:txBody>
          </p:sp>
          <p:sp>
            <p:nvSpPr>
              <p:cNvPr id="866" name="Google Shape;866;p49"/>
              <p:cNvSpPr txBox="1"/>
              <p:nvPr/>
            </p:nvSpPr>
            <p:spPr>
              <a:xfrm>
                <a:off x="4681" y="2482"/>
                <a:ext cx="597" cy="231"/>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800">
                    <a:solidFill>
                      <a:schemeClr val="lt1"/>
                    </a:solidFill>
                    <a:latin typeface="Arial"/>
                    <a:ea typeface="Arial"/>
                    <a:cs typeface="Arial"/>
                    <a:sym typeface="Arial"/>
                  </a:rPr>
                  <a:t>-22 cm</a:t>
                </a:r>
                <a:endParaRPr/>
              </a:p>
            </p:txBody>
          </p:sp>
          <p:sp>
            <p:nvSpPr>
              <p:cNvPr id="867" name="Google Shape;867;p49"/>
              <p:cNvSpPr txBox="1"/>
              <p:nvPr/>
            </p:nvSpPr>
            <p:spPr>
              <a:xfrm>
                <a:off x="4686" y="3098"/>
                <a:ext cx="597" cy="231"/>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800">
                    <a:solidFill>
                      <a:schemeClr val="lt1"/>
                    </a:solidFill>
                    <a:latin typeface="Arial"/>
                    <a:ea typeface="Arial"/>
                    <a:cs typeface="Arial"/>
                    <a:sym typeface="Arial"/>
                  </a:rPr>
                  <a:t>-37 cm</a:t>
                </a:r>
                <a:endParaRPr/>
              </a:p>
            </p:txBody>
          </p:sp>
          <p:sp>
            <p:nvSpPr>
              <p:cNvPr id="868" name="Google Shape;868;p49"/>
              <p:cNvSpPr txBox="1"/>
              <p:nvPr/>
            </p:nvSpPr>
            <p:spPr>
              <a:xfrm>
                <a:off x="4684" y="3847"/>
                <a:ext cx="597" cy="231"/>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800">
                    <a:solidFill>
                      <a:schemeClr val="lt1"/>
                    </a:solidFill>
                    <a:latin typeface="Arial"/>
                    <a:ea typeface="Arial"/>
                    <a:cs typeface="Arial"/>
                    <a:sym typeface="Arial"/>
                  </a:rPr>
                  <a:t>-55 cm</a:t>
                </a:r>
                <a:endParaRPr/>
              </a:p>
            </p:txBody>
          </p:sp>
        </p:grpSp>
      </p:grpSp>
      <p:sp>
        <p:nvSpPr>
          <p:cNvPr id="869" name="Google Shape;869;p49"/>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2: Mechanics</a:t>
            </a:r>
            <a:br>
              <a:rPr b="1" lang="en-US" sz="2800"/>
            </a:br>
            <a:r>
              <a:rPr lang="en-US" sz="2800">
                <a:solidFill>
                  <a:schemeClr val="dk1"/>
                </a:solidFill>
              </a:rPr>
              <a:t>2.1 – Motion</a:t>
            </a:r>
            <a:endParaRPr/>
          </a:p>
        </p:txBody>
      </p:sp>
      <p:sp>
        <p:nvSpPr>
          <p:cNvPr id="870" name="Google Shape;870;p49"/>
          <p:cNvSpPr/>
          <p:nvPr/>
        </p:nvSpPr>
        <p:spPr>
          <a:xfrm>
            <a:off x="685800" y="1549400"/>
            <a:ext cx="4043363" cy="5308600"/>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accent2"/>
              </a:buClr>
              <a:buSzPts val="2400"/>
              <a:buFont typeface="Arial"/>
              <a:buNone/>
            </a:pPr>
            <a:r>
              <a:rPr i="1" lang="en-US" sz="2400">
                <a:solidFill>
                  <a:schemeClr val="accent2"/>
                </a:solidFill>
                <a:latin typeface="Arial"/>
                <a:ea typeface="Arial"/>
                <a:cs typeface="Arial"/>
                <a:sym typeface="Arial"/>
              </a:rPr>
              <a:t>Determining the acceleration of free-fall experimentally</a:t>
            </a:r>
            <a:endParaRPr i="1" sz="2000">
              <a:solidFill>
                <a:schemeClr val="dk1"/>
              </a:solidFill>
              <a:latin typeface="Courier New"/>
              <a:ea typeface="Courier New"/>
              <a:cs typeface="Courier New"/>
              <a:sym typeface="Courier New"/>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∙Suppose we know that the time between images is 0.056 s.</a:t>
            </a:r>
            <a:endParaRPr sz="2400">
              <a:solidFill>
                <a:schemeClr val="dk1"/>
              </a:solidFill>
              <a:latin typeface="Arial"/>
              <a:ea typeface="Arial"/>
              <a:cs typeface="Arial"/>
              <a:sym typeface="Arial"/>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∙We make a table starting with the </a:t>
            </a:r>
            <a:r>
              <a:rPr b="1" lang="en-US" sz="2400">
                <a:solidFill>
                  <a:schemeClr val="dk1"/>
                </a:solidFill>
                <a:latin typeface="Arial"/>
                <a:ea typeface="Arial"/>
                <a:cs typeface="Arial"/>
                <a:sym typeface="Arial"/>
              </a:rPr>
              <a:t>raw data</a:t>
            </a:r>
            <a:r>
              <a:rPr lang="en-US" sz="2400">
                <a:solidFill>
                  <a:schemeClr val="dk1"/>
                </a:solidFill>
                <a:latin typeface="Arial"/>
                <a:ea typeface="Arial"/>
                <a:cs typeface="Arial"/>
                <a:sym typeface="Arial"/>
              </a:rPr>
              <a:t> columns of </a:t>
            </a:r>
            <a:r>
              <a:rPr i="1" lang="en-US" sz="2400">
                <a:solidFill>
                  <a:schemeClr val="dk1"/>
                </a:solidFill>
                <a:latin typeface="Arial"/>
                <a:ea typeface="Arial"/>
                <a:cs typeface="Arial"/>
                <a:sym typeface="Arial"/>
              </a:rPr>
              <a:t>t </a:t>
            </a:r>
            <a:r>
              <a:rPr lang="en-US" sz="2400">
                <a:solidFill>
                  <a:schemeClr val="dk1"/>
                </a:solidFill>
                <a:latin typeface="Arial"/>
                <a:ea typeface="Arial"/>
                <a:cs typeface="Arial"/>
                <a:sym typeface="Arial"/>
              </a:rPr>
              <a:t>and </a:t>
            </a:r>
            <a:r>
              <a:rPr i="1" lang="en-US" sz="2400">
                <a:solidFill>
                  <a:schemeClr val="dk1"/>
                </a:solidFill>
                <a:latin typeface="Arial"/>
                <a:ea typeface="Arial"/>
                <a:cs typeface="Arial"/>
                <a:sym typeface="Arial"/>
              </a:rPr>
              <a:t>y.</a:t>
            </a:r>
            <a:endParaRPr sz="2400">
              <a:solidFill>
                <a:schemeClr val="dk1"/>
              </a:solidFill>
              <a:latin typeface="Arial"/>
              <a:ea typeface="Arial"/>
              <a:cs typeface="Arial"/>
              <a:sym typeface="Arial"/>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∙We then make </a:t>
            </a:r>
            <a:r>
              <a:rPr b="1" lang="en-US" sz="2400">
                <a:solidFill>
                  <a:schemeClr val="dk1"/>
                </a:solidFill>
                <a:latin typeface="Arial"/>
                <a:ea typeface="Arial"/>
                <a:cs typeface="Arial"/>
                <a:sym typeface="Arial"/>
              </a:rPr>
              <a:t>calculations</a:t>
            </a:r>
            <a:r>
              <a:rPr lang="en-US" sz="2400">
                <a:solidFill>
                  <a:schemeClr val="dk1"/>
                </a:solidFill>
                <a:latin typeface="Arial"/>
                <a:ea typeface="Arial"/>
                <a:cs typeface="Arial"/>
                <a:sym typeface="Arial"/>
              </a:rPr>
              <a:t> columns in Δ</a:t>
            </a:r>
            <a:r>
              <a:rPr i="1" lang="en-US" sz="2400">
                <a:solidFill>
                  <a:schemeClr val="dk1"/>
                </a:solidFill>
                <a:latin typeface="Arial"/>
                <a:ea typeface="Arial"/>
                <a:cs typeface="Arial"/>
                <a:sym typeface="Arial"/>
              </a:rPr>
              <a:t>t</a:t>
            </a:r>
            <a:r>
              <a:rPr lang="en-US" sz="2400">
                <a:solidFill>
                  <a:schemeClr val="dk1"/>
                </a:solidFill>
                <a:latin typeface="Arial"/>
                <a:ea typeface="Arial"/>
                <a:cs typeface="Arial"/>
                <a:sym typeface="Arial"/>
              </a:rPr>
              <a:t>, Δ</a:t>
            </a:r>
            <a:r>
              <a:rPr i="1" lang="en-US" sz="2400">
                <a:solidFill>
                  <a:schemeClr val="dk1"/>
                </a:solidFill>
                <a:latin typeface="Arial"/>
                <a:ea typeface="Arial"/>
                <a:cs typeface="Arial"/>
                <a:sym typeface="Arial"/>
              </a:rPr>
              <a:t>y</a:t>
            </a:r>
            <a:r>
              <a:rPr lang="en-US" sz="2400">
                <a:solidFill>
                  <a:schemeClr val="dk1"/>
                </a:solidFill>
                <a:latin typeface="Arial"/>
                <a:ea typeface="Arial"/>
                <a:cs typeface="Arial"/>
                <a:sym typeface="Arial"/>
              </a:rPr>
              <a:t> and </a:t>
            </a:r>
            <a:r>
              <a:rPr i="1" lang="en-US" sz="2400">
                <a:solidFill>
                  <a:schemeClr val="dk1"/>
                </a:solidFill>
                <a:latin typeface="Arial"/>
                <a:ea typeface="Arial"/>
                <a:cs typeface="Arial"/>
                <a:sym typeface="Arial"/>
              </a:rPr>
              <a:t>v</a:t>
            </a:r>
            <a:r>
              <a:rPr lang="en-US" sz="2400">
                <a:solidFill>
                  <a:schemeClr val="dk1"/>
                </a:solidFill>
                <a:latin typeface="Arial"/>
                <a:ea typeface="Arial"/>
                <a:cs typeface="Arial"/>
                <a:sym typeface="Arial"/>
              </a:rPr>
              <a:t>.</a:t>
            </a:r>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 	</a:t>
            </a:r>
            <a:endParaRPr/>
          </a:p>
        </p:txBody>
      </p:sp>
      <p:sp>
        <p:nvSpPr>
          <p:cNvPr id="871" name="Google Shape;871;p49"/>
          <p:cNvSpPr/>
          <p:nvPr/>
        </p:nvSpPr>
        <p:spPr>
          <a:xfrm>
            <a:off x="4703763" y="4248150"/>
            <a:ext cx="4440237" cy="2154238"/>
          </a:xfrm>
          <a:prstGeom prst="rect">
            <a:avLst/>
          </a:prstGeom>
          <a:solidFill>
            <a:srgbClr val="FFFFCC"/>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872" name="Google Shape;872;p49"/>
          <p:cNvSpPr/>
          <p:nvPr/>
        </p:nvSpPr>
        <p:spPr>
          <a:xfrm>
            <a:off x="4714875" y="4248150"/>
            <a:ext cx="762000" cy="360363"/>
          </a:xfrm>
          <a:prstGeom prst="rect">
            <a:avLst/>
          </a:prstGeom>
          <a:solidFill>
            <a:srgbClr val="F8F8F8"/>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chemeClr val="dk1"/>
              </a:buClr>
              <a:buSzPts val="1800"/>
              <a:buFont typeface="Courier New"/>
              <a:buNone/>
            </a:pPr>
            <a:r>
              <a:rPr i="1" lang="en-US" sz="1800">
                <a:solidFill>
                  <a:schemeClr val="dk1"/>
                </a:solidFill>
                <a:latin typeface="Courier New"/>
                <a:ea typeface="Courier New"/>
                <a:cs typeface="Courier New"/>
                <a:sym typeface="Courier New"/>
              </a:rPr>
              <a:t>t</a:t>
            </a:r>
            <a:r>
              <a:rPr lang="en-US" sz="1800">
                <a:solidFill>
                  <a:schemeClr val="dk1"/>
                </a:solidFill>
                <a:latin typeface="Courier New"/>
                <a:ea typeface="Courier New"/>
                <a:cs typeface="Courier New"/>
                <a:sym typeface="Courier New"/>
              </a:rPr>
              <a:t>(s)</a:t>
            </a:r>
            <a:endParaRPr b="1" i="1" sz="1600">
              <a:solidFill>
                <a:schemeClr val="dk1"/>
              </a:solidFill>
              <a:latin typeface="Courier New"/>
              <a:ea typeface="Courier New"/>
              <a:cs typeface="Courier New"/>
              <a:sym typeface="Courier New"/>
            </a:endParaRPr>
          </a:p>
        </p:txBody>
      </p:sp>
      <p:sp>
        <p:nvSpPr>
          <p:cNvPr id="873" name="Google Shape;873;p49"/>
          <p:cNvSpPr/>
          <p:nvPr/>
        </p:nvSpPr>
        <p:spPr>
          <a:xfrm>
            <a:off x="4714875" y="4968875"/>
            <a:ext cx="762000" cy="360363"/>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90000"/>
              </a:lnSpc>
              <a:spcBef>
                <a:spcPts val="0"/>
              </a:spcBef>
              <a:spcAft>
                <a:spcPts val="0"/>
              </a:spcAft>
              <a:buClr>
                <a:schemeClr val="dk1"/>
              </a:buClr>
              <a:buSzPts val="1800"/>
              <a:buFont typeface="Courier New"/>
              <a:buNone/>
            </a:pPr>
            <a:r>
              <a:rPr lang="en-US" sz="1800">
                <a:solidFill>
                  <a:schemeClr val="dk1"/>
                </a:solidFill>
                <a:latin typeface="Courier New"/>
                <a:ea typeface="Courier New"/>
                <a:cs typeface="Courier New"/>
                <a:sym typeface="Courier New"/>
              </a:rPr>
              <a:t>.056</a:t>
            </a:r>
            <a:endParaRPr b="1" sz="1600">
              <a:solidFill>
                <a:schemeClr val="dk1"/>
              </a:solidFill>
              <a:latin typeface="Courier New"/>
              <a:ea typeface="Courier New"/>
              <a:cs typeface="Courier New"/>
              <a:sym typeface="Courier New"/>
            </a:endParaRPr>
          </a:p>
        </p:txBody>
      </p:sp>
      <p:sp>
        <p:nvSpPr>
          <p:cNvPr id="874" name="Google Shape;874;p49"/>
          <p:cNvSpPr/>
          <p:nvPr/>
        </p:nvSpPr>
        <p:spPr>
          <a:xfrm>
            <a:off x="5476875" y="4248150"/>
            <a:ext cx="914400" cy="360363"/>
          </a:xfrm>
          <a:prstGeom prst="rect">
            <a:avLst/>
          </a:prstGeom>
          <a:solidFill>
            <a:srgbClr val="F8F8F8"/>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chemeClr val="dk1"/>
              </a:buClr>
              <a:buSzPts val="1800"/>
              <a:buFont typeface="Courier New"/>
              <a:buNone/>
            </a:pPr>
            <a:r>
              <a:rPr i="1" lang="en-US" sz="1800">
                <a:solidFill>
                  <a:schemeClr val="dk1"/>
                </a:solidFill>
                <a:latin typeface="Courier New"/>
                <a:ea typeface="Courier New"/>
                <a:cs typeface="Courier New"/>
                <a:sym typeface="Courier New"/>
              </a:rPr>
              <a:t>y</a:t>
            </a:r>
            <a:r>
              <a:rPr lang="en-US" sz="1800">
                <a:solidFill>
                  <a:schemeClr val="dk1"/>
                </a:solidFill>
                <a:latin typeface="Courier New"/>
                <a:ea typeface="Courier New"/>
                <a:cs typeface="Courier New"/>
                <a:sym typeface="Courier New"/>
              </a:rPr>
              <a:t>(cm)</a:t>
            </a:r>
            <a:endParaRPr b="1" i="1" sz="1600">
              <a:solidFill>
                <a:schemeClr val="dk1"/>
              </a:solidFill>
              <a:latin typeface="Courier New"/>
              <a:ea typeface="Courier New"/>
              <a:cs typeface="Courier New"/>
              <a:sym typeface="Courier New"/>
            </a:endParaRPr>
          </a:p>
        </p:txBody>
      </p:sp>
      <p:sp>
        <p:nvSpPr>
          <p:cNvPr id="875" name="Google Shape;875;p49"/>
          <p:cNvSpPr/>
          <p:nvPr/>
        </p:nvSpPr>
        <p:spPr>
          <a:xfrm>
            <a:off x="5476875" y="4608513"/>
            <a:ext cx="914400" cy="360362"/>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90000"/>
              </a:lnSpc>
              <a:spcBef>
                <a:spcPts val="0"/>
              </a:spcBef>
              <a:spcAft>
                <a:spcPts val="0"/>
              </a:spcAft>
              <a:buClr>
                <a:schemeClr val="dk1"/>
              </a:buClr>
              <a:buSzPts val="1800"/>
              <a:buFont typeface="Courier New"/>
              <a:buNone/>
            </a:pPr>
            <a:r>
              <a:rPr lang="en-US" sz="1800">
                <a:solidFill>
                  <a:schemeClr val="dk1"/>
                </a:solidFill>
                <a:latin typeface="Courier New"/>
                <a:ea typeface="Courier New"/>
                <a:cs typeface="Courier New"/>
                <a:sym typeface="Courier New"/>
              </a:rPr>
              <a:t>0</a:t>
            </a:r>
            <a:endParaRPr b="1" sz="1600">
              <a:solidFill>
                <a:schemeClr val="dk1"/>
              </a:solidFill>
              <a:latin typeface="Courier New"/>
              <a:ea typeface="Courier New"/>
              <a:cs typeface="Courier New"/>
              <a:sym typeface="Courier New"/>
            </a:endParaRPr>
          </a:p>
        </p:txBody>
      </p:sp>
      <p:sp>
        <p:nvSpPr>
          <p:cNvPr id="876" name="Google Shape;876;p49"/>
          <p:cNvSpPr/>
          <p:nvPr/>
        </p:nvSpPr>
        <p:spPr>
          <a:xfrm>
            <a:off x="6391275" y="4248150"/>
            <a:ext cx="914400" cy="360363"/>
          </a:xfrm>
          <a:prstGeom prst="rect">
            <a:avLst/>
          </a:prstGeom>
          <a:solidFill>
            <a:srgbClr val="F8F8F8"/>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chemeClr val="dk1"/>
              </a:buClr>
              <a:buSzPts val="1800"/>
              <a:buFont typeface="Courier New"/>
              <a:buNone/>
            </a:pPr>
            <a:r>
              <a:rPr lang="en-US" sz="1800">
                <a:solidFill>
                  <a:schemeClr val="dk1"/>
                </a:solidFill>
                <a:latin typeface="Courier New"/>
                <a:ea typeface="Courier New"/>
                <a:cs typeface="Courier New"/>
                <a:sym typeface="Courier New"/>
              </a:rPr>
              <a:t>Δ</a:t>
            </a:r>
            <a:r>
              <a:rPr i="1" lang="en-US" sz="1800">
                <a:solidFill>
                  <a:schemeClr val="dk1"/>
                </a:solidFill>
                <a:latin typeface="Courier New"/>
                <a:ea typeface="Courier New"/>
                <a:cs typeface="Courier New"/>
                <a:sym typeface="Courier New"/>
              </a:rPr>
              <a:t>t</a:t>
            </a:r>
            <a:endParaRPr b="1" i="1" sz="1600">
              <a:solidFill>
                <a:schemeClr val="dk1"/>
              </a:solidFill>
              <a:latin typeface="Courier New"/>
              <a:ea typeface="Courier New"/>
              <a:cs typeface="Courier New"/>
              <a:sym typeface="Courier New"/>
            </a:endParaRPr>
          </a:p>
        </p:txBody>
      </p:sp>
      <p:sp>
        <p:nvSpPr>
          <p:cNvPr id="877" name="Google Shape;877;p49"/>
          <p:cNvSpPr/>
          <p:nvPr/>
        </p:nvSpPr>
        <p:spPr>
          <a:xfrm>
            <a:off x="6391275" y="4608513"/>
            <a:ext cx="914400" cy="360362"/>
          </a:xfrm>
          <a:prstGeom prst="rect">
            <a:avLst/>
          </a:prstGeom>
          <a:solidFill>
            <a:schemeClr val="lt2"/>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90000"/>
              </a:lnSpc>
              <a:spcBef>
                <a:spcPts val="0"/>
              </a:spcBef>
              <a:spcAft>
                <a:spcPts val="0"/>
              </a:spcAft>
              <a:buClr>
                <a:schemeClr val="dk1"/>
              </a:buClr>
              <a:buSzPts val="1600"/>
              <a:buFont typeface="Arial"/>
              <a:buNone/>
            </a:pPr>
            <a:r>
              <a:t/>
            </a:r>
            <a:endParaRPr b="1" sz="1600">
              <a:solidFill>
                <a:schemeClr val="dk1"/>
              </a:solidFill>
              <a:latin typeface="Courier New"/>
              <a:ea typeface="Courier New"/>
              <a:cs typeface="Courier New"/>
              <a:sym typeface="Courier New"/>
            </a:endParaRPr>
          </a:p>
        </p:txBody>
      </p:sp>
      <p:sp>
        <p:nvSpPr>
          <p:cNvPr id="878" name="Google Shape;878;p49"/>
          <p:cNvSpPr/>
          <p:nvPr/>
        </p:nvSpPr>
        <p:spPr>
          <a:xfrm>
            <a:off x="7305675" y="4248150"/>
            <a:ext cx="914400" cy="360363"/>
          </a:xfrm>
          <a:prstGeom prst="rect">
            <a:avLst/>
          </a:prstGeom>
          <a:solidFill>
            <a:srgbClr val="F8F8F8"/>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chemeClr val="dk1"/>
              </a:buClr>
              <a:buSzPts val="1800"/>
              <a:buFont typeface="Courier New"/>
              <a:buNone/>
            </a:pPr>
            <a:r>
              <a:rPr lang="en-US" sz="1800">
                <a:solidFill>
                  <a:schemeClr val="dk1"/>
                </a:solidFill>
                <a:latin typeface="Courier New"/>
                <a:ea typeface="Courier New"/>
                <a:cs typeface="Courier New"/>
                <a:sym typeface="Courier New"/>
              </a:rPr>
              <a:t>Δ</a:t>
            </a:r>
            <a:r>
              <a:rPr i="1" lang="en-US" sz="1800">
                <a:solidFill>
                  <a:schemeClr val="dk1"/>
                </a:solidFill>
                <a:latin typeface="Courier New"/>
                <a:ea typeface="Courier New"/>
                <a:cs typeface="Courier New"/>
                <a:sym typeface="Courier New"/>
              </a:rPr>
              <a:t>y</a:t>
            </a:r>
            <a:endParaRPr b="1" i="1" sz="1600">
              <a:solidFill>
                <a:schemeClr val="dk1"/>
              </a:solidFill>
              <a:latin typeface="Courier New"/>
              <a:ea typeface="Courier New"/>
              <a:cs typeface="Courier New"/>
              <a:sym typeface="Courier New"/>
            </a:endParaRPr>
          </a:p>
        </p:txBody>
      </p:sp>
      <p:sp>
        <p:nvSpPr>
          <p:cNvPr id="879" name="Google Shape;879;p49"/>
          <p:cNvSpPr/>
          <p:nvPr/>
        </p:nvSpPr>
        <p:spPr>
          <a:xfrm>
            <a:off x="8220075" y="4248150"/>
            <a:ext cx="914400" cy="360363"/>
          </a:xfrm>
          <a:prstGeom prst="rect">
            <a:avLst/>
          </a:prstGeom>
          <a:solidFill>
            <a:srgbClr val="F8F8F8"/>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chemeClr val="dk1"/>
              </a:buClr>
              <a:buSzPts val="1800"/>
              <a:buFont typeface="Courier New"/>
              <a:buNone/>
            </a:pPr>
            <a:r>
              <a:rPr i="1" lang="en-US" sz="1800">
                <a:solidFill>
                  <a:schemeClr val="dk1"/>
                </a:solidFill>
                <a:latin typeface="Courier New"/>
                <a:ea typeface="Courier New"/>
                <a:cs typeface="Courier New"/>
                <a:sym typeface="Courier New"/>
              </a:rPr>
              <a:t>v</a:t>
            </a:r>
            <a:endParaRPr b="1" i="1" sz="1600">
              <a:solidFill>
                <a:schemeClr val="dk1"/>
              </a:solidFill>
              <a:latin typeface="Courier New"/>
              <a:ea typeface="Courier New"/>
              <a:cs typeface="Courier New"/>
              <a:sym typeface="Courier New"/>
            </a:endParaRPr>
          </a:p>
        </p:txBody>
      </p:sp>
      <p:sp>
        <p:nvSpPr>
          <p:cNvPr id="880" name="Google Shape;880;p49"/>
          <p:cNvSpPr/>
          <p:nvPr/>
        </p:nvSpPr>
        <p:spPr>
          <a:xfrm>
            <a:off x="5476875" y="4968875"/>
            <a:ext cx="914400" cy="360363"/>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90000"/>
              </a:lnSpc>
              <a:spcBef>
                <a:spcPts val="0"/>
              </a:spcBef>
              <a:spcAft>
                <a:spcPts val="0"/>
              </a:spcAft>
              <a:buClr>
                <a:schemeClr val="dk1"/>
              </a:buClr>
              <a:buSzPts val="1800"/>
              <a:buFont typeface="Courier New"/>
              <a:buNone/>
            </a:pPr>
            <a:r>
              <a:rPr lang="en-US" sz="1800">
                <a:solidFill>
                  <a:schemeClr val="dk1"/>
                </a:solidFill>
                <a:latin typeface="Courier New"/>
                <a:ea typeface="Courier New"/>
                <a:cs typeface="Courier New"/>
                <a:sym typeface="Courier New"/>
              </a:rPr>
              <a:t>-9</a:t>
            </a:r>
            <a:endParaRPr b="1" sz="1600">
              <a:solidFill>
                <a:schemeClr val="dk1"/>
              </a:solidFill>
              <a:latin typeface="Courier New"/>
              <a:ea typeface="Courier New"/>
              <a:cs typeface="Courier New"/>
              <a:sym typeface="Courier New"/>
            </a:endParaRPr>
          </a:p>
        </p:txBody>
      </p:sp>
      <p:sp>
        <p:nvSpPr>
          <p:cNvPr id="881" name="Google Shape;881;p49"/>
          <p:cNvSpPr/>
          <p:nvPr/>
        </p:nvSpPr>
        <p:spPr>
          <a:xfrm>
            <a:off x="5476875" y="5329238"/>
            <a:ext cx="914400" cy="360362"/>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90000"/>
              </a:lnSpc>
              <a:spcBef>
                <a:spcPts val="0"/>
              </a:spcBef>
              <a:spcAft>
                <a:spcPts val="0"/>
              </a:spcAft>
              <a:buClr>
                <a:schemeClr val="dk1"/>
              </a:buClr>
              <a:buSzPts val="1800"/>
              <a:buFont typeface="Courier New"/>
              <a:buNone/>
            </a:pPr>
            <a:r>
              <a:rPr lang="en-US" sz="1800">
                <a:solidFill>
                  <a:schemeClr val="dk1"/>
                </a:solidFill>
                <a:latin typeface="Courier New"/>
                <a:ea typeface="Courier New"/>
                <a:cs typeface="Courier New"/>
                <a:sym typeface="Courier New"/>
              </a:rPr>
              <a:t>-22</a:t>
            </a:r>
            <a:endParaRPr b="1" sz="1600">
              <a:solidFill>
                <a:schemeClr val="dk1"/>
              </a:solidFill>
              <a:latin typeface="Courier New"/>
              <a:ea typeface="Courier New"/>
              <a:cs typeface="Courier New"/>
              <a:sym typeface="Courier New"/>
            </a:endParaRPr>
          </a:p>
        </p:txBody>
      </p:sp>
      <p:sp>
        <p:nvSpPr>
          <p:cNvPr id="882" name="Google Shape;882;p49"/>
          <p:cNvSpPr/>
          <p:nvPr/>
        </p:nvSpPr>
        <p:spPr>
          <a:xfrm>
            <a:off x="5476875" y="5689600"/>
            <a:ext cx="914400" cy="360363"/>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90000"/>
              </a:lnSpc>
              <a:spcBef>
                <a:spcPts val="0"/>
              </a:spcBef>
              <a:spcAft>
                <a:spcPts val="0"/>
              </a:spcAft>
              <a:buClr>
                <a:schemeClr val="dk1"/>
              </a:buClr>
              <a:buSzPts val="1800"/>
              <a:buFont typeface="Courier New"/>
              <a:buNone/>
            </a:pPr>
            <a:r>
              <a:rPr lang="en-US" sz="1800">
                <a:solidFill>
                  <a:schemeClr val="dk1"/>
                </a:solidFill>
                <a:latin typeface="Courier New"/>
                <a:ea typeface="Courier New"/>
                <a:cs typeface="Courier New"/>
                <a:sym typeface="Courier New"/>
              </a:rPr>
              <a:t>-37</a:t>
            </a:r>
            <a:endParaRPr b="1" sz="1600">
              <a:solidFill>
                <a:schemeClr val="dk1"/>
              </a:solidFill>
              <a:latin typeface="Courier New"/>
              <a:ea typeface="Courier New"/>
              <a:cs typeface="Courier New"/>
              <a:sym typeface="Courier New"/>
            </a:endParaRPr>
          </a:p>
        </p:txBody>
      </p:sp>
      <p:sp>
        <p:nvSpPr>
          <p:cNvPr id="883" name="Google Shape;883;p49"/>
          <p:cNvSpPr/>
          <p:nvPr/>
        </p:nvSpPr>
        <p:spPr>
          <a:xfrm>
            <a:off x="5476875" y="6049963"/>
            <a:ext cx="914400" cy="360362"/>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90000"/>
              </a:lnSpc>
              <a:spcBef>
                <a:spcPts val="0"/>
              </a:spcBef>
              <a:spcAft>
                <a:spcPts val="0"/>
              </a:spcAft>
              <a:buClr>
                <a:schemeClr val="dk1"/>
              </a:buClr>
              <a:buSzPts val="1800"/>
              <a:buFont typeface="Courier New"/>
              <a:buNone/>
            </a:pPr>
            <a:r>
              <a:rPr lang="en-US" sz="1800">
                <a:solidFill>
                  <a:schemeClr val="dk1"/>
                </a:solidFill>
                <a:latin typeface="Courier New"/>
                <a:ea typeface="Courier New"/>
                <a:cs typeface="Courier New"/>
                <a:sym typeface="Courier New"/>
              </a:rPr>
              <a:t>-55</a:t>
            </a:r>
            <a:endParaRPr b="1" sz="1600">
              <a:solidFill>
                <a:schemeClr val="dk1"/>
              </a:solidFill>
              <a:latin typeface="Courier New"/>
              <a:ea typeface="Courier New"/>
              <a:cs typeface="Courier New"/>
              <a:sym typeface="Courier New"/>
            </a:endParaRPr>
          </a:p>
        </p:txBody>
      </p:sp>
      <p:sp>
        <p:nvSpPr>
          <p:cNvPr id="884" name="Google Shape;884;p49"/>
          <p:cNvSpPr/>
          <p:nvPr/>
        </p:nvSpPr>
        <p:spPr>
          <a:xfrm>
            <a:off x="4714875" y="5329238"/>
            <a:ext cx="762000" cy="360362"/>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90000"/>
              </a:lnSpc>
              <a:spcBef>
                <a:spcPts val="0"/>
              </a:spcBef>
              <a:spcAft>
                <a:spcPts val="0"/>
              </a:spcAft>
              <a:buClr>
                <a:schemeClr val="dk1"/>
              </a:buClr>
              <a:buSzPts val="1800"/>
              <a:buFont typeface="Courier New"/>
              <a:buNone/>
            </a:pPr>
            <a:r>
              <a:rPr lang="en-US" sz="1800">
                <a:solidFill>
                  <a:schemeClr val="dk1"/>
                </a:solidFill>
                <a:latin typeface="Courier New"/>
                <a:ea typeface="Courier New"/>
                <a:cs typeface="Courier New"/>
                <a:sym typeface="Courier New"/>
              </a:rPr>
              <a:t>.112</a:t>
            </a:r>
            <a:endParaRPr b="1" sz="1600">
              <a:solidFill>
                <a:schemeClr val="dk1"/>
              </a:solidFill>
              <a:latin typeface="Courier New"/>
              <a:ea typeface="Courier New"/>
              <a:cs typeface="Courier New"/>
              <a:sym typeface="Courier New"/>
            </a:endParaRPr>
          </a:p>
        </p:txBody>
      </p:sp>
      <p:sp>
        <p:nvSpPr>
          <p:cNvPr id="885" name="Google Shape;885;p49"/>
          <p:cNvSpPr/>
          <p:nvPr/>
        </p:nvSpPr>
        <p:spPr>
          <a:xfrm>
            <a:off x="4714875" y="5689600"/>
            <a:ext cx="762000" cy="360363"/>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90000"/>
              </a:lnSpc>
              <a:spcBef>
                <a:spcPts val="0"/>
              </a:spcBef>
              <a:spcAft>
                <a:spcPts val="0"/>
              </a:spcAft>
              <a:buClr>
                <a:schemeClr val="dk1"/>
              </a:buClr>
              <a:buSzPts val="1800"/>
              <a:buFont typeface="Courier New"/>
              <a:buNone/>
            </a:pPr>
            <a:r>
              <a:rPr lang="en-US" sz="1800">
                <a:solidFill>
                  <a:schemeClr val="dk1"/>
                </a:solidFill>
                <a:latin typeface="Courier New"/>
                <a:ea typeface="Courier New"/>
                <a:cs typeface="Courier New"/>
                <a:sym typeface="Courier New"/>
              </a:rPr>
              <a:t>.168</a:t>
            </a:r>
            <a:endParaRPr b="1" sz="1600">
              <a:solidFill>
                <a:schemeClr val="dk1"/>
              </a:solidFill>
              <a:latin typeface="Courier New"/>
              <a:ea typeface="Courier New"/>
              <a:cs typeface="Courier New"/>
              <a:sym typeface="Courier New"/>
            </a:endParaRPr>
          </a:p>
        </p:txBody>
      </p:sp>
      <p:sp>
        <p:nvSpPr>
          <p:cNvPr id="886" name="Google Shape;886;p49"/>
          <p:cNvSpPr/>
          <p:nvPr/>
        </p:nvSpPr>
        <p:spPr>
          <a:xfrm>
            <a:off x="4714875" y="6049963"/>
            <a:ext cx="762000" cy="360362"/>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90000"/>
              </a:lnSpc>
              <a:spcBef>
                <a:spcPts val="0"/>
              </a:spcBef>
              <a:spcAft>
                <a:spcPts val="0"/>
              </a:spcAft>
              <a:buClr>
                <a:schemeClr val="dk1"/>
              </a:buClr>
              <a:buSzPts val="1800"/>
              <a:buFont typeface="Courier New"/>
              <a:buNone/>
            </a:pPr>
            <a:r>
              <a:rPr lang="en-US" sz="1800">
                <a:solidFill>
                  <a:schemeClr val="dk1"/>
                </a:solidFill>
                <a:latin typeface="Courier New"/>
                <a:ea typeface="Courier New"/>
                <a:cs typeface="Courier New"/>
                <a:sym typeface="Courier New"/>
              </a:rPr>
              <a:t>.224</a:t>
            </a:r>
            <a:endParaRPr b="1" sz="1600">
              <a:solidFill>
                <a:schemeClr val="dk1"/>
              </a:solidFill>
              <a:latin typeface="Courier New"/>
              <a:ea typeface="Courier New"/>
              <a:cs typeface="Courier New"/>
              <a:sym typeface="Courier New"/>
            </a:endParaRPr>
          </a:p>
        </p:txBody>
      </p:sp>
      <p:sp>
        <p:nvSpPr>
          <p:cNvPr id="887" name="Google Shape;887;p49"/>
          <p:cNvSpPr/>
          <p:nvPr/>
        </p:nvSpPr>
        <p:spPr>
          <a:xfrm>
            <a:off x="4714875" y="4608513"/>
            <a:ext cx="762000" cy="363537"/>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90000"/>
              </a:lnSpc>
              <a:spcBef>
                <a:spcPts val="0"/>
              </a:spcBef>
              <a:spcAft>
                <a:spcPts val="0"/>
              </a:spcAft>
              <a:buClr>
                <a:schemeClr val="dk1"/>
              </a:buClr>
              <a:buSzPts val="1800"/>
              <a:buFont typeface="Courier New"/>
              <a:buNone/>
            </a:pPr>
            <a:r>
              <a:rPr lang="en-US" sz="1800">
                <a:solidFill>
                  <a:schemeClr val="dk1"/>
                </a:solidFill>
                <a:latin typeface="Courier New"/>
                <a:ea typeface="Courier New"/>
                <a:cs typeface="Courier New"/>
                <a:sym typeface="Courier New"/>
              </a:rPr>
              <a:t>.000</a:t>
            </a:r>
            <a:endParaRPr b="1" sz="1600">
              <a:solidFill>
                <a:schemeClr val="dk1"/>
              </a:solidFill>
              <a:latin typeface="Courier New"/>
              <a:ea typeface="Courier New"/>
              <a:cs typeface="Courier New"/>
              <a:sym typeface="Courier New"/>
            </a:endParaRPr>
          </a:p>
        </p:txBody>
      </p:sp>
      <p:sp>
        <p:nvSpPr>
          <p:cNvPr id="888" name="Google Shape;888;p49"/>
          <p:cNvSpPr txBox="1"/>
          <p:nvPr/>
        </p:nvSpPr>
        <p:spPr>
          <a:xfrm>
            <a:off x="4638675" y="4972050"/>
            <a:ext cx="4419600" cy="915988"/>
          </a:xfrm>
          <a:prstGeom prst="rect">
            <a:avLst/>
          </a:prstGeom>
          <a:solidFill>
            <a:srgbClr val="FF00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lt1"/>
                </a:solidFill>
                <a:latin typeface="Arial"/>
                <a:ea typeface="Arial"/>
                <a:cs typeface="Arial"/>
                <a:sym typeface="Arial"/>
              </a:rPr>
              <a:t>FYI:  To find Δ</a:t>
            </a:r>
            <a:r>
              <a:rPr i="1" lang="en-US" sz="1800">
                <a:solidFill>
                  <a:schemeClr val="lt1"/>
                </a:solidFill>
                <a:latin typeface="Arial"/>
                <a:ea typeface="Arial"/>
                <a:cs typeface="Arial"/>
                <a:sym typeface="Arial"/>
              </a:rPr>
              <a:t>t</a:t>
            </a:r>
            <a:r>
              <a:rPr lang="en-US" sz="1800">
                <a:solidFill>
                  <a:schemeClr val="lt1"/>
                </a:solidFill>
                <a:latin typeface="Arial"/>
                <a:ea typeface="Arial"/>
                <a:cs typeface="Arial"/>
                <a:sym typeface="Arial"/>
              </a:rPr>
              <a:t> you need to subtract TWO </a:t>
            </a:r>
            <a:r>
              <a:rPr i="1" lang="en-US" sz="1800">
                <a:solidFill>
                  <a:schemeClr val="lt1"/>
                </a:solidFill>
                <a:latin typeface="Arial"/>
                <a:ea typeface="Arial"/>
                <a:cs typeface="Arial"/>
                <a:sym typeface="Arial"/>
              </a:rPr>
              <a:t>t</a:t>
            </a:r>
            <a:r>
              <a:rPr lang="en-US" sz="1800">
                <a:solidFill>
                  <a:schemeClr val="lt1"/>
                </a:solidFill>
                <a:latin typeface="Arial"/>
                <a:ea typeface="Arial"/>
                <a:cs typeface="Arial"/>
                <a:sym typeface="Arial"/>
              </a:rPr>
              <a:t>'s.  Therefore the first entry for Δ</a:t>
            </a:r>
            <a:r>
              <a:rPr i="1" lang="en-US" sz="1800">
                <a:solidFill>
                  <a:schemeClr val="lt1"/>
                </a:solidFill>
                <a:latin typeface="Arial"/>
                <a:ea typeface="Arial"/>
                <a:cs typeface="Arial"/>
                <a:sym typeface="Arial"/>
              </a:rPr>
              <a:t>t</a:t>
            </a:r>
            <a:r>
              <a:rPr lang="en-US" sz="1800">
                <a:solidFill>
                  <a:schemeClr val="lt1"/>
                </a:solidFill>
                <a:latin typeface="Arial"/>
                <a:ea typeface="Arial"/>
                <a:cs typeface="Arial"/>
                <a:sym typeface="Arial"/>
              </a:rPr>
              <a:t> is BLANK.</a:t>
            </a:r>
            <a:endParaRPr i="1" sz="1800">
              <a:solidFill>
                <a:schemeClr val="lt1"/>
              </a:solidFill>
              <a:latin typeface="Arial"/>
              <a:ea typeface="Arial"/>
              <a:cs typeface="Arial"/>
              <a:sym typeface="Arial"/>
            </a:endParaRPr>
          </a:p>
        </p:txBody>
      </p:sp>
      <p:sp>
        <p:nvSpPr>
          <p:cNvPr id="889" name="Google Shape;889;p49"/>
          <p:cNvSpPr txBox="1"/>
          <p:nvPr/>
        </p:nvSpPr>
        <p:spPr>
          <a:xfrm>
            <a:off x="4638675" y="5873750"/>
            <a:ext cx="4419600" cy="366713"/>
          </a:xfrm>
          <a:prstGeom prst="rect">
            <a:avLst/>
          </a:prstGeom>
          <a:solidFill>
            <a:srgbClr val="0080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lt1"/>
                </a:solidFill>
                <a:latin typeface="Arial"/>
                <a:ea typeface="Arial"/>
                <a:cs typeface="Arial"/>
                <a:sym typeface="Arial"/>
              </a:rPr>
              <a:t>FYI:  Same thing for the first Δ</a:t>
            </a:r>
            <a:r>
              <a:rPr i="1" lang="en-US" sz="1800">
                <a:solidFill>
                  <a:schemeClr val="lt1"/>
                </a:solidFill>
                <a:latin typeface="Arial"/>
                <a:ea typeface="Arial"/>
                <a:cs typeface="Arial"/>
                <a:sym typeface="Arial"/>
              </a:rPr>
              <a:t>y</a:t>
            </a:r>
            <a:r>
              <a:rPr lang="en-US" sz="1800">
                <a:solidFill>
                  <a:schemeClr val="lt1"/>
                </a:solidFill>
                <a:latin typeface="Arial"/>
                <a:ea typeface="Arial"/>
                <a:cs typeface="Arial"/>
                <a:sym typeface="Arial"/>
              </a:rPr>
              <a:t>.</a:t>
            </a:r>
            <a:endParaRPr i="1" sz="1800">
              <a:solidFill>
                <a:schemeClr val="lt1"/>
              </a:solidFill>
              <a:latin typeface="Arial"/>
              <a:ea typeface="Arial"/>
              <a:cs typeface="Arial"/>
              <a:sym typeface="Arial"/>
            </a:endParaRPr>
          </a:p>
        </p:txBody>
      </p:sp>
      <p:sp>
        <p:nvSpPr>
          <p:cNvPr id="890" name="Google Shape;890;p49"/>
          <p:cNvSpPr/>
          <p:nvPr/>
        </p:nvSpPr>
        <p:spPr>
          <a:xfrm>
            <a:off x="7305675" y="4608513"/>
            <a:ext cx="914400" cy="360362"/>
          </a:xfrm>
          <a:prstGeom prst="rect">
            <a:avLst/>
          </a:prstGeom>
          <a:solidFill>
            <a:schemeClr val="lt2"/>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90000"/>
              </a:lnSpc>
              <a:spcBef>
                <a:spcPts val="0"/>
              </a:spcBef>
              <a:spcAft>
                <a:spcPts val="0"/>
              </a:spcAft>
              <a:buClr>
                <a:schemeClr val="dk1"/>
              </a:buClr>
              <a:buSzPts val="1600"/>
              <a:buFont typeface="Arial"/>
              <a:buNone/>
            </a:pPr>
            <a:r>
              <a:t/>
            </a:r>
            <a:endParaRPr b="1" sz="1600">
              <a:solidFill>
                <a:schemeClr val="dk1"/>
              </a:solidFill>
              <a:latin typeface="Courier New"/>
              <a:ea typeface="Courier New"/>
              <a:cs typeface="Courier New"/>
              <a:sym typeface="Courier New"/>
            </a:endParaRPr>
          </a:p>
        </p:txBody>
      </p:sp>
      <p:sp>
        <p:nvSpPr>
          <p:cNvPr id="891" name="Google Shape;891;p49"/>
          <p:cNvSpPr txBox="1"/>
          <p:nvPr/>
        </p:nvSpPr>
        <p:spPr>
          <a:xfrm>
            <a:off x="4638675" y="6216650"/>
            <a:ext cx="4419600" cy="641350"/>
          </a:xfrm>
          <a:prstGeom prst="rect">
            <a:avLst/>
          </a:prstGeom>
          <a:solidFill>
            <a:schemeClr val="accent2"/>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lt1"/>
                </a:solidFill>
                <a:latin typeface="Arial"/>
                <a:ea typeface="Arial"/>
                <a:cs typeface="Arial"/>
                <a:sym typeface="Arial"/>
              </a:rPr>
              <a:t>FYI:  Since </a:t>
            </a:r>
            <a:r>
              <a:rPr i="1" lang="en-US" sz="1800">
                <a:solidFill>
                  <a:schemeClr val="lt1"/>
                </a:solidFill>
                <a:latin typeface="Arial"/>
                <a:ea typeface="Arial"/>
                <a:cs typeface="Arial"/>
                <a:sym typeface="Arial"/>
              </a:rPr>
              <a:t>v</a:t>
            </a:r>
            <a:r>
              <a:rPr lang="en-US" sz="1800">
                <a:solidFill>
                  <a:schemeClr val="lt1"/>
                </a:solidFill>
                <a:latin typeface="Arial"/>
                <a:ea typeface="Arial"/>
                <a:cs typeface="Arial"/>
                <a:sym typeface="Arial"/>
              </a:rPr>
              <a:t> = Δ</a:t>
            </a:r>
            <a:r>
              <a:rPr i="1" lang="en-US" sz="1800">
                <a:solidFill>
                  <a:schemeClr val="lt1"/>
                </a:solidFill>
                <a:latin typeface="Arial"/>
                <a:ea typeface="Arial"/>
                <a:cs typeface="Arial"/>
                <a:sym typeface="Arial"/>
              </a:rPr>
              <a:t>y</a:t>
            </a:r>
            <a:r>
              <a:rPr lang="en-US" sz="1800">
                <a:solidFill>
                  <a:schemeClr val="lt1"/>
                </a:solidFill>
                <a:latin typeface="Arial"/>
                <a:ea typeface="Arial"/>
                <a:cs typeface="Arial"/>
                <a:sym typeface="Arial"/>
              </a:rPr>
              <a:t> / Δ</a:t>
            </a:r>
            <a:r>
              <a:rPr i="1" lang="en-US" sz="1800">
                <a:solidFill>
                  <a:schemeClr val="lt1"/>
                </a:solidFill>
                <a:latin typeface="Arial"/>
                <a:ea typeface="Arial"/>
                <a:cs typeface="Arial"/>
                <a:sym typeface="Arial"/>
              </a:rPr>
              <a:t>t</a:t>
            </a:r>
            <a:r>
              <a:rPr lang="en-US" sz="1800">
                <a:solidFill>
                  <a:schemeClr val="lt1"/>
                </a:solidFill>
                <a:latin typeface="Arial"/>
                <a:ea typeface="Arial"/>
                <a:cs typeface="Arial"/>
                <a:sym typeface="Arial"/>
              </a:rPr>
              <a:t>, the first </a:t>
            </a:r>
            <a:r>
              <a:rPr i="1" lang="en-US" sz="1800">
                <a:solidFill>
                  <a:schemeClr val="lt1"/>
                </a:solidFill>
                <a:latin typeface="Arial"/>
                <a:ea typeface="Arial"/>
                <a:cs typeface="Arial"/>
                <a:sym typeface="Arial"/>
              </a:rPr>
              <a:t>v</a:t>
            </a:r>
            <a:r>
              <a:rPr lang="en-US" sz="1800">
                <a:solidFill>
                  <a:schemeClr val="lt1"/>
                </a:solidFill>
                <a:latin typeface="Arial"/>
                <a:ea typeface="Arial"/>
                <a:cs typeface="Arial"/>
                <a:sym typeface="Arial"/>
              </a:rPr>
              <a:t> entry is also BLANK.</a:t>
            </a:r>
            <a:endParaRPr/>
          </a:p>
        </p:txBody>
      </p:sp>
      <p:sp>
        <p:nvSpPr>
          <p:cNvPr id="892" name="Google Shape;892;p49"/>
          <p:cNvSpPr/>
          <p:nvPr/>
        </p:nvSpPr>
        <p:spPr>
          <a:xfrm>
            <a:off x="8220075" y="4608513"/>
            <a:ext cx="914400" cy="360362"/>
          </a:xfrm>
          <a:prstGeom prst="rect">
            <a:avLst/>
          </a:prstGeom>
          <a:solidFill>
            <a:schemeClr val="lt2"/>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90000"/>
              </a:lnSpc>
              <a:spcBef>
                <a:spcPts val="0"/>
              </a:spcBef>
              <a:spcAft>
                <a:spcPts val="0"/>
              </a:spcAft>
              <a:buClr>
                <a:schemeClr val="dk1"/>
              </a:buClr>
              <a:buSzPts val="1600"/>
              <a:buFont typeface="Arial"/>
              <a:buNone/>
            </a:pPr>
            <a:r>
              <a:t/>
            </a:r>
            <a:endParaRPr b="1" sz="1600">
              <a:solidFill>
                <a:schemeClr val="dk1"/>
              </a:solidFill>
              <a:latin typeface="Courier New"/>
              <a:ea typeface="Courier New"/>
              <a:cs typeface="Courier New"/>
              <a:sym typeface="Courier New"/>
            </a:endParaRPr>
          </a:p>
        </p:txBody>
      </p:sp>
      <p:sp>
        <p:nvSpPr>
          <p:cNvPr id="893" name="Google Shape;893;p49"/>
          <p:cNvSpPr/>
          <p:nvPr/>
        </p:nvSpPr>
        <p:spPr>
          <a:xfrm>
            <a:off x="6391275" y="4968875"/>
            <a:ext cx="914400" cy="360363"/>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90000"/>
              </a:lnSpc>
              <a:spcBef>
                <a:spcPts val="0"/>
              </a:spcBef>
              <a:spcAft>
                <a:spcPts val="0"/>
              </a:spcAft>
              <a:buClr>
                <a:schemeClr val="dk1"/>
              </a:buClr>
              <a:buSzPts val="1800"/>
              <a:buFont typeface="Courier New"/>
              <a:buNone/>
            </a:pPr>
            <a:r>
              <a:rPr lang="en-US" sz="1800">
                <a:solidFill>
                  <a:schemeClr val="dk1"/>
                </a:solidFill>
                <a:latin typeface="Courier New"/>
                <a:ea typeface="Courier New"/>
                <a:cs typeface="Courier New"/>
                <a:sym typeface="Courier New"/>
              </a:rPr>
              <a:t>.056</a:t>
            </a:r>
            <a:endParaRPr b="1" sz="1600">
              <a:solidFill>
                <a:schemeClr val="dk1"/>
              </a:solidFill>
              <a:latin typeface="Courier New"/>
              <a:ea typeface="Courier New"/>
              <a:cs typeface="Courier New"/>
              <a:sym typeface="Courier New"/>
            </a:endParaRPr>
          </a:p>
        </p:txBody>
      </p:sp>
      <p:sp>
        <p:nvSpPr>
          <p:cNvPr id="894" name="Google Shape;894;p49"/>
          <p:cNvSpPr/>
          <p:nvPr/>
        </p:nvSpPr>
        <p:spPr>
          <a:xfrm>
            <a:off x="6391275" y="5329238"/>
            <a:ext cx="914400" cy="360362"/>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90000"/>
              </a:lnSpc>
              <a:spcBef>
                <a:spcPts val="0"/>
              </a:spcBef>
              <a:spcAft>
                <a:spcPts val="0"/>
              </a:spcAft>
              <a:buClr>
                <a:schemeClr val="dk1"/>
              </a:buClr>
              <a:buSzPts val="1800"/>
              <a:buFont typeface="Courier New"/>
              <a:buNone/>
            </a:pPr>
            <a:r>
              <a:rPr lang="en-US" sz="1800">
                <a:solidFill>
                  <a:schemeClr val="dk1"/>
                </a:solidFill>
                <a:latin typeface="Courier New"/>
                <a:ea typeface="Courier New"/>
                <a:cs typeface="Courier New"/>
                <a:sym typeface="Courier New"/>
              </a:rPr>
              <a:t>.056</a:t>
            </a:r>
            <a:endParaRPr b="1" sz="1600">
              <a:solidFill>
                <a:schemeClr val="dk1"/>
              </a:solidFill>
              <a:latin typeface="Courier New"/>
              <a:ea typeface="Courier New"/>
              <a:cs typeface="Courier New"/>
              <a:sym typeface="Courier New"/>
            </a:endParaRPr>
          </a:p>
        </p:txBody>
      </p:sp>
      <p:sp>
        <p:nvSpPr>
          <p:cNvPr id="895" name="Google Shape;895;p49"/>
          <p:cNvSpPr/>
          <p:nvPr/>
        </p:nvSpPr>
        <p:spPr>
          <a:xfrm>
            <a:off x="6391275" y="5689600"/>
            <a:ext cx="914400" cy="360363"/>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90000"/>
              </a:lnSpc>
              <a:spcBef>
                <a:spcPts val="0"/>
              </a:spcBef>
              <a:spcAft>
                <a:spcPts val="0"/>
              </a:spcAft>
              <a:buClr>
                <a:schemeClr val="dk1"/>
              </a:buClr>
              <a:buSzPts val="1800"/>
              <a:buFont typeface="Courier New"/>
              <a:buNone/>
            </a:pPr>
            <a:r>
              <a:rPr lang="en-US" sz="1800">
                <a:solidFill>
                  <a:schemeClr val="dk1"/>
                </a:solidFill>
                <a:latin typeface="Courier New"/>
                <a:ea typeface="Courier New"/>
                <a:cs typeface="Courier New"/>
                <a:sym typeface="Courier New"/>
              </a:rPr>
              <a:t>.056</a:t>
            </a:r>
            <a:endParaRPr b="1" sz="1600">
              <a:solidFill>
                <a:schemeClr val="dk1"/>
              </a:solidFill>
              <a:latin typeface="Courier New"/>
              <a:ea typeface="Courier New"/>
              <a:cs typeface="Courier New"/>
              <a:sym typeface="Courier New"/>
            </a:endParaRPr>
          </a:p>
        </p:txBody>
      </p:sp>
      <p:sp>
        <p:nvSpPr>
          <p:cNvPr id="896" name="Google Shape;896;p49"/>
          <p:cNvSpPr/>
          <p:nvPr/>
        </p:nvSpPr>
        <p:spPr>
          <a:xfrm>
            <a:off x="6391275" y="6049963"/>
            <a:ext cx="914400" cy="360362"/>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90000"/>
              </a:lnSpc>
              <a:spcBef>
                <a:spcPts val="0"/>
              </a:spcBef>
              <a:spcAft>
                <a:spcPts val="0"/>
              </a:spcAft>
              <a:buClr>
                <a:schemeClr val="dk1"/>
              </a:buClr>
              <a:buSzPts val="1800"/>
              <a:buFont typeface="Courier New"/>
              <a:buNone/>
            </a:pPr>
            <a:r>
              <a:rPr lang="en-US" sz="1800">
                <a:solidFill>
                  <a:schemeClr val="dk1"/>
                </a:solidFill>
                <a:latin typeface="Courier New"/>
                <a:ea typeface="Courier New"/>
                <a:cs typeface="Courier New"/>
                <a:sym typeface="Courier New"/>
              </a:rPr>
              <a:t>.056</a:t>
            </a:r>
            <a:endParaRPr b="1" sz="1600">
              <a:solidFill>
                <a:schemeClr val="dk1"/>
              </a:solidFill>
              <a:latin typeface="Courier New"/>
              <a:ea typeface="Courier New"/>
              <a:cs typeface="Courier New"/>
              <a:sym typeface="Courier New"/>
            </a:endParaRPr>
          </a:p>
        </p:txBody>
      </p:sp>
      <p:grpSp>
        <p:nvGrpSpPr>
          <p:cNvPr id="897" name="Google Shape;897;p49"/>
          <p:cNvGrpSpPr/>
          <p:nvPr/>
        </p:nvGrpSpPr>
        <p:grpSpPr>
          <a:xfrm>
            <a:off x="4714875" y="4608513"/>
            <a:ext cx="4419600" cy="1646237"/>
            <a:chOff x="480" y="1763"/>
            <a:chExt cx="2784" cy="1037"/>
          </a:xfrm>
        </p:grpSpPr>
        <p:sp>
          <p:nvSpPr>
            <p:cNvPr id="898" name="Google Shape;898;p49"/>
            <p:cNvSpPr txBox="1"/>
            <p:nvPr/>
          </p:nvSpPr>
          <p:spPr>
            <a:xfrm>
              <a:off x="480" y="2223"/>
              <a:ext cx="2784" cy="577"/>
            </a:xfrm>
            <a:prstGeom prst="rect">
              <a:avLst/>
            </a:prstGeom>
            <a:solidFill>
              <a:srgbClr val="FF00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lt1"/>
                  </a:solidFill>
                  <a:latin typeface="Arial"/>
                  <a:ea typeface="Arial"/>
                  <a:cs typeface="Arial"/>
                  <a:sym typeface="Arial"/>
                </a:rPr>
                <a:t>FYI:  To find Δ</a:t>
              </a:r>
              <a:r>
                <a:rPr i="1" lang="en-US" sz="1800">
                  <a:solidFill>
                    <a:schemeClr val="lt1"/>
                  </a:solidFill>
                  <a:latin typeface="Arial"/>
                  <a:ea typeface="Arial"/>
                  <a:cs typeface="Arial"/>
                  <a:sym typeface="Arial"/>
                </a:rPr>
                <a:t>t</a:t>
              </a:r>
              <a:r>
                <a:rPr lang="en-US" sz="1800">
                  <a:solidFill>
                    <a:schemeClr val="lt1"/>
                  </a:solidFill>
                  <a:latin typeface="Arial"/>
                  <a:ea typeface="Arial"/>
                  <a:cs typeface="Arial"/>
                  <a:sym typeface="Arial"/>
                </a:rPr>
                <a:t> you need to subtract TWO </a:t>
              </a:r>
              <a:r>
                <a:rPr i="1" lang="en-US" sz="1800">
                  <a:solidFill>
                    <a:schemeClr val="lt1"/>
                  </a:solidFill>
                  <a:latin typeface="Arial"/>
                  <a:ea typeface="Arial"/>
                  <a:cs typeface="Arial"/>
                  <a:sym typeface="Arial"/>
                </a:rPr>
                <a:t>t</a:t>
              </a:r>
              <a:r>
                <a:rPr lang="en-US" sz="1800">
                  <a:solidFill>
                    <a:schemeClr val="lt1"/>
                  </a:solidFill>
                  <a:latin typeface="Arial"/>
                  <a:ea typeface="Arial"/>
                  <a:cs typeface="Arial"/>
                  <a:sym typeface="Arial"/>
                </a:rPr>
                <a:t>'s.  By convention, CURRENT </a:t>
              </a:r>
              <a:r>
                <a:rPr i="1" lang="en-US" sz="1800">
                  <a:solidFill>
                    <a:schemeClr val="lt1"/>
                  </a:solidFill>
                  <a:latin typeface="Arial"/>
                  <a:ea typeface="Arial"/>
                  <a:cs typeface="Arial"/>
                  <a:sym typeface="Arial"/>
                </a:rPr>
                <a:t>t</a:t>
              </a:r>
              <a:r>
                <a:rPr lang="en-US" sz="1800">
                  <a:solidFill>
                    <a:schemeClr val="lt1"/>
                  </a:solidFill>
                  <a:latin typeface="Arial"/>
                  <a:ea typeface="Arial"/>
                  <a:cs typeface="Arial"/>
                  <a:sym typeface="Arial"/>
                </a:rPr>
                <a:t> MINUS PREVIOUS </a:t>
              </a:r>
              <a:r>
                <a:rPr i="1" lang="en-US" sz="1800">
                  <a:solidFill>
                    <a:schemeClr val="lt1"/>
                  </a:solidFill>
                  <a:latin typeface="Arial"/>
                  <a:ea typeface="Arial"/>
                  <a:cs typeface="Arial"/>
                  <a:sym typeface="Arial"/>
                </a:rPr>
                <a:t>t</a:t>
              </a:r>
              <a:r>
                <a:rPr lang="en-US" sz="1800">
                  <a:solidFill>
                    <a:schemeClr val="lt1"/>
                  </a:solidFill>
                  <a:latin typeface="Arial"/>
                  <a:ea typeface="Arial"/>
                  <a:cs typeface="Arial"/>
                  <a:sym typeface="Arial"/>
                </a:rPr>
                <a:t>.</a:t>
              </a:r>
              <a:endParaRPr i="1" sz="1800">
                <a:solidFill>
                  <a:schemeClr val="lt1"/>
                </a:solidFill>
                <a:latin typeface="Arial"/>
                <a:ea typeface="Arial"/>
                <a:cs typeface="Arial"/>
                <a:sym typeface="Arial"/>
              </a:endParaRPr>
            </a:p>
          </p:txBody>
        </p:sp>
        <p:sp>
          <p:nvSpPr>
            <p:cNvPr id="899" name="Google Shape;899;p49"/>
            <p:cNvSpPr/>
            <p:nvPr/>
          </p:nvSpPr>
          <p:spPr>
            <a:xfrm>
              <a:off x="480" y="1763"/>
              <a:ext cx="480" cy="454"/>
            </a:xfrm>
            <a:prstGeom prst="rect">
              <a:avLst/>
            </a:prstGeom>
            <a:noFill/>
            <a:ln cap="flat" cmpd="sng" w="2857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grpSp>
      <p:sp>
        <p:nvSpPr>
          <p:cNvPr id="900" name="Google Shape;900;p49"/>
          <p:cNvSpPr/>
          <p:nvPr/>
        </p:nvSpPr>
        <p:spPr>
          <a:xfrm>
            <a:off x="7305675" y="4968875"/>
            <a:ext cx="914400" cy="360363"/>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90000"/>
              </a:lnSpc>
              <a:spcBef>
                <a:spcPts val="0"/>
              </a:spcBef>
              <a:spcAft>
                <a:spcPts val="0"/>
              </a:spcAft>
              <a:buClr>
                <a:schemeClr val="dk1"/>
              </a:buClr>
              <a:buSzPts val="1800"/>
              <a:buFont typeface="Courier New"/>
              <a:buNone/>
            </a:pPr>
            <a:r>
              <a:rPr lang="en-US" sz="1800">
                <a:solidFill>
                  <a:schemeClr val="dk1"/>
                </a:solidFill>
                <a:latin typeface="Courier New"/>
                <a:ea typeface="Courier New"/>
                <a:cs typeface="Courier New"/>
                <a:sym typeface="Courier New"/>
              </a:rPr>
              <a:t>-9</a:t>
            </a:r>
            <a:endParaRPr b="1" sz="1600">
              <a:solidFill>
                <a:schemeClr val="dk1"/>
              </a:solidFill>
              <a:latin typeface="Courier New"/>
              <a:ea typeface="Courier New"/>
              <a:cs typeface="Courier New"/>
              <a:sym typeface="Courier New"/>
            </a:endParaRPr>
          </a:p>
        </p:txBody>
      </p:sp>
      <p:sp>
        <p:nvSpPr>
          <p:cNvPr id="901" name="Google Shape;901;p49"/>
          <p:cNvSpPr/>
          <p:nvPr/>
        </p:nvSpPr>
        <p:spPr>
          <a:xfrm>
            <a:off x="7305675" y="5329238"/>
            <a:ext cx="914400" cy="360362"/>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90000"/>
              </a:lnSpc>
              <a:spcBef>
                <a:spcPts val="0"/>
              </a:spcBef>
              <a:spcAft>
                <a:spcPts val="0"/>
              </a:spcAft>
              <a:buClr>
                <a:schemeClr val="dk1"/>
              </a:buClr>
              <a:buSzPts val="1800"/>
              <a:buFont typeface="Courier New"/>
              <a:buNone/>
            </a:pPr>
            <a:r>
              <a:rPr lang="en-US" sz="1800">
                <a:solidFill>
                  <a:schemeClr val="dk1"/>
                </a:solidFill>
                <a:latin typeface="Courier New"/>
                <a:ea typeface="Courier New"/>
                <a:cs typeface="Courier New"/>
                <a:sym typeface="Courier New"/>
              </a:rPr>
              <a:t>-13</a:t>
            </a:r>
            <a:endParaRPr b="1" sz="1600">
              <a:solidFill>
                <a:schemeClr val="dk1"/>
              </a:solidFill>
              <a:latin typeface="Courier New"/>
              <a:ea typeface="Courier New"/>
              <a:cs typeface="Courier New"/>
              <a:sym typeface="Courier New"/>
            </a:endParaRPr>
          </a:p>
        </p:txBody>
      </p:sp>
      <p:sp>
        <p:nvSpPr>
          <p:cNvPr id="902" name="Google Shape;902;p49"/>
          <p:cNvSpPr/>
          <p:nvPr/>
        </p:nvSpPr>
        <p:spPr>
          <a:xfrm>
            <a:off x="7305675" y="5689600"/>
            <a:ext cx="914400" cy="360363"/>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90000"/>
              </a:lnSpc>
              <a:spcBef>
                <a:spcPts val="0"/>
              </a:spcBef>
              <a:spcAft>
                <a:spcPts val="0"/>
              </a:spcAft>
              <a:buClr>
                <a:schemeClr val="dk1"/>
              </a:buClr>
              <a:buSzPts val="1800"/>
              <a:buFont typeface="Courier New"/>
              <a:buNone/>
            </a:pPr>
            <a:r>
              <a:rPr lang="en-US" sz="1800">
                <a:solidFill>
                  <a:schemeClr val="dk1"/>
                </a:solidFill>
                <a:latin typeface="Courier New"/>
                <a:ea typeface="Courier New"/>
                <a:cs typeface="Courier New"/>
                <a:sym typeface="Courier New"/>
              </a:rPr>
              <a:t>-15</a:t>
            </a:r>
            <a:endParaRPr b="1" sz="1600">
              <a:solidFill>
                <a:schemeClr val="dk1"/>
              </a:solidFill>
              <a:latin typeface="Courier New"/>
              <a:ea typeface="Courier New"/>
              <a:cs typeface="Courier New"/>
              <a:sym typeface="Courier New"/>
            </a:endParaRPr>
          </a:p>
        </p:txBody>
      </p:sp>
      <p:sp>
        <p:nvSpPr>
          <p:cNvPr id="903" name="Google Shape;903;p49"/>
          <p:cNvSpPr/>
          <p:nvPr/>
        </p:nvSpPr>
        <p:spPr>
          <a:xfrm>
            <a:off x="7305675" y="6049963"/>
            <a:ext cx="914400" cy="360362"/>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90000"/>
              </a:lnSpc>
              <a:spcBef>
                <a:spcPts val="0"/>
              </a:spcBef>
              <a:spcAft>
                <a:spcPts val="0"/>
              </a:spcAft>
              <a:buClr>
                <a:schemeClr val="dk1"/>
              </a:buClr>
              <a:buSzPts val="1800"/>
              <a:buFont typeface="Courier New"/>
              <a:buNone/>
            </a:pPr>
            <a:r>
              <a:rPr lang="en-US" sz="1800">
                <a:solidFill>
                  <a:schemeClr val="dk1"/>
                </a:solidFill>
                <a:latin typeface="Courier New"/>
                <a:ea typeface="Courier New"/>
                <a:cs typeface="Courier New"/>
                <a:sym typeface="Courier New"/>
              </a:rPr>
              <a:t>-18</a:t>
            </a:r>
            <a:endParaRPr b="1" sz="1600">
              <a:solidFill>
                <a:schemeClr val="dk1"/>
              </a:solidFill>
              <a:latin typeface="Courier New"/>
              <a:ea typeface="Courier New"/>
              <a:cs typeface="Courier New"/>
              <a:sym typeface="Courier New"/>
            </a:endParaRPr>
          </a:p>
        </p:txBody>
      </p:sp>
      <p:grpSp>
        <p:nvGrpSpPr>
          <p:cNvPr id="904" name="Google Shape;904;p49"/>
          <p:cNvGrpSpPr/>
          <p:nvPr/>
        </p:nvGrpSpPr>
        <p:grpSpPr>
          <a:xfrm>
            <a:off x="4714875" y="4597400"/>
            <a:ext cx="4419600" cy="1646238"/>
            <a:chOff x="480" y="1763"/>
            <a:chExt cx="2784" cy="1037"/>
          </a:xfrm>
        </p:grpSpPr>
        <p:sp>
          <p:nvSpPr>
            <p:cNvPr id="905" name="Google Shape;905;p49"/>
            <p:cNvSpPr txBox="1"/>
            <p:nvPr/>
          </p:nvSpPr>
          <p:spPr>
            <a:xfrm>
              <a:off x="480" y="2223"/>
              <a:ext cx="2784" cy="577"/>
            </a:xfrm>
            <a:prstGeom prst="rect">
              <a:avLst/>
            </a:prstGeom>
            <a:solidFill>
              <a:srgbClr val="0080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lt1"/>
                  </a:solidFill>
                  <a:latin typeface="Arial"/>
                  <a:ea typeface="Arial"/>
                  <a:cs typeface="Arial"/>
                  <a:sym typeface="Arial"/>
                </a:rPr>
                <a:t>FYI: To find Δ</a:t>
              </a:r>
              <a:r>
                <a:rPr i="1" lang="en-US" sz="1800">
                  <a:solidFill>
                    <a:schemeClr val="lt1"/>
                  </a:solidFill>
                  <a:latin typeface="Arial"/>
                  <a:ea typeface="Arial"/>
                  <a:cs typeface="Arial"/>
                  <a:sym typeface="Arial"/>
                </a:rPr>
                <a:t>y</a:t>
              </a:r>
              <a:r>
                <a:rPr lang="en-US" sz="1800">
                  <a:solidFill>
                    <a:schemeClr val="lt1"/>
                  </a:solidFill>
                  <a:latin typeface="Arial"/>
                  <a:ea typeface="Arial"/>
                  <a:cs typeface="Arial"/>
                  <a:sym typeface="Arial"/>
                </a:rPr>
                <a:t> you need to subtract TWO </a:t>
              </a:r>
              <a:r>
                <a:rPr i="1" lang="en-US" sz="1800">
                  <a:solidFill>
                    <a:schemeClr val="lt1"/>
                  </a:solidFill>
                  <a:latin typeface="Arial"/>
                  <a:ea typeface="Arial"/>
                  <a:cs typeface="Arial"/>
                  <a:sym typeface="Arial"/>
                </a:rPr>
                <a:t>y</a:t>
              </a:r>
              <a:r>
                <a:rPr lang="en-US" sz="1800">
                  <a:solidFill>
                    <a:schemeClr val="lt1"/>
                  </a:solidFill>
                  <a:latin typeface="Arial"/>
                  <a:ea typeface="Arial"/>
                  <a:cs typeface="Arial"/>
                  <a:sym typeface="Arial"/>
                </a:rPr>
                <a:t>'s.  By convention, CURRENT </a:t>
              </a:r>
              <a:r>
                <a:rPr i="1" lang="en-US" sz="1800">
                  <a:solidFill>
                    <a:schemeClr val="lt1"/>
                  </a:solidFill>
                  <a:latin typeface="Arial"/>
                  <a:ea typeface="Arial"/>
                  <a:cs typeface="Arial"/>
                  <a:sym typeface="Arial"/>
                </a:rPr>
                <a:t>y</a:t>
              </a:r>
              <a:r>
                <a:rPr lang="en-US" sz="1800">
                  <a:solidFill>
                    <a:schemeClr val="lt1"/>
                  </a:solidFill>
                  <a:latin typeface="Arial"/>
                  <a:ea typeface="Arial"/>
                  <a:cs typeface="Arial"/>
                  <a:sym typeface="Arial"/>
                </a:rPr>
                <a:t> MINUS PREVIOUS </a:t>
              </a:r>
              <a:r>
                <a:rPr i="1" lang="en-US" sz="1800">
                  <a:solidFill>
                    <a:schemeClr val="lt1"/>
                  </a:solidFill>
                  <a:latin typeface="Arial"/>
                  <a:ea typeface="Arial"/>
                  <a:cs typeface="Arial"/>
                  <a:sym typeface="Arial"/>
                </a:rPr>
                <a:t>y</a:t>
              </a:r>
              <a:r>
                <a:rPr lang="en-US" sz="1800">
                  <a:solidFill>
                    <a:schemeClr val="lt1"/>
                  </a:solidFill>
                  <a:latin typeface="Arial"/>
                  <a:ea typeface="Arial"/>
                  <a:cs typeface="Arial"/>
                  <a:sym typeface="Arial"/>
                </a:rPr>
                <a:t>.</a:t>
              </a:r>
              <a:endParaRPr/>
            </a:p>
          </p:txBody>
        </p:sp>
        <p:sp>
          <p:nvSpPr>
            <p:cNvPr id="906" name="Google Shape;906;p49"/>
            <p:cNvSpPr/>
            <p:nvPr/>
          </p:nvSpPr>
          <p:spPr>
            <a:xfrm>
              <a:off x="960" y="1763"/>
              <a:ext cx="576" cy="454"/>
            </a:xfrm>
            <a:prstGeom prst="rect">
              <a:avLst/>
            </a:prstGeom>
            <a:noFill/>
            <a:ln cap="flat" cmpd="sng" w="28575">
              <a:solidFill>
                <a:srgbClr val="008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grpSp>
      <p:sp>
        <p:nvSpPr>
          <p:cNvPr id="907" name="Google Shape;907;p49"/>
          <p:cNvSpPr/>
          <p:nvPr/>
        </p:nvSpPr>
        <p:spPr>
          <a:xfrm>
            <a:off x="8220075" y="4964113"/>
            <a:ext cx="914400" cy="360362"/>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90000"/>
              </a:lnSpc>
              <a:spcBef>
                <a:spcPts val="0"/>
              </a:spcBef>
              <a:spcAft>
                <a:spcPts val="0"/>
              </a:spcAft>
              <a:buClr>
                <a:schemeClr val="dk1"/>
              </a:buClr>
              <a:buSzPts val="1800"/>
              <a:buFont typeface="Courier New"/>
              <a:buNone/>
            </a:pPr>
            <a:r>
              <a:rPr lang="en-US" sz="1800">
                <a:solidFill>
                  <a:schemeClr val="dk1"/>
                </a:solidFill>
                <a:latin typeface="Courier New"/>
                <a:ea typeface="Courier New"/>
                <a:cs typeface="Courier New"/>
                <a:sym typeface="Courier New"/>
              </a:rPr>
              <a:t>-161</a:t>
            </a:r>
            <a:endParaRPr b="1" sz="1600">
              <a:solidFill>
                <a:schemeClr val="dk1"/>
              </a:solidFill>
              <a:latin typeface="Courier New"/>
              <a:ea typeface="Courier New"/>
              <a:cs typeface="Courier New"/>
              <a:sym typeface="Courier New"/>
            </a:endParaRPr>
          </a:p>
        </p:txBody>
      </p:sp>
      <p:sp>
        <p:nvSpPr>
          <p:cNvPr id="908" name="Google Shape;908;p49"/>
          <p:cNvSpPr/>
          <p:nvPr/>
        </p:nvSpPr>
        <p:spPr>
          <a:xfrm>
            <a:off x="8220075" y="5329238"/>
            <a:ext cx="914400" cy="360362"/>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90000"/>
              </a:lnSpc>
              <a:spcBef>
                <a:spcPts val="0"/>
              </a:spcBef>
              <a:spcAft>
                <a:spcPts val="0"/>
              </a:spcAft>
              <a:buClr>
                <a:schemeClr val="dk1"/>
              </a:buClr>
              <a:buSzPts val="1800"/>
              <a:buFont typeface="Courier New"/>
              <a:buNone/>
            </a:pPr>
            <a:r>
              <a:rPr lang="en-US" sz="1800">
                <a:solidFill>
                  <a:schemeClr val="dk1"/>
                </a:solidFill>
                <a:latin typeface="Courier New"/>
                <a:ea typeface="Courier New"/>
                <a:cs typeface="Courier New"/>
                <a:sym typeface="Courier New"/>
              </a:rPr>
              <a:t>-232</a:t>
            </a:r>
            <a:endParaRPr b="1" sz="1600">
              <a:solidFill>
                <a:schemeClr val="dk1"/>
              </a:solidFill>
              <a:latin typeface="Courier New"/>
              <a:ea typeface="Courier New"/>
              <a:cs typeface="Courier New"/>
              <a:sym typeface="Courier New"/>
            </a:endParaRPr>
          </a:p>
        </p:txBody>
      </p:sp>
      <p:sp>
        <p:nvSpPr>
          <p:cNvPr id="909" name="Google Shape;909;p49"/>
          <p:cNvSpPr/>
          <p:nvPr/>
        </p:nvSpPr>
        <p:spPr>
          <a:xfrm>
            <a:off x="8220075" y="5689600"/>
            <a:ext cx="914400" cy="360363"/>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90000"/>
              </a:lnSpc>
              <a:spcBef>
                <a:spcPts val="0"/>
              </a:spcBef>
              <a:spcAft>
                <a:spcPts val="0"/>
              </a:spcAft>
              <a:buClr>
                <a:schemeClr val="dk1"/>
              </a:buClr>
              <a:buSzPts val="1800"/>
              <a:buFont typeface="Courier New"/>
              <a:buNone/>
            </a:pPr>
            <a:r>
              <a:rPr lang="en-US" sz="1800">
                <a:solidFill>
                  <a:schemeClr val="dk1"/>
                </a:solidFill>
                <a:latin typeface="Courier New"/>
                <a:ea typeface="Courier New"/>
                <a:cs typeface="Courier New"/>
                <a:sym typeface="Courier New"/>
              </a:rPr>
              <a:t>-268</a:t>
            </a:r>
            <a:endParaRPr b="1" sz="1600">
              <a:solidFill>
                <a:schemeClr val="dk1"/>
              </a:solidFill>
              <a:latin typeface="Courier New"/>
              <a:ea typeface="Courier New"/>
              <a:cs typeface="Courier New"/>
              <a:sym typeface="Courier New"/>
            </a:endParaRPr>
          </a:p>
        </p:txBody>
      </p:sp>
      <p:sp>
        <p:nvSpPr>
          <p:cNvPr id="910" name="Google Shape;910;p49"/>
          <p:cNvSpPr/>
          <p:nvPr/>
        </p:nvSpPr>
        <p:spPr>
          <a:xfrm>
            <a:off x="8220075" y="6049963"/>
            <a:ext cx="914400" cy="360362"/>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90000"/>
              </a:lnSpc>
              <a:spcBef>
                <a:spcPts val="0"/>
              </a:spcBef>
              <a:spcAft>
                <a:spcPts val="0"/>
              </a:spcAft>
              <a:buClr>
                <a:schemeClr val="dk1"/>
              </a:buClr>
              <a:buSzPts val="1800"/>
              <a:buFont typeface="Courier New"/>
              <a:buNone/>
            </a:pPr>
            <a:r>
              <a:rPr lang="en-US" sz="1800">
                <a:solidFill>
                  <a:schemeClr val="dk1"/>
                </a:solidFill>
                <a:latin typeface="Courier New"/>
                <a:ea typeface="Courier New"/>
                <a:cs typeface="Courier New"/>
                <a:sym typeface="Courier New"/>
              </a:rPr>
              <a:t>-321</a:t>
            </a:r>
            <a:endParaRPr b="1" sz="1600">
              <a:solidFill>
                <a:schemeClr val="dk1"/>
              </a:solidFill>
              <a:latin typeface="Courier New"/>
              <a:ea typeface="Courier New"/>
              <a:cs typeface="Courier New"/>
              <a:sym typeface="Courier New"/>
            </a:endParaRPr>
          </a:p>
        </p:txBody>
      </p:sp>
      <p:grpSp>
        <p:nvGrpSpPr>
          <p:cNvPr id="911" name="Google Shape;911;p49"/>
          <p:cNvGrpSpPr/>
          <p:nvPr/>
        </p:nvGrpSpPr>
        <p:grpSpPr>
          <a:xfrm>
            <a:off x="4714875" y="4957763"/>
            <a:ext cx="4419600" cy="1271587"/>
            <a:chOff x="480" y="1990"/>
            <a:chExt cx="2784" cy="801"/>
          </a:xfrm>
        </p:grpSpPr>
        <p:sp>
          <p:nvSpPr>
            <p:cNvPr id="912" name="Google Shape;912;p49"/>
            <p:cNvSpPr txBox="1"/>
            <p:nvPr/>
          </p:nvSpPr>
          <p:spPr>
            <a:xfrm>
              <a:off x="480" y="2214"/>
              <a:ext cx="2784" cy="577"/>
            </a:xfrm>
            <a:prstGeom prst="rect">
              <a:avLst/>
            </a:prstGeom>
            <a:solidFill>
              <a:schemeClr val="accent2"/>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lt1"/>
                  </a:solidFill>
                  <a:latin typeface="Arial"/>
                  <a:ea typeface="Arial"/>
                  <a:cs typeface="Arial"/>
                  <a:sym typeface="Arial"/>
                </a:rPr>
                <a:t>FYI:  To find </a:t>
              </a:r>
              <a:r>
                <a:rPr i="1" lang="en-US" sz="1800">
                  <a:solidFill>
                    <a:schemeClr val="lt1"/>
                  </a:solidFill>
                  <a:latin typeface="Arial"/>
                  <a:ea typeface="Arial"/>
                  <a:cs typeface="Arial"/>
                  <a:sym typeface="Arial"/>
                </a:rPr>
                <a:t>v</a:t>
              </a:r>
              <a:r>
                <a:rPr lang="en-US" sz="1800">
                  <a:solidFill>
                    <a:schemeClr val="lt1"/>
                  </a:solidFill>
                  <a:latin typeface="Arial"/>
                  <a:ea typeface="Arial"/>
                  <a:cs typeface="Arial"/>
                  <a:sym typeface="Arial"/>
                </a:rPr>
                <a:t> you need to divide Δ</a:t>
              </a:r>
              <a:r>
                <a:rPr i="1" lang="en-US" sz="1800">
                  <a:solidFill>
                    <a:schemeClr val="lt1"/>
                  </a:solidFill>
                  <a:latin typeface="Arial"/>
                  <a:ea typeface="Arial"/>
                  <a:cs typeface="Arial"/>
                  <a:sym typeface="Arial"/>
                </a:rPr>
                <a:t>y</a:t>
              </a:r>
              <a:r>
                <a:rPr lang="en-US" sz="1800">
                  <a:solidFill>
                    <a:schemeClr val="lt1"/>
                  </a:solidFill>
                  <a:latin typeface="Arial"/>
                  <a:ea typeface="Arial"/>
                  <a:cs typeface="Arial"/>
                  <a:sym typeface="Arial"/>
                </a:rPr>
                <a:t> by Δ</a:t>
              </a:r>
              <a:r>
                <a:rPr i="1" lang="en-US" sz="1800">
                  <a:solidFill>
                    <a:schemeClr val="lt1"/>
                  </a:solidFill>
                  <a:latin typeface="Arial"/>
                  <a:ea typeface="Arial"/>
                  <a:cs typeface="Arial"/>
                  <a:sym typeface="Arial"/>
                </a:rPr>
                <a:t>t</a:t>
              </a:r>
              <a:r>
                <a:rPr lang="en-US" sz="1800">
                  <a:solidFill>
                    <a:schemeClr val="lt1"/>
                  </a:solidFill>
                  <a:latin typeface="Arial"/>
                  <a:ea typeface="Arial"/>
                  <a:cs typeface="Arial"/>
                  <a:sym typeface="Arial"/>
                </a:rPr>
                <a:t>. By convention, CURRENT Δ</a:t>
              </a:r>
              <a:r>
                <a:rPr i="1" lang="en-US" sz="1800">
                  <a:solidFill>
                    <a:schemeClr val="lt1"/>
                  </a:solidFill>
                  <a:latin typeface="Arial"/>
                  <a:ea typeface="Arial"/>
                  <a:cs typeface="Arial"/>
                  <a:sym typeface="Arial"/>
                </a:rPr>
                <a:t>y</a:t>
              </a:r>
              <a:r>
                <a:rPr lang="en-US" sz="1800">
                  <a:solidFill>
                    <a:schemeClr val="dk1"/>
                  </a:solidFill>
                  <a:latin typeface="Arial"/>
                  <a:ea typeface="Arial"/>
                  <a:cs typeface="Arial"/>
                  <a:sym typeface="Arial"/>
                </a:rPr>
                <a:t> </a:t>
              </a:r>
              <a:r>
                <a:rPr lang="en-US" sz="1800">
                  <a:solidFill>
                    <a:schemeClr val="lt1"/>
                  </a:solidFill>
                  <a:latin typeface="Arial"/>
                  <a:ea typeface="Arial"/>
                  <a:cs typeface="Arial"/>
                  <a:sym typeface="Arial"/>
                </a:rPr>
                <a:t>DIVIDED BY CURRENT Δ</a:t>
              </a:r>
              <a:r>
                <a:rPr i="1" lang="en-US" sz="1800">
                  <a:solidFill>
                    <a:schemeClr val="lt1"/>
                  </a:solidFill>
                  <a:latin typeface="Arial"/>
                  <a:ea typeface="Arial"/>
                  <a:cs typeface="Arial"/>
                  <a:sym typeface="Arial"/>
                </a:rPr>
                <a:t>t</a:t>
              </a:r>
              <a:r>
                <a:rPr lang="en-US" sz="1800">
                  <a:solidFill>
                    <a:schemeClr val="lt1"/>
                  </a:solidFill>
                  <a:latin typeface="Arial"/>
                  <a:ea typeface="Arial"/>
                  <a:cs typeface="Arial"/>
                  <a:sym typeface="Arial"/>
                </a:rPr>
                <a:t>.</a:t>
              </a:r>
              <a:endParaRPr i="1" sz="1800">
                <a:solidFill>
                  <a:schemeClr val="lt1"/>
                </a:solidFill>
                <a:latin typeface="Arial"/>
                <a:ea typeface="Arial"/>
                <a:cs typeface="Arial"/>
                <a:sym typeface="Arial"/>
              </a:endParaRPr>
            </a:p>
          </p:txBody>
        </p:sp>
        <p:sp>
          <p:nvSpPr>
            <p:cNvPr id="913" name="Google Shape;913;p49"/>
            <p:cNvSpPr/>
            <p:nvPr/>
          </p:nvSpPr>
          <p:spPr>
            <a:xfrm>
              <a:off x="1536" y="1990"/>
              <a:ext cx="1152" cy="233"/>
            </a:xfrm>
            <a:prstGeom prst="rect">
              <a:avLst/>
            </a:prstGeom>
            <a:noFill/>
            <a:ln cap="flat" cmpd="sng" w="28575">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grpSp>
      <p:grpSp>
        <p:nvGrpSpPr>
          <p:cNvPr id="914" name="Google Shape;914;p49"/>
          <p:cNvGrpSpPr/>
          <p:nvPr/>
        </p:nvGrpSpPr>
        <p:grpSpPr>
          <a:xfrm>
            <a:off x="4703763" y="4243388"/>
            <a:ext cx="4440237" cy="2162175"/>
            <a:chOff x="2642" y="316"/>
            <a:chExt cx="2797" cy="1362"/>
          </a:xfrm>
        </p:grpSpPr>
        <p:sp>
          <p:nvSpPr>
            <p:cNvPr id="915" name="Google Shape;915;p49"/>
            <p:cNvSpPr/>
            <p:nvPr/>
          </p:nvSpPr>
          <p:spPr>
            <a:xfrm>
              <a:off x="2642" y="316"/>
              <a:ext cx="2797" cy="1357"/>
            </a:xfrm>
            <a:prstGeom prst="rect">
              <a:avLst/>
            </a:prstGeom>
            <a:solidFill>
              <a:srgbClr val="FFFFCC"/>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916" name="Google Shape;916;p49"/>
            <p:cNvSpPr/>
            <p:nvPr/>
          </p:nvSpPr>
          <p:spPr>
            <a:xfrm>
              <a:off x="2649" y="316"/>
              <a:ext cx="480" cy="227"/>
            </a:xfrm>
            <a:prstGeom prst="rect">
              <a:avLst/>
            </a:prstGeom>
            <a:solidFill>
              <a:srgbClr val="F8F8F8"/>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chemeClr val="dk1"/>
                </a:buClr>
                <a:buSzPts val="1800"/>
                <a:buFont typeface="Courier New"/>
                <a:buNone/>
              </a:pPr>
              <a:r>
                <a:rPr i="1" lang="en-US" sz="1800">
                  <a:solidFill>
                    <a:schemeClr val="dk1"/>
                  </a:solidFill>
                  <a:latin typeface="Courier New"/>
                  <a:ea typeface="Courier New"/>
                  <a:cs typeface="Courier New"/>
                  <a:sym typeface="Courier New"/>
                </a:rPr>
                <a:t>t</a:t>
              </a:r>
              <a:r>
                <a:rPr lang="en-US" sz="1800">
                  <a:solidFill>
                    <a:schemeClr val="dk1"/>
                  </a:solidFill>
                  <a:latin typeface="Courier New"/>
                  <a:ea typeface="Courier New"/>
                  <a:cs typeface="Courier New"/>
                  <a:sym typeface="Courier New"/>
                </a:rPr>
                <a:t>(s)</a:t>
              </a:r>
              <a:endParaRPr b="1" i="1" sz="1600">
                <a:solidFill>
                  <a:schemeClr val="dk1"/>
                </a:solidFill>
                <a:latin typeface="Courier New"/>
                <a:ea typeface="Courier New"/>
                <a:cs typeface="Courier New"/>
                <a:sym typeface="Courier New"/>
              </a:endParaRPr>
            </a:p>
          </p:txBody>
        </p:sp>
        <p:sp>
          <p:nvSpPr>
            <p:cNvPr id="917" name="Google Shape;917;p49"/>
            <p:cNvSpPr/>
            <p:nvPr/>
          </p:nvSpPr>
          <p:spPr>
            <a:xfrm>
              <a:off x="2649" y="770"/>
              <a:ext cx="480" cy="227"/>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90000"/>
                </a:lnSpc>
                <a:spcBef>
                  <a:spcPts val="0"/>
                </a:spcBef>
                <a:spcAft>
                  <a:spcPts val="0"/>
                </a:spcAft>
                <a:buClr>
                  <a:schemeClr val="dk1"/>
                </a:buClr>
                <a:buSzPts val="1800"/>
                <a:buFont typeface="Courier New"/>
                <a:buNone/>
              </a:pPr>
              <a:r>
                <a:rPr lang="en-US" sz="1800">
                  <a:solidFill>
                    <a:schemeClr val="dk1"/>
                  </a:solidFill>
                  <a:latin typeface="Courier New"/>
                  <a:ea typeface="Courier New"/>
                  <a:cs typeface="Courier New"/>
                  <a:sym typeface="Courier New"/>
                </a:rPr>
                <a:t>.056</a:t>
              </a:r>
              <a:endParaRPr b="1" sz="1600">
                <a:solidFill>
                  <a:schemeClr val="dk1"/>
                </a:solidFill>
                <a:latin typeface="Courier New"/>
                <a:ea typeface="Courier New"/>
                <a:cs typeface="Courier New"/>
                <a:sym typeface="Courier New"/>
              </a:endParaRPr>
            </a:p>
          </p:txBody>
        </p:sp>
        <p:sp>
          <p:nvSpPr>
            <p:cNvPr id="918" name="Google Shape;918;p49"/>
            <p:cNvSpPr/>
            <p:nvPr/>
          </p:nvSpPr>
          <p:spPr>
            <a:xfrm>
              <a:off x="3129" y="316"/>
              <a:ext cx="576" cy="227"/>
            </a:xfrm>
            <a:prstGeom prst="rect">
              <a:avLst/>
            </a:prstGeom>
            <a:solidFill>
              <a:srgbClr val="F8F8F8"/>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chemeClr val="dk1"/>
                </a:buClr>
                <a:buSzPts val="1800"/>
                <a:buFont typeface="Courier New"/>
                <a:buNone/>
              </a:pPr>
              <a:r>
                <a:rPr i="1" lang="en-US" sz="1800">
                  <a:solidFill>
                    <a:schemeClr val="dk1"/>
                  </a:solidFill>
                  <a:latin typeface="Courier New"/>
                  <a:ea typeface="Courier New"/>
                  <a:cs typeface="Courier New"/>
                  <a:sym typeface="Courier New"/>
                </a:rPr>
                <a:t>y</a:t>
              </a:r>
              <a:r>
                <a:rPr lang="en-US" sz="1800">
                  <a:solidFill>
                    <a:schemeClr val="dk1"/>
                  </a:solidFill>
                  <a:latin typeface="Courier New"/>
                  <a:ea typeface="Courier New"/>
                  <a:cs typeface="Courier New"/>
                  <a:sym typeface="Courier New"/>
                </a:rPr>
                <a:t>(cm)</a:t>
              </a:r>
              <a:endParaRPr b="1" i="1" sz="1600">
                <a:solidFill>
                  <a:schemeClr val="dk1"/>
                </a:solidFill>
                <a:latin typeface="Courier New"/>
                <a:ea typeface="Courier New"/>
                <a:cs typeface="Courier New"/>
                <a:sym typeface="Courier New"/>
              </a:endParaRPr>
            </a:p>
          </p:txBody>
        </p:sp>
        <p:sp>
          <p:nvSpPr>
            <p:cNvPr id="919" name="Google Shape;919;p49"/>
            <p:cNvSpPr/>
            <p:nvPr/>
          </p:nvSpPr>
          <p:spPr>
            <a:xfrm>
              <a:off x="3129" y="543"/>
              <a:ext cx="576" cy="227"/>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90000"/>
                </a:lnSpc>
                <a:spcBef>
                  <a:spcPts val="0"/>
                </a:spcBef>
                <a:spcAft>
                  <a:spcPts val="0"/>
                </a:spcAft>
                <a:buClr>
                  <a:schemeClr val="dk1"/>
                </a:buClr>
                <a:buSzPts val="1800"/>
                <a:buFont typeface="Courier New"/>
                <a:buNone/>
              </a:pPr>
              <a:r>
                <a:rPr lang="en-US" sz="1800">
                  <a:solidFill>
                    <a:schemeClr val="dk1"/>
                  </a:solidFill>
                  <a:latin typeface="Courier New"/>
                  <a:ea typeface="Courier New"/>
                  <a:cs typeface="Courier New"/>
                  <a:sym typeface="Courier New"/>
                </a:rPr>
                <a:t>0</a:t>
              </a:r>
              <a:endParaRPr b="1" sz="1600">
                <a:solidFill>
                  <a:schemeClr val="dk1"/>
                </a:solidFill>
                <a:latin typeface="Courier New"/>
                <a:ea typeface="Courier New"/>
                <a:cs typeface="Courier New"/>
                <a:sym typeface="Courier New"/>
              </a:endParaRPr>
            </a:p>
          </p:txBody>
        </p:sp>
        <p:sp>
          <p:nvSpPr>
            <p:cNvPr id="920" name="Google Shape;920;p49"/>
            <p:cNvSpPr/>
            <p:nvPr/>
          </p:nvSpPr>
          <p:spPr>
            <a:xfrm>
              <a:off x="3705" y="316"/>
              <a:ext cx="576" cy="227"/>
            </a:xfrm>
            <a:prstGeom prst="rect">
              <a:avLst/>
            </a:prstGeom>
            <a:solidFill>
              <a:srgbClr val="F8F8F8"/>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chemeClr val="dk1"/>
                </a:buClr>
                <a:buSzPts val="1800"/>
                <a:buFont typeface="Courier New"/>
                <a:buNone/>
              </a:pPr>
              <a:r>
                <a:rPr lang="en-US" sz="1800">
                  <a:solidFill>
                    <a:schemeClr val="dk1"/>
                  </a:solidFill>
                  <a:latin typeface="Courier New"/>
                  <a:ea typeface="Courier New"/>
                  <a:cs typeface="Courier New"/>
                  <a:sym typeface="Courier New"/>
                </a:rPr>
                <a:t>Δ</a:t>
              </a:r>
              <a:r>
                <a:rPr i="1" lang="en-US" sz="1800">
                  <a:solidFill>
                    <a:schemeClr val="dk1"/>
                  </a:solidFill>
                  <a:latin typeface="Courier New"/>
                  <a:ea typeface="Courier New"/>
                  <a:cs typeface="Courier New"/>
                  <a:sym typeface="Courier New"/>
                </a:rPr>
                <a:t>t</a:t>
              </a:r>
              <a:endParaRPr b="1" i="1" sz="1600">
                <a:solidFill>
                  <a:schemeClr val="dk1"/>
                </a:solidFill>
                <a:latin typeface="Courier New"/>
                <a:ea typeface="Courier New"/>
                <a:cs typeface="Courier New"/>
                <a:sym typeface="Courier New"/>
              </a:endParaRPr>
            </a:p>
          </p:txBody>
        </p:sp>
        <p:sp>
          <p:nvSpPr>
            <p:cNvPr id="921" name="Google Shape;921;p49"/>
            <p:cNvSpPr/>
            <p:nvPr/>
          </p:nvSpPr>
          <p:spPr>
            <a:xfrm>
              <a:off x="3705" y="543"/>
              <a:ext cx="576" cy="227"/>
            </a:xfrm>
            <a:prstGeom prst="rect">
              <a:avLst/>
            </a:prstGeom>
            <a:solidFill>
              <a:schemeClr val="lt2"/>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90000"/>
                </a:lnSpc>
                <a:spcBef>
                  <a:spcPts val="0"/>
                </a:spcBef>
                <a:spcAft>
                  <a:spcPts val="0"/>
                </a:spcAft>
                <a:buClr>
                  <a:schemeClr val="dk1"/>
                </a:buClr>
                <a:buSzPts val="1600"/>
                <a:buFont typeface="Arial"/>
                <a:buNone/>
              </a:pPr>
              <a:r>
                <a:t/>
              </a:r>
              <a:endParaRPr b="1" sz="1600">
                <a:solidFill>
                  <a:schemeClr val="dk1"/>
                </a:solidFill>
                <a:latin typeface="Courier New"/>
                <a:ea typeface="Courier New"/>
                <a:cs typeface="Courier New"/>
                <a:sym typeface="Courier New"/>
              </a:endParaRPr>
            </a:p>
          </p:txBody>
        </p:sp>
        <p:sp>
          <p:nvSpPr>
            <p:cNvPr id="922" name="Google Shape;922;p49"/>
            <p:cNvSpPr/>
            <p:nvPr/>
          </p:nvSpPr>
          <p:spPr>
            <a:xfrm>
              <a:off x="4281" y="316"/>
              <a:ext cx="576" cy="227"/>
            </a:xfrm>
            <a:prstGeom prst="rect">
              <a:avLst/>
            </a:prstGeom>
            <a:solidFill>
              <a:srgbClr val="F8F8F8"/>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chemeClr val="dk1"/>
                </a:buClr>
                <a:buSzPts val="1800"/>
                <a:buFont typeface="Courier New"/>
                <a:buNone/>
              </a:pPr>
              <a:r>
                <a:rPr lang="en-US" sz="1800">
                  <a:solidFill>
                    <a:schemeClr val="dk1"/>
                  </a:solidFill>
                  <a:latin typeface="Courier New"/>
                  <a:ea typeface="Courier New"/>
                  <a:cs typeface="Courier New"/>
                  <a:sym typeface="Courier New"/>
                </a:rPr>
                <a:t>Δ</a:t>
              </a:r>
              <a:r>
                <a:rPr i="1" lang="en-US" sz="1800">
                  <a:solidFill>
                    <a:schemeClr val="dk1"/>
                  </a:solidFill>
                  <a:latin typeface="Courier New"/>
                  <a:ea typeface="Courier New"/>
                  <a:cs typeface="Courier New"/>
                  <a:sym typeface="Courier New"/>
                </a:rPr>
                <a:t>y</a:t>
              </a:r>
              <a:endParaRPr b="1" i="1" sz="1600">
                <a:solidFill>
                  <a:schemeClr val="dk1"/>
                </a:solidFill>
                <a:latin typeface="Courier New"/>
                <a:ea typeface="Courier New"/>
                <a:cs typeface="Courier New"/>
                <a:sym typeface="Courier New"/>
              </a:endParaRPr>
            </a:p>
          </p:txBody>
        </p:sp>
        <p:sp>
          <p:nvSpPr>
            <p:cNvPr id="923" name="Google Shape;923;p49"/>
            <p:cNvSpPr/>
            <p:nvPr/>
          </p:nvSpPr>
          <p:spPr>
            <a:xfrm>
              <a:off x="4857" y="316"/>
              <a:ext cx="576" cy="227"/>
            </a:xfrm>
            <a:prstGeom prst="rect">
              <a:avLst/>
            </a:prstGeom>
            <a:solidFill>
              <a:srgbClr val="F8F8F8"/>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chemeClr val="dk1"/>
                </a:buClr>
                <a:buSzPts val="1800"/>
                <a:buFont typeface="Courier New"/>
                <a:buNone/>
              </a:pPr>
              <a:r>
                <a:rPr i="1" lang="en-US" sz="1800">
                  <a:solidFill>
                    <a:schemeClr val="dk1"/>
                  </a:solidFill>
                  <a:latin typeface="Courier New"/>
                  <a:ea typeface="Courier New"/>
                  <a:cs typeface="Courier New"/>
                  <a:sym typeface="Courier New"/>
                </a:rPr>
                <a:t>v</a:t>
              </a:r>
              <a:endParaRPr b="1" i="1" sz="1600">
                <a:solidFill>
                  <a:schemeClr val="dk1"/>
                </a:solidFill>
                <a:latin typeface="Courier New"/>
                <a:ea typeface="Courier New"/>
                <a:cs typeface="Courier New"/>
                <a:sym typeface="Courier New"/>
              </a:endParaRPr>
            </a:p>
          </p:txBody>
        </p:sp>
        <p:sp>
          <p:nvSpPr>
            <p:cNvPr id="924" name="Google Shape;924;p49"/>
            <p:cNvSpPr/>
            <p:nvPr/>
          </p:nvSpPr>
          <p:spPr>
            <a:xfrm>
              <a:off x="3129" y="770"/>
              <a:ext cx="576" cy="227"/>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90000"/>
                </a:lnSpc>
                <a:spcBef>
                  <a:spcPts val="0"/>
                </a:spcBef>
                <a:spcAft>
                  <a:spcPts val="0"/>
                </a:spcAft>
                <a:buClr>
                  <a:schemeClr val="dk1"/>
                </a:buClr>
                <a:buSzPts val="1800"/>
                <a:buFont typeface="Courier New"/>
                <a:buNone/>
              </a:pPr>
              <a:r>
                <a:rPr lang="en-US" sz="1800">
                  <a:solidFill>
                    <a:schemeClr val="dk1"/>
                  </a:solidFill>
                  <a:latin typeface="Courier New"/>
                  <a:ea typeface="Courier New"/>
                  <a:cs typeface="Courier New"/>
                  <a:sym typeface="Courier New"/>
                </a:rPr>
                <a:t>-9</a:t>
              </a:r>
              <a:endParaRPr b="1" sz="1600">
                <a:solidFill>
                  <a:schemeClr val="dk1"/>
                </a:solidFill>
                <a:latin typeface="Courier New"/>
                <a:ea typeface="Courier New"/>
                <a:cs typeface="Courier New"/>
                <a:sym typeface="Courier New"/>
              </a:endParaRPr>
            </a:p>
          </p:txBody>
        </p:sp>
        <p:sp>
          <p:nvSpPr>
            <p:cNvPr id="925" name="Google Shape;925;p49"/>
            <p:cNvSpPr/>
            <p:nvPr/>
          </p:nvSpPr>
          <p:spPr>
            <a:xfrm>
              <a:off x="3129" y="997"/>
              <a:ext cx="576" cy="227"/>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90000"/>
                </a:lnSpc>
                <a:spcBef>
                  <a:spcPts val="0"/>
                </a:spcBef>
                <a:spcAft>
                  <a:spcPts val="0"/>
                </a:spcAft>
                <a:buClr>
                  <a:schemeClr val="dk1"/>
                </a:buClr>
                <a:buSzPts val="1800"/>
                <a:buFont typeface="Courier New"/>
                <a:buNone/>
              </a:pPr>
              <a:r>
                <a:rPr lang="en-US" sz="1800">
                  <a:solidFill>
                    <a:schemeClr val="dk1"/>
                  </a:solidFill>
                  <a:latin typeface="Courier New"/>
                  <a:ea typeface="Courier New"/>
                  <a:cs typeface="Courier New"/>
                  <a:sym typeface="Courier New"/>
                </a:rPr>
                <a:t>-22</a:t>
              </a:r>
              <a:endParaRPr b="1" sz="1600">
                <a:solidFill>
                  <a:schemeClr val="dk1"/>
                </a:solidFill>
                <a:latin typeface="Courier New"/>
                <a:ea typeface="Courier New"/>
                <a:cs typeface="Courier New"/>
                <a:sym typeface="Courier New"/>
              </a:endParaRPr>
            </a:p>
          </p:txBody>
        </p:sp>
        <p:sp>
          <p:nvSpPr>
            <p:cNvPr id="926" name="Google Shape;926;p49"/>
            <p:cNvSpPr/>
            <p:nvPr/>
          </p:nvSpPr>
          <p:spPr>
            <a:xfrm>
              <a:off x="3129" y="1224"/>
              <a:ext cx="576" cy="227"/>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90000"/>
                </a:lnSpc>
                <a:spcBef>
                  <a:spcPts val="0"/>
                </a:spcBef>
                <a:spcAft>
                  <a:spcPts val="0"/>
                </a:spcAft>
                <a:buClr>
                  <a:schemeClr val="dk1"/>
                </a:buClr>
                <a:buSzPts val="1800"/>
                <a:buFont typeface="Courier New"/>
                <a:buNone/>
              </a:pPr>
              <a:r>
                <a:rPr lang="en-US" sz="1800">
                  <a:solidFill>
                    <a:schemeClr val="dk1"/>
                  </a:solidFill>
                  <a:latin typeface="Courier New"/>
                  <a:ea typeface="Courier New"/>
                  <a:cs typeface="Courier New"/>
                  <a:sym typeface="Courier New"/>
                </a:rPr>
                <a:t>-37</a:t>
              </a:r>
              <a:endParaRPr b="1" sz="1600">
                <a:solidFill>
                  <a:schemeClr val="dk1"/>
                </a:solidFill>
                <a:latin typeface="Courier New"/>
                <a:ea typeface="Courier New"/>
                <a:cs typeface="Courier New"/>
                <a:sym typeface="Courier New"/>
              </a:endParaRPr>
            </a:p>
          </p:txBody>
        </p:sp>
        <p:sp>
          <p:nvSpPr>
            <p:cNvPr id="927" name="Google Shape;927;p49"/>
            <p:cNvSpPr/>
            <p:nvPr/>
          </p:nvSpPr>
          <p:spPr>
            <a:xfrm>
              <a:off x="3129" y="1451"/>
              <a:ext cx="576" cy="227"/>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90000"/>
                </a:lnSpc>
                <a:spcBef>
                  <a:spcPts val="0"/>
                </a:spcBef>
                <a:spcAft>
                  <a:spcPts val="0"/>
                </a:spcAft>
                <a:buClr>
                  <a:schemeClr val="dk1"/>
                </a:buClr>
                <a:buSzPts val="1800"/>
                <a:buFont typeface="Courier New"/>
                <a:buNone/>
              </a:pPr>
              <a:r>
                <a:rPr lang="en-US" sz="1800">
                  <a:solidFill>
                    <a:schemeClr val="dk1"/>
                  </a:solidFill>
                  <a:latin typeface="Courier New"/>
                  <a:ea typeface="Courier New"/>
                  <a:cs typeface="Courier New"/>
                  <a:sym typeface="Courier New"/>
                </a:rPr>
                <a:t>-55</a:t>
              </a:r>
              <a:endParaRPr b="1" sz="1600">
                <a:solidFill>
                  <a:schemeClr val="dk1"/>
                </a:solidFill>
                <a:latin typeface="Courier New"/>
                <a:ea typeface="Courier New"/>
                <a:cs typeface="Courier New"/>
                <a:sym typeface="Courier New"/>
              </a:endParaRPr>
            </a:p>
          </p:txBody>
        </p:sp>
        <p:sp>
          <p:nvSpPr>
            <p:cNvPr id="928" name="Google Shape;928;p49"/>
            <p:cNvSpPr/>
            <p:nvPr/>
          </p:nvSpPr>
          <p:spPr>
            <a:xfrm>
              <a:off x="2649" y="997"/>
              <a:ext cx="480" cy="227"/>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90000"/>
                </a:lnSpc>
                <a:spcBef>
                  <a:spcPts val="0"/>
                </a:spcBef>
                <a:spcAft>
                  <a:spcPts val="0"/>
                </a:spcAft>
                <a:buClr>
                  <a:schemeClr val="dk1"/>
                </a:buClr>
                <a:buSzPts val="1800"/>
                <a:buFont typeface="Courier New"/>
                <a:buNone/>
              </a:pPr>
              <a:r>
                <a:rPr lang="en-US" sz="1800">
                  <a:solidFill>
                    <a:schemeClr val="dk1"/>
                  </a:solidFill>
                  <a:latin typeface="Courier New"/>
                  <a:ea typeface="Courier New"/>
                  <a:cs typeface="Courier New"/>
                  <a:sym typeface="Courier New"/>
                </a:rPr>
                <a:t>.112</a:t>
              </a:r>
              <a:endParaRPr b="1" sz="1600">
                <a:solidFill>
                  <a:schemeClr val="dk1"/>
                </a:solidFill>
                <a:latin typeface="Courier New"/>
                <a:ea typeface="Courier New"/>
                <a:cs typeface="Courier New"/>
                <a:sym typeface="Courier New"/>
              </a:endParaRPr>
            </a:p>
          </p:txBody>
        </p:sp>
        <p:sp>
          <p:nvSpPr>
            <p:cNvPr id="929" name="Google Shape;929;p49"/>
            <p:cNvSpPr/>
            <p:nvPr/>
          </p:nvSpPr>
          <p:spPr>
            <a:xfrm>
              <a:off x="2649" y="1224"/>
              <a:ext cx="480" cy="227"/>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90000"/>
                </a:lnSpc>
                <a:spcBef>
                  <a:spcPts val="0"/>
                </a:spcBef>
                <a:spcAft>
                  <a:spcPts val="0"/>
                </a:spcAft>
                <a:buClr>
                  <a:schemeClr val="dk1"/>
                </a:buClr>
                <a:buSzPts val="1800"/>
                <a:buFont typeface="Courier New"/>
                <a:buNone/>
              </a:pPr>
              <a:r>
                <a:rPr lang="en-US" sz="1800">
                  <a:solidFill>
                    <a:schemeClr val="dk1"/>
                  </a:solidFill>
                  <a:latin typeface="Courier New"/>
                  <a:ea typeface="Courier New"/>
                  <a:cs typeface="Courier New"/>
                  <a:sym typeface="Courier New"/>
                </a:rPr>
                <a:t>.168</a:t>
              </a:r>
              <a:endParaRPr b="1" sz="1600">
                <a:solidFill>
                  <a:schemeClr val="dk1"/>
                </a:solidFill>
                <a:latin typeface="Courier New"/>
                <a:ea typeface="Courier New"/>
                <a:cs typeface="Courier New"/>
                <a:sym typeface="Courier New"/>
              </a:endParaRPr>
            </a:p>
          </p:txBody>
        </p:sp>
        <p:sp>
          <p:nvSpPr>
            <p:cNvPr id="930" name="Google Shape;930;p49"/>
            <p:cNvSpPr/>
            <p:nvPr/>
          </p:nvSpPr>
          <p:spPr>
            <a:xfrm>
              <a:off x="2649" y="1451"/>
              <a:ext cx="480" cy="227"/>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90000"/>
                </a:lnSpc>
                <a:spcBef>
                  <a:spcPts val="0"/>
                </a:spcBef>
                <a:spcAft>
                  <a:spcPts val="0"/>
                </a:spcAft>
                <a:buClr>
                  <a:schemeClr val="dk1"/>
                </a:buClr>
                <a:buSzPts val="1800"/>
                <a:buFont typeface="Courier New"/>
                <a:buNone/>
              </a:pPr>
              <a:r>
                <a:rPr lang="en-US" sz="1800">
                  <a:solidFill>
                    <a:schemeClr val="dk1"/>
                  </a:solidFill>
                  <a:latin typeface="Courier New"/>
                  <a:ea typeface="Courier New"/>
                  <a:cs typeface="Courier New"/>
                  <a:sym typeface="Courier New"/>
                </a:rPr>
                <a:t>.224</a:t>
              </a:r>
              <a:endParaRPr b="1" sz="1600">
                <a:solidFill>
                  <a:schemeClr val="dk1"/>
                </a:solidFill>
                <a:latin typeface="Courier New"/>
                <a:ea typeface="Courier New"/>
                <a:cs typeface="Courier New"/>
                <a:sym typeface="Courier New"/>
              </a:endParaRPr>
            </a:p>
          </p:txBody>
        </p:sp>
        <p:sp>
          <p:nvSpPr>
            <p:cNvPr id="931" name="Google Shape;931;p49"/>
            <p:cNvSpPr/>
            <p:nvPr/>
          </p:nvSpPr>
          <p:spPr>
            <a:xfrm>
              <a:off x="2649" y="543"/>
              <a:ext cx="480" cy="229"/>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90000"/>
                </a:lnSpc>
                <a:spcBef>
                  <a:spcPts val="0"/>
                </a:spcBef>
                <a:spcAft>
                  <a:spcPts val="0"/>
                </a:spcAft>
                <a:buClr>
                  <a:schemeClr val="dk1"/>
                </a:buClr>
                <a:buSzPts val="1800"/>
                <a:buFont typeface="Courier New"/>
                <a:buNone/>
              </a:pPr>
              <a:r>
                <a:rPr lang="en-US" sz="1800">
                  <a:solidFill>
                    <a:schemeClr val="dk1"/>
                  </a:solidFill>
                  <a:latin typeface="Courier New"/>
                  <a:ea typeface="Courier New"/>
                  <a:cs typeface="Courier New"/>
                  <a:sym typeface="Courier New"/>
                </a:rPr>
                <a:t>.000</a:t>
              </a:r>
              <a:endParaRPr b="1" sz="1600">
                <a:solidFill>
                  <a:schemeClr val="dk1"/>
                </a:solidFill>
                <a:latin typeface="Courier New"/>
                <a:ea typeface="Courier New"/>
                <a:cs typeface="Courier New"/>
                <a:sym typeface="Courier New"/>
              </a:endParaRPr>
            </a:p>
          </p:txBody>
        </p:sp>
        <p:sp>
          <p:nvSpPr>
            <p:cNvPr id="932" name="Google Shape;932;p49"/>
            <p:cNvSpPr/>
            <p:nvPr/>
          </p:nvSpPr>
          <p:spPr>
            <a:xfrm>
              <a:off x="4281" y="543"/>
              <a:ext cx="576" cy="227"/>
            </a:xfrm>
            <a:prstGeom prst="rect">
              <a:avLst/>
            </a:prstGeom>
            <a:solidFill>
              <a:schemeClr val="lt2"/>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90000"/>
                </a:lnSpc>
                <a:spcBef>
                  <a:spcPts val="0"/>
                </a:spcBef>
                <a:spcAft>
                  <a:spcPts val="0"/>
                </a:spcAft>
                <a:buClr>
                  <a:schemeClr val="dk1"/>
                </a:buClr>
                <a:buSzPts val="1600"/>
                <a:buFont typeface="Arial"/>
                <a:buNone/>
              </a:pPr>
              <a:r>
                <a:t/>
              </a:r>
              <a:endParaRPr b="1" sz="1600">
                <a:solidFill>
                  <a:schemeClr val="dk1"/>
                </a:solidFill>
                <a:latin typeface="Courier New"/>
                <a:ea typeface="Courier New"/>
                <a:cs typeface="Courier New"/>
                <a:sym typeface="Courier New"/>
              </a:endParaRPr>
            </a:p>
          </p:txBody>
        </p:sp>
        <p:sp>
          <p:nvSpPr>
            <p:cNvPr id="933" name="Google Shape;933;p49"/>
            <p:cNvSpPr/>
            <p:nvPr/>
          </p:nvSpPr>
          <p:spPr>
            <a:xfrm>
              <a:off x="4857" y="543"/>
              <a:ext cx="576" cy="227"/>
            </a:xfrm>
            <a:prstGeom prst="rect">
              <a:avLst/>
            </a:prstGeom>
            <a:solidFill>
              <a:schemeClr val="lt2"/>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90000"/>
                </a:lnSpc>
                <a:spcBef>
                  <a:spcPts val="0"/>
                </a:spcBef>
                <a:spcAft>
                  <a:spcPts val="0"/>
                </a:spcAft>
                <a:buClr>
                  <a:schemeClr val="dk1"/>
                </a:buClr>
                <a:buSzPts val="1600"/>
                <a:buFont typeface="Arial"/>
                <a:buNone/>
              </a:pPr>
              <a:r>
                <a:t/>
              </a:r>
              <a:endParaRPr b="1" sz="1600">
                <a:solidFill>
                  <a:schemeClr val="dk1"/>
                </a:solidFill>
                <a:latin typeface="Courier New"/>
                <a:ea typeface="Courier New"/>
                <a:cs typeface="Courier New"/>
                <a:sym typeface="Courier New"/>
              </a:endParaRPr>
            </a:p>
          </p:txBody>
        </p:sp>
        <p:sp>
          <p:nvSpPr>
            <p:cNvPr id="934" name="Google Shape;934;p49"/>
            <p:cNvSpPr/>
            <p:nvPr/>
          </p:nvSpPr>
          <p:spPr>
            <a:xfrm>
              <a:off x="3705" y="770"/>
              <a:ext cx="576" cy="227"/>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90000"/>
                </a:lnSpc>
                <a:spcBef>
                  <a:spcPts val="0"/>
                </a:spcBef>
                <a:spcAft>
                  <a:spcPts val="0"/>
                </a:spcAft>
                <a:buClr>
                  <a:schemeClr val="dk1"/>
                </a:buClr>
                <a:buSzPts val="1800"/>
                <a:buFont typeface="Courier New"/>
                <a:buNone/>
              </a:pPr>
              <a:r>
                <a:rPr lang="en-US" sz="1800">
                  <a:solidFill>
                    <a:schemeClr val="dk1"/>
                  </a:solidFill>
                  <a:latin typeface="Courier New"/>
                  <a:ea typeface="Courier New"/>
                  <a:cs typeface="Courier New"/>
                  <a:sym typeface="Courier New"/>
                </a:rPr>
                <a:t>.056</a:t>
              </a:r>
              <a:endParaRPr b="1" sz="1600">
                <a:solidFill>
                  <a:schemeClr val="dk1"/>
                </a:solidFill>
                <a:latin typeface="Courier New"/>
                <a:ea typeface="Courier New"/>
                <a:cs typeface="Courier New"/>
                <a:sym typeface="Courier New"/>
              </a:endParaRPr>
            </a:p>
          </p:txBody>
        </p:sp>
        <p:sp>
          <p:nvSpPr>
            <p:cNvPr id="935" name="Google Shape;935;p49"/>
            <p:cNvSpPr/>
            <p:nvPr/>
          </p:nvSpPr>
          <p:spPr>
            <a:xfrm>
              <a:off x="3705" y="997"/>
              <a:ext cx="576" cy="227"/>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90000"/>
                </a:lnSpc>
                <a:spcBef>
                  <a:spcPts val="0"/>
                </a:spcBef>
                <a:spcAft>
                  <a:spcPts val="0"/>
                </a:spcAft>
                <a:buClr>
                  <a:schemeClr val="dk1"/>
                </a:buClr>
                <a:buSzPts val="1800"/>
                <a:buFont typeface="Courier New"/>
                <a:buNone/>
              </a:pPr>
              <a:r>
                <a:rPr lang="en-US" sz="1800">
                  <a:solidFill>
                    <a:schemeClr val="dk1"/>
                  </a:solidFill>
                  <a:latin typeface="Courier New"/>
                  <a:ea typeface="Courier New"/>
                  <a:cs typeface="Courier New"/>
                  <a:sym typeface="Courier New"/>
                </a:rPr>
                <a:t>.056</a:t>
              </a:r>
              <a:endParaRPr b="1" sz="1600">
                <a:solidFill>
                  <a:schemeClr val="dk1"/>
                </a:solidFill>
                <a:latin typeface="Courier New"/>
                <a:ea typeface="Courier New"/>
                <a:cs typeface="Courier New"/>
                <a:sym typeface="Courier New"/>
              </a:endParaRPr>
            </a:p>
          </p:txBody>
        </p:sp>
        <p:sp>
          <p:nvSpPr>
            <p:cNvPr id="936" name="Google Shape;936;p49"/>
            <p:cNvSpPr/>
            <p:nvPr/>
          </p:nvSpPr>
          <p:spPr>
            <a:xfrm>
              <a:off x="3705" y="1224"/>
              <a:ext cx="576" cy="227"/>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90000"/>
                </a:lnSpc>
                <a:spcBef>
                  <a:spcPts val="0"/>
                </a:spcBef>
                <a:spcAft>
                  <a:spcPts val="0"/>
                </a:spcAft>
                <a:buClr>
                  <a:schemeClr val="dk1"/>
                </a:buClr>
                <a:buSzPts val="1800"/>
                <a:buFont typeface="Courier New"/>
                <a:buNone/>
              </a:pPr>
              <a:r>
                <a:rPr lang="en-US" sz="1800">
                  <a:solidFill>
                    <a:schemeClr val="dk1"/>
                  </a:solidFill>
                  <a:latin typeface="Courier New"/>
                  <a:ea typeface="Courier New"/>
                  <a:cs typeface="Courier New"/>
                  <a:sym typeface="Courier New"/>
                </a:rPr>
                <a:t>.056</a:t>
              </a:r>
              <a:endParaRPr b="1" sz="1600">
                <a:solidFill>
                  <a:schemeClr val="dk1"/>
                </a:solidFill>
                <a:latin typeface="Courier New"/>
                <a:ea typeface="Courier New"/>
                <a:cs typeface="Courier New"/>
                <a:sym typeface="Courier New"/>
              </a:endParaRPr>
            </a:p>
          </p:txBody>
        </p:sp>
        <p:sp>
          <p:nvSpPr>
            <p:cNvPr id="937" name="Google Shape;937;p49"/>
            <p:cNvSpPr/>
            <p:nvPr/>
          </p:nvSpPr>
          <p:spPr>
            <a:xfrm>
              <a:off x="3705" y="1451"/>
              <a:ext cx="576" cy="227"/>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90000"/>
                </a:lnSpc>
                <a:spcBef>
                  <a:spcPts val="0"/>
                </a:spcBef>
                <a:spcAft>
                  <a:spcPts val="0"/>
                </a:spcAft>
                <a:buClr>
                  <a:schemeClr val="dk1"/>
                </a:buClr>
                <a:buSzPts val="1800"/>
                <a:buFont typeface="Courier New"/>
                <a:buNone/>
              </a:pPr>
              <a:r>
                <a:rPr lang="en-US" sz="1800">
                  <a:solidFill>
                    <a:schemeClr val="dk1"/>
                  </a:solidFill>
                  <a:latin typeface="Courier New"/>
                  <a:ea typeface="Courier New"/>
                  <a:cs typeface="Courier New"/>
                  <a:sym typeface="Courier New"/>
                </a:rPr>
                <a:t>.056</a:t>
              </a:r>
              <a:endParaRPr b="1" sz="1600">
                <a:solidFill>
                  <a:schemeClr val="dk1"/>
                </a:solidFill>
                <a:latin typeface="Courier New"/>
                <a:ea typeface="Courier New"/>
                <a:cs typeface="Courier New"/>
                <a:sym typeface="Courier New"/>
              </a:endParaRPr>
            </a:p>
          </p:txBody>
        </p:sp>
        <p:sp>
          <p:nvSpPr>
            <p:cNvPr id="938" name="Google Shape;938;p49"/>
            <p:cNvSpPr/>
            <p:nvPr/>
          </p:nvSpPr>
          <p:spPr>
            <a:xfrm>
              <a:off x="4281" y="770"/>
              <a:ext cx="576" cy="227"/>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90000"/>
                </a:lnSpc>
                <a:spcBef>
                  <a:spcPts val="0"/>
                </a:spcBef>
                <a:spcAft>
                  <a:spcPts val="0"/>
                </a:spcAft>
                <a:buClr>
                  <a:schemeClr val="dk1"/>
                </a:buClr>
                <a:buSzPts val="1800"/>
                <a:buFont typeface="Courier New"/>
                <a:buNone/>
              </a:pPr>
              <a:r>
                <a:rPr lang="en-US" sz="1800">
                  <a:solidFill>
                    <a:schemeClr val="dk1"/>
                  </a:solidFill>
                  <a:latin typeface="Courier New"/>
                  <a:ea typeface="Courier New"/>
                  <a:cs typeface="Courier New"/>
                  <a:sym typeface="Courier New"/>
                </a:rPr>
                <a:t>-9</a:t>
              </a:r>
              <a:endParaRPr b="1" sz="1600">
                <a:solidFill>
                  <a:schemeClr val="dk1"/>
                </a:solidFill>
                <a:latin typeface="Courier New"/>
                <a:ea typeface="Courier New"/>
                <a:cs typeface="Courier New"/>
                <a:sym typeface="Courier New"/>
              </a:endParaRPr>
            </a:p>
          </p:txBody>
        </p:sp>
        <p:sp>
          <p:nvSpPr>
            <p:cNvPr id="939" name="Google Shape;939;p49"/>
            <p:cNvSpPr/>
            <p:nvPr/>
          </p:nvSpPr>
          <p:spPr>
            <a:xfrm>
              <a:off x="4281" y="997"/>
              <a:ext cx="576" cy="227"/>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90000"/>
                </a:lnSpc>
                <a:spcBef>
                  <a:spcPts val="0"/>
                </a:spcBef>
                <a:spcAft>
                  <a:spcPts val="0"/>
                </a:spcAft>
                <a:buClr>
                  <a:schemeClr val="dk1"/>
                </a:buClr>
                <a:buSzPts val="1800"/>
                <a:buFont typeface="Courier New"/>
                <a:buNone/>
              </a:pPr>
              <a:r>
                <a:rPr lang="en-US" sz="1800">
                  <a:solidFill>
                    <a:schemeClr val="dk1"/>
                  </a:solidFill>
                  <a:latin typeface="Courier New"/>
                  <a:ea typeface="Courier New"/>
                  <a:cs typeface="Courier New"/>
                  <a:sym typeface="Courier New"/>
                </a:rPr>
                <a:t>-13</a:t>
              </a:r>
              <a:endParaRPr b="1" sz="1600">
                <a:solidFill>
                  <a:schemeClr val="dk1"/>
                </a:solidFill>
                <a:latin typeface="Courier New"/>
                <a:ea typeface="Courier New"/>
                <a:cs typeface="Courier New"/>
                <a:sym typeface="Courier New"/>
              </a:endParaRPr>
            </a:p>
          </p:txBody>
        </p:sp>
        <p:sp>
          <p:nvSpPr>
            <p:cNvPr id="940" name="Google Shape;940;p49"/>
            <p:cNvSpPr/>
            <p:nvPr/>
          </p:nvSpPr>
          <p:spPr>
            <a:xfrm>
              <a:off x="4281" y="1224"/>
              <a:ext cx="576" cy="227"/>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90000"/>
                </a:lnSpc>
                <a:spcBef>
                  <a:spcPts val="0"/>
                </a:spcBef>
                <a:spcAft>
                  <a:spcPts val="0"/>
                </a:spcAft>
                <a:buClr>
                  <a:schemeClr val="dk1"/>
                </a:buClr>
                <a:buSzPts val="1800"/>
                <a:buFont typeface="Courier New"/>
                <a:buNone/>
              </a:pPr>
              <a:r>
                <a:rPr lang="en-US" sz="1800">
                  <a:solidFill>
                    <a:schemeClr val="dk1"/>
                  </a:solidFill>
                  <a:latin typeface="Courier New"/>
                  <a:ea typeface="Courier New"/>
                  <a:cs typeface="Courier New"/>
                  <a:sym typeface="Courier New"/>
                </a:rPr>
                <a:t>-15</a:t>
              </a:r>
              <a:endParaRPr b="1" sz="1600">
                <a:solidFill>
                  <a:schemeClr val="dk1"/>
                </a:solidFill>
                <a:latin typeface="Courier New"/>
                <a:ea typeface="Courier New"/>
                <a:cs typeface="Courier New"/>
                <a:sym typeface="Courier New"/>
              </a:endParaRPr>
            </a:p>
          </p:txBody>
        </p:sp>
        <p:sp>
          <p:nvSpPr>
            <p:cNvPr id="941" name="Google Shape;941;p49"/>
            <p:cNvSpPr/>
            <p:nvPr/>
          </p:nvSpPr>
          <p:spPr>
            <a:xfrm>
              <a:off x="4281" y="1451"/>
              <a:ext cx="576" cy="227"/>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90000"/>
                </a:lnSpc>
                <a:spcBef>
                  <a:spcPts val="0"/>
                </a:spcBef>
                <a:spcAft>
                  <a:spcPts val="0"/>
                </a:spcAft>
                <a:buClr>
                  <a:schemeClr val="dk1"/>
                </a:buClr>
                <a:buSzPts val="1800"/>
                <a:buFont typeface="Courier New"/>
                <a:buNone/>
              </a:pPr>
              <a:r>
                <a:rPr lang="en-US" sz="1800">
                  <a:solidFill>
                    <a:schemeClr val="dk1"/>
                  </a:solidFill>
                  <a:latin typeface="Courier New"/>
                  <a:ea typeface="Courier New"/>
                  <a:cs typeface="Courier New"/>
                  <a:sym typeface="Courier New"/>
                </a:rPr>
                <a:t>-18</a:t>
              </a:r>
              <a:endParaRPr b="1" sz="1600">
                <a:solidFill>
                  <a:schemeClr val="dk1"/>
                </a:solidFill>
                <a:latin typeface="Courier New"/>
                <a:ea typeface="Courier New"/>
                <a:cs typeface="Courier New"/>
                <a:sym typeface="Courier New"/>
              </a:endParaRPr>
            </a:p>
          </p:txBody>
        </p:sp>
        <p:sp>
          <p:nvSpPr>
            <p:cNvPr id="942" name="Google Shape;942;p49"/>
            <p:cNvSpPr/>
            <p:nvPr/>
          </p:nvSpPr>
          <p:spPr>
            <a:xfrm>
              <a:off x="4857" y="767"/>
              <a:ext cx="576" cy="227"/>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90000"/>
                </a:lnSpc>
                <a:spcBef>
                  <a:spcPts val="0"/>
                </a:spcBef>
                <a:spcAft>
                  <a:spcPts val="0"/>
                </a:spcAft>
                <a:buClr>
                  <a:schemeClr val="dk1"/>
                </a:buClr>
                <a:buSzPts val="1800"/>
                <a:buFont typeface="Courier New"/>
                <a:buNone/>
              </a:pPr>
              <a:r>
                <a:rPr lang="en-US" sz="1800">
                  <a:solidFill>
                    <a:schemeClr val="dk1"/>
                  </a:solidFill>
                  <a:latin typeface="Courier New"/>
                  <a:ea typeface="Courier New"/>
                  <a:cs typeface="Courier New"/>
                  <a:sym typeface="Courier New"/>
                </a:rPr>
                <a:t>-161</a:t>
              </a:r>
              <a:endParaRPr b="1" sz="1600">
                <a:solidFill>
                  <a:schemeClr val="dk1"/>
                </a:solidFill>
                <a:latin typeface="Courier New"/>
                <a:ea typeface="Courier New"/>
                <a:cs typeface="Courier New"/>
                <a:sym typeface="Courier New"/>
              </a:endParaRPr>
            </a:p>
          </p:txBody>
        </p:sp>
        <p:sp>
          <p:nvSpPr>
            <p:cNvPr id="943" name="Google Shape;943;p49"/>
            <p:cNvSpPr/>
            <p:nvPr/>
          </p:nvSpPr>
          <p:spPr>
            <a:xfrm>
              <a:off x="4857" y="997"/>
              <a:ext cx="576" cy="227"/>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90000"/>
                </a:lnSpc>
                <a:spcBef>
                  <a:spcPts val="0"/>
                </a:spcBef>
                <a:spcAft>
                  <a:spcPts val="0"/>
                </a:spcAft>
                <a:buClr>
                  <a:schemeClr val="dk1"/>
                </a:buClr>
                <a:buSzPts val="1800"/>
                <a:buFont typeface="Courier New"/>
                <a:buNone/>
              </a:pPr>
              <a:r>
                <a:rPr lang="en-US" sz="1800">
                  <a:solidFill>
                    <a:schemeClr val="dk1"/>
                  </a:solidFill>
                  <a:latin typeface="Courier New"/>
                  <a:ea typeface="Courier New"/>
                  <a:cs typeface="Courier New"/>
                  <a:sym typeface="Courier New"/>
                </a:rPr>
                <a:t>-232</a:t>
              </a:r>
              <a:endParaRPr b="1" sz="1600">
                <a:solidFill>
                  <a:schemeClr val="dk1"/>
                </a:solidFill>
                <a:latin typeface="Courier New"/>
                <a:ea typeface="Courier New"/>
                <a:cs typeface="Courier New"/>
                <a:sym typeface="Courier New"/>
              </a:endParaRPr>
            </a:p>
          </p:txBody>
        </p:sp>
        <p:sp>
          <p:nvSpPr>
            <p:cNvPr id="944" name="Google Shape;944;p49"/>
            <p:cNvSpPr/>
            <p:nvPr/>
          </p:nvSpPr>
          <p:spPr>
            <a:xfrm>
              <a:off x="4857" y="1224"/>
              <a:ext cx="576" cy="227"/>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90000"/>
                </a:lnSpc>
                <a:spcBef>
                  <a:spcPts val="0"/>
                </a:spcBef>
                <a:spcAft>
                  <a:spcPts val="0"/>
                </a:spcAft>
                <a:buClr>
                  <a:schemeClr val="dk1"/>
                </a:buClr>
                <a:buSzPts val="1800"/>
                <a:buFont typeface="Courier New"/>
                <a:buNone/>
              </a:pPr>
              <a:r>
                <a:rPr lang="en-US" sz="1800">
                  <a:solidFill>
                    <a:schemeClr val="dk1"/>
                  </a:solidFill>
                  <a:latin typeface="Courier New"/>
                  <a:ea typeface="Courier New"/>
                  <a:cs typeface="Courier New"/>
                  <a:sym typeface="Courier New"/>
                </a:rPr>
                <a:t>-268</a:t>
              </a:r>
              <a:endParaRPr b="1" sz="1600">
                <a:solidFill>
                  <a:schemeClr val="dk1"/>
                </a:solidFill>
                <a:latin typeface="Courier New"/>
                <a:ea typeface="Courier New"/>
                <a:cs typeface="Courier New"/>
                <a:sym typeface="Courier New"/>
              </a:endParaRPr>
            </a:p>
          </p:txBody>
        </p:sp>
        <p:sp>
          <p:nvSpPr>
            <p:cNvPr id="945" name="Google Shape;945;p49"/>
            <p:cNvSpPr/>
            <p:nvPr/>
          </p:nvSpPr>
          <p:spPr>
            <a:xfrm>
              <a:off x="4857" y="1451"/>
              <a:ext cx="576" cy="227"/>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90000"/>
                </a:lnSpc>
                <a:spcBef>
                  <a:spcPts val="0"/>
                </a:spcBef>
                <a:spcAft>
                  <a:spcPts val="0"/>
                </a:spcAft>
                <a:buClr>
                  <a:schemeClr val="dk1"/>
                </a:buClr>
                <a:buSzPts val="1800"/>
                <a:buFont typeface="Courier New"/>
                <a:buNone/>
              </a:pPr>
              <a:r>
                <a:rPr lang="en-US" sz="1800">
                  <a:solidFill>
                    <a:schemeClr val="dk1"/>
                  </a:solidFill>
                  <a:latin typeface="Courier New"/>
                  <a:ea typeface="Courier New"/>
                  <a:cs typeface="Courier New"/>
                  <a:sym typeface="Courier New"/>
                </a:rPr>
                <a:t>-321</a:t>
              </a:r>
              <a:endParaRPr b="1" sz="1600">
                <a:solidFill>
                  <a:schemeClr val="dk1"/>
                </a:solidFill>
                <a:latin typeface="Courier New"/>
                <a:ea typeface="Courier New"/>
                <a:cs typeface="Courier New"/>
                <a:sym typeface="Courier New"/>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871"/>
                                        </p:tgtEl>
                                        <p:attrNameLst>
                                          <p:attrName>style.visibility</p:attrName>
                                        </p:attrNameLst>
                                      </p:cBhvr>
                                      <p:to>
                                        <p:strVal val="visible"/>
                                      </p:to>
                                    </p:set>
                                    <p:anim calcmode="lin" valueType="num">
                                      <p:cBhvr additive="base">
                                        <p:cTn dur="500"/>
                                        <p:tgtEl>
                                          <p:spTgt spid="871"/>
                                        </p:tgtEl>
                                        <p:attrNameLst>
                                          <p:attrName>ppt_w</p:attrName>
                                        </p:attrNameLst>
                                      </p:cBhvr>
                                      <p:tavLst>
                                        <p:tav fmla="" tm="0">
                                          <p:val>
                                            <p:strVal val="0"/>
                                          </p:val>
                                        </p:tav>
                                        <p:tav fmla="" tm="100000">
                                          <p:val>
                                            <p:strVal val="#ppt_w"/>
                                          </p:val>
                                        </p:tav>
                                      </p:tavLst>
                                    </p:anim>
                                    <p:anim calcmode="lin" valueType="num">
                                      <p:cBhvr additive="base">
                                        <p:cTn dur="500"/>
                                        <p:tgtEl>
                                          <p:spTgt spid="871"/>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2"/>
                                        </p:tgtEl>
                                        <p:attrNameLst>
                                          <p:attrName>style.visibility</p:attrName>
                                        </p:attrNameLst>
                                      </p:cBhvr>
                                      <p:to>
                                        <p:strVal val="visible"/>
                                      </p:to>
                                    </p:set>
                                    <p:animEffect filter="fade" transition="in">
                                      <p:cBhvr>
                                        <p:cTn dur="500"/>
                                        <p:tgtEl>
                                          <p:spTgt spid="87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4"/>
                                        </p:tgtEl>
                                        <p:attrNameLst>
                                          <p:attrName>style.visibility</p:attrName>
                                        </p:attrNameLst>
                                      </p:cBhvr>
                                      <p:to>
                                        <p:strVal val="visible"/>
                                      </p:to>
                                    </p:set>
                                    <p:animEffect filter="fade" transition="in">
                                      <p:cBhvr>
                                        <p:cTn dur="500"/>
                                        <p:tgtEl>
                                          <p:spTgt spid="87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5"/>
                                        </p:tgtEl>
                                        <p:attrNameLst>
                                          <p:attrName>style.visibility</p:attrName>
                                        </p:attrNameLst>
                                      </p:cBhvr>
                                      <p:to>
                                        <p:strVal val="visible"/>
                                      </p:to>
                                    </p:set>
                                    <p:animEffect filter="fade" transition="in">
                                      <p:cBhvr>
                                        <p:cTn dur="500"/>
                                        <p:tgtEl>
                                          <p:spTgt spid="87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0"/>
                                        </p:tgtEl>
                                        <p:attrNameLst>
                                          <p:attrName>style.visibility</p:attrName>
                                        </p:attrNameLst>
                                      </p:cBhvr>
                                      <p:to>
                                        <p:strVal val="visible"/>
                                      </p:to>
                                    </p:set>
                                    <p:animEffect filter="fade" transition="in">
                                      <p:cBhvr>
                                        <p:cTn dur="500"/>
                                        <p:tgtEl>
                                          <p:spTgt spid="88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1"/>
                                        </p:tgtEl>
                                        <p:attrNameLst>
                                          <p:attrName>style.visibility</p:attrName>
                                        </p:attrNameLst>
                                      </p:cBhvr>
                                      <p:to>
                                        <p:strVal val="visible"/>
                                      </p:to>
                                    </p:set>
                                    <p:animEffect filter="fade" transition="in">
                                      <p:cBhvr>
                                        <p:cTn dur="500"/>
                                        <p:tgtEl>
                                          <p:spTgt spid="88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2"/>
                                        </p:tgtEl>
                                        <p:attrNameLst>
                                          <p:attrName>style.visibility</p:attrName>
                                        </p:attrNameLst>
                                      </p:cBhvr>
                                      <p:to>
                                        <p:strVal val="visible"/>
                                      </p:to>
                                    </p:set>
                                    <p:animEffect filter="fade" transition="in">
                                      <p:cBhvr>
                                        <p:cTn dur="500"/>
                                        <p:tgtEl>
                                          <p:spTgt spid="88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3"/>
                                        </p:tgtEl>
                                        <p:attrNameLst>
                                          <p:attrName>style.visibility</p:attrName>
                                        </p:attrNameLst>
                                      </p:cBhvr>
                                      <p:to>
                                        <p:strVal val="visible"/>
                                      </p:to>
                                    </p:set>
                                    <p:animEffect filter="fade" transition="in">
                                      <p:cBhvr>
                                        <p:cTn dur="500"/>
                                        <p:tgtEl>
                                          <p:spTgt spid="88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7"/>
                                        </p:tgtEl>
                                        <p:attrNameLst>
                                          <p:attrName>style.visibility</p:attrName>
                                        </p:attrNameLst>
                                      </p:cBhvr>
                                      <p:to>
                                        <p:strVal val="visible"/>
                                      </p:to>
                                    </p:set>
                                    <p:animEffect filter="fade" transition="in">
                                      <p:cBhvr>
                                        <p:cTn dur="500"/>
                                        <p:tgtEl>
                                          <p:spTgt spid="88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3"/>
                                        </p:tgtEl>
                                        <p:attrNameLst>
                                          <p:attrName>style.visibility</p:attrName>
                                        </p:attrNameLst>
                                      </p:cBhvr>
                                      <p:to>
                                        <p:strVal val="visible"/>
                                      </p:to>
                                    </p:set>
                                    <p:animEffect filter="fade" transition="in">
                                      <p:cBhvr>
                                        <p:cTn dur="500"/>
                                        <p:tgtEl>
                                          <p:spTgt spid="87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4"/>
                                        </p:tgtEl>
                                        <p:attrNameLst>
                                          <p:attrName>style.visibility</p:attrName>
                                        </p:attrNameLst>
                                      </p:cBhvr>
                                      <p:to>
                                        <p:strVal val="visible"/>
                                      </p:to>
                                    </p:set>
                                    <p:animEffect filter="fade" transition="in">
                                      <p:cBhvr>
                                        <p:cTn dur="500"/>
                                        <p:tgtEl>
                                          <p:spTgt spid="88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5"/>
                                        </p:tgtEl>
                                        <p:attrNameLst>
                                          <p:attrName>style.visibility</p:attrName>
                                        </p:attrNameLst>
                                      </p:cBhvr>
                                      <p:to>
                                        <p:strVal val="visible"/>
                                      </p:to>
                                    </p:set>
                                    <p:animEffect filter="fade" transition="in">
                                      <p:cBhvr>
                                        <p:cTn dur="500"/>
                                        <p:tgtEl>
                                          <p:spTgt spid="88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6"/>
                                        </p:tgtEl>
                                        <p:attrNameLst>
                                          <p:attrName>style.visibility</p:attrName>
                                        </p:attrNameLst>
                                      </p:cBhvr>
                                      <p:to>
                                        <p:strVal val="visible"/>
                                      </p:to>
                                    </p:set>
                                    <p:animEffect filter="fade" transition="in">
                                      <p:cBhvr>
                                        <p:cTn dur="500"/>
                                        <p:tgtEl>
                                          <p:spTgt spid="88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6"/>
                                        </p:tgtEl>
                                        <p:attrNameLst>
                                          <p:attrName>style.visibility</p:attrName>
                                        </p:attrNameLst>
                                      </p:cBhvr>
                                      <p:to>
                                        <p:strVal val="visible"/>
                                      </p:to>
                                    </p:set>
                                    <p:animEffect filter="fade" transition="in">
                                      <p:cBhvr>
                                        <p:cTn dur="500"/>
                                        <p:tgtEl>
                                          <p:spTgt spid="87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8"/>
                                        </p:tgtEl>
                                        <p:attrNameLst>
                                          <p:attrName>style.visibility</p:attrName>
                                        </p:attrNameLst>
                                      </p:cBhvr>
                                      <p:to>
                                        <p:strVal val="visible"/>
                                      </p:to>
                                    </p:set>
                                    <p:animEffect filter="fade" transition="in">
                                      <p:cBhvr>
                                        <p:cTn dur="500"/>
                                        <p:tgtEl>
                                          <p:spTgt spid="87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9"/>
                                        </p:tgtEl>
                                        <p:attrNameLst>
                                          <p:attrName>style.visibility</p:attrName>
                                        </p:attrNameLst>
                                      </p:cBhvr>
                                      <p:to>
                                        <p:strVal val="visible"/>
                                      </p:to>
                                    </p:set>
                                    <p:animEffect filter="fade" transition="in">
                                      <p:cBhvr>
                                        <p:cTn dur="500"/>
                                        <p:tgtEl>
                                          <p:spTgt spid="87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8"/>
                                        </p:tgtEl>
                                        <p:attrNameLst>
                                          <p:attrName>style.visibility</p:attrName>
                                        </p:attrNameLst>
                                      </p:cBhvr>
                                      <p:to>
                                        <p:strVal val="visible"/>
                                      </p:to>
                                    </p:set>
                                    <p:animEffect filter="fade" transition="in">
                                      <p:cBhvr>
                                        <p:cTn dur="500"/>
                                        <p:tgtEl>
                                          <p:spTgt spid="88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7"/>
                                        </p:tgtEl>
                                        <p:attrNameLst>
                                          <p:attrName>style.visibility</p:attrName>
                                        </p:attrNameLst>
                                      </p:cBhvr>
                                      <p:to>
                                        <p:strVal val="visible"/>
                                      </p:to>
                                    </p:set>
                                    <p:animEffect filter="fade" transition="in">
                                      <p:cBhvr>
                                        <p:cTn dur="500"/>
                                        <p:tgtEl>
                                          <p:spTgt spid="87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9"/>
                                        </p:tgtEl>
                                        <p:attrNameLst>
                                          <p:attrName>style.visibility</p:attrName>
                                        </p:attrNameLst>
                                      </p:cBhvr>
                                      <p:to>
                                        <p:strVal val="visible"/>
                                      </p:to>
                                    </p:set>
                                    <p:animEffect filter="fade" transition="in">
                                      <p:cBhvr>
                                        <p:cTn dur="500"/>
                                        <p:tgtEl>
                                          <p:spTgt spid="88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0"/>
                                        </p:tgtEl>
                                        <p:attrNameLst>
                                          <p:attrName>style.visibility</p:attrName>
                                        </p:attrNameLst>
                                      </p:cBhvr>
                                      <p:to>
                                        <p:strVal val="visible"/>
                                      </p:to>
                                    </p:set>
                                    <p:animEffect filter="fade" transition="in">
                                      <p:cBhvr>
                                        <p:cTn dur="500"/>
                                        <p:tgtEl>
                                          <p:spTgt spid="89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1"/>
                                        </p:tgtEl>
                                        <p:attrNameLst>
                                          <p:attrName>style.visibility</p:attrName>
                                        </p:attrNameLst>
                                      </p:cBhvr>
                                      <p:to>
                                        <p:strVal val="visible"/>
                                      </p:to>
                                    </p:set>
                                    <p:animEffect filter="fade" transition="in">
                                      <p:cBhvr>
                                        <p:cTn dur="500"/>
                                        <p:tgtEl>
                                          <p:spTgt spid="89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2"/>
                                        </p:tgtEl>
                                        <p:attrNameLst>
                                          <p:attrName>style.visibility</p:attrName>
                                        </p:attrNameLst>
                                      </p:cBhvr>
                                      <p:to>
                                        <p:strVal val="visible"/>
                                      </p:to>
                                    </p:set>
                                    <p:animEffect filter="fade" transition="in">
                                      <p:cBhvr>
                                        <p:cTn dur="500"/>
                                        <p:tgtEl>
                                          <p:spTgt spid="89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2" presetSubtype="4">
                                  <p:stCondLst>
                                    <p:cond delay="0"/>
                                  </p:stCondLst>
                                  <p:childTnLst>
                                    <p:anim calcmode="lin" valueType="num">
                                      <p:cBhvr additive="base">
                                        <p:cTn dur="500"/>
                                        <p:tgtEl>
                                          <p:spTgt spid="888"/>
                                        </p:tgtEl>
                                        <p:attrNameLst>
                                          <p:attrName>ppt_y</p:attrName>
                                        </p:attrNameLst>
                                      </p:cBhvr>
                                      <p:tavLst>
                                        <p:tav fmla="" tm="0">
                                          <p:val>
                                            <p:strVal val="#ppt_y"/>
                                          </p:val>
                                        </p:tav>
                                        <p:tav fmla="" tm="100000">
                                          <p:val>
                                            <p:strVal val="#ppt_y+1"/>
                                          </p:val>
                                        </p:tav>
                                      </p:tavLst>
                                    </p:anim>
                                    <p:set>
                                      <p:cBhvr>
                                        <p:cTn dur="1" fill="hold">
                                          <p:stCondLst>
                                            <p:cond delay="500"/>
                                          </p:stCondLst>
                                        </p:cTn>
                                        <p:tgtEl>
                                          <p:spTgt spid="888"/>
                                        </p:tgtEl>
                                        <p:attrNameLst>
                                          <p:attrName>style.visibility</p:attrName>
                                        </p:attrNameLst>
                                      </p:cBhvr>
                                      <p:to>
                                        <p:strVal val="hidden"/>
                                      </p:to>
                                    </p:set>
                                  </p:childTnLst>
                                </p:cTn>
                              </p:par>
                              <p:par>
                                <p:cTn fill="hold" nodeType="withEffect" presetClass="exit" presetID="2" presetSubtype="4">
                                  <p:stCondLst>
                                    <p:cond delay="0"/>
                                  </p:stCondLst>
                                  <p:childTnLst>
                                    <p:anim calcmode="lin" valueType="num">
                                      <p:cBhvr additive="base">
                                        <p:cTn dur="500"/>
                                        <p:tgtEl>
                                          <p:spTgt spid="889"/>
                                        </p:tgtEl>
                                        <p:attrNameLst>
                                          <p:attrName>ppt_y</p:attrName>
                                        </p:attrNameLst>
                                      </p:cBhvr>
                                      <p:tavLst>
                                        <p:tav fmla="" tm="0">
                                          <p:val>
                                            <p:strVal val="#ppt_y"/>
                                          </p:val>
                                        </p:tav>
                                        <p:tav fmla="" tm="100000">
                                          <p:val>
                                            <p:strVal val="#ppt_y+1"/>
                                          </p:val>
                                        </p:tav>
                                      </p:tavLst>
                                    </p:anim>
                                    <p:set>
                                      <p:cBhvr>
                                        <p:cTn dur="1" fill="hold">
                                          <p:stCondLst>
                                            <p:cond delay="500"/>
                                          </p:stCondLst>
                                        </p:cTn>
                                        <p:tgtEl>
                                          <p:spTgt spid="889"/>
                                        </p:tgtEl>
                                        <p:attrNameLst>
                                          <p:attrName>style.visibility</p:attrName>
                                        </p:attrNameLst>
                                      </p:cBhvr>
                                      <p:to>
                                        <p:strVal val="hidden"/>
                                      </p:to>
                                    </p:set>
                                  </p:childTnLst>
                                </p:cTn>
                              </p:par>
                              <p:par>
                                <p:cTn fill="hold" nodeType="withEffect" presetClass="exit" presetID="2" presetSubtype="4">
                                  <p:stCondLst>
                                    <p:cond delay="0"/>
                                  </p:stCondLst>
                                  <p:childTnLst>
                                    <p:anim calcmode="lin" valueType="num">
                                      <p:cBhvr additive="base">
                                        <p:cTn dur="500"/>
                                        <p:tgtEl>
                                          <p:spTgt spid="891"/>
                                        </p:tgtEl>
                                        <p:attrNameLst>
                                          <p:attrName>ppt_y</p:attrName>
                                        </p:attrNameLst>
                                      </p:cBhvr>
                                      <p:tavLst>
                                        <p:tav fmla="" tm="0">
                                          <p:val>
                                            <p:strVal val="#ppt_y"/>
                                          </p:val>
                                        </p:tav>
                                        <p:tav fmla="" tm="100000">
                                          <p:val>
                                            <p:strVal val="#ppt_y+1"/>
                                          </p:val>
                                        </p:tav>
                                      </p:tavLst>
                                    </p:anim>
                                    <p:set>
                                      <p:cBhvr>
                                        <p:cTn dur="1" fill="hold">
                                          <p:stCondLst>
                                            <p:cond delay="500"/>
                                          </p:stCondLst>
                                        </p:cTn>
                                        <p:tgtEl>
                                          <p:spTgt spid="891"/>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7"/>
                                        </p:tgtEl>
                                        <p:attrNameLst>
                                          <p:attrName>style.visibility</p:attrName>
                                        </p:attrNameLst>
                                      </p:cBhvr>
                                      <p:to>
                                        <p:strVal val="visible"/>
                                      </p:to>
                                    </p:set>
                                    <p:animEffect filter="fade" transition="in">
                                      <p:cBhvr>
                                        <p:cTn dur="500"/>
                                        <p:tgtEl>
                                          <p:spTgt spid="89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3"/>
                                        </p:tgtEl>
                                        <p:attrNameLst>
                                          <p:attrName>style.visibility</p:attrName>
                                        </p:attrNameLst>
                                      </p:cBhvr>
                                      <p:to>
                                        <p:strVal val="visible"/>
                                      </p:to>
                                    </p:set>
                                    <p:animEffect filter="fade" transition="in">
                                      <p:cBhvr>
                                        <p:cTn dur="500"/>
                                        <p:tgtEl>
                                          <p:spTgt spid="89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4"/>
                                        </p:tgtEl>
                                        <p:attrNameLst>
                                          <p:attrName>style.visibility</p:attrName>
                                        </p:attrNameLst>
                                      </p:cBhvr>
                                      <p:to>
                                        <p:strVal val="visible"/>
                                      </p:to>
                                    </p:set>
                                    <p:animEffect filter="fade" transition="in">
                                      <p:cBhvr>
                                        <p:cTn dur="500"/>
                                        <p:tgtEl>
                                          <p:spTgt spid="89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5"/>
                                        </p:tgtEl>
                                        <p:attrNameLst>
                                          <p:attrName>style.visibility</p:attrName>
                                        </p:attrNameLst>
                                      </p:cBhvr>
                                      <p:to>
                                        <p:strVal val="visible"/>
                                      </p:to>
                                    </p:set>
                                    <p:animEffect filter="fade" transition="in">
                                      <p:cBhvr>
                                        <p:cTn dur="500"/>
                                        <p:tgtEl>
                                          <p:spTgt spid="89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6"/>
                                        </p:tgtEl>
                                        <p:attrNameLst>
                                          <p:attrName>style.visibility</p:attrName>
                                        </p:attrNameLst>
                                      </p:cBhvr>
                                      <p:to>
                                        <p:strVal val="visible"/>
                                      </p:to>
                                    </p:set>
                                    <p:animEffect filter="fade" transition="in">
                                      <p:cBhvr>
                                        <p:cTn dur="500"/>
                                        <p:tgtEl>
                                          <p:spTgt spid="89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2" presetSubtype="4">
                                  <p:stCondLst>
                                    <p:cond delay="0"/>
                                  </p:stCondLst>
                                  <p:childTnLst>
                                    <p:anim calcmode="lin" valueType="num">
                                      <p:cBhvr additive="base">
                                        <p:cTn dur="500"/>
                                        <p:tgtEl>
                                          <p:spTgt spid="897"/>
                                        </p:tgtEl>
                                        <p:attrNameLst>
                                          <p:attrName>ppt_y</p:attrName>
                                        </p:attrNameLst>
                                      </p:cBhvr>
                                      <p:tavLst>
                                        <p:tav fmla="" tm="0">
                                          <p:val>
                                            <p:strVal val="#ppt_y"/>
                                          </p:val>
                                        </p:tav>
                                        <p:tav fmla="" tm="100000">
                                          <p:val>
                                            <p:strVal val="#ppt_y+1"/>
                                          </p:val>
                                        </p:tav>
                                      </p:tavLst>
                                    </p:anim>
                                    <p:set>
                                      <p:cBhvr>
                                        <p:cTn dur="1" fill="hold">
                                          <p:stCondLst>
                                            <p:cond delay="500"/>
                                          </p:stCondLst>
                                        </p:cTn>
                                        <p:tgtEl>
                                          <p:spTgt spid="89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4"/>
                                        </p:tgtEl>
                                        <p:attrNameLst>
                                          <p:attrName>style.visibility</p:attrName>
                                        </p:attrNameLst>
                                      </p:cBhvr>
                                      <p:to>
                                        <p:strVal val="visible"/>
                                      </p:to>
                                    </p:set>
                                    <p:animEffect filter="fade" transition="in">
                                      <p:cBhvr>
                                        <p:cTn dur="500"/>
                                        <p:tgtEl>
                                          <p:spTgt spid="90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0"/>
                                        </p:tgtEl>
                                        <p:attrNameLst>
                                          <p:attrName>style.visibility</p:attrName>
                                        </p:attrNameLst>
                                      </p:cBhvr>
                                      <p:to>
                                        <p:strVal val="visible"/>
                                      </p:to>
                                    </p:set>
                                    <p:animEffect filter="fade" transition="in">
                                      <p:cBhvr>
                                        <p:cTn dur="500"/>
                                        <p:tgtEl>
                                          <p:spTgt spid="90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1"/>
                                        </p:tgtEl>
                                        <p:attrNameLst>
                                          <p:attrName>style.visibility</p:attrName>
                                        </p:attrNameLst>
                                      </p:cBhvr>
                                      <p:to>
                                        <p:strVal val="visible"/>
                                      </p:to>
                                    </p:set>
                                    <p:animEffect filter="fade" transition="in">
                                      <p:cBhvr>
                                        <p:cTn dur="500"/>
                                        <p:tgtEl>
                                          <p:spTgt spid="90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2"/>
                                        </p:tgtEl>
                                        <p:attrNameLst>
                                          <p:attrName>style.visibility</p:attrName>
                                        </p:attrNameLst>
                                      </p:cBhvr>
                                      <p:to>
                                        <p:strVal val="visible"/>
                                      </p:to>
                                    </p:set>
                                    <p:animEffect filter="fade" transition="in">
                                      <p:cBhvr>
                                        <p:cTn dur="500"/>
                                        <p:tgtEl>
                                          <p:spTgt spid="90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3"/>
                                        </p:tgtEl>
                                        <p:attrNameLst>
                                          <p:attrName>style.visibility</p:attrName>
                                        </p:attrNameLst>
                                      </p:cBhvr>
                                      <p:to>
                                        <p:strVal val="visible"/>
                                      </p:to>
                                    </p:set>
                                    <p:animEffect filter="fade" transition="in">
                                      <p:cBhvr>
                                        <p:cTn dur="500"/>
                                        <p:tgtEl>
                                          <p:spTgt spid="90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2" presetSubtype="4">
                                  <p:stCondLst>
                                    <p:cond delay="0"/>
                                  </p:stCondLst>
                                  <p:childTnLst>
                                    <p:anim calcmode="lin" valueType="num">
                                      <p:cBhvr additive="base">
                                        <p:cTn dur="500"/>
                                        <p:tgtEl>
                                          <p:spTgt spid="904"/>
                                        </p:tgtEl>
                                        <p:attrNameLst>
                                          <p:attrName>ppt_y</p:attrName>
                                        </p:attrNameLst>
                                      </p:cBhvr>
                                      <p:tavLst>
                                        <p:tav fmla="" tm="0">
                                          <p:val>
                                            <p:strVal val="#ppt_y"/>
                                          </p:val>
                                        </p:tav>
                                        <p:tav fmla="" tm="100000">
                                          <p:val>
                                            <p:strVal val="#ppt_y+1"/>
                                          </p:val>
                                        </p:tav>
                                      </p:tavLst>
                                    </p:anim>
                                    <p:set>
                                      <p:cBhvr>
                                        <p:cTn dur="1" fill="hold">
                                          <p:stCondLst>
                                            <p:cond delay="500"/>
                                          </p:stCondLst>
                                        </p:cTn>
                                        <p:tgtEl>
                                          <p:spTgt spid="90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1"/>
                                        </p:tgtEl>
                                        <p:attrNameLst>
                                          <p:attrName>style.visibility</p:attrName>
                                        </p:attrNameLst>
                                      </p:cBhvr>
                                      <p:to>
                                        <p:strVal val="visible"/>
                                      </p:to>
                                    </p:set>
                                    <p:animEffect filter="fade" transition="in">
                                      <p:cBhvr>
                                        <p:cTn dur="500"/>
                                        <p:tgtEl>
                                          <p:spTgt spid="91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7"/>
                                        </p:tgtEl>
                                        <p:attrNameLst>
                                          <p:attrName>style.visibility</p:attrName>
                                        </p:attrNameLst>
                                      </p:cBhvr>
                                      <p:to>
                                        <p:strVal val="visible"/>
                                      </p:to>
                                    </p:set>
                                    <p:animEffect filter="fade" transition="in">
                                      <p:cBhvr>
                                        <p:cTn dur="500"/>
                                        <p:tgtEl>
                                          <p:spTgt spid="90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8"/>
                                        </p:tgtEl>
                                        <p:attrNameLst>
                                          <p:attrName>style.visibility</p:attrName>
                                        </p:attrNameLst>
                                      </p:cBhvr>
                                      <p:to>
                                        <p:strVal val="visible"/>
                                      </p:to>
                                    </p:set>
                                    <p:animEffect filter="fade" transition="in">
                                      <p:cBhvr>
                                        <p:cTn dur="500"/>
                                        <p:tgtEl>
                                          <p:spTgt spid="90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9"/>
                                        </p:tgtEl>
                                        <p:attrNameLst>
                                          <p:attrName>style.visibility</p:attrName>
                                        </p:attrNameLst>
                                      </p:cBhvr>
                                      <p:to>
                                        <p:strVal val="visible"/>
                                      </p:to>
                                    </p:set>
                                    <p:animEffect filter="fade" transition="in">
                                      <p:cBhvr>
                                        <p:cTn dur="500"/>
                                        <p:tgtEl>
                                          <p:spTgt spid="90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0"/>
                                        </p:tgtEl>
                                        <p:attrNameLst>
                                          <p:attrName>style.visibility</p:attrName>
                                        </p:attrNameLst>
                                      </p:cBhvr>
                                      <p:to>
                                        <p:strVal val="visible"/>
                                      </p:to>
                                    </p:set>
                                    <p:animEffect filter="fade" transition="in">
                                      <p:cBhvr>
                                        <p:cTn dur="500"/>
                                        <p:tgtEl>
                                          <p:spTgt spid="91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2" presetSubtype="4">
                                  <p:stCondLst>
                                    <p:cond delay="0"/>
                                  </p:stCondLst>
                                  <p:childTnLst>
                                    <p:anim calcmode="lin" valueType="num">
                                      <p:cBhvr additive="base">
                                        <p:cTn dur="500"/>
                                        <p:tgtEl>
                                          <p:spTgt spid="911"/>
                                        </p:tgtEl>
                                        <p:attrNameLst>
                                          <p:attrName>ppt_y</p:attrName>
                                        </p:attrNameLst>
                                      </p:cBhvr>
                                      <p:tavLst>
                                        <p:tav fmla="" tm="0">
                                          <p:val>
                                            <p:strVal val="#ppt_y"/>
                                          </p:val>
                                        </p:tav>
                                        <p:tav fmla="" tm="100000">
                                          <p:val>
                                            <p:strVal val="#ppt_y+1"/>
                                          </p:val>
                                        </p:tav>
                                      </p:tavLst>
                                    </p:anim>
                                    <p:set>
                                      <p:cBhvr>
                                        <p:cTn dur="1" fill="hold">
                                          <p:stCondLst>
                                            <p:cond delay="500"/>
                                          </p:stCondLst>
                                        </p:cTn>
                                        <p:tgtEl>
                                          <p:spTgt spid="911"/>
                                        </p:tgtEl>
                                        <p:attrNameLst>
                                          <p:attrName>style.visibility</p:attrName>
                                        </p:attrNameLst>
                                      </p:cBhvr>
                                      <p:to>
                                        <p:strVal val="hidden"/>
                                      </p:to>
                                    </p:se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914"/>
                                        </p:tgtEl>
                                        <p:attrNameLst>
                                          <p:attrName>style.visibility</p:attrName>
                                        </p:attrNameLst>
                                      </p:cBhvr>
                                      <p:to>
                                        <p:strVal val="visible"/>
                                      </p:to>
                                    </p:set>
                                    <p:animEffect filter="fade" transition="in">
                                      <p:cBhvr>
                                        <p:cTn dur="500"/>
                                        <p:tgtEl>
                                          <p:spTgt spid="91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0" name="Shape 950"/>
        <p:cNvGrpSpPr/>
        <p:nvPr/>
      </p:nvGrpSpPr>
      <p:grpSpPr>
        <a:xfrm>
          <a:off x="0" y="0"/>
          <a:ext cx="0" cy="0"/>
          <a:chOff x="0" y="0"/>
          <a:chExt cx="0" cy="0"/>
        </a:xfrm>
      </p:grpSpPr>
      <p:sp>
        <p:nvSpPr>
          <p:cNvPr id="951" name="Google Shape;951;p50"/>
          <p:cNvSpPr/>
          <p:nvPr/>
        </p:nvSpPr>
        <p:spPr>
          <a:xfrm>
            <a:off x="685800" y="1549400"/>
            <a:ext cx="2525713" cy="5308600"/>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accent2"/>
              </a:buClr>
              <a:buSzPts val="2400"/>
              <a:buFont typeface="Arial"/>
              <a:buNone/>
            </a:pPr>
            <a:r>
              <a:rPr i="1" lang="en-US" sz="2400">
                <a:solidFill>
                  <a:schemeClr val="accent2"/>
                </a:solidFill>
                <a:latin typeface="Arial"/>
                <a:ea typeface="Arial"/>
                <a:cs typeface="Arial"/>
                <a:sym typeface="Arial"/>
              </a:rPr>
              <a:t>Determining the acceleration of free-fall experimentally</a:t>
            </a:r>
            <a:endParaRPr i="1" sz="2000">
              <a:solidFill>
                <a:schemeClr val="dk1"/>
              </a:solidFill>
              <a:latin typeface="Courier New"/>
              <a:ea typeface="Courier New"/>
              <a:cs typeface="Courier New"/>
              <a:sym typeface="Courier New"/>
            </a:endParaRPr>
          </a:p>
          <a:p>
            <a:pPr indent="0" lvl="0" marL="0" marR="0" rtl="0" algn="l">
              <a:spcBef>
                <a:spcPts val="0"/>
              </a:spcBef>
              <a:spcAft>
                <a:spcPts val="0"/>
              </a:spcAft>
              <a:buClr>
                <a:schemeClr val="dk1"/>
              </a:buClr>
              <a:buSzPts val="2400"/>
              <a:buFont typeface="Arial"/>
              <a:buNone/>
            </a:pPr>
            <a:r>
              <a:rPr lang="en-US" sz="2400">
                <a:solidFill>
                  <a:schemeClr val="dk1"/>
                </a:solidFill>
                <a:latin typeface="Arial"/>
                <a:ea typeface="Arial"/>
                <a:cs typeface="Arial"/>
                <a:sym typeface="Arial"/>
              </a:rPr>
              <a:t>∙Now we plot </a:t>
            </a:r>
            <a:r>
              <a:rPr i="1" lang="en-US" sz="2400">
                <a:solidFill>
                  <a:schemeClr val="dk1"/>
                </a:solidFill>
                <a:latin typeface="Arial"/>
                <a:ea typeface="Arial"/>
                <a:cs typeface="Arial"/>
                <a:sym typeface="Arial"/>
              </a:rPr>
              <a:t>v</a:t>
            </a:r>
            <a:r>
              <a:rPr lang="en-US" sz="2400">
                <a:solidFill>
                  <a:schemeClr val="dk1"/>
                </a:solidFill>
                <a:latin typeface="Arial"/>
                <a:ea typeface="Arial"/>
                <a:cs typeface="Arial"/>
                <a:sym typeface="Arial"/>
              </a:rPr>
              <a:t> vs. </a:t>
            </a:r>
            <a:r>
              <a:rPr i="1" lang="en-US" sz="2400">
                <a:solidFill>
                  <a:schemeClr val="dk1"/>
                </a:solidFill>
                <a:latin typeface="Arial"/>
                <a:ea typeface="Arial"/>
                <a:cs typeface="Arial"/>
                <a:sym typeface="Arial"/>
              </a:rPr>
              <a:t>t</a:t>
            </a:r>
            <a:r>
              <a:rPr lang="en-US" sz="2400">
                <a:solidFill>
                  <a:schemeClr val="dk1"/>
                </a:solidFill>
                <a:latin typeface="Arial"/>
                <a:ea typeface="Arial"/>
                <a:cs typeface="Arial"/>
                <a:sym typeface="Arial"/>
              </a:rPr>
              <a:t> on a   graph.</a:t>
            </a:r>
            <a:r>
              <a:rPr lang="en-US" sz="2000">
                <a:solidFill>
                  <a:schemeClr val="dk1"/>
                </a:solidFill>
                <a:latin typeface="Courier New"/>
                <a:ea typeface="Courier New"/>
                <a:cs typeface="Courier New"/>
                <a:sym typeface="Courier New"/>
              </a:rPr>
              <a:t> </a:t>
            </a:r>
            <a:endParaRPr/>
          </a:p>
          <a:p>
            <a:pPr indent="0" lvl="0" marL="0" marR="0" rtl="0" algn="l">
              <a:spcBef>
                <a:spcPts val="40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a:p>
            <a:pPr indent="0" lvl="0" marL="0" marR="0" rtl="0" algn="l">
              <a:spcBef>
                <a:spcPts val="40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a:p>
            <a:pPr indent="0" lvl="0" marL="0" marR="0" rtl="0" algn="l">
              <a:spcBef>
                <a:spcPts val="40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a:p>
            <a:pPr indent="0" lvl="0" marL="0" marR="0" rtl="0" algn="l">
              <a:spcBef>
                <a:spcPts val="40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a:p>
            <a:pPr indent="0" lvl="0" marL="0" marR="0" rtl="0" algn="l">
              <a:spcBef>
                <a:spcPts val="40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a:p>
            <a:pPr indent="0" lvl="0" marL="0" marR="0" rtl="0" algn="l">
              <a:spcBef>
                <a:spcPts val="40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a:p>
            <a:pPr indent="0" lvl="0" marL="0" marR="0" rtl="0" algn="l">
              <a:spcBef>
                <a:spcPts val="40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952" name="Google Shape;952;p50"/>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2: Mechanics</a:t>
            </a:r>
            <a:br>
              <a:rPr b="1" lang="en-US" sz="2800"/>
            </a:br>
            <a:r>
              <a:rPr lang="en-US" sz="2800">
                <a:solidFill>
                  <a:schemeClr val="dk1"/>
                </a:solidFill>
              </a:rPr>
              <a:t>2.1 – Motion</a:t>
            </a:r>
            <a:endParaRPr/>
          </a:p>
        </p:txBody>
      </p:sp>
      <p:grpSp>
        <p:nvGrpSpPr>
          <p:cNvPr id="953" name="Google Shape;953;p50"/>
          <p:cNvGrpSpPr/>
          <p:nvPr/>
        </p:nvGrpSpPr>
        <p:grpSpPr>
          <a:xfrm>
            <a:off x="3200400" y="1701800"/>
            <a:ext cx="4419600" cy="2162175"/>
            <a:chOff x="480" y="1536"/>
            <a:chExt cx="2784" cy="1362"/>
          </a:xfrm>
        </p:grpSpPr>
        <p:sp>
          <p:nvSpPr>
            <p:cNvPr id="954" name="Google Shape;954;p50"/>
            <p:cNvSpPr/>
            <p:nvPr/>
          </p:nvSpPr>
          <p:spPr>
            <a:xfrm>
              <a:off x="480" y="1536"/>
              <a:ext cx="480" cy="227"/>
            </a:xfrm>
            <a:prstGeom prst="rect">
              <a:avLst/>
            </a:prstGeom>
            <a:solidFill>
              <a:srgbClr val="F8F8F8"/>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chemeClr val="dk1"/>
                </a:buClr>
                <a:buSzPts val="1800"/>
                <a:buFont typeface="Courier New"/>
                <a:buNone/>
              </a:pPr>
              <a:r>
                <a:rPr i="1" lang="en-US" sz="1800">
                  <a:solidFill>
                    <a:schemeClr val="dk1"/>
                  </a:solidFill>
                  <a:latin typeface="Courier New"/>
                  <a:ea typeface="Courier New"/>
                  <a:cs typeface="Courier New"/>
                  <a:sym typeface="Courier New"/>
                </a:rPr>
                <a:t>t</a:t>
              </a:r>
              <a:r>
                <a:rPr lang="en-US" sz="1800">
                  <a:solidFill>
                    <a:schemeClr val="dk1"/>
                  </a:solidFill>
                  <a:latin typeface="Courier New"/>
                  <a:ea typeface="Courier New"/>
                  <a:cs typeface="Courier New"/>
                  <a:sym typeface="Courier New"/>
                </a:rPr>
                <a:t>(s)</a:t>
              </a:r>
              <a:endParaRPr b="1" i="1" sz="1600">
                <a:solidFill>
                  <a:schemeClr val="dk1"/>
                </a:solidFill>
                <a:latin typeface="Courier New"/>
                <a:ea typeface="Courier New"/>
                <a:cs typeface="Courier New"/>
                <a:sym typeface="Courier New"/>
              </a:endParaRPr>
            </a:p>
          </p:txBody>
        </p:sp>
        <p:sp>
          <p:nvSpPr>
            <p:cNvPr id="955" name="Google Shape;955;p50"/>
            <p:cNvSpPr/>
            <p:nvPr/>
          </p:nvSpPr>
          <p:spPr>
            <a:xfrm>
              <a:off x="480" y="1990"/>
              <a:ext cx="480" cy="227"/>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90000"/>
                </a:lnSpc>
                <a:spcBef>
                  <a:spcPts val="0"/>
                </a:spcBef>
                <a:spcAft>
                  <a:spcPts val="0"/>
                </a:spcAft>
                <a:buClr>
                  <a:schemeClr val="dk1"/>
                </a:buClr>
                <a:buSzPts val="1800"/>
                <a:buFont typeface="Courier New"/>
                <a:buNone/>
              </a:pPr>
              <a:r>
                <a:rPr lang="en-US" sz="1800">
                  <a:solidFill>
                    <a:schemeClr val="dk1"/>
                  </a:solidFill>
                  <a:latin typeface="Courier New"/>
                  <a:ea typeface="Courier New"/>
                  <a:cs typeface="Courier New"/>
                  <a:sym typeface="Courier New"/>
                </a:rPr>
                <a:t>.056</a:t>
              </a:r>
              <a:endParaRPr b="1" sz="1600">
                <a:solidFill>
                  <a:schemeClr val="dk1"/>
                </a:solidFill>
                <a:latin typeface="Courier New"/>
                <a:ea typeface="Courier New"/>
                <a:cs typeface="Courier New"/>
                <a:sym typeface="Courier New"/>
              </a:endParaRPr>
            </a:p>
          </p:txBody>
        </p:sp>
        <p:sp>
          <p:nvSpPr>
            <p:cNvPr id="956" name="Google Shape;956;p50"/>
            <p:cNvSpPr/>
            <p:nvPr/>
          </p:nvSpPr>
          <p:spPr>
            <a:xfrm>
              <a:off x="960" y="1536"/>
              <a:ext cx="576" cy="227"/>
            </a:xfrm>
            <a:prstGeom prst="rect">
              <a:avLst/>
            </a:prstGeom>
            <a:solidFill>
              <a:srgbClr val="F8F8F8"/>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chemeClr val="dk1"/>
                </a:buClr>
                <a:buSzPts val="1800"/>
                <a:buFont typeface="Courier New"/>
                <a:buNone/>
              </a:pPr>
              <a:r>
                <a:rPr i="1" lang="en-US" sz="1800">
                  <a:solidFill>
                    <a:schemeClr val="dk1"/>
                  </a:solidFill>
                  <a:latin typeface="Courier New"/>
                  <a:ea typeface="Courier New"/>
                  <a:cs typeface="Courier New"/>
                  <a:sym typeface="Courier New"/>
                </a:rPr>
                <a:t>y</a:t>
              </a:r>
              <a:r>
                <a:rPr lang="en-US" sz="1800">
                  <a:solidFill>
                    <a:schemeClr val="dk1"/>
                  </a:solidFill>
                  <a:latin typeface="Courier New"/>
                  <a:ea typeface="Courier New"/>
                  <a:cs typeface="Courier New"/>
                  <a:sym typeface="Courier New"/>
                </a:rPr>
                <a:t>(cm)</a:t>
              </a:r>
              <a:endParaRPr b="1" i="1" sz="1600">
                <a:solidFill>
                  <a:schemeClr val="dk1"/>
                </a:solidFill>
                <a:latin typeface="Courier New"/>
                <a:ea typeface="Courier New"/>
                <a:cs typeface="Courier New"/>
                <a:sym typeface="Courier New"/>
              </a:endParaRPr>
            </a:p>
          </p:txBody>
        </p:sp>
        <p:sp>
          <p:nvSpPr>
            <p:cNvPr id="957" name="Google Shape;957;p50"/>
            <p:cNvSpPr/>
            <p:nvPr/>
          </p:nvSpPr>
          <p:spPr>
            <a:xfrm>
              <a:off x="960" y="1763"/>
              <a:ext cx="576" cy="227"/>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90000"/>
                </a:lnSpc>
                <a:spcBef>
                  <a:spcPts val="0"/>
                </a:spcBef>
                <a:spcAft>
                  <a:spcPts val="0"/>
                </a:spcAft>
                <a:buClr>
                  <a:schemeClr val="dk1"/>
                </a:buClr>
                <a:buSzPts val="1800"/>
                <a:buFont typeface="Courier New"/>
                <a:buNone/>
              </a:pPr>
              <a:r>
                <a:rPr lang="en-US" sz="1800">
                  <a:solidFill>
                    <a:schemeClr val="dk1"/>
                  </a:solidFill>
                  <a:latin typeface="Courier New"/>
                  <a:ea typeface="Courier New"/>
                  <a:cs typeface="Courier New"/>
                  <a:sym typeface="Courier New"/>
                </a:rPr>
                <a:t>0</a:t>
              </a:r>
              <a:endParaRPr b="1" sz="1600">
                <a:solidFill>
                  <a:schemeClr val="dk1"/>
                </a:solidFill>
                <a:latin typeface="Courier New"/>
                <a:ea typeface="Courier New"/>
                <a:cs typeface="Courier New"/>
                <a:sym typeface="Courier New"/>
              </a:endParaRPr>
            </a:p>
          </p:txBody>
        </p:sp>
        <p:sp>
          <p:nvSpPr>
            <p:cNvPr id="958" name="Google Shape;958;p50"/>
            <p:cNvSpPr/>
            <p:nvPr/>
          </p:nvSpPr>
          <p:spPr>
            <a:xfrm>
              <a:off x="1536" y="1536"/>
              <a:ext cx="576" cy="227"/>
            </a:xfrm>
            <a:prstGeom prst="rect">
              <a:avLst/>
            </a:prstGeom>
            <a:solidFill>
              <a:srgbClr val="F8F8F8"/>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chemeClr val="dk1"/>
                </a:buClr>
                <a:buSzPts val="1800"/>
                <a:buFont typeface="Courier New"/>
                <a:buNone/>
              </a:pPr>
              <a:r>
                <a:rPr lang="en-US" sz="1800">
                  <a:solidFill>
                    <a:schemeClr val="dk1"/>
                  </a:solidFill>
                  <a:latin typeface="Courier New"/>
                  <a:ea typeface="Courier New"/>
                  <a:cs typeface="Courier New"/>
                  <a:sym typeface="Courier New"/>
                </a:rPr>
                <a:t>Δ</a:t>
              </a:r>
              <a:r>
                <a:rPr i="1" lang="en-US" sz="1800">
                  <a:solidFill>
                    <a:schemeClr val="dk1"/>
                  </a:solidFill>
                  <a:latin typeface="Courier New"/>
                  <a:ea typeface="Courier New"/>
                  <a:cs typeface="Courier New"/>
                  <a:sym typeface="Courier New"/>
                </a:rPr>
                <a:t>t</a:t>
              </a:r>
              <a:endParaRPr b="1" i="1" sz="1600">
                <a:solidFill>
                  <a:schemeClr val="dk1"/>
                </a:solidFill>
                <a:latin typeface="Courier New"/>
                <a:ea typeface="Courier New"/>
                <a:cs typeface="Courier New"/>
                <a:sym typeface="Courier New"/>
              </a:endParaRPr>
            </a:p>
          </p:txBody>
        </p:sp>
        <p:sp>
          <p:nvSpPr>
            <p:cNvPr id="959" name="Google Shape;959;p50"/>
            <p:cNvSpPr/>
            <p:nvPr/>
          </p:nvSpPr>
          <p:spPr>
            <a:xfrm>
              <a:off x="1536" y="1763"/>
              <a:ext cx="576" cy="227"/>
            </a:xfrm>
            <a:prstGeom prst="rect">
              <a:avLst/>
            </a:prstGeom>
            <a:solidFill>
              <a:schemeClr val="lt2"/>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90000"/>
                </a:lnSpc>
                <a:spcBef>
                  <a:spcPts val="0"/>
                </a:spcBef>
                <a:spcAft>
                  <a:spcPts val="0"/>
                </a:spcAft>
                <a:buClr>
                  <a:schemeClr val="dk1"/>
                </a:buClr>
                <a:buSzPts val="1600"/>
                <a:buFont typeface="Arial"/>
                <a:buNone/>
              </a:pPr>
              <a:r>
                <a:t/>
              </a:r>
              <a:endParaRPr b="1" sz="1600">
                <a:solidFill>
                  <a:schemeClr val="dk1"/>
                </a:solidFill>
                <a:latin typeface="Courier New"/>
                <a:ea typeface="Courier New"/>
                <a:cs typeface="Courier New"/>
                <a:sym typeface="Courier New"/>
              </a:endParaRPr>
            </a:p>
          </p:txBody>
        </p:sp>
        <p:sp>
          <p:nvSpPr>
            <p:cNvPr id="960" name="Google Shape;960;p50"/>
            <p:cNvSpPr/>
            <p:nvPr/>
          </p:nvSpPr>
          <p:spPr>
            <a:xfrm>
              <a:off x="2112" y="1536"/>
              <a:ext cx="576" cy="227"/>
            </a:xfrm>
            <a:prstGeom prst="rect">
              <a:avLst/>
            </a:prstGeom>
            <a:solidFill>
              <a:srgbClr val="F8F8F8"/>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chemeClr val="dk1"/>
                </a:buClr>
                <a:buSzPts val="1800"/>
                <a:buFont typeface="Courier New"/>
                <a:buNone/>
              </a:pPr>
              <a:r>
                <a:rPr lang="en-US" sz="1800">
                  <a:solidFill>
                    <a:schemeClr val="dk1"/>
                  </a:solidFill>
                  <a:latin typeface="Courier New"/>
                  <a:ea typeface="Courier New"/>
                  <a:cs typeface="Courier New"/>
                  <a:sym typeface="Courier New"/>
                </a:rPr>
                <a:t>Δ</a:t>
              </a:r>
              <a:r>
                <a:rPr i="1" lang="en-US" sz="1800">
                  <a:solidFill>
                    <a:schemeClr val="dk1"/>
                  </a:solidFill>
                  <a:latin typeface="Courier New"/>
                  <a:ea typeface="Courier New"/>
                  <a:cs typeface="Courier New"/>
                  <a:sym typeface="Courier New"/>
                </a:rPr>
                <a:t>y</a:t>
              </a:r>
              <a:endParaRPr b="1" i="1" sz="1600">
                <a:solidFill>
                  <a:schemeClr val="dk1"/>
                </a:solidFill>
                <a:latin typeface="Courier New"/>
                <a:ea typeface="Courier New"/>
                <a:cs typeface="Courier New"/>
                <a:sym typeface="Courier New"/>
              </a:endParaRPr>
            </a:p>
          </p:txBody>
        </p:sp>
        <p:sp>
          <p:nvSpPr>
            <p:cNvPr id="961" name="Google Shape;961;p50"/>
            <p:cNvSpPr/>
            <p:nvPr/>
          </p:nvSpPr>
          <p:spPr>
            <a:xfrm>
              <a:off x="2688" y="1536"/>
              <a:ext cx="576" cy="227"/>
            </a:xfrm>
            <a:prstGeom prst="rect">
              <a:avLst/>
            </a:prstGeom>
            <a:solidFill>
              <a:srgbClr val="F8F8F8"/>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chemeClr val="dk1"/>
                </a:buClr>
                <a:buSzPts val="1800"/>
                <a:buFont typeface="Courier New"/>
                <a:buNone/>
              </a:pPr>
              <a:r>
                <a:rPr i="1" lang="en-US" sz="1800">
                  <a:solidFill>
                    <a:schemeClr val="dk1"/>
                  </a:solidFill>
                  <a:latin typeface="Courier New"/>
                  <a:ea typeface="Courier New"/>
                  <a:cs typeface="Courier New"/>
                  <a:sym typeface="Courier New"/>
                </a:rPr>
                <a:t>v</a:t>
              </a:r>
              <a:endParaRPr b="1" i="1" sz="1600">
                <a:solidFill>
                  <a:schemeClr val="dk1"/>
                </a:solidFill>
                <a:latin typeface="Courier New"/>
                <a:ea typeface="Courier New"/>
                <a:cs typeface="Courier New"/>
                <a:sym typeface="Courier New"/>
              </a:endParaRPr>
            </a:p>
          </p:txBody>
        </p:sp>
        <p:sp>
          <p:nvSpPr>
            <p:cNvPr id="962" name="Google Shape;962;p50"/>
            <p:cNvSpPr/>
            <p:nvPr/>
          </p:nvSpPr>
          <p:spPr>
            <a:xfrm>
              <a:off x="960" y="1990"/>
              <a:ext cx="576" cy="227"/>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90000"/>
                </a:lnSpc>
                <a:spcBef>
                  <a:spcPts val="0"/>
                </a:spcBef>
                <a:spcAft>
                  <a:spcPts val="0"/>
                </a:spcAft>
                <a:buClr>
                  <a:schemeClr val="dk1"/>
                </a:buClr>
                <a:buSzPts val="1800"/>
                <a:buFont typeface="Courier New"/>
                <a:buNone/>
              </a:pPr>
              <a:r>
                <a:rPr lang="en-US" sz="1800">
                  <a:solidFill>
                    <a:schemeClr val="dk1"/>
                  </a:solidFill>
                  <a:latin typeface="Courier New"/>
                  <a:ea typeface="Courier New"/>
                  <a:cs typeface="Courier New"/>
                  <a:sym typeface="Courier New"/>
                </a:rPr>
                <a:t>-9</a:t>
              </a:r>
              <a:endParaRPr b="1" sz="1600">
                <a:solidFill>
                  <a:schemeClr val="dk1"/>
                </a:solidFill>
                <a:latin typeface="Courier New"/>
                <a:ea typeface="Courier New"/>
                <a:cs typeface="Courier New"/>
                <a:sym typeface="Courier New"/>
              </a:endParaRPr>
            </a:p>
          </p:txBody>
        </p:sp>
        <p:sp>
          <p:nvSpPr>
            <p:cNvPr id="963" name="Google Shape;963;p50"/>
            <p:cNvSpPr/>
            <p:nvPr/>
          </p:nvSpPr>
          <p:spPr>
            <a:xfrm>
              <a:off x="960" y="2217"/>
              <a:ext cx="576" cy="227"/>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90000"/>
                </a:lnSpc>
                <a:spcBef>
                  <a:spcPts val="0"/>
                </a:spcBef>
                <a:spcAft>
                  <a:spcPts val="0"/>
                </a:spcAft>
                <a:buClr>
                  <a:schemeClr val="dk1"/>
                </a:buClr>
                <a:buSzPts val="1800"/>
                <a:buFont typeface="Courier New"/>
                <a:buNone/>
              </a:pPr>
              <a:r>
                <a:rPr lang="en-US" sz="1800">
                  <a:solidFill>
                    <a:schemeClr val="dk1"/>
                  </a:solidFill>
                  <a:latin typeface="Courier New"/>
                  <a:ea typeface="Courier New"/>
                  <a:cs typeface="Courier New"/>
                  <a:sym typeface="Courier New"/>
                </a:rPr>
                <a:t>-22</a:t>
              </a:r>
              <a:endParaRPr b="1" sz="1600">
                <a:solidFill>
                  <a:schemeClr val="dk1"/>
                </a:solidFill>
                <a:latin typeface="Courier New"/>
                <a:ea typeface="Courier New"/>
                <a:cs typeface="Courier New"/>
                <a:sym typeface="Courier New"/>
              </a:endParaRPr>
            </a:p>
          </p:txBody>
        </p:sp>
        <p:sp>
          <p:nvSpPr>
            <p:cNvPr id="964" name="Google Shape;964;p50"/>
            <p:cNvSpPr/>
            <p:nvPr/>
          </p:nvSpPr>
          <p:spPr>
            <a:xfrm>
              <a:off x="960" y="2444"/>
              <a:ext cx="576" cy="227"/>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90000"/>
                </a:lnSpc>
                <a:spcBef>
                  <a:spcPts val="0"/>
                </a:spcBef>
                <a:spcAft>
                  <a:spcPts val="0"/>
                </a:spcAft>
                <a:buClr>
                  <a:schemeClr val="dk1"/>
                </a:buClr>
                <a:buSzPts val="1800"/>
                <a:buFont typeface="Courier New"/>
                <a:buNone/>
              </a:pPr>
              <a:r>
                <a:rPr lang="en-US" sz="1800">
                  <a:solidFill>
                    <a:schemeClr val="dk1"/>
                  </a:solidFill>
                  <a:latin typeface="Courier New"/>
                  <a:ea typeface="Courier New"/>
                  <a:cs typeface="Courier New"/>
                  <a:sym typeface="Courier New"/>
                </a:rPr>
                <a:t>-37</a:t>
              </a:r>
              <a:endParaRPr b="1" sz="1600">
                <a:solidFill>
                  <a:schemeClr val="dk1"/>
                </a:solidFill>
                <a:latin typeface="Courier New"/>
                <a:ea typeface="Courier New"/>
                <a:cs typeface="Courier New"/>
                <a:sym typeface="Courier New"/>
              </a:endParaRPr>
            </a:p>
          </p:txBody>
        </p:sp>
        <p:sp>
          <p:nvSpPr>
            <p:cNvPr id="965" name="Google Shape;965;p50"/>
            <p:cNvSpPr/>
            <p:nvPr/>
          </p:nvSpPr>
          <p:spPr>
            <a:xfrm>
              <a:off x="960" y="2671"/>
              <a:ext cx="576" cy="227"/>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90000"/>
                </a:lnSpc>
                <a:spcBef>
                  <a:spcPts val="0"/>
                </a:spcBef>
                <a:spcAft>
                  <a:spcPts val="0"/>
                </a:spcAft>
                <a:buClr>
                  <a:schemeClr val="dk1"/>
                </a:buClr>
                <a:buSzPts val="1800"/>
                <a:buFont typeface="Courier New"/>
                <a:buNone/>
              </a:pPr>
              <a:r>
                <a:rPr lang="en-US" sz="1800">
                  <a:solidFill>
                    <a:schemeClr val="dk1"/>
                  </a:solidFill>
                  <a:latin typeface="Courier New"/>
                  <a:ea typeface="Courier New"/>
                  <a:cs typeface="Courier New"/>
                  <a:sym typeface="Courier New"/>
                </a:rPr>
                <a:t>-55</a:t>
              </a:r>
              <a:endParaRPr b="1" sz="1600">
                <a:solidFill>
                  <a:schemeClr val="dk1"/>
                </a:solidFill>
                <a:latin typeface="Courier New"/>
                <a:ea typeface="Courier New"/>
                <a:cs typeface="Courier New"/>
                <a:sym typeface="Courier New"/>
              </a:endParaRPr>
            </a:p>
          </p:txBody>
        </p:sp>
        <p:sp>
          <p:nvSpPr>
            <p:cNvPr id="966" name="Google Shape;966;p50"/>
            <p:cNvSpPr/>
            <p:nvPr/>
          </p:nvSpPr>
          <p:spPr>
            <a:xfrm>
              <a:off x="480" y="2217"/>
              <a:ext cx="480" cy="227"/>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90000"/>
                </a:lnSpc>
                <a:spcBef>
                  <a:spcPts val="0"/>
                </a:spcBef>
                <a:spcAft>
                  <a:spcPts val="0"/>
                </a:spcAft>
                <a:buClr>
                  <a:schemeClr val="dk1"/>
                </a:buClr>
                <a:buSzPts val="1800"/>
                <a:buFont typeface="Courier New"/>
                <a:buNone/>
              </a:pPr>
              <a:r>
                <a:rPr lang="en-US" sz="1800">
                  <a:solidFill>
                    <a:schemeClr val="dk1"/>
                  </a:solidFill>
                  <a:latin typeface="Courier New"/>
                  <a:ea typeface="Courier New"/>
                  <a:cs typeface="Courier New"/>
                  <a:sym typeface="Courier New"/>
                </a:rPr>
                <a:t>.112</a:t>
              </a:r>
              <a:endParaRPr b="1" sz="1600">
                <a:solidFill>
                  <a:schemeClr val="dk1"/>
                </a:solidFill>
                <a:latin typeface="Courier New"/>
                <a:ea typeface="Courier New"/>
                <a:cs typeface="Courier New"/>
                <a:sym typeface="Courier New"/>
              </a:endParaRPr>
            </a:p>
          </p:txBody>
        </p:sp>
        <p:sp>
          <p:nvSpPr>
            <p:cNvPr id="967" name="Google Shape;967;p50"/>
            <p:cNvSpPr/>
            <p:nvPr/>
          </p:nvSpPr>
          <p:spPr>
            <a:xfrm>
              <a:off x="480" y="2444"/>
              <a:ext cx="480" cy="227"/>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90000"/>
                </a:lnSpc>
                <a:spcBef>
                  <a:spcPts val="0"/>
                </a:spcBef>
                <a:spcAft>
                  <a:spcPts val="0"/>
                </a:spcAft>
                <a:buClr>
                  <a:schemeClr val="dk1"/>
                </a:buClr>
                <a:buSzPts val="1800"/>
                <a:buFont typeface="Courier New"/>
                <a:buNone/>
              </a:pPr>
              <a:r>
                <a:rPr lang="en-US" sz="1800">
                  <a:solidFill>
                    <a:schemeClr val="dk1"/>
                  </a:solidFill>
                  <a:latin typeface="Courier New"/>
                  <a:ea typeface="Courier New"/>
                  <a:cs typeface="Courier New"/>
                  <a:sym typeface="Courier New"/>
                </a:rPr>
                <a:t>.168</a:t>
              </a:r>
              <a:endParaRPr b="1" sz="1600">
                <a:solidFill>
                  <a:schemeClr val="dk1"/>
                </a:solidFill>
                <a:latin typeface="Courier New"/>
                <a:ea typeface="Courier New"/>
                <a:cs typeface="Courier New"/>
                <a:sym typeface="Courier New"/>
              </a:endParaRPr>
            </a:p>
          </p:txBody>
        </p:sp>
        <p:sp>
          <p:nvSpPr>
            <p:cNvPr id="968" name="Google Shape;968;p50"/>
            <p:cNvSpPr/>
            <p:nvPr/>
          </p:nvSpPr>
          <p:spPr>
            <a:xfrm>
              <a:off x="480" y="2671"/>
              <a:ext cx="480" cy="227"/>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90000"/>
                </a:lnSpc>
                <a:spcBef>
                  <a:spcPts val="0"/>
                </a:spcBef>
                <a:spcAft>
                  <a:spcPts val="0"/>
                </a:spcAft>
                <a:buClr>
                  <a:schemeClr val="dk1"/>
                </a:buClr>
                <a:buSzPts val="1800"/>
                <a:buFont typeface="Courier New"/>
                <a:buNone/>
              </a:pPr>
              <a:r>
                <a:rPr lang="en-US" sz="1800">
                  <a:solidFill>
                    <a:schemeClr val="dk1"/>
                  </a:solidFill>
                  <a:latin typeface="Courier New"/>
                  <a:ea typeface="Courier New"/>
                  <a:cs typeface="Courier New"/>
                  <a:sym typeface="Courier New"/>
                </a:rPr>
                <a:t>.224</a:t>
              </a:r>
              <a:endParaRPr b="1" sz="1600">
                <a:solidFill>
                  <a:schemeClr val="dk1"/>
                </a:solidFill>
                <a:latin typeface="Courier New"/>
                <a:ea typeface="Courier New"/>
                <a:cs typeface="Courier New"/>
                <a:sym typeface="Courier New"/>
              </a:endParaRPr>
            </a:p>
          </p:txBody>
        </p:sp>
        <p:sp>
          <p:nvSpPr>
            <p:cNvPr id="969" name="Google Shape;969;p50"/>
            <p:cNvSpPr/>
            <p:nvPr/>
          </p:nvSpPr>
          <p:spPr>
            <a:xfrm>
              <a:off x="480" y="1763"/>
              <a:ext cx="480" cy="229"/>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90000"/>
                </a:lnSpc>
                <a:spcBef>
                  <a:spcPts val="0"/>
                </a:spcBef>
                <a:spcAft>
                  <a:spcPts val="0"/>
                </a:spcAft>
                <a:buClr>
                  <a:schemeClr val="dk1"/>
                </a:buClr>
                <a:buSzPts val="1800"/>
                <a:buFont typeface="Courier New"/>
                <a:buNone/>
              </a:pPr>
              <a:r>
                <a:rPr lang="en-US" sz="1800">
                  <a:solidFill>
                    <a:schemeClr val="dk1"/>
                  </a:solidFill>
                  <a:latin typeface="Courier New"/>
                  <a:ea typeface="Courier New"/>
                  <a:cs typeface="Courier New"/>
                  <a:sym typeface="Courier New"/>
                </a:rPr>
                <a:t>.000</a:t>
              </a:r>
              <a:endParaRPr b="1" sz="1600">
                <a:solidFill>
                  <a:schemeClr val="dk1"/>
                </a:solidFill>
                <a:latin typeface="Courier New"/>
                <a:ea typeface="Courier New"/>
                <a:cs typeface="Courier New"/>
                <a:sym typeface="Courier New"/>
              </a:endParaRPr>
            </a:p>
          </p:txBody>
        </p:sp>
        <p:sp>
          <p:nvSpPr>
            <p:cNvPr id="970" name="Google Shape;970;p50"/>
            <p:cNvSpPr/>
            <p:nvPr/>
          </p:nvSpPr>
          <p:spPr>
            <a:xfrm>
              <a:off x="2112" y="1763"/>
              <a:ext cx="576" cy="227"/>
            </a:xfrm>
            <a:prstGeom prst="rect">
              <a:avLst/>
            </a:prstGeom>
            <a:solidFill>
              <a:schemeClr val="lt2"/>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90000"/>
                </a:lnSpc>
                <a:spcBef>
                  <a:spcPts val="0"/>
                </a:spcBef>
                <a:spcAft>
                  <a:spcPts val="0"/>
                </a:spcAft>
                <a:buClr>
                  <a:schemeClr val="dk1"/>
                </a:buClr>
                <a:buSzPts val="1600"/>
                <a:buFont typeface="Arial"/>
                <a:buNone/>
              </a:pPr>
              <a:r>
                <a:t/>
              </a:r>
              <a:endParaRPr b="1" sz="1600">
                <a:solidFill>
                  <a:schemeClr val="dk1"/>
                </a:solidFill>
                <a:latin typeface="Courier New"/>
                <a:ea typeface="Courier New"/>
                <a:cs typeface="Courier New"/>
                <a:sym typeface="Courier New"/>
              </a:endParaRPr>
            </a:p>
          </p:txBody>
        </p:sp>
        <p:sp>
          <p:nvSpPr>
            <p:cNvPr id="971" name="Google Shape;971;p50"/>
            <p:cNvSpPr/>
            <p:nvPr/>
          </p:nvSpPr>
          <p:spPr>
            <a:xfrm>
              <a:off x="2688" y="1763"/>
              <a:ext cx="576" cy="227"/>
            </a:xfrm>
            <a:prstGeom prst="rect">
              <a:avLst/>
            </a:prstGeom>
            <a:solidFill>
              <a:schemeClr val="lt2"/>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90000"/>
                </a:lnSpc>
                <a:spcBef>
                  <a:spcPts val="0"/>
                </a:spcBef>
                <a:spcAft>
                  <a:spcPts val="0"/>
                </a:spcAft>
                <a:buClr>
                  <a:schemeClr val="dk1"/>
                </a:buClr>
                <a:buSzPts val="1600"/>
                <a:buFont typeface="Arial"/>
                <a:buNone/>
              </a:pPr>
              <a:r>
                <a:t/>
              </a:r>
              <a:endParaRPr b="1" sz="1600">
                <a:solidFill>
                  <a:schemeClr val="dk1"/>
                </a:solidFill>
                <a:latin typeface="Courier New"/>
                <a:ea typeface="Courier New"/>
                <a:cs typeface="Courier New"/>
                <a:sym typeface="Courier New"/>
              </a:endParaRPr>
            </a:p>
          </p:txBody>
        </p:sp>
        <p:sp>
          <p:nvSpPr>
            <p:cNvPr id="972" name="Google Shape;972;p50"/>
            <p:cNvSpPr/>
            <p:nvPr/>
          </p:nvSpPr>
          <p:spPr>
            <a:xfrm>
              <a:off x="1536" y="1990"/>
              <a:ext cx="576" cy="227"/>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90000"/>
                </a:lnSpc>
                <a:spcBef>
                  <a:spcPts val="0"/>
                </a:spcBef>
                <a:spcAft>
                  <a:spcPts val="0"/>
                </a:spcAft>
                <a:buClr>
                  <a:schemeClr val="dk1"/>
                </a:buClr>
                <a:buSzPts val="1800"/>
                <a:buFont typeface="Courier New"/>
                <a:buNone/>
              </a:pPr>
              <a:r>
                <a:rPr lang="en-US" sz="1800">
                  <a:solidFill>
                    <a:schemeClr val="dk1"/>
                  </a:solidFill>
                  <a:latin typeface="Courier New"/>
                  <a:ea typeface="Courier New"/>
                  <a:cs typeface="Courier New"/>
                  <a:sym typeface="Courier New"/>
                </a:rPr>
                <a:t>.056</a:t>
              </a:r>
              <a:endParaRPr b="1" sz="1600">
                <a:solidFill>
                  <a:schemeClr val="dk1"/>
                </a:solidFill>
                <a:latin typeface="Courier New"/>
                <a:ea typeface="Courier New"/>
                <a:cs typeface="Courier New"/>
                <a:sym typeface="Courier New"/>
              </a:endParaRPr>
            </a:p>
          </p:txBody>
        </p:sp>
        <p:sp>
          <p:nvSpPr>
            <p:cNvPr id="973" name="Google Shape;973;p50"/>
            <p:cNvSpPr/>
            <p:nvPr/>
          </p:nvSpPr>
          <p:spPr>
            <a:xfrm>
              <a:off x="1536" y="2217"/>
              <a:ext cx="576" cy="227"/>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90000"/>
                </a:lnSpc>
                <a:spcBef>
                  <a:spcPts val="0"/>
                </a:spcBef>
                <a:spcAft>
                  <a:spcPts val="0"/>
                </a:spcAft>
                <a:buClr>
                  <a:schemeClr val="dk1"/>
                </a:buClr>
                <a:buSzPts val="1800"/>
                <a:buFont typeface="Courier New"/>
                <a:buNone/>
              </a:pPr>
              <a:r>
                <a:rPr lang="en-US" sz="1800">
                  <a:solidFill>
                    <a:schemeClr val="dk1"/>
                  </a:solidFill>
                  <a:latin typeface="Courier New"/>
                  <a:ea typeface="Courier New"/>
                  <a:cs typeface="Courier New"/>
                  <a:sym typeface="Courier New"/>
                </a:rPr>
                <a:t>.056</a:t>
              </a:r>
              <a:endParaRPr b="1" sz="1600">
                <a:solidFill>
                  <a:schemeClr val="dk1"/>
                </a:solidFill>
                <a:latin typeface="Courier New"/>
                <a:ea typeface="Courier New"/>
                <a:cs typeface="Courier New"/>
                <a:sym typeface="Courier New"/>
              </a:endParaRPr>
            </a:p>
          </p:txBody>
        </p:sp>
        <p:sp>
          <p:nvSpPr>
            <p:cNvPr id="974" name="Google Shape;974;p50"/>
            <p:cNvSpPr/>
            <p:nvPr/>
          </p:nvSpPr>
          <p:spPr>
            <a:xfrm>
              <a:off x="1536" y="2444"/>
              <a:ext cx="576" cy="227"/>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90000"/>
                </a:lnSpc>
                <a:spcBef>
                  <a:spcPts val="0"/>
                </a:spcBef>
                <a:spcAft>
                  <a:spcPts val="0"/>
                </a:spcAft>
                <a:buClr>
                  <a:schemeClr val="dk1"/>
                </a:buClr>
                <a:buSzPts val="1800"/>
                <a:buFont typeface="Courier New"/>
                <a:buNone/>
              </a:pPr>
              <a:r>
                <a:rPr lang="en-US" sz="1800">
                  <a:solidFill>
                    <a:schemeClr val="dk1"/>
                  </a:solidFill>
                  <a:latin typeface="Courier New"/>
                  <a:ea typeface="Courier New"/>
                  <a:cs typeface="Courier New"/>
                  <a:sym typeface="Courier New"/>
                </a:rPr>
                <a:t>.056</a:t>
              </a:r>
              <a:endParaRPr b="1" sz="1600">
                <a:solidFill>
                  <a:schemeClr val="dk1"/>
                </a:solidFill>
                <a:latin typeface="Courier New"/>
                <a:ea typeface="Courier New"/>
                <a:cs typeface="Courier New"/>
                <a:sym typeface="Courier New"/>
              </a:endParaRPr>
            </a:p>
          </p:txBody>
        </p:sp>
        <p:sp>
          <p:nvSpPr>
            <p:cNvPr id="975" name="Google Shape;975;p50"/>
            <p:cNvSpPr/>
            <p:nvPr/>
          </p:nvSpPr>
          <p:spPr>
            <a:xfrm>
              <a:off x="1536" y="2671"/>
              <a:ext cx="576" cy="227"/>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90000"/>
                </a:lnSpc>
                <a:spcBef>
                  <a:spcPts val="0"/>
                </a:spcBef>
                <a:spcAft>
                  <a:spcPts val="0"/>
                </a:spcAft>
                <a:buClr>
                  <a:schemeClr val="dk1"/>
                </a:buClr>
                <a:buSzPts val="1800"/>
                <a:buFont typeface="Courier New"/>
                <a:buNone/>
              </a:pPr>
              <a:r>
                <a:rPr lang="en-US" sz="1800">
                  <a:solidFill>
                    <a:schemeClr val="dk1"/>
                  </a:solidFill>
                  <a:latin typeface="Courier New"/>
                  <a:ea typeface="Courier New"/>
                  <a:cs typeface="Courier New"/>
                  <a:sym typeface="Courier New"/>
                </a:rPr>
                <a:t>.056</a:t>
              </a:r>
              <a:endParaRPr b="1" sz="1600">
                <a:solidFill>
                  <a:schemeClr val="dk1"/>
                </a:solidFill>
                <a:latin typeface="Courier New"/>
                <a:ea typeface="Courier New"/>
                <a:cs typeface="Courier New"/>
                <a:sym typeface="Courier New"/>
              </a:endParaRPr>
            </a:p>
          </p:txBody>
        </p:sp>
        <p:sp>
          <p:nvSpPr>
            <p:cNvPr id="976" name="Google Shape;976;p50"/>
            <p:cNvSpPr/>
            <p:nvPr/>
          </p:nvSpPr>
          <p:spPr>
            <a:xfrm>
              <a:off x="2112" y="1990"/>
              <a:ext cx="576" cy="227"/>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90000"/>
                </a:lnSpc>
                <a:spcBef>
                  <a:spcPts val="0"/>
                </a:spcBef>
                <a:spcAft>
                  <a:spcPts val="0"/>
                </a:spcAft>
                <a:buClr>
                  <a:schemeClr val="dk1"/>
                </a:buClr>
                <a:buSzPts val="1800"/>
                <a:buFont typeface="Courier New"/>
                <a:buNone/>
              </a:pPr>
              <a:r>
                <a:rPr lang="en-US" sz="1800">
                  <a:solidFill>
                    <a:schemeClr val="dk1"/>
                  </a:solidFill>
                  <a:latin typeface="Courier New"/>
                  <a:ea typeface="Courier New"/>
                  <a:cs typeface="Courier New"/>
                  <a:sym typeface="Courier New"/>
                </a:rPr>
                <a:t>-9</a:t>
              </a:r>
              <a:endParaRPr b="1" sz="1600">
                <a:solidFill>
                  <a:schemeClr val="dk1"/>
                </a:solidFill>
                <a:latin typeface="Courier New"/>
                <a:ea typeface="Courier New"/>
                <a:cs typeface="Courier New"/>
                <a:sym typeface="Courier New"/>
              </a:endParaRPr>
            </a:p>
          </p:txBody>
        </p:sp>
        <p:sp>
          <p:nvSpPr>
            <p:cNvPr id="977" name="Google Shape;977;p50"/>
            <p:cNvSpPr/>
            <p:nvPr/>
          </p:nvSpPr>
          <p:spPr>
            <a:xfrm>
              <a:off x="2112" y="2217"/>
              <a:ext cx="576" cy="227"/>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90000"/>
                </a:lnSpc>
                <a:spcBef>
                  <a:spcPts val="0"/>
                </a:spcBef>
                <a:spcAft>
                  <a:spcPts val="0"/>
                </a:spcAft>
                <a:buClr>
                  <a:schemeClr val="dk1"/>
                </a:buClr>
                <a:buSzPts val="1800"/>
                <a:buFont typeface="Courier New"/>
                <a:buNone/>
              </a:pPr>
              <a:r>
                <a:rPr lang="en-US" sz="1800">
                  <a:solidFill>
                    <a:schemeClr val="dk1"/>
                  </a:solidFill>
                  <a:latin typeface="Courier New"/>
                  <a:ea typeface="Courier New"/>
                  <a:cs typeface="Courier New"/>
                  <a:sym typeface="Courier New"/>
                </a:rPr>
                <a:t>-13</a:t>
              </a:r>
              <a:endParaRPr b="1" sz="1600">
                <a:solidFill>
                  <a:schemeClr val="dk1"/>
                </a:solidFill>
                <a:latin typeface="Courier New"/>
                <a:ea typeface="Courier New"/>
                <a:cs typeface="Courier New"/>
                <a:sym typeface="Courier New"/>
              </a:endParaRPr>
            </a:p>
          </p:txBody>
        </p:sp>
        <p:sp>
          <p:nvSpPr>
            <p:cNvPr id="978" name="Google Shape;978;p50"/>
            <p:cNvSpPr/>
            <p:nvPr/>
          </p:nvSpPr>
          <p:spPr>
            <a:xfrm>
              <a:off x="2112" y="2444"/>
              <a:ext cx="576" cy="227"/>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90000"/>
                </a:lnSpc>
                <a:spcBef>
                  <a:spcPts val="0"/>
                </a:spcBef>
                <a:spcAft>
                  <a:spcPts val="0"/>
                </a:spcAft>
                <a:buClr>
                  <a:schemeClr val="dk1"/>
                </a:buClr>
                <a:buSzPts val="1800"/>
                <a:buFont typeface="Courier New"/>
                <a:buNone/>
              </a:pPr>
              <a:r>
                <a:rPr lang="en-US" sz="1800">
                  <a:solidFill>
                    <a:schemeClr val="dk1"/>
                  </a:solidFill>
                  <a:latin typeface="Courier New"/>
                  <a:ea typeface="Courier New"/>
                  <a:cs typeface="Courier New"/>
                  <a:sym typeface="Courier New"/>
                </a:rPr>
                <a:t>-15</a:t>
              </a:r>
              <a:endParaRPr b="1" sz="1600">
                <a:solidFill>
                  <a:schemeClr val="dk1"/>
                </a:solidFill>
                <a:latin typeface="Courier New"/>
                <a:ea typeface="Courier New"/>
                <a:cs typeface="Courier New"/>
                <a:sym typeface="Courier New"/>
              </a:endParaRPr>
            </a:p>
          </p:txBody>
        </p:sp>
        <p:sp>
          <p:nvSpPr>
            <p:cNvPr id="979" name="Google Shape;979;p50"/>
            <p:cNvSpPr/>
            <p:nvPr/>
          </p:nvSpPr>
          <p:spPr>
            <a:xfrm>
              <a:off x="2112" y="2671"/>
              <a:ext cx="576" cy="227"/>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90000"/>
                </a:lnSpc>
                <a:spcBef>
                  <a:spcPts val="0"/>
                </a:spcBef>
                <a:spcAft>
                  <a:spcPts val="0"/>
                </a:spcAft>
                <a:buClr>
                  <a:schemeClr val="dk1"/>
                </a:buClr>
                <a:buSzPts val="1800"/>
                <a:buFont typeface="Courier New"/>
                <a:buNone/>
              </a:pPr>
              <a:r>
                <a:rPr lang="en-US" sz="1800">
                  <a:solidFill>
                    <a:schemeClr val="dk1"/>
                  </a:solidFill>
                  <a:latin typeface="Courier New"/>
                  <a:ea typeface="Courier New"/>
                  <a:cs typeface="Courier New"/>
                  <a:sym typeface="Courier New"/>
                </a:rPr>
                <a:t>-18</a:t>
              </a:r>
              <a:endParaRPr b="1" sz="1600">
                <a:solidFill>
                  <a:schemeClr val="dk1"/>
                </a:solidFill>
                <a:latin typeface="Courier New"/>
                <a:ea typeface="Courier New"/>
                <a:cs typeface="Courier New"/>
                <a:sym typeface="Courier New"/>
              </a:endParaRPr>
            </a:p>
          </p:txBody>
        </p:sp>
        <p:sp>
          <p:nvSpPr>
            <p:cNvPr id="980" name="Google Shape;980;p50"/>
            <p:cNvSpPr/>
            <p:nvPr/>
          </p:nvSpPr>
          <p:spPr>
            <a:xfrm>
              <a:off x="2688" y="1987"/>
              <a:ext cx="576" cy="227"/>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90000"/>
                </a:lnSpc>
                <a:spcBef>
                  <a:spcPts val="0"/>
                </a:spcBef>
                <a:spcAft>
                  <a:spcPts val="0"/>
                </a:spcAft>
                <a:buClr>
                  <a:schemeClr val="dk1"/>
                </a:buClr>
                <a:buSzPts val="1800"/>
                <a:buFont typeface="Courier New"/>
                <a:buNone/>
              </a:pPr>
              <a:r>
                <a:rPr lang="en-US" sz="1800">
                  <a:solidFill>
                    <a:schemeClr val="dk1"/>
                  </a:solidFill>
                  <a:latin typeface="Courier New"/>
                  <a:ea typeface="Courier New"/>
                  <a:cs typeface="Courier New"/>
                  <a:sym typeface="Courier New"/>
                </a:rPr>
                <a:t>-161</a:t>
              </a:r>
              <a:endParaRPr b="1" sz="1600">
                <a:solidFill>
                  <a:schemeClr val="dk1"/>
                </a:solidFill>
                <a:latin typeface="Courier New"/>
                <a:ea typeface="Courier New"/>
                <a:cs typeface="Courier New"/>
                <a:sym typeface="Courier New"/>
              </a:endParaRPr>
            </a:p>
          </p:txBody>
        </p:sp>
        <p:sp>
          <p:nvSpPr>
            <p:cNvPr id="981" name="Google Shape;981;p50"/>
            <p:cNvSpPr/>
            <p:nvPr/>
          </p:nvSpPr>
          <p:spPr>
            <a:xfrm>
              <a:off x="2688" y="2217"/>
              <a:ext cx="576" cy="227"/>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90000"/>
                </a:lnSpc>
                <a:spcBef>
                  <a:spcPts val="0"/>
                </a:spcBef>
                <a:spcAft>
                  <a:spcPts val="0"/>
                </a:spcAft>
                <a:buClr>
                  <a:schemeClr val="dk1"/>
                </a:buClr>
                <a:buSzPts val="1800"/>
                <a:buFont typeface="Courier New"/>
                <a:buNone/>
              </a:pPr>
              <a:r>
                <a:rPr lang="en-US" sz="1800">
                  <a:solidFill>
                    <a:schemeClr val="dk1"/>
                  </a:solidFill>
                  <a:latin typeface="Courier New"/>
                  <a:ea typeface="Courier New"/>
                  <a:cs typeface="Courier New"/>
                  <a:sym typeface="Courier New"/>
                </a:rPr>
                <a:t>-232</a:t>
              </a:r>
              <a:endParaRPr b="1" sz="1600">
                <a:solidFill>
                  <a:schemeClr val="dk1"/>
                </a:solidFill>
                <a:latin typeface="Courier New"/>
                <a:ea typeface="Courier New"/>
                <a:cs typeface="Courier New"/>
                <a:sym typeface="Courier New"/>
              </a:endParaRPr>
            </a:p>
          </p:txBody>
        </p:sp>
        <p:sp>
          <p:nvSpPr>
            <p:cNvPr id="982" name="Google Shape;982;p50"/>
            <p:cNvSpPr/>
            <p:nvPr/>
          </p:nvSpPr>
          <p:spPr>
            <a:xfrm>
              <a:off x="2688" y="2444"/>
              <a:ext cx="576" cy="227"/>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90000"/>
                </a:lnSpc>
                <a:spcBef>
                  <a:spcPts val="0"/>
                </a:spcBef>
                <a:spcAft>
                  <a:spcPts val="0"/>
                </a:spcAft>
                <a:buClr>
                  <a:schemeClr val="dk1"/>
                </a:buClr>
                <a:buSzPts val="1800"/>
                <a:buFont typeface="Courier New"/>
                <a:buNone/>
              </a:pPr>
              <a:r>
                <a:rPr lang="en-US" sz="1800">
                  <a:solidFill>
                    <a:schemeClr val="dk1"/>
                  </a:solidFill>
                  <a:latin typeface="Courier New"/>
                  <a:ea typeface="Courier New"/>
                  <a:cs typeface="Courier New"/>
                  <a:sym typeface="Courier New"/>
                </a:rPr>
                <a:t>-268</a:t>
              </a:r>
              <a:endParaRPr b="1" sz="1600">
                <a:solidFill>
                  <a:schemeClr val="dk1"/>
                </a:solidFill>
                <a:latin typeface="Courier New"/>
                <a:ea typeface="Courier New"/>
                <a:cs typeface="Courier New"/>
                <a:sym typeface="Courier New"/>
              </a:endParaRPr>
            </a:p>
          </p:txBody>
        </p:sp>
        <p:sp>
          <p:nvSpPr>
            <p:cNvPr id="983" name="Google Shape;983;p50"/>
            <p:cNvSpPr/>
            <p:nvPr/>
          </p:nvSpPr>
          <p:spPr>
            <a:xfrm>
              <a:off x="2688" y="2671"/>
              <a:ext cx="576" cy="227"/>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r">
                <a:lnSpc>
                  <a:spcPct val="90000"/>
                </a:lnSpc>
                <a:spcBef>
                  <a:spcPts val="0"/>
                </a:spcBef>
                <a:spcAft>
                  <a:spcPts val="0"/>
                </a:spcAft>
                <a:buClr>
                  <a:schemeClr val="dk1"/>
                </a:buClr>
                <a:buSzPts val="1800"/>
                <a:buFont typeface="Courier New"/>
                <a:buNone/>
              </a:pPr>
              <a:r>
                <a:rPr lang="en-US" sz="1800">
                  <a:solidFill>
                    <a:schemeClr val="dk1"/>
                  </a:solidFill>
                  <a:latin typeface="Courier New"/>
                  <a:ea typeface="Courier New"/>
                  <a:cs typeface="Courier New"/>
                  <a:sym typeface="Courier New"/>
                </a:rPr>
                <a:t>-321</a:t>
              </a:r>
              <a:endParaRPr b="1" sz="1600">
                <a:solidFill>
                  <a:schemeClr val="dk1"/>
                </a:solidFill>
                <a:latin typeface="Courier New"/>
                <a:ea typeface="Courier New"/>
                <a:cs typeface="Courier New"/>
                <a:sym typeface="Courier New"/>
              </a:endParaRPr>
            </a:p>
          </p:txBody>
        </p:sp>
      </p:grpSp>
      <p:sp>
        <p:nvSpPr>
          <p:cNvPr id="984" name="Google Shape;984;p50"/>
          <p:cNvSpPr/>
          <p:nvPr/>
        </p:nvSpPr>
        <p:spPr>
          <a:xfrm>
            <a:off x="2514600" y="6096000"/>
            <a:ext cx="1143000" cy="304800"/>
          </a:xfrm>
          <a:prstGeom prst="rect">
            <a:avLst/>
          </a:prstGeom>
          <a:solidFill>
            <a:srgbClr val="FFFF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rgbClr val="FFFFCC"/>
              </a:solidFill>
              <a:latin typeface="Courier New"/>
              <a:ea typeface="Courier New"/>
              <a:cs typeface="Courier New"/>
              <a:sym typeface="Courier New"/>
            </a:endParaRPr>
          </a:p>
        </p:txBody>
      </p:sp>
      <p:sp>
        <p:nvSpPr>
          <p:cNvPr id="985" name="Google Shape;985;p50"/>
          <p:cNvSpPr/>
          <p:nvPr/>
        </p:nvSpPr>
        <p:spPr>
          <a:xfrm>
            <a:off x="3657600" y="6096000"/>
            <a:ext cx="1143000" cy="304800"/>
          </a:xfrm>
          <a:prstGeom prst="rect">
            <a:avLst/>
          </a:prstGeom>
          <a:solidFill>
            <a:srgbClr val="FFFF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rgbClr val="FFFFCC"/>
              </a:solidFill>
              <a:latin typeface="Courier New"/>
              <a:ea typeface="Courier New"/>
              <a:cs typeface="Courier New"/>
              <a:sym typeface="Courier New"/>
            </a:endParaRPr>
          </a:p>
        </p:txBody>
      </p:sp>
      <p:sp>
        <p:nvSpPr>
          <p:cNvPr id="986" name="Google Shape;986;p50"/>
          <p:cNvSpPr/>
          <p:nvPr/>
        </p:nvSpPr>
        <p:spPr>
          <a:xfrm>
            <a:off x="4800600" y="6096000"/>
            <a:ext cx="1143000" cy="304800"/>
          </a:xfrm>
          <a:prstGeom prst="rect">
            <a:avLst/>
          </a:prstGeom>
          <a:solidFill>
            <a:srgbClr val="FFFF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rgbClr val="FFFFCC"/>
              </a:solidFill>
              <a:latin typeface="Courier New"/>
              <a:ea typeface="Courier New"/>
              <a:cs typeface="Courier New"/>
              <a:sym typeface="Courier New"/>
            </a:endParaRPr>
          </a:p>
        </p:txBody>
      </p:sp>
      <p:sp>
        <p:nvSpPr>
          <p:cNvPr id="987" name="Google Shape;987;p50"/>
          <p:cNvSpPr/>
          <p:nvPr/>
        </p:nvSpPr>
        <p:spPr>
          <a:xfrm>
            <a:off x="5943600" y="6096000"/>
            <a:ext cx="1143000" cy="304800"/>
          </a:xfrm>
          <a:prstGeom prst="rect">
            <a:avLst/>
          </a:prstGeom>
          <a:solidFill>
            <a:srgbClr val="FFFF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rgbClr val="FFFFCC"/>
              </a:solidFill>
              <a:latin typeface="Courier New"/>
              <a:ea typeface="Courier New"/>
              <a:cs typeface="Courier New"/>
              <a:sym typeface="Courier New"/>
            </a:endParaRPr>
          </a:p>
        </p:txBody>
      </p:sp>
      <p:sp>
        <p:nvSpPr>
          <p:cNvPr id="988" name="Google Shape;988;p50"/>
          <p:cNvSpPr/>
          <p:nvPr/>
        </p:nvSpPr>
        <p:spPr>
          <a:xfrm>
            <a:off x="2514600" y="5791200"/>
            <a:ext cx="1143000" cy="304800"/>
          </a:xfrm>
          <a:prstGeom prst="rect">
            <a:avLst/>
          </a:prstGeom>
          <a:solidFill>
            <a:srgbClr val="FFFF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rgbClr val="FFFFCC"/>
              </a:solidFill>
              <a:latin typeface="Courier New"/>
              <a:ea typeface="Courier New"/>
              <a:cs typeface="Courier New"/>
              <a:sym typeface="Courier New"/>
            </a:endParaRPr>
          </a:p>
        </p:txBody>
      </p:sp>
      <p:sp>
        <p:nvSpPr>
          <p:cNvPr id="989" name="Google Shape;989;p50"/>
          <p:cNvSpPr/>
          <p:nvPr/>
        </p:nvSpPr>
        <p:spPr>
          <a:xfrm>
            <a:off x="3657600" y="5791200"/>
            <a:ext cx="1143000" cy="304800"/>
          </a:xfrm>
          <a:prstGeom prst="rect">
            <a:avLst/>
          </a:prstGeom>
          <a:solidFill>
            <a:srgbClr val="FFFF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rgbClr val="FFFFCC"/>
              </a:solidFill>
              <a:latin typeface="Courier New"/>
              <a:ea typeface="Courier New"/>
              <a:cs typeface="Courier New"/>
              <a:sym typeface="Courier New"/>
            </a:endParaRPr>
          </a:p>
        </p:txBody>
      </p:sp>
      <p:sp>
        <p:nvSpPr>
          <p:cNvPr id="990" name="Google Shape;990;p50"/>
          <p:cNvSpPr/>
          <p:nvPr/>
        </p:nvSpPr>
        <p:spPr>
          <a:xfrm>
            <a:off x="4800600" y="5791200"/>
            <a:ext cx="1143000" cy="304800"/>
          </a:xfrm>
          <a:prstGeom prst="rect">
            <a:avLst/>
          </a:prstGeom>
          <a:solidFill>
            <a:srgbClr val="FFFF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rgbClr val="FFFFCC"/>
              </a:solidFill>
              <a:latin typeface="Courier New"/>
              <a:ea typeface="Courier New"/>
              <a:cs typeface="Courier New"/>
              <a:sym typeface="Courier New"/>
            </a:endParaRPr>
          </a:p>
        </p:txBody>
      </p:sp>
      <p:sp>
        <p:nvSpPr>
          <p:cNvPr id="991" name="Google Shape;991;p50"/>
          <p:cNvSpPr/>
          <p:nvPr/>
        </p:nvSpPr>
        <p:spPr>
          <a:xfrm>
            <a:off x="5943600" y="5791200"/>
            <a:ext cx="1143000" cy="304800"/>
          </a:xfrm>
          <a:prstGeom prst="rect">
            <a:avLst/>
          </a:prstGeom>
          <a:solidFill>
            <a:srgbClr val="FFFF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rgbClr val="FFFFCC"/>
              </a:solidFill>
              <a:latin typeface="Courier New"/>
              <a:ea typeface="Courier New"/>
              <a:cs typeface="Courier New"/>
              <a:sym typeface="Courier New"/>
            </a:endParaRPr>
          </a:p>
        </p:txBody>
      </p:sp>
      <p:sp>
        <p:nvSpPr>
          <p:cNvPr id="992" name="Google Shape;992;p50"/>
          <p:cNvSpPr/>
          <p:nvPr/>
        </p:nvSpPr>
        <p:spPr>
          <a:xfrm>
            <a:off x="2514600" y="5486400"/>
            <a:ext cx="1143000" cy="304800"/>
          </a:xfrm>
          <a:prstGeom prst="rect">
            <a:avLst/>
          </a:prstGeom>
          <a:solidFill>
            <a:srgbClr val="FFFF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rgbClr val="FFFFCC"/>
              </a:solidFill>
              <a:latin typeface="Courier New"/>
              <a:ea typeface="Courier New"/>
              <a:cs typeface="Courier New"/>
              <a:sym typeface="Courier New"/>
            </a:endParaRPr>
          </a:p>
        </p:txBody>
      </p:sp>
      <p:sp>
        <p:nvSpPr>
          <p:cNvPr id="993" name="Google Shape;993;p50"/>
          <p:cNvSpPr/>
          <p:nvPr/>
        </p:nvSpPr>
        <p:spPr>
          <a:xfrm>
            <a:off x="3657600" y="5486400"/>
            <a:ext cx="1143000" cy="304800"/>
          </a:xfrm>
          <a:prstGeom prst="rect">
            <a:avLst/>
          </a:prstGeom>
          <a:solidFill>
            <a:srgbClr val="FFFF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rgbClr val="FFFFCC"/>
              </a:solidFill>
              <a:latin typeface="Courier New"/>
              <a:ea typeface="Courier New"/>
              <a:cs typeface="Courier New"/>
              <a:sym typeface="Courier New"/>
            </a:endParaRPr>
          </a:p>
        </p:txBody>
      </p:sp>
      <p:sp>
        <p:nvSpPr>
          <p:cNvPr id="994" name="Google Shape;994;p50"/>
          <p:cNvSpPr/>
          <p:nvPr/>
        </p:nvSpPr>
        <p:spPr>
          <a:xfrm>
            <a:off x="4800600" y="5486400"/>
            <a:ext cx="1143000" cy="304800"/>
          </a:xfrm>
          <a:prstGeom prst="rect">
            <a:avLst/>
          </a:prstGeom>
          <a:solidFill>
            <a:srgbClr val="FFFF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rgbClr val="FFFFCC"/>
              </a:solidFill>
              <a:latin typeface="Courier New"/>
              <a:ea typeface="Courier New"/>
              <a:cs typeface="Courier New"/>
              <a:sym typeface="Courier New"/>
            </a:endParaRPr>
          </a:p>
        </p:txBody>
      </p:sp>
      <p:sp>
        <p:nvSpPr>
          <p:cNvPr id="995" name="Google Shape;995;p50"/>
          <p:cNvSpPr/>
          <p:nvPr/>
        </p:nvSpPr>
        <p:spPr>
          <a:xfrm>
            <a:off x="5943600" y="5486400"/>
            <a:ext cx="1143000" cy="304800"/>
          </a:xfrm>
          <a:prstGeom prst="rect">
            <a:avLst/>
          </a:prstGeom>
          <a:solidFill>
            <a:srgbClr val="FFFF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rgbClr val="FFFFCC"/>
              </a:solidFill>
              <a:latin typeface="Courier New"/>
              <a:ea typeface="Courier New"/>
              <a:cs typeface="Courier New"/>
              <a:sym typeface="Courier New"/>
            </a:endParaRPr>
          </a:p>
        </p:txBody>
      </p:sp>
      <p:sp>
        <p:nvSpPr>
          <p:cNvPr id="996" name="Google Shape;996;p50"/>
          <p:cNvSpPr/>
          <p:nvPr/>
        </p:nvSpPr>
        <p:spPr>
          <a:xfrm>
            <a:off x="2514600" y="5181600"/>
            <a:ext cx="1143000" cy="304800"/>
          </a:xfrm>
          <a:prstGeom prst="rect">
            <a:avLst/>
          </a:prstGeom>
          <a:solidFill>
            <a:srgbClr val="FFFF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rgbClr val="FFFFCC"/>
              </a:solidFill>
              <a:latin typeface="Courier New"/>
              <a:ea typeface="Courier New"/>
              <a:cs typeface="Courier New"/>
              <a:sym typeface="Courier New"/>
            </a:endParaRPr>
          </a:p>
        </p:txBody>
      </p:sp>
      <p:sp>
        <p:nvSpPr>
          <p:cNvPr id="997" name="Google Shape;997;p50"/>
          <p:cNvSpPr/>
          <p:nvPr/>
        </p:nvSpPr>
        <p:spPr>
          <a:xfrm>
            <a:off x="3657600" y="5181600"/>
            <a:ext cx="1143000" cy="304800"/>
          </a:xfrm>
          <a:prstGeom prst="rect">
            <a:avLst/>
          </a:prstGeom>
          <a:solidFill>
            <a:srgbClr val="FFFF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rgbClr val="FFFFCC"/>
              </a:solidFill>
              <a:latin typeface="Courier New"/>
              <a:ea typeface="Courier New"/>
              <a:cs typeface="Courier New"/>
              <a:sym typeface="Courier New"/>
            </a:endParaRPr>
          </a:p>
        </p:txBody>
      </p:sp>
      <p:sp>
        <p:nvSpPr>
          <p:cNvPr id="998" name="Google Shape;998;p50"/>
          <p:cNvSpPr/>
          <p:nvPr/>
        </p:nvSpPr>
        <p:spPr>
          <a:xfrm>
            <a:off x="4800600" y="5181600"/>
            <a:ext cx="1143000" cy="304800"/>
          </a:xfrm>
          <a:prstGeom prst="rect">
            <a:avLst/>
          </a:prstGeom>
          <a:solidFill>
            <a:srgbClr val="FFFF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rgbClr val="FFFFCC"/>
              </a:solidFill>
              <a:latin typeface="Courier New"/>
              <a:ea typeface="Courier New"/>
              <a:cs typeface="Courier New"/>
              <a:sym typeface="Courier New"/>
            </a:endParaRPr>
          </a:p>
        </p:txBody>
      </p:sp>
      <p:sp>
        <p:nvSpPr>
          <p:cNvPr id="999" name="Google Shape;999;p50"/>
          <p:cNvSpPr/>
          <p:nvPr/>
        </p:nvSpPr>
        <p:spPr>
          <a:xfrm>
            <a:off x="5943600" y="5181600"/>
            <a:ext cx="1143000" cy="304800"/>
          </a:xfrm>
          <a:prstGeom prst="rect">
            <a:avLst/>
          </a:prstGeom>
          <a:solidFill>
            <a:srgbClr val="FFFF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rgbClr val="FFFFCC"/>
              </a:solidFill>
              <a:latin typeface="Courier New"/>
              <a:ea typeface="Courier New"/>
              <a:cs typeface="Courier New"/>
              <a:sym typeface="Courier New"/>
            </a:endParaRPr>
          </a:p>
        </p:txBody>
      </p:sp>
      <p:sp>
        <p:nvSpPr>
          <p:cNvPr id="1000" name="Google Shape;1000;p50"/>
          <p:cNvSpPr/>
          <p:nvPr/>
        </p:nvSpPr>
        <p:spPr>
          <a:xfrm>
            <a:off x="2514600" y="4876800"/>
            <a:ext cx="1143000" cy="304800"/>
          </a:xfrm>
          <a:prstGeom prst="rect">
            <a:avLst/>
          </a:prstGeom>
          <a:solidFill>
            <a:srgbClr val="FFFF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rgbClr val="FFFFCC"/>
              </a:solidFill>
              <a:latin typeface="Courier New"/>
              <a:ea typeface="Courier New"/>
              <a:cs typeface="Courier New"/>
              <a:sym typeface="Courier New"/>
            </a:endParaRPr>
          </a:p>
        </p:txBody>
      </p:sp>
      <p:sp>
        <p:nvSpPr>
          <p:cNvPr id="1001" name="Google Shape;1001;p50"/>
          <p:cNvSpPr/>
          <p:nvPr/>
        </p:nvSpPr>
        <p:spPr>
          <a:xfrm>
            <a:off x="3657600" y="4876800"/>
            <a:ext cx="1143000" cy="304800"/>
          </a:xfrm>
          <a:prstGeom prst="rect">
            <a:avLst/>
          </a:prstGeom>
          <a:solidFill>
            <a:srgbClr val="FFFF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rgbClr val="FFFFCC"/>
              </a:solidFill>
              <a:latin typeface="Courier New"/>
              <a:ea typeface="Courier New"/>
              <a:cs typeface="Courier New"/>
              <a:sym typeface="Courier New"/>
            </a:endParaRPr>
          </a:p>
        </p:txBody>
      </p:sp>
      <p:sp>
        <p:nvSpPr>
          <p:cNvPr id="1002" name="Google Shape;1002;p50"/>
          <p:cNvSpPr/>
          <p:nvPr/>
        </p:nvSpPr>
        <p:spPr>
          <a:xfrm>
            <a:off x="4800600" y="4876800"/>
            <a:ext cx="1143000" cy="304800"/>
          </a:xfrm>
          <a:prstGeom prst="rect">
            <a:avLst/>
          </a:prstGeom>
          <a:solidFill>
            <a:srgbClr val="FFFF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rgbClr val="FFFFCC"/>
              </a:solidFill>
              <a:latin typeface="Courier New"/>
              <a:ea typeface="Courier New"/>
              <a:cs typeface="Courier New"/>
              <a:sym typeface="Courier New"/>
            </a:endParaRPr>
          </a:p>
        </p:txBody>
      </p:sp>
      <p:sp>
        <p:nvSpPr>
          <p:cNvPr id="1003" name="Google Shape;1003;p50"/>
          <p:cNvSpPr/>
          <p:nvPr/>
        </p:nvSpPr>
        <p:spPr>
          <a:xfrm>
            <a:off x="5943600" y="4876800"/>
            <a:ext cx="1143000" cy="304800"/>
          </a:xfrm>
          <a:prstGeom prst="rect">
            <a:avLst/>
          </a:prstGeom>
          <a:solidFill>
            <a:srgbClr val="FFFF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rgbClr val="FFFFCC"/>
              </a:solidFill>
              <a:latin typeface="Courier New"/>
              <a:ea typeface="Courier New"/>
              <a:cs typeface="Courier New"/>
              <a:sym typeface="Courier New"/>
            </a:endParaRPr>
          </a:p>
        </p:txBody>
      </p:sp>
      <p:sp>
        <p:nvSpPr>
          <p:cNvPr id="1004" name="Google Shape;1004;p50"/>
          <p:cNvSpPr/>
          <p:nvPr/>
        </p:nvSpPr>
        <p:spPr>
          <a:xfrm>
            <a:off x="2514600" y="4572000"/>
            <a:ext cx="1143000" cy="304800"/>
          </a:xfrm>
          <a:prstGeom prst="rect">
            <a:avLst/>
          </a:prstGeom>
          <a:solidFill>
            <a:srgbClr val="FFFF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rgbClr val="FFFFCC"/>
              </a:solidFill>
              <a:latin typeface="Courier New"/>
              <a:ea typeface="Courier New"/>
              <a:cs typeface="Courier New"/>
              <a:sym typeface="Courier New"/>
            </a:endParaRPr>
          </a:p>
        </p:txBody>
      </p:sp>
      <p:sp>
        <p:nvSpPr>
          <p:cNvPr id="1005" name="Google Shape;1005;p50"/>
          <p:cNvSpPr/>
          <p:nvPr/>
        </p:nvSpPr>
        <p:spPr>
          <a:xfrm>
            <a:off x="3657600" y="4572000"/>
            <a:ext cx="1143000" cy="304800"/>
          </a:xfrm>
          <a:prstGeom prst="rect">
            <a:avLst/>
          </a:prstGeom>
          <a:solidFill>
            <a:srgbClr val="FFFF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rgbClr val="FFFFCC"/>
              </a:solidFill>
              <a:latin typeface="Courier New"/>
              <a:ea typeface="Courier New"/>
              <a:cs typeface="Courier New"/>
              <a:sym typeface="Courier New"/>
            </a:endParaRPr>
          </a:p>
        </p:txBody>
      </p:sp>
      <p:sp>
        <p:nvSpPr>
          <p:cNvPr id="1006" name="Google Shape;1006;p50"/>
          <p:cNvSpPr/>
          <p:nvPr/>
        </p:nvSpPr>
        <p:spPr>
          <a:xfrm>
            <a:off x="4800600" y="4572000"/>
            <a:ext cx="1143000" cy="304800"/>
          </a:xfrm>
          <a:prstGeom prst="rect">
            <a:avLst/>
          </a:prstGeom>
          <a:solidFill>
            <a:srgbClr val="FFFF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rgbClr val="FFFFCC"/>
              </a:solidFill>
              <a:latin typeface="Courier New"/>
              <a:ea typeface="Courier New"/>
              <a:cs typeface="Courier New"/>
              <a:sym typeface="Courier New"/>
            </a:endParaRPr>
          </a:p>
        </p:txBody>
      </p:sp>
      <p:sp>
        <p:nvSpPr>
          <p:cNvPr id="1007" name="Google Shape;1007;p50"/>
          <p:cNvSpPr/>
          <p:nvPr/>
        </p:nvSpPr>
        <p:spPr>
          <a:xfrm>
            <a:off x="5943600" y="4572000"/>
            <a:ext cx="1143000" cy="304800"/>
          </a:xfrm>
          <a:prstGeom prst="rect">
            <a:avLst/>
          </a:prstGeom>
          <a:solidFill>
            <a:srgbClr val="FFFF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rgbClr val="FFFFCC"/>
              </a:solidFill>
              <a:latin typeface="Courier New"/>
              <a:ea typeface="Courier New"/>
              <a:cs typeface="Courier New"/>
              <a:sym typeface="Courier New"/>
            </a:endParaRPr>
          </a:p>
        </p:txBody>
      </p:sp>
      <p:grpSp>
        <p:nvGrpSpPr>
          <p:cNvPr id="1008" name="Google Shape;1008;p50"/>
          <p:cNvGrpSpPr/>
          <p:nvPr/>
        </p:nvGrpSpPr>
        <p:grpSpPr>
          <a:xfrm>
            <a:off x="1222375" y="3319463"/>
            <a:ext cx="1466850" cy="3263900"/>
            <a:chOff x="434" y="1995"/>
            <a:chExt cx="924" cy="2056"/>
          </a:xfrm>
        </p:grpSpPr>
        <p:sp>
          <p:nvSpPr>
            <p:cNvPr id="1009" name="Google Shape;1009;p50"/>
            <p:cNvSpPr txBox="1"/>
            <p:nvPr/>
          </p:nvSpPr>
          <p:spPr>
            <a:xfrm rot="-5400000">
              <a:off x="-195" y="3156"/>
              <a:ext cx="1489" cy="2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VELOCITY / cm sec</a:t>
              </a:r>
              <a:r>
                <a:rPr baseline="30000" lang="en-US" sz="1800">
                  <a:solidFill>
                    <a:schemeClr val="dk1"/>
                  </a:solidFill>
                  <a:latin typeface="Arial"/>
                  <a:ea typeface="Arial"/>
                  <a:cs typeface="Arial"/>
                  <a:sym typeface="Arial"/>
                </a:rPr>
                <a:t>-1</a:t>
              </a:r>
              <a:endParaRPr/>
            </a:p>
          </p:txBody>
        </p:sp>
        <p:cxnSp>
          <p:nvCxnSpPr>
            <p:cNvPr id="1010" name="Google Shape;1010;p50"/>
            <p:cNvCxnSpPr/>
            <p:nvPr/>
          </p:nvCxnSpPr>
          <p:spPr>
            <a:xfrm rot="10800000">
              <a:off x="1248" y="2338"/>
              <a:ext cx="0" cy="1694"/>
            </a:xfrm>
            <a:prstGeom prst="straightConnector1">
              <a:avLst/>
            </a:prstGeom>
            <a:noFill/>
            <a:ln cap="flat" cmpd="sng" w="19050">
              <a:solidFill>
                <a:schemeClr val="dk1"/>
              </a:solidFill>
              <a:prstDash val="solid"/>
              <a:round/>
              <a:headEnd len="med" w="med" type="none"/>
              <a:tailEnd len="med" w="med" type="triangle"/>
            </a:ln>
          </p:spPr>
        </p:cxnSp>
        <p:sp>
          <p:nvSpPr>
            <p:cNvPr id="1011" name="Google Shape;1011;p50"/>
            <p:cNvSpPr txBox="1"/>
            <p:nvPr/>
          </p:nvSpPr>
          <p:spPr>
            <a:xfrm>
              <a:off x="1170" y="1995"/>
              <a:ext cx="188" cy="2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800">
                  <a:solidFill>
                    <a:schemeClr val="dk1"/>
                  </a:solidFill>
                  <a:latin typeface="Arial"/>
                  <a:ea typeface="Arial"/>
                  <a:cs typeface="Arial"/>
                  <a:sym typeface="Arial"/>
                </a:rPr>
                <a:t>v</a:t>
              </a:r>
              <a:endParaRPr/>
            </a:p>
          </p:txBody>
        </p:sp>
        <p:sp>
          <p:nvSpPr>
            <p:cNvPr id="1012" name="Google Shape;1012;p50"/>
            <p:cNvSpPr txBox="1"/>
            <p:nvPr/>
          </p:nvSpPr>
          <p:spPr>
            <a:xfrm>
              <a:off x="974" y="2668"/>
              <a:ext cx="196" cy="231"/>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800">
                  <a:solidFill>
                    <a:schemeClr val="dk1"/>
                  </a:solidFill>
                  <a:latin typeface="Arial"/>
                  <a:ea typeface="Arial"/>
                  <a:cs typeface="Arial"/>
                  <a:sym typeface="Arial"/>
                </a:rPr>
                <a:t>0</a:t>
              </a:r>
              <a:endParaRPr/>
            </a:p>
          </p:txBody>
        </p:sp>
        <p:sp>
          <p:nvSpPr>
            <p:cNvPr id="1013" name="Google Shape;1013;p50"/>
            <p:cNvSpPr txBox="1"/>
            <p:nvPr/>
          </p:nvSpPr>
          <p:spPr>
            <a:xfrm>
              <a:off x="846" y="2860"/>
              <a:ext cx="324" cy="231"/>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800">
                  <a:solidFill>
                    <a:schemeClr val="dk1"/>
                  </a:solidFill>
                  <a:latin typeface="Arial"/>
                  <a:ea typeface="Arial"/>
                  <a:cs typeface="Arial"/>
                  <a:sym typeface="Arial"/>
                </a:rPr>
                <a:t>-50</a:t>
              </a:r>
              <a:endParaRPr/>
            </a:p>
          </p:txBody>
        </p:sp>
        <p:sp>
          <p:nvSpPr>
            <p:cNvPr id="1014" name="Google Shape;1014;p50"/>
            <p:cNvSpPr txBox="1"/>
            <p:nvPr/>
          </p:nvSpPr>
          <p:spPr>
            <a:xfrm>
              <a:off x="766" y="3052"/>
              <a:ext cx="404" cy="231"/>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800">
                  <a:solidFill>
                    <a:schemeClr val="dk1"/>
                  </a:solidFill>
                  <a:latin typeface="Arial"/>
                  <a:ea typeface="Arial"/>
                  <a:cs typeface="Arial"/>
                  <a:sym typeface="Arial"/>
                </a:rPr>
                <a:t>-100</a:t>
              </a:r>
              <a:endParaRPr/>
            </a:p>
          </p:txBody>
        </p:sp>
        <p:sp>
          <p:nvSpPr>
            <p:cNvPr id="1015" name="Google Shape;1015;p50"/>
            <p:cNvSpPr txBox="1"/>
            <p:nvPr/>
          </p:nvSpPr>
          <p:spPr>
            <a:xfrm>
              <a:off x="766" y="3244"/>
              <a:ext cx="404" cy="231"/>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800">
                  <a:solidFill>
                    <a:schemeClr val="dk1"/>
                  </a:solidFill>
                  <a:latin typeface="Arial"/>
                  <a:ea typeface="Arial"/>
                  <a:cs typeface="Arial"/>
                  <a:sym typeface="Arial"/>
                </a:rPr>
                <a:t>-150</a:t>
              </a:r>
              <a:endParaRPr/>
            </a:p>
          </p:txBody>
        </p:sp>
        <p:sp>
          <p:nvSpPr>
            <p:cNvPr id="1016" name="Google Shape;1016;p50"/>
            <p:cNvSpPr txBox="1"/>
            <p:nvPr/>
          </p:nvSpPr>
          <p:spPr>
            <a:xfrm>
              <a:off x="772" y="3436"/>
              <a:ext cx="404" cy="231"/>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800">
                  <a:solidFill>
                    <a:schemeClr val="dk1"/>
                  </a:solidFill>
                  <a:latin typeface="Arial"/>
                  <a:ea typeface="Arial"/>
                  <a:cs typeface="Arial"/>
                  <a:sym typeface="Arial"/>
                </a:rPr>
                <a:t>-200</a:t>
              </a:r>
              <a:endParaRPr/>
            </a:p>
          </p:txBody>
        </p:sp>
        <p:sp>
          <p:nvSpPr>
            <p:cNvPr id="1017" name="Google Shape;1017;p50"/>
            <p:cNvSpPr txBox="1"/>
            <p:nvPr/>
          </p:nvSpPr>
          <p:spPr>
            <a:xfrm>
              <a:off x="772" y="3628"/>
              <a:ext cx="404" cy="231"/>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800">
                  <a:solidFill>
                    <a:schemeClr val="dk1"/>
                  </a:solidFill>
                  <a:latin typeface="Arial"/>
                  <a:ea typeface="Arial"/>
                  <a:cs typeface="Arial"/>
                  <a:sym typeface="Arial"/>
                </a:rPr>
                <a:t>-250</a:t>
              </a:r>
              <a:endParaRPr/>
            </a:p>
          </p:txBody>
        </p:sp>
        <p:sp>
          <p:nvSpPr>
            <p:cNvPr id="1018" name="Google Shape;1018;p50"/>
            <p:cNvSpPr txBox="1"/>
            <p:nvPr/>
          </p:nvSpPr>
          <p:spPr>
            <a:xfrm>
              <a:off x="766" y="3820"/>
              <a:ext cx="404" cy="231"/>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800">
                  <a:solidFill>
                    <a:schemeClr val="dk1"/>
                  </a:solidFill>
                  <a:latin typeface="Arial"/>
                  <a:ea typeface="Arial"/>
                  <a:cs typeface="Arial"/>
                  <a:sym typeface="Arial"/>
                </a:rPr>
                <a:t>-300</a:t>
              </a:r>
              <a:endParaRPr/>
            </a:p>
          </p:txBody>
        </p:sp>
      </p:grpSp>
      <p:grpSp>
        <p:nvGrpSpPr>
          <p:cNvPr id="1019" name="Google Shape;1019;p50"/>
          <p:cNvGrpSpPr/>
          <p:nvPr/>
        </p:nvGrpSpPr>
        <p:grpSpPr>
          <a:xfrm>
            <a:off x="2514600" y="3886200"/>
            <a:ext cx="5048250" cy="868363"/>
            <a:chOff x="1248" y="2352"/>
            <a:chExt cx="3180" cy="547"/>
          </a:xfrm>
        </p:grpSpPr>
        <p:cxnSp>
          <p:nvCxnSpPr>
            <p:cNvPr id="1020" name="Google Shape;1020;p50"/>
            <p:cNvCxnSpPr/>
            <p:nvPr/>
          </p:nvCxnSpPr>
          <p:spPr>
            <a:xfrm>
              <a:off x="1248" y="2784"/>
              <a:ext cx="3024" cy="0"/>
            </a:xfrm>
            <a:prstGeom prst="straightConnector1">
              <a:avLst/>
            </a:prstGeom>
            <a:noFill/>
            <a:ln cap="flat" cmpd="sng" w="19050">
              <a:solidFill>
                <a:schemeClr val="dk1"/>
              </a:solidFill>
              <a:prstDash val="solid"/>
              <a:round/>
              <a:headEnd len="med" w="med" type="none"/>
              <a:tailEnd len="med" w="med" type="triangle"/>
            </a:ln>
          </p:spPr>
        </p:cxnSp>
        <p:sp>
          <p:nvSpPr>
            <p:cNvPr id="1021" name="Google Shape;1021;p50"/>
            <p:cNvSpPr txBox="1"/>
            <p:nvPr/>
          </p:nvSpPr>
          <p:spPr>
            <a:xfrm>
              <a:off x="4272" y="2668"/>
              <a:ext cx="156" cy="2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800">
                  <a:solidFill>
                    <a:schemeClr val="dk1"/>
                  </a:solidFill>
                  <a:latin typeface="Arial"/>
                  <a:ea typeface="Arial"/>
                  <a:cs typeface="Arial"/>
                  <a:sym typeface="Arial"/>
                </a:rPr>
                <a:t>t</a:t>
              </a:r>
              <a:endParaRPr/>
            </a:p>
          </p:txBody>
        </p:sp>
        <p:sp>
          <p:nvSpPr>
            <p:cNvPr id="1022" name="Google Shape;1022;p50"/>
            <p:cNvSpPr txBox="1"/>
            <p:nvPr/>
          </p:nvSpPr>
          <p:spPr>
            <a:xfrm>
              <a:off x="2326" y="2352"/>
              <a:ext cx="804" cy="2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TIME / sec</a:t>
              </a:r>
              <a:endParaRPr/>
            </a:p>
          </p:txBody>
        </p:sp>
        <p:sp>
          <p:nvSpPr>
            <p:cNvPr id="1023" name="Google Shape;1023;p50"/>
            <p:cNvSpPr txBox="1"/>
            <p:nvPr/>
          </p:nvSpPr>
          <p:spPr>
            <a:xfrm>
              <a:off x="1248" y="2553"/>
              <a:ext cx="396" cy="231"/>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800">
                  <a:solidFill>
                    <a:schemeClr val="dk1"/>
                  </a:solidFill>
                  <a:latin typeface="Arial"/>
                  <a:ea typeface="Arial"/>
                  <a:cs typeface="Arial"/>
                  <a:sym typeface="Arial"/>
                </a:rPr>
                <a:t>.000</a:t>
              </a:r>
              <a:endParaRPr/>
            </a:p>
          </p:txBody>
        </p:sp>
        <p:sp>
          <p:nvSpPr>
            <p:cNvPr id="1024" name="Google Shape;1024;p50"/>
            <p:cNvSpPr txBox="1"/>
            <p:nvPr/>
          </p:nvSpPr>
          <p:spPr>
            <a:xfrm>
              <a:off x="1770" y="2553"/>
              <a:ext cx="396" cy="231"/>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800">
                  <a:solidFill>
                    <a:schemeClr val="dk1"/>
                  </a:solidFill>
                  <a:latin typeface="Arial"/>
                  <a:ea typeface="Arial"/>
                  <a:cs typeface="Arial"/>
                  <a:sym typeface="Arial"/>
                </a:rPr>
                <a:t>.056</a:t>
              </a:r>
              <a:endParaRPr/>
            </a:p>
          </p:txBody>
        </p:sp>
        <p:sp>
          <p:nvSpPr>
            <p:cNvPr id="1025" name="Google Shape;1025;p50"/>
            <p:cNvSpPr txBox="1"/>
            <p:nvPr/>
          </p:nvSpPr>
          <p:spPr>
            <a:xfrm>
              <a:off x="2490" y="2553"/>
              <a:ext cx="396" cy="231"/>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800">
                  <a:solidFill>
                    <a:schemeClr val="dk1"/>
                  </a:solidFill>
                  <a:latin typeface="Arial"/>
                  <a:ea typeface="Arial"/>
                  <a:cs typeface="Arial"/>
                  <a:sym typeface="Arial"/>
                </a:rPr>
                <a:t>.112</a:t>
              </a:r>
              <a:endParaRPr/>
            </a:p>
          </p:txBody>
        </p:sp>
        <p:sp>
          <p:nvSpPr>
            <p:cNvPr id="1026" name="Google Shape;1026;p50"/>
            <p:cNvSpPr txBox="1"/>
            <p:nvPr/>
          </p:nvSpPr>
          <p:spPr>
            <a:xfrm>
              <a:off x="3210" y="2553"/>
              <a:ext cx="396" cy="231"/>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800">
                  <a:solidFill>
                    <a:schemeClr val="dk1"/>
                  </a:solidFill>
                  <a:latin typeface="Arial"/>
                  <a:ea typeface="Arial"/>
                  <a:cs typeface="Arial"/>
                  <a:sym typeface="Arial"/>
                </a:rPr>
                <a:t>.168</a:t>
              </a:r>
              <a:endParaRPr/>
            </a:p>
          </p:txBody>
        </p:sp>
        <p:sp>
          <p:nvSpPr>
            <p:cNvPr id="1027" name="Google Shape;1027;p50"/>
            <p:cNvSpPr txBox="1"/>
            <p:nvPr/>
          </p:nvSpPr>
          <p:spPr>
            <a:xfrm>
              <a:off x="3876" y="2552"/>
              <a:ext cx="396" cy="231"/>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800">
                  <a:solidFill>
                    <a:schemeClr val="dk1"/>
                  </a:solidFill>
                  <a:latin typeface="Arial"/>
                  <a:ea typeface="Arial"/>
                  <a:cs typeface="Arial"/>
                  <a:sym typeface="Arial"/>
                </a:rPr>
                <a:t>.224</a:t>
              </a:r>
              <a:endParaRPr/>
            </a:p>
          </p:txBody>
        </p:sp>
      </p:grpSp>
      <p:sp>
        <p:nvSpPr>
          <p:cNvPr id="1028" name="Google Shape;1028;p50"/>
          <p:cNvSpPr/>
          <p:nvPr/>
        </p:nvSpPr>
        <p:spPr>
          <a:xfrm>
            <a:off x="7620000" y="2514600"/>
            <a:ext cx="152400" cy="152400"/>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029" name="Google Shape;1029;p50"/>
          <p:cNvSpPr/>
          <p:nvPr/>
        </p:nvSpPr>
        <p:spPr>
          <a:xfrm>
            <a:off x="7620000" y="2895600"/>
            <a:ext cx="152400" cy="152400"/>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030" name="Google Shape;1030;p50"/>
          <p:cNvSpPr/>
          <p:nvPr/>
        </p:nvSpPr>
        <p:spPr>
          <a:xfrm>
            <a:off x="7620000" y="3243263"/>
            <a:ext cx="152400" cy="152400"/>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031" name="Google Shape;1031;p50"/>
          <p:cNvSpPr/>
          <p:nvPr/>
        </p:nvSpPr>
        <p:spPr>
          <a:xfrm>
            <a:off x="7620000" y="3609975"/>
            <a:ext cx="152400" cy="152400"/>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cxnSp>
        <p:nvCxnSpPr>
          <p:cNvPr id="1032" name="Google Shape;1032;p50"/>
          <p:cNvCxnSpPr/>
          <p:nvPr/>
        </p:nvCxnSpPr>
        <p:spPr>
          <a:xfrm rot="10800000">
            <a:off x="152400" y="4503738"/>
            <a:ext cx="7675563" cy="2238375"/>
          </a:xfrm>
          <a:prstGeom prst="straightConnector1">
            <a:avLst/>
          </a:prstGeom>
          <a:noFill/>
          <a:ln cap="flat" cmpd="sng" w="28575">
            <a:solidFill>
              <a:srgbClr val="FF0000"/>
            </a:solidFill>
            <a:prstDash val="solid"/>
            <a:round/>
            <a:headEnd len="med" w="med" type="none"/>
            <a:tailEnd len="med" w="med"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84"/>
                                        </p:tgtEl>
                                        <p:attrNameLst>
                                          <p:attrName>style.visibility</p:attrName>
                                        </p:attrNameLst>
                                      </p:cBhvr>
                                      <p:to>
                                        <p:strVal val="visible"/>
                                      </p:to>
                                    </p:set>
                                    <p:anim calcmode="lin" valueType="num">
                                      <p:cBhvr additive="base">
                                        <p:cTn dur="500"/>
                                        <p:tgtEl>
                                          <p:spTgt spid="984"/>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985"/>
                                        </p:tgtEl>
                                        <p:attrNameLst>
                                          <p:attrName>style.visibility</p:attrName>
                                        </p:attrNameLst>
                                      </p:cBhvr>
                                      <p:to>
                                        <p:strVal val="visible"/>
                                      </p:to>
                                    </p:set>
                                    <p:anim calcmode="lin" valueType="num">
                                      <p:cBhvr additive="base">
                                        <p:cTn dur="500"/>
                                        <p:tgtEl>
                                          <p:spTgt spid="985"/>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986"/>
                                        </p:tgtEl>
                                        <p:attrNameLst>
                                          <p:attrName>style.visibility</p:attrName>
                                        </p:attrNameLst>
                                      </p:cBhvr>
                                      <p:to>
                                        <p:strVal val="visible"/>
                                      </p:to>
                                    </p:set>
                                    <p:anim calcmode="lin" valueType="num">
                                      <p:cBhvr additive="base">
                                        <p:cTn dur="500"/>
                                        <p:tgtEl>
                                          <p:spTgt spid="986"/>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987"/>
                                        </p:tgtEl>
                                        <p:attrNameLst>
                                          <p:attrName>style.visibility</p:attrName>
                                        </p:attrNameLst>
                                      </p:cBhvr>
                                      <p:to>
                                        <p:strVal val="visible"/>
                                      </p:to>
                                    </p:set>
                                    <p:anim calcmode="lin" valueType="num">
                                      <p:cBhvr additive="base">
                                        <p:cTn dur="500"/>
                                        <p:tgtEl>
                                          <p:spTgt spid="987"/>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988"/>
                                        </p:tgtEl>
                                        <p:attrNameLst>
                                          <p:attrName>style.visibility</p:attrName>
                                        </p:attrNameLst>
                                      </p:cBhvr>
                                      <p:to>
                                        <p:strVal val="visible"/>
                                      </p:to>
                                    </p:set>
                                    <p:anim calcmode="lin" valueType="num">
                                      <p:cBhvr additive="base">
                                        <p:cTn dur="500"/>
                                        <p:tgtEl>
                                          <p:spTgt spid="988"/>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989"/>
                                        </p:tgtEl>
                                        <p:attrNameLst>
                                          <p:attrName>style.visibility</p:attrName>
                                        </p:attrNameLst>
                                      </p:cBhvr>
                                      <p:to>
                                        <p:strVal val="visible"/>
                                      </p:to>
                                    </p:set>
                                    <p:anim calcmode="lin" valueType="num">
                                      <p:cBhvr additive="base">
                                        <p:cTn dur="500"/>
                                        <p:tgtEl>
                                          <p:spTgt spid="989"/>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990"/>
                                        </p:tgtEl>
                                        <p:attrNameLst>
                                          <p:attrName>style.visibility</p:attrName>
                                        </p:attrNameLst>
                                      </p:cBhvr>
                                      <p:to>
                                        <p:strVal val="visible"/>
                                      </p:to>
                                    </p:set>
                                    <p:anim calcmode="lin" valueType="num">
                                      <p:cBhvr additive="base">
                                        <p:cTn dur="500"/>
                                        <p:tgtEl>
                                          <p:spTgt spid="990"/>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991"/>
                                        </p:tgtEl>
                                        <p:attrNameLst>
                                          <p:attrName>style.visibility</p:attrName>
                                        </p:attrNameLst>
                                      </p:cBhvr>
                                      <p:to>
                                        <p:strVal val="visible"/>
                                      </p:to>
                                    </p:set>
                                    <p:anim calcmode="lin" valueType="num">
                                      <p:cBhvr additive="base">
                                        <p:cTn dur="500"/>
                                        <p:tgtEl>
                                          <p:spTgt spid="991"/>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992"/>
                                        </p:tgtEl>
                                        <p:attrNameLst>
                                          <p:attrName>style.visibility</p:attrName>
                                        </p:attrNameLst>
                                      </p:cBhvr>
                                      <p:to>
                                        <p:strVal val="visible"/>
                                      </p:to>
                                    </p:set>
                                    <p:anim calcmode="lin" valueType="num">
                                      <p:cBhvr additive="base">
                                        <p:cTn dur="500"/>
                                        <p:tgtEl>
                                          <p:spTgt spid="992"/>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993"/>
                                        </p:tgtEl>
                                        <p:attrNameLst>
                                          <p:attrName>style.visibility</p:attrName>
                                        </p:attrNameLst>
                                      </p:cBhvr>
                                      <p:to>
                                        <p:strVal val="visible"/>
                                      </p:to>
                                    </p:set>
                                    <p:anim calcmode="lin" valueType="num">
                                      <p:cBhvr additive="base">
                                        <p:cTn dur="500"/>
                                        <p:tgtEl>
                                          <p:spTgt spid="993"/>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994"/>
                                        </p:tgtEl>
                                        <p:attrNameLst>
                                          <p:attrName>style.visibility</p:attrName>
                                        </p:attrNameLst>
                                      </p:cBhvr>
                                      <p:to>
                                        <p:strVal val="visible"/>
                                      </p:to>
                                    </p:set>
                                    <p:anim calcmode="lin" valueType="num">
                                      <p:cBhvr additive="base">
                                        <p:cTn dur="500"/>
                                        <p:tgtEl>
                                          <p:spTgt spid="994"/>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995"/>
                                        </p:tgtEl>
                                        <p:attrNameLst>
                                          <p:attrName>style.visibility</p:attrName>
                                        </p:attrNameLst>
                                      </p:cBhvr>
                                      <p:to>
                                        <p:strVal val="visible"/>
                                      </p:to>
                                    </p:set>
                                    <p:anim calcmode="lin" valueType="num">
                                      <p:cBhvr additive="base">
                                        <p:cTn dur="500"/>
                                        <p:tgtEl>
                                          <p:spTgt spid="995"/>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996"/>
                                        </p:tgtEl>
                                        <p:attrNameLst>
                                          <p:attrName>style.visibility</p:attrName>
                                        </p:attrNameLst>
                                      </p:cBhvr>
                                      <p:to>
                                        <p:strVal val="visible"/>
                                      </p:to>
                                    </p:set>
                                    <p:anim calcmode="lin" valueType="num">
                                      <p:cBhvr additive="base">
                                        <p:cTn dur="500"/>
                                        <p:tgtEl>
                                          <p:spTgt spid="996"/>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997"/>
                                        </p:tgtEl>
                                        <p:attrNameLst>
                                          <p:attrName>style.visibility</p:attrName>
                                        </p:attrNameLst>
                                      </p:cBhvr>
                                      <p:to>
                                        <p:strVal val="visible"/>
                                      </p:to>
                                    </p:set>
                                    <p:anim calcmode="lin" valueType="num">
                                      <p:cBhvr additive="base">
                                        <p:cTn dur="500"/>
                                        <p:tgtEl>
                                          <p:spTgt spid="997"/>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998"/>
                                        </p:tgtEl>
                                        <p:attrNameLst>
                                          <p:attrName>style.visibility</p:attrName>
                                        </p:attrNameLst>
                                      </p:cBhvr>
                                      <p:to>
                                        <p:strVal val="visible"/>
                                      </p:to>
                                    </p:set>
                                    <p:anim calcmode="lin" valueType="num">
                                      <p:cBhvr additive="base">
                                        <p:cTn dur="500"/>
                                        <p:tgtEl>
                                          <p:spTgt spid="998"/>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999"/>
                                        </p:tgtEl>
                                        <p:attrNameLst>
                                          <p:attrName>style.visibility</p:attrName>
                                        </p:attrNameLst>
                                      </p:cBhvr>
                                      <p:to>
                                        <p:strVal val="visible"/>
                                      </p:to>
                                    </p:set>
                                    <p:anim calcmode="lin" valueType="num">
                                      <p:cBhvr additive="base">
                                        <p:cTn dur="500"/>
                                        <p:tgtEl>
                                          <p:spTgt spid="999"/>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000"/>
                                        </p:tgtEl>
                                        <p:attrNameLst>
                                          <p:attrName>style.visibility</p:attrName>
                                        </p:attrNameLst>
                                      </p:cBhvr>
                                      <p:to>
                                        <p:strVal val="visible"/>
                                      </p:to>
                                    </p:set>
                                    <p:anim calcmode="lin" valueType="num">
                                      <p:cBhvr additive="base">
                                        <p:cTn dur="500"/>
                                        <p:tgtEl>
                                          <p:spTgt spid="1000"/>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001"/>
                                        </p:tgtEl>
                                        <p:attrNameLst>
                                          <p:attrName>style.visibility</p:attrName>
                                        </p:attrNameLst>
                                      </p:cBhvr>
                                      <p:to>
                                        <p:strVal val="visible"/>
                                      </p:to>
                                    </p:set>
                                    <p:anim calcmode="lin" valueType="num">
                                      <p:cBhvr additive="base">
                                        <p:cTn dur="500"/>
                                        <p:tgtEl>
                                          <p:spTgt spid="1001"/>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002"/>
                                        </p:tgtEl>
                                        <p:attrNameLst>
                                          <p:attrName>style.visibility</p:attrName>
                                        </p:attrNameLst>
                                      </p:cBhvr>
                                      <p:to>
                                        <p:strVal val="visible"/>
                                      </p:to>
                                    </p:set>
                                    <p:anim calcmode="lin" valueType="num">
                                      <p:cBhvr additive="base">
                                        <p:cTn dur="500"/>
                                        <p:tgtEl>
                                          <p:spTgt spid="1002"/>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003"/>
                                        </p:tgtEl>
                                        <p:attrNameLst>
                                          <p:attrName>style.visibility</p:attrName>
                                        </p:attrNameLst>
                                      </p:cBhvr>
                                      <p:to>
                                        <p:strVal val="visible"/>
                                      </p:to>
                                    </p:set>
                                    <p:anim calcmode="lin" valueType="num">
                                      <p:cBhvr additive="base">
                                        <p:cTn dur="500"/>
                                        <p:tgtEl>
                                          <p:spTgt spid="1003"/>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004"/>
                                        </p:tgtEl>
                                        <p:attrNameLst>
                                          <p:attrName>style.visibility</p:attrName>
                                        </p:attrNameLst>
                                      </p:cBhvr>
                                      <p:to>
                                        <p:strVal val="visible"/>
                                      </p:to>
                                    </p:set>
                                    <p:anim calcmode="lin" valueType="num">
                                      <p:cBhvr additive="base">
                                        <p:cTn dur="500"/>
                                        <p:tgtEl>
                                          <p:spTgt spid="1004"/>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005"/>
                                        </p:tgtEl>
                                        <p:attrNameLst>
                                          <p:attrName>style.visibility</p:attrName>
                                        </p:attrNameLst>
                                      </p:cBhvr>
                                      <p:to>
                                        <p:strVal val="visible"/>
                                      </p:to>
                                    </p:set>
                                    <p:anim calcmode="lin" valueType="num">
                                      <p:cBhvr additive="base">
                                        <p:cTn dur="500"/>
                                        <p:tgtEl>
                                          <p:spTgt spid="1005"/>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006"/>
                                        </p:tgtEl>
                                        <p:attrNameLst>
                                          <p:attrName>style.visibility</p:attrName>
                                        </p:attrNameLst>
                                      </p:cBhvr>
                                      <p:to>
                                        <p:strVal val="visible"/>
                                      </p:to>
                                    </p:set>
                                    <p:anim calcmode="lin" valueType="num">
                                      <p:cBhvr additive="base">
                                        <p:cTn dur="500"/>
                                        <p:tgtEl>
                                          <p:spTgt spid="1006"/>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007"/>
                                        </p:tgtEl>
                                        <p:attrNameLst>
                                          <p:attrName>style.visibility</p:attrName>
                                        </p:attrNameLst>
                                      </p:cBhvr>
                                      <p:to>
                                        <p:strVal val="visible"/>
                                      </p:to>
                                    </p:set>
                                    <p:anim calcmode="lin" valueType="num">
                                      <p:cBhvr additive="base">
                                        <p:cTn dur="500"/>
                                        <p:tgtEl>
                                          <p:spTgt spid="1007"/>
                                        </p:tgtEl>
                                        <p:attrNameLst>
                                          <p:attrName>ppt_y</p:attrName>
                                        </p:attrNameLst>
                                      </p:cBhvr>
                                      <p:tavLst>
                                        <p:tav fmla="" tm="0">
                                          <p:val>
                                            <p:strVal val="#ppt_y+1"/>
                                          </p:val>
                                        </p:tav>
                                        <p:tav fmla="" tm="100000">
                                          <p:val>
                                            <p:strVal val="#ppt_y"/>
                                          </p:val>
                                        </p:tav>
                                      </p:tavLst>
                                    </p:anim>
                                  </p:childTnLst>
                                </p:cTn>
                              </p:par>
                            </p:childTnLst>
                          </p:cTn>
                        </p:par>
                        <p:par>
                          <p:cTn fill="hold">
                            <p:stCondLst>
                              <p:cond delay="500"/>
                            </p:stCondLst>
                            <p:childTnLst>
                              <p:par>
                                <p:cTn fill="hold" nodeType="afterEffect" presetClass="emph" presetID="8" presetSubtype="0">
                                  <p:stCondLst>
                                    <p:cond delay="0"/>
                                  </p:stCondLst>
                                  <p:childTnLst>
                                    <p:animRot by="-21600000">
                                      <p:cBhvr>
                                        <p:cTn dur="2000" fill="hold"/>
                                        <p:tgtEl>
                                          <p:spTgt spid="984"/>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985"/>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986"/>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987"/>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988"/>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989"/>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990"/>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991"/>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992"/>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993"/>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994"/>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995"/>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996"/>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997"/>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998"/>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999"/>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1000"/>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1001"/>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1002"/>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1003"/>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1004"/>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1005"/>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1006"/>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1007"/>
                                        </p:tgtEl>
                                        <p:attrNameLst>
                                          <p:attrName>r</p:attrName>
                                        </p:attrNameLst>
                                      </p:cBhvr>
                                    </p:animRo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9"/>
                                        </p:tgtEl>
                                        <p:attrNameLst>
                                          <p:attrName>style.visibility</p:attrName>
                                        </p:attrNameLst>
                                      </p:cBhvr>
                                      <p:to>
                                        <p:strVal val="visible"/>
                                      </p:to>
                                    </p:set>
                                    <p:animEffect filter="fade" transition="in">
                                      <p:cBhvr>
                                        <p:cTn dur="500"/>
                                        <p:tgtEl>
                                          <p:spTgt spid="101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8"/>
                                        </p:tgtEl>
                                        <p:attrNameLst>
                                          <p:attrName>style.visibility</p:attrName>
                                        </p:attrNameLst>
                                      </p:cBhvr>
                                      <p:to>
                                        <p:strVal val="visible"/>
                                      </p:to>
                                    </p:set>
                                    <p:animEffect filter="fade" transition="in">
                                      <p:cBhvr>
                                        <p:cTn dur="500"/>
                                        <p:tgtEl>
                                          <p:spTgt spid="100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8"/>
                                        </p:tgtEl>
                                        <p:attrNameLst>
                                          <p:attrName>style.visibility</p:attrName>
                                        </p:attrNameLst>
                                      </p:cBhvr>
                                      <p:to>
                                        <p:strVal val="visible"/>
                                      </p:to>
                                    </p:set>
                                    <p:animEffect filter="fade" transition="in">
                                      <p:cBhvr>
                                        <p:cTn dur="500"/>
                                        <p:tgtEl>
                                          <p:spTgt spid="102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9"/>
                                        </p:tgtEl>
                                        <p:attrNameLst>
                                          <p:attrName>style.visibility</p:attrName>
                                        </p:attrNameLst>
                                      </p:cBhvr>
                                      <p:to>
                                        <p:strVal val="visible"/>
                                      </p:to>
                                    </p:set>
                                    <p:animEffect filter="fade" transition="in">
                                      <p:cBhvr>
                                        <p:cTn dur="500"/>
                                        <p:tgtEl>
                                          <p:spTgt spid="102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0"/>
                                        </p:tgtEl>
                                        <p:attrNameLst>
                                          <p:attrName>style.visibility</p:attrName>
                                        </p:attrNameLst>
                                      </p:cBhvr>
                                      <p:to>
                                        <p:strVal val="visible"/>
                                      </p:to>
                                    </p:set>
                                    <p:animEffect filter="fade" transition="in">
                                      <p:cBhvr>
                                        <p:cTn dur="500"/>
                                        <p:tgtEl>
                                          <p:spTgt spid="103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1"/>
                                        </p:tgtEl>
                                        <p:attrNameLst>
                                          <p:attrName>style.visibility</p:attrName>
                                        </p:attrNameLst>
                                      </p:cBhvr>
                                      <p:to>
                                        <p:strVal val="visible"/>
                                      </p:to>
                                    </p:set>
                                    <p:animEffect filter="fade" transition="in">
                                      <p:cBhvr>
                                        <p:cTn dur="500"/>
                                        <p:tgtEl>
                                          <p:spTgt spid="103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2"/>
                                        </p:tgtEl>
                                        <p:attrNameLst>
                                          <p:attrName>style.visibility</p:attrName>
                                        </p:attrNameLst>
                                      </p:cBhvr>
                                      <p:to>
                                        <p:strVal val="visible"/>
                                      </p:to>
                                    </p:set>
                                    <p:animEffect filter="fade" transition="in">
                                      <p:cBhvr>
                                        <p:cTn dur="500"/>
                                        <p:tgtEl>
                                          <p:spTgt spid="103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7" name="Shape 1037"/>
        <p:cNvGrpSpPr/>
        <p:nvPr/>
      </p:nvGrpSpPr>
      <p:grpSpPr>
        <a:xfrm>
          <a:off x="0" y="0"/>
          <a:ext cx="0" cy="0"/>
          <a:chOff x="0" y="0"/>
          <a:chExt cx="0" cy="0"/>
        </a:xfrm>
      </p:grpSpPr>
      <p:sp>
        <p:nvSpPr>
          <p:cNvPr id="1038" name="Google Shape;1038;p51"/>
          <p:cNvSpPr/>
          <p:nvPr/>
        </p:nvSpPr>
        <p:spPr>
          <a:xfrm>
            <a:off x="685800" y="1549400"/>
            <a:ext cx="2525713" cy="5308600"/>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accent2"/>
              </a:buClr>
              <a:buSzPts val="2400"/>
              <a:buFont typeface="Arial"/>
              <a:buNone/>
            </a:pPr>
            <a:r>
              <a:rPr i="1" lang="en-US" sz="2400">
                <a:solidFill>
                  <a:schemeClr val="accent2"/>
                </a:solidFill>
                <a:latin typeface="Arial"/>
                <a:ea typeface="Arial"/>
                <a:cs typeface="Arial"/>
                <a:sym typeface="Arial"/>
              </a:rPr>
              <a:t>Determining the acceleration of free-fall experimentally</a:t>
            </a:r>
            <a:endParaRPr i="1" sz="2000">
              <a:solidFill>
                <a:schemeClr val="dk1"/>
              </a:solidFill>
              <a:latin typeface="Courier New"/>
              <a:ea typeface="Courier New"/>
              <a:cs typeface="Courier New"/>
              <a:sym typeface="Courier New"/>
            </a:endParaRPr>
          </a:p>
          <a:p>
            <a:pPr indent="0" lvl="0" marL="0" marR="0" rtl="0" algn="l">
              <a:spcBef>
                <a:spcPts val="40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a:p>
            <a:pPr indent="0" lvl="0" marL="0" marR="0" rtl="0" algn="l">
              <a:spcBef>
                <a:spcPts val="40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a:p>
            <a:pPr indent="0" lvl="0" marL="0" marR="0" rtl="0" algn="l">
              <a:spcBef>
                <a:spcPts val="40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a:p>
            <a:pPr indent="0" lvl="0" marL="0" marR="0" rtl="0" algn="l">
              <a:spcBef>
                <a:spcPts val="40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a:p>
            <a:pPr indent="0" lvl="0" marL="0" marR="0" rtl="0" algn="l">
              <a:spcBef>
                <a:spcPts val="40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1039" name="Google Shape;1039;p51"/>
          <p:cNvSpPr txBox="1"/>
          <p:nvPr>
            <p:ph idx="4294967295"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i="0" lang="en-US" sz="2800" u="none" cap="none" strike="noStrike">
                <a:solidFill>
                  <a:schemeClr val="dk2"/>
                </a:solidFill>
                <a:latin typeface="Arial"/>
                <a:ea typeface="Arial"/>
                <a:cs typeface="Arial"/>
                <a:sym typeface="Arial"/>
              </a:rPr>
              <a:t>Topic 2: Mechanics</a:t>
            </a:r>
            <a:br>
              <a:rPr b="1" i="0" lang="en-US" sz="2800" u="none" cap="none" strike="noStrike">
                <a:solidFill>
                  <a:schemeClr val="dk2"/>
                </a:solidFill>
                <a:latin typeface="Arial"/>
                <a:ea typeface="Arial"/>
                <a:cs typeface="Arial"/>
                <a:sym typeface="Arial"/>
              </a:rPr>
            </a:br>
            <a:r>
              <a:rPr b="0" i="0" lang="en-US" sz="2800" u="none" cap="none" strike="noStrike">
                <a:solidFill>
                  <a:schemeClr val="dk1"/>
                </a:solidFill>
                <a:latin typeface="Arial"/>
                <a:ea typeface="Arial"/>
                <a:cs typeface="Arial"/>
                <a:sym typeface="Arial"/>
              </a:rPr>
              <a:t>2.1 – Motion</a:t>
            </a:r>
            <a:endParaRPr/>
          </a:p>
        </p:txBody>
      </p:sp>
      <p:sp>
        <p:nvSpPr>
          <p:cNvPr id="1040" name="Google Shape;1040;p51"/>
          <p:cNvSpPr/>
          <p:nvPr/>
        </p:nvSpPr>
        <p:spPr>
          <a:xfrm>
            <a:off x="2514600" y="6096000"/>
            <a:ext cx="1143000" cy="304800"/>
          </a:xfrm>
          <a:prstGeom prst="rect">
            <a:avLst/>
          </a:prstGeom>
          <a:solidFill>
            <a:srgbClr val="FFFF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041" name="Google Shape;1041;p51"/>
          <p:cNvSpPr/>
          <p:nvPr/>
        </p:nvSpPr>
        <p:spPr>
          <a:xfrm>
            <a:off x="3657600" y="6096000"/>
            <a:ext cx="1143000" cy="304800"/>
          </a:xfrm>
          <a:prstGeom prst="rect">
            <a:avLst/>
          </a:prstGeom>
          <a:solidFill>
            <a:srgbClr val="FFFF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042" name="Google Shape;1042;p51"/>
          <p:cNvSpPr/>
          <p:nvPr/>
        </p:nvSpPr>
        <p:spPr>
          <a:xfrm>
            <a:off x="4800600" y="6096000"/>
            <a:ext cx="1143000" cy="304800"/>
          </a:xfrm>
          <a:prstGeom prst="rect">
            <a:avLst/>
          </a:prstGeom>
          <a:solidFill>
            <a:srgbClr val="FFFF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043" name="Google Shape;1043;p51"/>
          <p:cNvSpPr/>
          <p:nvPr/>
        </p:nvSpPr>
        <p:spPr>
          <a:xfrm>
            <a:off x="5943600" y="6096000"/>
            <a:ext cx="1143000" cy="304800"/>
          </a:xfrm>
          <a:prstGeom prst="rect">
            <a:avLst/>
          </a:prstGeom>
          <a:solidFill>
            <a:srgbClr val="FFFF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044" name="Google Shape;1044;p51"/>
          <p:cNvSpPr/>
          <p:nvPr/>
        </p:nvSpPr>
        <p:spPr>
          <a:xfrm>
            <a:off x="2514600" y="5791200"/>
            <a:ext cx="1143000" cy="304800"/>
          </a:xfrm>
          <a:prstGeom prst="rect">
            <a:avLst/>
          </a:prstGeom>
          <a:solidFill>
            <a:srgbClr val="FFFF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045" name="Google Shape;1045;p51"/>
          <p:cNvSpPr/>
          <p:nvPr/>
        </p:nvSpPr>
        <p:spPr>
          <a:xfrm>
            <a:off x="3657600" y="5791200"/>
            <a:ext cx="1143000" cy="304800"/>
          </a:xfrm>
          <a:prstGeom prst="rect">
            <a:avLst/>
          </a:prstGeom>
          <a:solidFill>
            <a:srgbClr val="FFFF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046" name="Google Shape;1046;p51"/>
          <p:cNvSpPr/>
          <p:nvPr/>
        </p:nvSpPr>
        <p:spPr>
          <a:xfrm>
            <a:off x="4800600" y="5791200"/>
            <a:ext cx="1143000" cy="304800"/>
          </a:xfrm>
          <a:prstGeom prst="rect">
            <a:avLst/>
          </a:prstGeom>
          <a:solidFill>
            <a:srgbClr val="FFFF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047" name="Google Shape;1047;p51"/>
          <p:cNvSpPr/>
          <p:nvPr/>
        </p:nvSpPr>
        <p:spPr>
          <a:xfrm>
            <a:off x="5943600" y="5791200"/>
            <a:ext cx="1143000" cy="304800"/>
          </a:xfrm>
          <a:prstGeom prst="rect">
            <a:avLst/>
          </a:prstGeom>
          <a:solidFill>
            <a:srgbClr val="FFFF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048" name="Google Shape;1048;p51"/>
          <p:cNvSpPr/>
          <p:nvPr/>
        </p:nvSpPr>
        <p:spPr>
          <a:xfrm>
            <a:off x="2514600" y="5486400"/>
            <a:ext cx="1143000" cy="304800"/>
          </a:xfrm>
          <a:prstGeom prst="rect">
            <a:avLst/>
          </a:prstGeom>
          <a:solidFill>
            <a:srgbClr val="FFFF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049" name="Google Shape;1049;p51"/>
          <p:cNvSpPr/>
          <p:nvPr/>
        </p:nvSpPr>
        <p:spPr>
          <a:xfrm>
            <a:off x="3657600" y="5486400"/>
            <a:ext cx="1143000" cy="304800"/>
          </a:xfrm>
          <a:prstGeom prst="rect">
            <a:avLst/>
          </a:prstGeom>
          <a:solidFill>
            <a:srgbClr val="FFFF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050" name="Google Shape;1050;p51"/>
          <p:cNvSpPr/>
          <p:nvPr/>
        </p:nvSpPr>
        <p:spPr>
          <a:xfrm>
            <a:off x="4800600" y="5486400"/>
            <a:ext cx="1143000" cy="304800"/>
          </a:xfrm>
          <a:prstGeom prst="rect">
            <a:avLst/>
          </a:prstGeom>
          <a:solidFill>
            <a:srgbClr val="FFFF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051" name="Google Shape;1051;p51"/>
          <p:cNvSpPr/>
          <p:nvPr/>
        </p:nvSpPr>
        <p:spPr>
          <a:xfrm>
            <a:off x="5943600" y="5486400"/>
            <a:ext cx="1143000" cy="304800"/>
          </a:xfrm>
          <a:prstGeom prst="rect">
            <a:avLst/>
          </a:prstGeom>
          <a:solidFill>
            <a:srgbClr val="FFFF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052" name="Google Shape;1052;p51"/>
          <p:cNvSpPr/>
          <p:nvPr/>
        </p:nvSpPr>
        <p:spPr>
          <a:xfrm>
            <a:off x="2514600" y="5181600"/>
            <a:ext cx="1143000" cy="304800"/>
          </a:xfrm>
          <a:prstGeom prst="rect">
            <a:avLst/>
          </a:prstGeom>
          <a:solidFill>
            <a:srgbClr val="FFFF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053" name="Google Shape;1053;p51"/>
          <p:cNvSpPr/>
          <p:nvPr/>
        </p:nvSpPr>
        <p:spPr>
          <a:xfrm>
            <a:off x="3657600" y="5181600"/>
            <a:ext cx="1143000" cy="304800"/>
          </a:xfrm>
          <a:prstGeom prst="rect">
            <a:avLst/>
          </a:prstGeom>
          <a:solidFill>
            <a:srgbClr val="FFFF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054" name="Google Shape;1054;p51"/>
          <p:cNvSpPr/>
          <p:nvPr/>
        </p:nvSpPr>
        <p:spPr>
          <a:xfrm>
            <a:off x="4800600" y="5181600"/>
            <a:ext cx="1143000" cy="304800"/>
          </a:xfrm>
          <a:prstGeom prst="rect">
            <a:avLst/>
          </a:prstGeom>
          <a:solidFill>
            <a:srgbClr val="FFFF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055" name="Google Shape;1055;p51"/>
          <p:cNvSpPr/>
          <p:nvPr/>
        </p:nvSpPr>
        <p:spPr>
          <a:xfrm>
            <a:off x="5943600" y="5181600"/>
            <a:ext cx="1143000" cy="304800"/>
          </a:xfrm>
          <a:prstGeom prst="rect">
            <a:avLst/>
          </a:prstGeom>
          <a:solidFill>
            <a:srgbClr val="FFFF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056" name="Google Shape;1056;p51"/>
          <p:cNvSpPr/>
          <p:nvPr/>
        </p:nvSpPr>
        <p:spPr>
          <a:xfrm>
            <a:off x="2514600" y="4876800"/>
            <a:ext cx="1143000" cy="304800"/>
          </a:xfrm>
          <a:prstGeom prst="rect">
            <a:avLst/>
          </a:prstGeom>
          <a:solidFill>
            <a:srgbClr val="FFFF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057" name="Google Shape;1057;p51"/>
          <p:cNvSpPr/>
          <p:nvPr/>
        </p:nvSpPr>
        <p:spPr>
          <a:xfrm>
            <a:off x="3657600" y="4876800"/>
            <a:ext cx="1143000" cy="304800"/>
          </a:xfrm>
          <a:prstGeom prst="rect">
            <a:avLst/>
          </a:prstGeom>
          <a:solidFill>
            <a:srgbClr val="FFFF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058" name="Google Shape;1058;p51"/>
          <p:cNvSpPr/>
          <p:nvPr/>
        </p:nvSpPr>
        <p:spPr>
          <a:xfrm>
            <a:off x="4800600" y="4876800"/>
            <a:ext cx="1143000" cy="304800"/>
          </a:xfrm>
          <a:prstGeom prst="rect">
            <a:avLst/>
          </a:prstGeom>
          <a:solidFill>
            <a:srgbClr val="FFFF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059" name="Google Shape;1059;p51"/>
          <p:cNvSpPr/>
          <p:nvPr/>
        </p:nvSpPr>
        <p:spPr>
          <a:xfrm>
            <a:off x="5943600" y="4876800"/>
            <a:ext cx="1143000" cy="304800"/>
          </a:xfrm>
          <a:prstGeom prst="rect">
            <a:avLst/>
          </a:prstGeom>
          <a:solidFill>
            <a:srgbClr val="FFFF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060" name="Google Shape;1060;p51"/>
          <p:cNvSpPr/>
          <p:nvPr/>
        </p:nvSpPr>
        <p:spPr>
          <a:xfrm>
            <a:off x="2514600" y="4572000"/>
            <a:ext cx="1143000" cy="304800"/>
          </a:xfrm>
          <a:prstGeom prst="rect">
            <a:avLst/>
          </a:prstGeom>
          <a:solidFill>
            <a:srgbClr val="FFFF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061" name="Google Shape;1061;p51"/>
          <p:cNvSpPr/>
          <p:nvPr/>
        </p:nvSpPr>
        <p:spPr>
          <a:xfrm>
            <a:off x="3657600" y="4572000"/>
            <a:ext cx="1143000" cy="304800"/>
          </a:xfrm>
          <a:prstGeom prst="rect">
            <a:avLst/>
          </a:prstGeom>
          <a:solidFill>
            <a:srgbClr val="FFFF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062" name="Google Shape;1062;p51"/>
          <p:cNvSpPr/>
          <p:nvPr/>
        </p:nvSpPr>
        <p:spPr>
          <a:xfrm>
            <a:off x="4800600" y="4572000"/>
            <a:ext cx="1143000" cy="304800"/>
          </a:xfrm>
          <a:prstGeom prst="rect">
            <a:avLst/>
          </a:prstGeom>
          <a:solidFill>
            <a:srgbClr val="FFFF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063" name="Google Shape;1063;p51"/>
          <p:cNvSpPr/>
          <p:nvPr/>
        </p:nvSpPr>
        <p:spPr>
          <a:xfrm>
            <a:off x="5943600" y="4572000"/>
            <a:ext cx="1143000" cy="304800"/>
          </a:xfrm>
          <a:prstGeom prst="rect">
            <a:avLst/>
          </a:prstGeom>
          <a:solidFill>
            <a:srgbClr val="FFFF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grpSp>
        <p:nvGrpSpPr>
          <p:cNvPr id="1064" name="Google Shape;1064;p51"/>
          <p:cNvGrpSpPr/>
          <p:nvPr/>
        </p:nvGrpSpPr>
        <p:grpSpPr>
          <a:xfrm>
            <a:off x="1221582" y="3319463"/>
            <a:ext cx="1467643" cy="3263900"/>
            <a:chOff x="433" y="1995"/>
            <a:chExt cx="925" cy="2056"/>
          </a:xfrm>
        </p:grpSpPr>
        <p:sp>
          <p:nvSpPr>
            <p:cNvPr id="1065" name="Google Shape;1065;p51"/>
            <p:cNvSpPr txBox="1"/>
            <p:nvPr/>
          </p:nvSpPr>
          <p:spPr>
            <a:xfrm rot="-5400000">
              <a:off x="-161" y="3190"/>
              <a:ext cx="1420" cy="2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VELOCITY (cm/sec)</a:t>
              </a:r>
              <a:endParaRPr/>
            </a:p>
          </p:txBody>
        </p:sp>
        <p:cxnSp>
          <p:nvCxnSpPr>
            <p:cNvPr id="1066" name="Google Shape;1066;p51"/>
            <p:cNvCxnSpPr/>
            <p:nvPr/>
          </p:nvCxnSpPr>
          <p:spPr>
            <a:xfrm rot="10800000">
              <a:off x="1248" y="2338"/>
              <a:ext cx="0" cy="1694"/>
            </a:xfrm>
            <a:prstGeom prst="straightConnector1">
              <a:avLst/>
            </a:prstGeom>
            <a:noFill/>
            <a:ln cap="flat" cmpd="sng" w="19050">
              <a:solidFill>
                <a:schemeClr val="dk1"/>
              </a:solidFill>
              <a:prstDash val="solid"/>
              <a:round/>
              <a:headEnd len="med" w="med" type="none"/>
              <a:tailEnd len="med" w="med" type="triangle"/>
            </a:ln>
          </p:spPr>
        </p:cxnSp>
        <p:sp>
          <p:nvSpPr>
            <p:cNvPr id="1067" name="Google Shape;1067;p51"/>
            <p:cNvSpPr txBox="1"/>
            <p:nvPr/>
          </p:nvSpPr>
          <p:spPr>
            <a:xfrm>
              <a:off x="1170" y="1995"/>
              <a:ext cx="188" cy="2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800">
                  <a:solidFill>
                    <a:schemeClr val="dk1"/>
                  </a:solidFill>
                  <a:latin typeface="Arial"/>
                  <a:ea typeface="Arial"/>
                  <a:cs typeface="Arial"/>
                  <a:sym typeface="Arial"/>
                </a:rPr>
                <a:t>v</a:t>
              </a:r>
              <a:endParaRPr/>
            </a:p>
          </p:txBody>
        </p:sp>
        <p:sp>
          <p:nvSpPr>
            <p:cNvPr id="1068" name="Google Shape;1068;p51"/>
            <p:cNvSpPr txBox="1"/>
            <p:nvPr/>
          </p:nvSpPr>
          <p:spPr>
            <a:xfrm>
              <a:off x="974" y="2668"/>
              <a:ext cx="196" cy="231"/>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800">
                  <a:solidFill>
                    <a:schemeClr val="dk1"/>
                  </a:solidFill>
                  <a:latin typeface="Arial"/>
                  <a:ea typeface="Arial"/>
                  <a:cs typeface="Arial"/>
                  <a:sym typeface="Arial"/>
                </a:rPr>
                <a:t>0</a:t>
              </a:r>
              <a:endParaRPr/>
            </a:p>
          </p:txBody>
        </p:sp>
        <p:sp>
          <p:nvSpPr>
            <p:cNvPr id="1069" name="Google Shape;1069;p51"/>
            <p:cNvSpPr txBox="1"/>
            <p:nvPr/>
          </p:nvSpPr>
          <p:spPr>
            <a:xfrm>
              <a:off x="846" y="2860"/>
              <a:ext cx="324" cy="231"/>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800">
                  <a:solidFill>
                    <a:schemeClr val="dk1"/>
                  </a:solidFill>
                  <a:latin typeface="Arial"/>
                  <a:ea typeface="Arial"/>
                  <a:cs typeface="Arial"/>
                  <a:sym typeface="Arial"/>
                </a:rPr>
                <a:t>-50</a:t>
              </a:r>
              <a:endParaRPr/>
            </a:p>
          </p:txBody>
        </p:sp>
        <p:sp>
          <p:nvSpPr>
            <p:cNvPr id="1070" name="Google Shape;1070;p51"/>
            <p:cNvSpPr txBox="1"/>
            <p:nvPr/>
          </p:nvSpPr>
          <p:spPr>
            <a:xfrm>
              <a:off x="766" y="3052"/>
              <a:ext cx="404" cy="231"/>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800">
                  <a:solidFill>
                    <a:schemeClr val="dk1"/>
                  </a:solidFill>
                  <a:latin typeface="Arial"/>
                  <a:ea typeface="Arial"/>
                  <a:cs typeface="Arial"/>
                  <a:sym typeface="Arial"/>
                </a:rPr>
                <a:t>-100</a:t>
              </a:r>
              <a:endParaRPr/>
            </a:p>
          </p:txBody>
        </p:sp>
        <p:sp>
          <p:nvSpPr>
            <p:cNvPr id="1071" name="Google Shape;1071;p51"/>
            <p:cNvSpPr txBox="1"/>
            <p:nvPr/>
          </p:nvSpPr>
          <p:spPr>
            <a:xfrm>
              <a:off x="766" y="3244"/>
              <a:ext cx="404" cy="231"/>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800">
                  <a:solidFill>
                    <a:schemeClr val="dk1"/>
                  </a:solidFill>
                  <a:latin typeface="Arial"/>
                  <a:ea typeface="Arial"/>
                  <a:cs typeface="Arial"/>
                  <a:sym typeface="Arial"/>
                </a:rPr>
                <a:t>-150</a:t>
              </a:r>
              <a:endParaRPr/>
            </a:p>
          </p:txBody>
        </p:sp>
        <p:sp>
          <p:nvSpPr>
            <p:cNvPr id="1072" name="Google Shape;1072;p51"/>
            <p:cNvSpPr txBox="1"/>
            <p:nvPr/>
          </p:nvSpPr>
          <p:spPr>
            <a:xfrm>
              <a:off x="772" y="3436"/>
              <a:ext cx="404" cy="231"/>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800">
                  <a:solidFill>
                    <a:schemeClr val="dk1"/>
                  </a:solidFill>
                  <a:latin typeface="Arial"/>
                  <a:ea typeface="Arial"/>
                  <a:cs typeface="Arial"/>
                  <a:sym typeface="Arial"/>
                </a:rPr>
                <a:t>-200</a:t>
              </a:r>
              <a:endParaRPr/>
            </a:p>
          </p:txBody>
        </p:sp>
        <p:sp>
          <p:nvSpPr>
            <p:cNvPr id="1073" name="Google Shape;1073;p51"/>
            <p:cNvSpPr txBox="1"/>
            <p:nvPr/>
          </p:nvSpPr>
          <p:spPr>
            <a:xfrm>
              <a:off x="772" y="3628"/>
              <a:ext cx="404" cy="231"/>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800">
                  <a:solidFill>
                    <a:schemeClr val="dk1"/>
                  </a:solidFill>
                  <a:latin typeface="Arial"/>
                  <a:ea typeface="Arial"/>
                  <a:cs typeface="Arial"/>
                  <a:sym typeface="Arial"/>
                </a:rPr>
                <a:t>-250</a:t>
              </a:r>
              <a:endParaRPr/>
            </a:p>
          </p:txBody>
        </p:sp>
        <p:sp>
          <p:nvSpPr>
            <p:cNvPr id="1074" name="Google Shape;1074;p51"/>
            <p:cNvSpPr txBox="1"/>
            <p:nvPr/>
          </p:nvSpPr>
          <p:spPr>
            <a:xfrm>
              <a:off x="766" y="3820"/>
              <a:ext cx="404" cy="231"/>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800">
                  <a:solidFill>
                    <a:schemeClr val="dk1"/>
                  </a:solidFill>
                  <a:latin typeface="Arial"/>
                  <a:ea typeface="Arial"/>
                  <a:cs typeface="Arial"/>
                  <a:sym typeface="Arial"/>
                </a:rPr>
                <a:t>-300</a:t>
              </a:r>
              <a:endParaRPr/>
            </a:p>
          </p:txBody>
        </p:sp>
      </p:grpSp>
      <p:grpSp>
        <p:nvGrpSpPr>
          <p:cNvPr id="1075" name="Google Shape;1075;p51"/>
          <p:cNvGrpSpPr/>
          <p:nvPr/>
        </p:nvGrpSpPr>
        <p:grpSpPr>
          <a:xfrm>
            <a:off x="2514600" y="3886200"/>
            <a:ext cx="5353050" cy="868363"/>
            <a:chOff x="1248" y="2352"/>
            <a:chExt cx="3372" cy="547"/>
          </a:xfrm>
        </p:grpSpPr>
        <p:cxnSp>
          <p:nvCxnSpPr>
            <p:cNvPr id="1076" name="Google Shape;1076;p51"/>
            <p:cNvCxnSpPr/>
            <p:nvPr/>
          </p:nvCxnSpPr>
          <p:spPr>
            <a:xfrm>
              <a:off x="1248" y="2784"/>
              <a:ext cx="3024" cy="0"/>
            </a:xfrm>
            <a:prstGeom prst="straightConnector1">
              <a:avLst/>
            </a:prstGeom>
            <a:noFill/>
            <a:ln cap="flat" cmpd="sng" w="19050">
              <a:solidFill>
                <a:schemeClr val="dk1"/>
              </a:solidFill>
              <a:prstDash val="solid"/>
              <a:round/>
              <a:headEnd len="med" w="med" type="none"/>
              <a:tailEnd len="med" w="med" type="triangle"/>
            </a:ln>
          </p:spPr>
        </p:cxnSp>
        <p:sp>
          <p:nvSpPr>
            <p:cNvPr id="1077" name="Google Shape;1077;p51"/>
            <p:cNvSpPr txBox="1"/>
            <p:nvPr/>
          </p:nvSpPr>
          <p:spPr>
            <a:xfrm>
              <a:off x="4272" y="2668"/>
              <a:ext cx="348" cy="2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800">
                  <a:solidFill>
                    <a:schemeClr val="dk1"/>
                  </a:solidFill>
                  <a:latin typeface="Arial"/>
                  <a:ea typeface="Arial"/>
                  <a:cs typeface="Arial"/>
                  <a:sym typeface="Arial"/>
                </a:rPr>
                <a:t>t / s</a:t>
              </a:r>
              <a:endParaRPr/>
            </a:p>
          </p:txBody>
        </p:sp>
        <p:sp>
          <p:nvSpPr>
            <p:cNvPr id="1078" name="Google Shape;1078;p51"/>
            <p:cNvSpPr txBox="1"/>
            <p:nvPr/>
          </p:nvSpPr>
          <p:spPr>
            <a:xfrm>
              <a:off x="2326" y="2352"/>
              <a:ext cx="820" cy="2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TIME (sec)</a:t>
              </a:r>
              <a:endParaRPr/>
            </a:p>
          </p:txBody>
        </p:sp>
        <p:sp>
          <p:nvSpPr>
            <p:cNvPr id="1079" name="Google Shape;1079;p51"/>
            <p:cNvSpPr txBox="1"/>
            <p:nvPr/>
          </p:nvSpPr>
          <p:spPr>
            <a:xfrm>
              <a:off x="1248" y="2553"/>
              <a:ext cx="396" cy="231"/>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800">
                  <a:solidFill>
                    <a:schemeClr val="dk1"/>
                  </a:solidFill>
                  <a:latin typeface="Arial"/>
                  <a:ea typeface="Arial"/>
                  <a:cs typeface="Arial"/>
                  <a:sym typeface="Arial"/>
                </a:rPr>
                <a:t>.000</a:t>
              </a:r>
              <a:endParaRPr/>
            </a:p>
          </p:txBody>
        </p:sp>
        <p:sp>
          <p:nvSpPr>
            <p:cNvPr id="1080" name="Google Shape;1080;p51"/>
            <p:cNvSpPr txBox="1"/>
            <p:nvPr/>
          </p:nvSpPr>
          <p:spPr>
            <a:xfrm>
              <a:off x="1770" y="2553"/>
              <a:ext cx="396" cy="231"/>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800">
                  <a:solidFill>
                    <a:schemeClr val="dk1"/>
                  </a:solidFill>
                  <a:latin typeface="Arial"/>
                  <a:ea typeface="Arial"/>
                  <a:cs typeface="Arial"/>
                  <a:sym typeface="Arial"/>
                </a:rPr>
                <a:t>.056</a:t>
              </a:r>
              <a:endParaRPr/>
            </a:p>
          </p:txBody>
        </p:sp>
        <p:sp>
          <p:nvSpPr>
            <p:cNvPr id="1081" name="Google Shape;1081;p51"/>
            <p:cNvSpPr txBox="1"/>
            <p:nvPr/>
          </p:nvSpPr>
          <p:spPr>
            <a:xfrm>
              <a:off x="2490" y="2553"/>
              <a:ext cx="396" cy="231"/>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800">
                  <a:solidFill>
                    <a:schemeClr val="dk1"/>
                  </a:solidFill>
                  <a:latin typeface="Arial"/>
                  <a:ea typeface="Arial"/>
                  <a:cs typeface="Arial"/>
                  <a:sym typeface="Arial"/>
                </a:rPr>
                <a:t>.112</a:t>
              </a:r>
              <a:endParaRPr/>
            </a:p>
          </p:txBody>
        </p:sp>
        <p:sp>
          <p:nvSpPr>
            <p:cNvPr id="1082" name="Google Shape;1082;p51"/>
            <p:cNvSpPr txBox="1"/>
            <p:nvPr/>
          </p:nvSpPr>
          <p:spPr>
            <a:xfrm>
              <a:off x="3210" y="2553"/>
              <a:ext cx="396" cy="231"/>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800">
                  <a:solidFill>
                    <a:schemeClr val="dk1"/>
                  </a:solidFill>
                  <a:latin typeface="Arial"/>
                  <a:ea typeface="Arial"/>
                  <a:cs typeface="Arial"/>
                  <a:sym typeface="Arial"/>
                </a:rPr>
                <a:t>.168</a:t>
              </a:r>
              <a:endParaRPr/>
            </a:p>
          </p:txBody>
        </p:sp>
        <p:sp>
          <p:nvSpPr>
            <p:cNvPr id="1083" name="Google Shape;1083;p51"/>
            <p:cNvSpPr txBox="1"/>
            <p:nvPr/>
          </p:nvSpPr>
          <p:spPr>
            <a:xfrm>
              <a:off x="3876" y="2552"/>
              <a:ext cx="396" cy="231"/>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800">
                  <a:solidFill>
                    <a:schemeClr val="dk1"/>
                  </a:solidFill>
                  <a:latin typeface="Arial"/>
                  <a:ea typeface="Arial"/>
                  <a:cs typeface="Arial"/>
                  <a:sym typeface="Arial"/>
                </a:rPr>
                <a:t>.224</a:t>
              </a:r>
              <a:endParaRPr/>
            </a:p>
          </p:txBody>
        </p:sp>
      </p:grpSp>
      <p:cxnSp>
        <p:nvCxnSpPr>
          <p:cNvPr id="1084" name="Google Shape;1084;p51"/>
          <p:cNvCxnSpPr/>
          <p:nvPr/>
        </p:nvCxnSpPr>
        <p:spPr>
          <a:xfrm rot="10800000">
            <a:off x="152400" y="4503738"/>
            <a:ext cx="7675563" cy="2238375"/>
          </a:xfrm>
          <a:prstGeom prst="straightConnector1">
            <a:avLst/>
          </a:prstGeom>
          <a:noFill/>
          <a:ln cap="flat" cmpd="sng" w="28575">
            <a:solidFill>
              <a:srgbClr val="FF0000"/>
            </a:solidFill>
            <a:prstDash val="solid"/>
            <a:round/>
            <a:headEnd len="med" w="med" type="none"/>
            <a:tailEnd len="med" w="med" type="none"/>
          </a:ln>
        </p:spPr>
      </p:cxnSp>
      <p:sp>
        <p:nvSpPr>
          <p:cNvPr id="1085" name="Google Shape;1085;p51"/>
          <p:cNvSpPr/>
          <p:nvPr/>
        </p:nvSpPr>
        <p:spPr>
          <a:xfrm>
            <a:off x="3184525" y="1557338"/>
            <a:ext cx="5267325" cy="2687637"/>
          </a:xfrm>
          <a:prstGeom prst="rect">
            <a:avLst/>
          </a:prstGeom>
          <a:solidFill>
            <a:srgbClr val="FFCCCC"/>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rPr b="1" i="1" lang="en-US" sz="2400">
                <a:solidFill>
                  <a:schemeClr val="dk1"/>
                </a:solidFill>
                <a:latin typeface="Arial"/>
                <a:ea typeface="Arial"/>
                <a:cs typeface="Arial"/>
                <a:sym typeface="Arial"/>
              </a:rPr>
              <a:t>FYI</a:t>
            </a:r>
            <a:endParaRPr/>
          </a:p>
          <a:p>
            <a:pPr indent="0" lvl="0" marL="0" marR="0" rtl="0" algn="l">
              <a:spcBef>
                <a:spcPts val="0"/>
              </a:spcBef>
              <a:spcAft>
                <a:spcPts val="0"/>
              </a:spcAft>
              <a:buClr>
                <a:schemeClr val="dk1"/>
              </a:buClr>
              <a:buSzPts val="2400"/>
              <a:buFont typeface="Arial"/>
              <a:buNone/>
            </a:pPr>
            <a:r>
              <a:rPr b="1" lang="en-US" sz="2400">
                <a:solidFill>
                  <a:schemeClr val="dk1"/>
                </a:solidFill>
                <a:latin typeface="Arial"/>
                <a:ea typeface="Arial"/>
                <a:cs typeface="Arial"/>
                <a:sym typeface="Arial"/>
              </a:rPr>
              <a:t>∙</a:t>
            </a:r>
            <a:r>
              <a:rPr lang="en-US" sz="2400">
                <a:solidFill>
                  <a:schemeClr val="dk1"/>
                </a:solidFill>
                <a:latin typeface="Arial"/>
                <a:ea typeface="Arial"/>
                <a:cs typeface="Arial"/>
                <a:sym typeface="Arial"/>
              </a:rPr>
              <a:t>The graph </a:t>
            </a:r>
            <a:r>
              <a:rPr i="1" lang="en-US" sz="2400">
                <a:solidFill>
                  <a:schemeClr val="dk1"/>
                </a:solidFill>
                <a:latin typeface="Arial"/>
                <a:ea typeface="Arial"/>
                <a:cs typeface="Arial"/>
                <a:sym typeface="Arial"/>
              </a:rPr>
              <a:t>v</a:t>
            </a:r>
            <a:r>
              <a:rPr lang="en-US" sz="2400">
                <a:solidFill>
                  <a:schemeClr val="dk1"/>
                </a:solidFill>
                <a:latin typeface="Arial"/>
                <a:ea typeface="Arial"/>
                <a:cs typeface="Arial"/>
                <a:sym typeface="Arial"/>
              </a:rPr>
              <a:t> vs. </a:t>
            </a:r>
            <a:r>
              <a:rPr i="1" lang="en-US" sz="2400">
                <a:solidFill>
                  <a:schemeClr val="dk1"/>
                </a:solidFill>
                <a:latin typeface="Arial"/>
                <a:ea typeface="Arial"/>
                <a:cs typeface="Arial"/>
                <a:sym typeface="Arial"/>
              </a:rPr>
              <a:t>t</a:t>
            </a:r>
            <a:r>
              <a:rPr lang="en-US" sz="2400">
                <a:solidFill>
                  <a:schemeClr val="dk1"/>
                </a:solidFill>
                <a:latin typeface="Arial"/>
                <a:ea typeface="Arial"/>
                <a:cs typeface="Arial"/>
                <a:sym typeface="Arial"/>
              </a:rPr>
              <a:t> is linear. Thus </a:t>
            </a:r>
            <a:r>
              <a:rPr i="1" lang="en-US" sz="2400">
                <a:solidFill>
                  <a:schemeClr val="dk1"/>
                </a:solidFill>
                <a:latin typeface="Arial"/>
                <a:ea typeface="Arial"/>
                <a:cs typeface="Arial"/>
                <a:sym typeface="Arial"/>
              </a:rPr>
              <a:t>a</a:t>
            </a:r>
            <a:r>
              <a:rPr lang="en-US" sz="2400">
                <a:solidFill>
                  <a:schemeClr val="dk1"/>
                </a:solidFill>
                <a:latin typeface="Arial"/>
                <a:ea typeface="Arial"/>
                <a:cs typeface="Arial"/>
                <a:sym typeface="Arial"/>
              </a:rPr>
              <a:t> is constant.</a:t>
            </a:r>
            <a:endParaRPr/>
          </a:p>
          <a:p>
            <a:pPr indent="0" lvl="0" marL="0" marR="0" rtl="0" algn="l">
              <a:spcBef>
                <a:spcPts val="0"/>
              </a:spcBef>
              <a:spcAft>
                <a:spcPts val="0"/>
              </a:spcAft>
              <a:buClr>
                <a:schemeClr val="dk1"/>
              </a:buClr>
              <a:buSzPts val="2400"/>
              <a:buFont typeface="Arial"/>
              <a:buNone/>
            </a:pPr>
            <a:r>
              <a:rPr b="1" lang="en-US" sz="2400">
                <a:solidFill>
                  <a:schemeClr val="dk1"/>
                </a:solidFill>
                <a:latin typeface="Arial"/>
                <a:ea typeface="Arial"/>
                <a:cs typeface="Arial"/>
                <a:sym typeface="Arial"/>
              </a:rPr>
              <a:t>∙</a:t>
            </a:r>
            <a:r>
              <a:rPr lang="en-US" sz="2400">
                <a:solidFill>
                  <a:schemeClr val="dk1"/>
                </a:solidFill>
                <a:latin typeface="Arial"/>
                <a:ea typeface="Arial"/>
                <a:cs typeface="Arial"/>
                <a:sym typeface="Arial"/>
              </a:rPr>
              <a:t>The </a:t>
            </a:r>
            <a:r>
              <a:rPr i="1" lang="en-US" sz="2400">
                <a:solidFill>
                  <a:schemeClr val="dk1"/>
                </a:solidFill>
                <a:latin typeface="Arial"/>
                <a:ea typeface="Arial"/>
                <a:cs typeface="Arial"/>
                <a:sym typeface="Arial"/>
              </a:rPr>
              <a:t>y</a:t>
            </a:r>
            <a:r>
              <a:rPr lang="en-US" sz="2400">
                <a:solidFill>
                  <a:schemeClr val="dk1"/>
                </a:solidFill>
                <a:latin typeface="Arial"/>
                <a:ea typeface="Arial"/>
                <a:cs typeface="Arial"/>
                <a:sym typeface="Arial"/>
              </a:rPr>
              <a:t>-intercept (the initial velocity of the apple) is not zero. But this just means we don’t have all of the images of the apple.</a:t>
            </a:r>
            <a:endParaRPr/>
          </a:p>
          <a:p>
            <a:pPr indent="0" lvl="0" marL="0" marR="0" rtl="0" algn="l">
              <a:spcBef>
                <a:spcPts val="0"/>
              </a:spcBef>
              <a:spcAft>
                <a:spcPts val="0"/>
              </a:spcAft>
              <a:buClr>
                <a:schemeClr val="dk1"/>
              </a:buClr>
              <a:buSzPts val="2400"/>
              <a:buFont typeface="Arial"/>
              <a:buNone/>
            </a:pPr>
            <a:r>
              <a:t/>
            </a:r>
            <a:endParaRPr sz="2400">
              <a:solidFill>
                <a:schemeClr val="dk1"/>
              </a:solidFill>
              <a:latin typeface="Arial"/>
              <a:ea typeface="Arial"/>
              <a:cs typeface="Arial"/>
              <a:sym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0" name="Shape 1090"/>
        <p:cNvGrpSpPr/>
        <p:nvPr/>
      </p:nvGrpSpPr>
      <p:grpSpPr>
        <a:xfrm>
          <a:off x="0" y="0"/>
          <a:ext cx="0" cy="0"/>
          <a:chOff x="0" y="0"/>
          <a:chExt cx="0" cy="0"/>
        </a:xfrm>
      </p:grpSpPr>
      <p:sp>
        <p:nvSpPr>
          <p:cNvPr id="1091" name="Google Shape;1091;p52"/>
          <p:cNvSpPr/>
          <p:nvPr/>
        </p:nvSpPr>
        <p:spPr>
          <a:xfrm>
            <a:off x="685800" y="1549400"/>
            <a:ext cx="2525713" cy="5308600"/>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accent2"/>
              </a:buClr>
              <a:buSzPts val="2400"/>
              <a:buFont typeface="Arial"/>
              <a:buNone/>
            </a:pPr>
            <a:r>
              <a:rPr i="1" lang="en-US" sz="2400">
                <a:solidFill>
                  <a:schemeClr val="accent2"/>
                </a:solidFill>
                <a:latin typeface="Arial"/>
                <a:ea typeface="Arial"/>
                <a:cs typeface="Arial"/>
                <a:sym typeface="Arial"/>
              </a:rPr>
              <a:t>Determining the acceleration of free-fall experimentally</a:t>
            </a:r>
            <a:endParaRPr i="1" sz="2000">
              <a:solidFill>
                <a:schemeClr val="dk1"/>
              </a:solidFill>
              <a:latin typeface="Courier New"/>
              <a:ea typeface="Courier New"/>
              <a:cs typeface="Courier New"/>
              <a:sym typeface="Courier New"/>
            </a:endParaRPr>
          </a:p>
          <a:p>
            <a:pPr indent="0" lvl="0" marL="0" marR="0" rtl="0" algn="l">
              <a:spcBef>
                <a:spcPts val="40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a:p>
            <a:pPr indent="0" lvl="0" marL="0" marR="0" rtl="0" algn="l">
              <a:spcBef>
                <a:spcPts val="40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a:p>
            <a:pPr indent="0" lvl="0" marL="0" marR="0" rtl="0" algn="l">
              <a:spcBef>
                <a:spcPts val="40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a:p>
            <a:pPr indent="0" lvl="0" marL="0" marR="0" rtl="0" algn="l">
              <a:spcBef>
                <a:spcPts val="40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a:p>
            <a:pPr indent="0" lvl="0" marL="0" marR="0" rtl="0" algn="l">
              <a:spcBef>
                <a:spcPts val="40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1092" name="Google Shape;1092;p52"/>
          <p:cNvSpPr txBox="1"/>
          <p:nvPr>
            <p:ph idx="4294967295"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i="0" lang="en-US" sz="2800" u="none" cap="none" strike="noStrike">
                <a:solidFill>
                  <a:schemeClr val="dk2"/>
                </a:solidFill>
                <a:latin typeface="Arial"/>
                <a:ea typeface="Arial"/>
                <a:cs typeface="Arial"/>
                <a:sym typeface="Arial"/>
              </a:rPr>
              <a:t>Topic 2: Mechanics</a:t>
            </a:r>
            <a:br>
              <a:rPr b="1" i="0" lang="en-US" sz="2800" u="none" cap="none" strike="noStrike">
                <a:solidFill>
                  <a:schemeClr val="dk2"/>
                </a:solidFill>
                <a:latin typeface="Arial"/>
                <a:ea typeface="Arial"/>
                <a:cs typeface="Arial"/>
                <a:sym typeface="Arial"/>
              </a:rPr>
            </a:br>
            <a:r>
              <a:rPr b="0" i="0" lang="en-US" sz="2800" u="none" cap="none" strike="noStrike">
                <a:solidFill>
                  <a:schemeClr val="dk1"/>
                </a:solidFill>
                <a:latin typeface="Arial"/>
                <a:ea typeface="Arial"/>
                <a:cs typeface="Arial"/>
                <a:sym typeface="Arial"/>
              </a:rPr>
              <a:t>2.1 – Motion</a:t>
            </a:r>
            <a:endParaRPr/>
          </a:p>
        </p:txBody>
      </p:sp>
      <p:sp>
        <p:nvSpPr>
          <p:cNvPr id="1093" name="Google Shape;1093;p52"/>
          <p:cNvSpPr/>
          <p:nvPr/>
        </p:nvSpPr>
        <p:spPr>
          <a:xfrm>
            <a:off x="2514600" y="6096000"/>
            <a:ext cx="1143000" cy="304800"/>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094" name="Google Shape;1094;p52"/>
          <p:cNvSpPr/>
          <p:nvPr/>
        </p:nvSpPr>
        <p:spPr>
          <a:xfrm>
            <a:off x="3657600" y="6096000"/>
            <a:ext cx="1143000" cy="304800"/>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095" name="Google Shape;1095;p52"/>
          <p:cNvSpPr/>
          <p:nvPr/>
        </p:nvSpPr>
        <p:spPr>
          <a:xfrm>
            <a:off x="4800600" y="6096000"/>
            <a:ext cx="1143000" cy="304800"/>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096" name="Google Shape;1096;p52"/>
          <p:cNvSpPr/>
          <p:nvPr/>
        </p:nvSpPr>
        <p:spPr>
          <a:xfrm>
            <a:off x="5943600" y="6096000"/>
            <a:ext cx="1143000" cy="304800"/>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097" name="Google Shape;1097;p52"/>
          <p:cNvSpPr/>
          <p:nvPr/>
        </p:nvSpPr>
        <p:spPr>
          <a:xfrm>
            <a:off x="2514600" y="5791200"/>
            <a:ext cx="1143000" cy="304800"/>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098" name="Google Shape;1098;p52"/>
          <p:cNvSpPr/>
          <p:nvPr/>
        </p:nvSpPr>
        <p:spPr>
          <a:xfrm>
            <a:off x="3657600" y="5791200"/>
            <a:ext cx="1143000" cy="304800"/>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099" name="Google Shape;1099;p52"/>
          <p:cNvSpPr/>
          <p:nvPr/>
        </p:nvSpPr>
        <p:spPr>
          <a:xfrm>
            <a:off x="4800600" y="5791200"/>
            <a:ext cx="1143000" cy="304800"/>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100" name="Google Shape;1100;p52"/>
          <p:cNvSpPr/>
          <p:nvPr/>
        </p:nvSpPr>
        <p:spPr>
          <a:xfrm>
            <a:off x="5943600" y="5791200"/>
            <a:ext cx="1143000" cy="304800"/>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101" name="Google Shape;1101;p52"/>
          <p:cNvSpPr/>
          <p:nvPr/>
        </p:nvSpPr>
        <p:spPr>
          <a:xfrm>
            <a:off x="2514600" y="5486400"/>
            <a:ext cx="1143000" cy="304800"/>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102" name="Google Shape;1102;p52"/>
          <p:cNvSpPr/>
          <p:nvPr/>
        </p:nvSpPr>
        <p:spPr>
          <a:xfrm>
            <a:off x="3657600" y="5486400"/>
            <a:ext cx="1143000" cy="304800"/>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103" name="Google Shape;1103;p52"/>
          <p:cNvSpPr/>
          <p:nvPr/>
        </p:nvSpPr>
        <p:spPr>
          <a:xfrm>
            <a:off x="4800600" y="5486400"/>
            <a:ext cx="1143000" cy="304800"/>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104" name="Google Shape;1104;p52"/>
          <p:cNvSpPr/>
          <p:nvPr/>
        </p:nvSpPr>
        <p:spPr>
          <a:xfrm>
            <a:off x="5943600" y="5486400"/>
            <a:ext cx="1143000" cy="304800"/>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105" name="Google Shape;1105;p52"/>
          <p:cNvSpPr/>
          <p:nvPr/>
        </p:nvSpPr>
        <p:spPr>
          <a:xfrm>
            <a:off x="2514600" y="5181600"/>
            <a:ext cx="1143000" cy="304800"/>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106" name="Google Shape;1106;p52"/>
          <p:cNvSpPr/>
          <p:nvPr/>
        </p:nvSpPr>
        <p:spPr>
          <a:xfrm>
            <a:off x="3657600" y="5181600"/>
            <a:ext cx="1143000" cy="304800"/>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107" name="Google Shape;1107;p52"/>
          <p:cNvSpPr/>
          <p:nvPr/>
        </p:nvSpPr>
        <p:spPr>
          <a:xfrm>
            <a:off x="4800600" y="5181600"/>
            <a:ext cx="1143000" cy="304800"/>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108" name="Google Shape;1108;p52"/>
          <p:cNvSpPr/>
          <p:nvPr/>
        </p:nvSpPr>
        <p:spPr>
          <a:xfrm>
            <a:off x="5943600" y="5181600"/>
            <a:ext cx="1143000" cy="304800"/>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109" name="Google Shape;1109;p52"/>
          <p:cNvSpPr/>
          <p:nvPr/>
        </p:nvSpPr>
        <p:spPr>
          <a:xfrm>
            <a:off x="2514600" y="4876800"/>
            <a:ext cx="1143000" cy="304800"/>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110" name="Google Shape;1110;p52"/>
          <p:cNvSpPr/>
          <p:nvPr/>
        </p:nvSpPr>
        <p:spPr>
          <a:xfrm>
            <a:off x="3657600" y="4876800"/>
            <a:ext cx="1143000" cy="304800"/>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111" name="Google Shape;1111;p52"/>
          <p:cNvSpPr/>
          <p:nvPr/>
        </p:nvSpPr>
        <p:spPr>
          <a:xfrm>
            <a:off x="4800600" y="4876800"/>
            <a:ext cx="1143000" cy="304800"/>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112" name="Google Shape;1112;p52"/>
          <p:cNvSpPr/>
          <p:nvPr/>
        </p:nvSpPr>
        <p:spPr>
          <a:xfrm>
            <a:off x="5943600" y="4876800"/>
            <a:ext cx="1143000" cy="304800"/>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113" name="Google Shape;1113;p52"/>
          <p:cNvSpPr/>
          <p:nvPr/>
        </p:nvSpPr>
        <p:spPr>
          <a:xfrm>
            <a:off x="2514600" y="4572000"/>
            <a:ext cx="1143000" cy="304800"/>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114" name="Google Shape;1114;p52"/>
          <p:cNvSpPr/>
          <p:nvPr/>
        </p:nvSpPr>
        <p:spPr>
          <a:xfrm>
            <a:off x="3657600" y="4572000"/>
            <a:ext cx="1143000" cy="304800"/>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115" name="Google Shape;1115;p52"/>
          <p:cNvSpPr/>
          <p:nvPr/>
        </p:nvSpPr>
        <p:spPr>
          <a:xfrm>
            <a:off x="4800600" y="4572000"/>
            <a:ext cx="1143000" cy="304800"/>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116" name="Google Shape;1116;p52"/>
          <p:cNvSpPr/>
          <p:nvPr/>
        </p:nvSpPr>
        <p:spPr>
          <a:xfrm>
            <a:off x="5943600" y="4572000"/>
            <a:ext cx="1143000" cy="304800"/>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grpSp>
        <p:nvGrpSpPr>
          <p:cNvPr id="1117" name="Google Shape;1117;p52"/>
          <p:cNvGrpSpPr/>
          <p:nvPr/>
        </p:nvGrpSpPr>
        <p:grpSpPr>
          <a:xfrm>
            <a:off x="1221582" y="3319463"/>
            <a:ext cx="1467643" cy="3263900"/>
            <a:chOff x="433" y="1995"/>
            <a:chExt cx="925" cy="2056"/>
          </a:xfrm>
        </p:grpSpPr>
        <p:sp>
          <p:nvSpPr>
            <p:cNvPr id="1118" name="Google Shape;1118;p52"/>
            <p:cNvSpPr txBox="1"/>
            <p:nvPr/>
          </p:nvSpPr>
          <p:spPr>
            <a:xfrm rot="-5400000">
              <a:off x="-161" y="3190"/>
              <a:ext cx="1420" cy="2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VELOCITY (cm/sec)</a:t>
              </a:r>
              <a:endParaRPr/>
            </a:p>
          </p:txBody>
        </p:sp>
        <p:cxnSp>
          <p:nvCxnSpPr>
            <p:cNvPr id="1119" name="Google Shape;1119;p52"/>
            <p:cNvCxnSpPr/>
            <p:nvPr/>
          </p:nvCxnSpPr>
          <p:spPr>
            <a:xfrm rot="10800000">
              <a:off x="1248" y="2338"/>
              <a:ext cx="0" cy="1694"/>
            </a:xfrm>
            <a:prstGeom prst="straightConnector1">
              <a:avLst/>
            </a:prstGeom>
            <a:noFill/>
            <a:ln cap="flat" cmpd="sng" w="19050">
              <a:solidFill>
                <a:schemeClr val="dk1"/>
              </a:solidFill>
              <a:prstDash val="solid"/>
              <a:round/>
              <a:headEnd len="med" w="med" type="none"/>
              <a:tailEnd len="med" w="med" type="triangle"/>
            </a:ln>
          </p:spPr>
        </p:cxnSp>
        <p:sp>
          <p:nvSpPr>
            <p:cNvPr id="1120" name="Google Shape;1120;p52"/>
            <p:cNvSpPr txBox="1"/>
            <p:nvPr/>
          </p:nvSpPr>
          <p:spPr>
            <a:xfrm>
              <a:off x="1170" y="1995"/>
              <a:ext cx="188" cy="2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800">
                  <a:solidFill>
                    <a:schemeClr val="dk1"/>
                  </a:solidFill>
                  <a:latin typeface="Arial"/>
                  <a:ea typeface="Arial"/>
                  <a:cs typeface="Arial"/>
                  <a:sym typeface="Arial"/>
                </a:rPr>
                <a:t>v</a:t>
              </a:r>
              <a:endParaRPr/>
            </a:p>
          </p:txBody>
        </p:sp>
        <p:sp>
          <p:nvSpPr>
            <p:cNvPr id="1121" name="Google Shape;1121;p52"/>
            <p:cNvSpPr txBox="1"/>
            <p:nvPr/>
          </p:nvSpPr>
          <p:spPr>
            <a:xfrm>
              <a:off x="974" y="2668"/>
              <a:ext cx="196" cy="231"/>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800">
                  <a:solidFill>
                    <a:schemeClr val="dk1"/>
                  </a:solidFill>
                  <a:latin typeface="Arial"/>
                  <a:ea typeface="Arial"/>
                  <a:cs typeface="Arial"/>
                  <a:sym typeface="Arial"/>
                </a:rPr>
                <a:t>0</a:t>
              </a:r>
              <a:endParaRPr/>
            </a:p>
          </p:txBody>
        </p:sp>
        <p:sp>
          <p:nvSpPr>
            <p:cNvPr id="1122" name="Google Shape;1122;p52"/>
            <p:cNvSpPr txBox="1"/>
            <p:nvPr/>
          </p:nvSpPr>
          <p:spPr>
            <a:xfrm>
              <a:off x="846" y="2860"/>
              <a:ext cx="324" cy="231"/>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800">
                  <a:solidFill>
                    <a:schemeClr val="dk1"/>
                  </a:solidFill>
                  <a:latin typeface="Arial"/>
                  <a:ea typeface="Arial"/>
                  <a:cs typeface="Arial"/>
                  <a:sym typeface="Arial"/>
                </a:rPr>
                <a:t>-50</a:t>
              </a:r>
              <a:endParaRPr/>
            </a:p>
          </p:txBody>
        </p:sp>
        <p:sp>
          <p:nvSpPr>
            <p:cNvPr id="1123" name="Google Shape;1123;p52"/>
            <p:cNvSpPr txBox="1"/>
            <p:nvPr/>
          </p:nvSpPr>
          <p:spPr>
            <a:xfrm>
              <a:off x="766" y="3052"/>
              <a:ext cx="404" cy="231"/>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800">
                  <a:solidFill>
                    <a:schemeClr val="dk1"/>
                  </a:solidFill>
                  <a:latin typeface="Arial"/>
                  <a:ea typeface="Arial"/>
                  <a:cs typeface="Arial"/>
                  <a:sym typeface="Arial"/>
                </a:rPr>
                <a:t>-100</a:t>
              </a:r>
              <a:endParaRPr/>
            </a:p>
          </p:txBody>
        </p:sp>
        <p:sp>
          <p:nvSpPr>
            <p:cNvPr id="1124" name="Google Shape;1124;p52"/>
            <p:cNvSpPr txBox="1"/>
            <p:nvPr/>
          </p:nvSpPr>
          <p:spPr>
            <a:xfrm>
              <a:off x="766" y="3244"/>
              <a:ext cx="404" cy="231"/>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800">
                  <a:solidFill>
                    <a:schemeClr val="dk1"/>
                  </a:solidFill>
                  <a:latin typeface="Arial"/>
                  <a:ea typeface="Arial"/>
                  <a:cs typeface="Arial"/>
                  <a:sym typeface="Arial"/>
                </a:rPr>
                <a:t>-150</a:t>
              </a:r>
              <a:endParaRPr/>
            </a:p>
          </p:txBody>
        </p:sp>
        <p:sp>
          <p:nvSpPr>
            <p:cNvPr id="1125" name="Google Shape;1125;p52"/>
            <p:cNvSpPr txBox="1"/>
            <p:nvPr/>
          </p:nvSpPr>
          <p:spPr>
            <a:xfrm>
              <a:off x="772" y="3436"/>
              <a:ext cx="404" cy="231"/>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800">
                  <a:solidFill>
                    <a:schemeClr val="dk1"/>
                  </a:solidFill>
                  <a:latin typeface="Arial"/>
                  <a:ea typeface="Arial"/>
                  <a:cs typeface="Arial"/>
                  <a:sym typeface="Arial"/>
                </a:rPr>
                <a:t>-200</a:t>
              </a:r>
              <a:endParaRPr/>
            </a:p>
          </p:txBody>
        </p:sp>
        <p:sp>
          <p:nvSpPr>
            <p:cNvPr id="1126" name="Google Shape;1126;p52"/>
            <p:cNvSpPr txBox="1"/>
            <p:nvPr/>
          </p:nvSpPr>
          <p:spPr>
            <a:xfrm>
              <a:off x="772" y="3628"/>
              <a:ext cx="404" cy="231"/>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800">
                  <a:solidFill>
                    <a:schemeClr val="dk1"/>
                  </a:solidFill>
                  <a:latin typeface="Arial"/>
                  <a:ea typeface="Arial"/>
                  <a:cs typeface="Arial"/>
                  <a:sym typeface="Arial"/>
                </a:rPr>
                <a:t>-250</a:t>
              </a:r>
              <a:endParaRPr/>
            </a:p>
          </p:txBody>
        </p:sp>
        <p:sp>
          <p:nvSpPr>
            <p:cNvPr id="1127" name="Google Shape;1127;p52"/>
            <p:cNvSpPr txBox="1"/>
            <p:nvPr/>
          </p:nvSpPr>
          <p:spPr>
            <a:xfrm>
              <a:off x="766" y="3820"/>
              <a:ext cx="404" cy="231"/>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800">
                  <a:solidFill>
                    <a:schemeClr val="dk1"/>
                  </a:solidFill>
                  <a:latin typeface="Arial"/>
                  <a:ea typeface="Arial"/>
                  <a:cs typeface="Arial"/>
                  <a:sym typeface="Arial"/>
                </a:rPr>
                <a:t>-300</a:t>
              </a:r>
              <a:endParaRPr/>
            </a:p>
          </p:txBody>
        </p:sp>
      </p:grpSp>
      <p:grpSp>
        <p:nvGrpSpPr>
          <p:cNvPr id="1128" name="Google Shape;1128;p52"/>
          <p:cNvGrpSpPr/>
          <p:nvPr/>
        </p:nvGrpSpPr>
        <p:grpSpPr>
          <a:xfrm>
            <a:off x="2514600" y="3886200"/>
            <a:ext cx="5353050" cy="868363"/>
            <a:chOff x="1248" y="2352"/>
            <a:chExt cx="3372" cy="547"/>
          </a:xfrm>
        </p:grpSpPr>
        <p:cxnSp>
          <p:nvCxnSpPr>
            <p:cNvPr id="1129" name="Google Shape;1129;p52"/>
            <p:cNvCxnSpPr/>
            <p:nvPr/>
          </p:nvCxnSpPr>
          <p:spPr>
            <a:xfrm>
              <a:off x="1248" y="2784"/>
              <a:ext cx="3024" cy="0"/>
            </a:xfrm>
            <a:prstGeom prst="straightConnector1">
              <a:avLst/>
            </a:prstGeom>
            <a:noFill/>
            <a:ln cap="flat" cmpd="sng" w="19050">
              <a:solidFill>
                <a:schemeClr val="dk1"/>
              </a:solidFill>
              <a:prstDash val="solid"/>
              <a:round/>
              <a:headEnd len="med" w="med" type="none"/>
              <a:tailEnd len="med" w="med" type="triangle"/>
            </a:ln>
          </p:spPr>
        </p:cxnSp>
        <p:sp>
          <p:nvSpPr>
            <p:cNvPr id="1130" name="Google Shape;1130;p52"/>
            <p:cNvSpPr txBox="1"/>
            <p:nvPr/>
          </p:nvSpPr>
          <p:spPr>
            <a:xfrm>
              <a:off x="4272" y="2668"/>
              <a:ext cx="348" cy="2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800">
                  <a:solidFill>
                    <a:schemeClr val="dk1"/>
                  </a:solidFill>
                  <a:latin typeface="Arial"/>
                  <a:ea typeface="Arial"/>
                  <a:cs typeface="Arial"/>
                  <a:sym typeface="Arial"/>
                </a:rPr>
                <a:t>t / s</a:t>
              </a:r>
              <a:endParaRPr/>
            </a:p>
          </p:txBody>
        </p:sp>
        <p:sp>
          <p:nvSpPr>
            <p:cNvPr id="1131" name="Google Shape;1131;p52"/>
            <p:cNvSpPr txBox="1"/>
            <p:nvPr/>
          </p:nvSpPr>
          <p:spPr>
            <a:xfrm>
              <a:off x="2326" y="2352"/>
              <a:ext cx="820" cy="2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TIME (sec)</a:t>
              </a:r>
              <a:endParaRPr/>
            </a:p>
          </p:txBody>
        </p:sp>
        <p:sp>
          <p:nvSpPr>
            <p:cNvPr id="1132" name="Google Shape;1132;p52"/>
            <p:cNvSpPr txBox="1"/>
            <p:nvPr/>
          </p:nvSpPr>
          <p:spPr>
            <a:xfrm>
              <a:off x="1248" y="2553"/>
              <a:ext cx="396" cy="231"/>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800">
                  <a:solidFill>
                    <a:schemeClr val="dk1"/>
                  </a:solidFill>
                  <a:latin typeface="Arial"/>
                  <a:ea typeface="Arial"/>
                  <a:cs typeface="Arial"/>
                  <a:sym typeface="Arial"/>
                </a:rPr>
                <a:t>.000</a:t>
              </a:r>
              <a:endParaRPr/>
            </a:p>
          </p:txBody>
        </p:sp>
        <p:sp>
          <p:nvSpPr>
            <p:cNvPr id="1133" name="Google Shape;1133;p52"/>
            <p:cNvSpPr txBox="1"/>
            <p:nvPr/>
          </p:nvSpPr>
          <p:spPr>
            <a:xfrm>
              <a:off x="1770" y="2553"/>
              <a:ext cx="396" cy="231"/>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800">
                  <a:solidFill>
                    <a:schemeClr val="dk1"/>
                  </a:solidFill>
                  <a:latin typeface="Arial"/>
                  <a:ea typeface="Arial"/>
                  <a:cs typeface="Arial"/>
                  <a:sym typeface="Arial"/>
                </a:rPr>
                <a:t>.056</a:t>
              </a:r>
              <a:endParaRPr/>
            </a:p>
          </p:txBody>
        </p:sp>
        <p:sp>
          <p:nvSpPr>
            <p:cNvPr id="1134" name="Google Shape;1134;p52"/>
            <p:cNvSpPr txBox="1"/>
            <p:nvPr/>
          </p:nvSpPr>
          <p:spPr>
            <a:xfrm>
              <a:off x="2490" y="2553"/>
              <a:ext cx="396" cy="231"/>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800">
                  <a:solidFill>
                    <a:schemeClr val="dk1"/>
                  </a:solidFill>
                  <a:latin typeface="Arial"/>
                  <a:ea typeface="Arial"/>
                  <a:cs typeface="Arial"/>
                  <a:sym typeface="Arial"/>
                </a:rPr>
                <a:t>.112</a:t>
              </a:r>
              <a:endParaRPr/>
            </a:p>
          </p:txBody>
        </p:sp>
        <p:sp>
          <p:nvSpPr>
            <p:cNvPr id="1135" name="Google Shape;1135;p52"/>
            <p:cNvSpPr txBox="1"/>
            <p:nvPr/>
          </p:nvSpPr>
          <p:spPr>
            <a:xfrm>
              <a:off x="3210" y="2553"/>
              <a:ext cx="396" cy="231"/>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800">
                  <a:solidFill>
                    <a:schemeClr val="dk1"/>
                  </a:solidFill>
                  <a:latin typeface="Arial"/>
                  <a:ea typeface="Arial"/>
                  <a:cs typeface="Arial"/>
                  <a:sym typeface="Arial"/>
                </a:rPr>
                <a:t>.168</a:t>
              </a:r>
              <a:endParaRPr/>
            </a:p>
          </p:txBody>
        </p:sp>
        <p:sp>
          <p:nvSpPr>
            <p:cNvPr id="1136" name="Google Shape;1136;p52"/>
            <p:cNvSpPr txBox="1"/>
            <p:nvPr/>
          </p:nvSpPr>
          <p:spPr>
            <a:xfrm>
              <a:off x="3876" y="2552"/>
              <a:ext cx="396" cy="231"/>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800">
                  <a:solidFill>
                    <a:schemeClr val="dk1"/>
                  </a:solidFill>
                  <a:latin typeface="Arial"/>
                  <a:ea typeface="Arial"/>
                  <a:cs typeface="Arial"/>
                  <a:sym typeface="Arial"/>
                </a:rPr>
                <a:t>.224</a:t>
              </a:r>
              <a:endParaRPr/>
            </a:p>
          </p:txBody>
        </p:sp>
      </p:grpSp>
      <p:cxnSp>
        <p:nvCxnSpPr>
          <p:cNvPr id="1137" name="Google Shape;1137;p52"/>
          <p:cNvCxnSpPr/>
          <p:nvPr/>
        </p:nvCxnSpPr>
        <p:spPr>
          <a:xfrm rot="10800000">
            <a:off x="152400" y="4503738"/>
            <a:ext cx="7675563" cy="2238375"/>
          </a:xfrm>
          <a:prstGeom prst="straightConnector1">
            <a:avLst/>
          </a:prstGeom>
          <a:noFill/>
          <a:ln cap="flat" cmpd="sng" w="28575">
            <a:solidFill>
              <a:srgbClr val="FF0000"/>
            </a:solidFill>
            <a:prstDash val="solid"/>
            <a:round/>
            <a:headEnd len="med" w="med" type="none"/>
            <a:tailEnd len="med" w="med" type="none"/>
          </a:ln>
        </p:spPr>
      </p:cxnSp>
      <p:sp>
        <p:nvSpPr>
          <p:cNvPr id="1138" name="Google Shape;1138;p52"/>
          <p:cNvSpPr/>
          <p:nvPr/>
        </p:nvSpPr>
        <p:spPr>
          <a:xfrm rot="10800000">
            <a:off x="2505075" y="5170488"/>
            <a:ext cx="4560888" cy="1330325"/>
          </a:xfrm>
          <a:prstGeom prst="rtTriangle">
            <a:avLst/>
          </a:prstGeom>
          <a:solidFill>
            <a:schemeClr val="accent1">
              <a:alpha val="46666"/>
            </a:schemeClr>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139" name="Google Shape;1139;p52"/>
          <p:cNvSpPr txBox="1"/>
          <p:nvPr/>
        </p:nvSpPr>
        <p:spPr>
          <a:xfrm rot="-5400000">
            <a:off x="6321425" y="5526088"/>
            <a:ext cx="2206625"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Arial"/>
                <a:ea typeface="Arial"/>
                <a:cs typeface="Arial"/>
                <a:sym typeface="Arial"/>
              </a:rPr>
              <a:t>Δ</a:t>
            </a:r>
            <a:r>
              <a:rPr i="1" lang="en-US" sz="2400">
                <a:solidFill>
                  <a:schemeClr val="dk1"/>
                </a:solidFill>
                <a:latin typeface="Arial"/>
                <a:ea typeface="Arial"/>
                <a:cs typeface="Arial"/>
                <a:sym typeface="Arial"/>
              </a:rPr>
              <a:t>v</a:t>
            </a:r>
            <a:r>
              <a:rPr lang="en-US" sz="2400">
                <a:solidFill>
                  <a:schemeClr val="dk1"/>
                </a:solidFill>
                <a:latin typeface="Arial"/>
                <a:ea typeface="Arial"/>
                <a:cs typeface="Arial"/>
                <a:sym typeface="Arial"/>
              </a:rPr>
              <a:t> = -220 cm/s</a:t>
            </a:r>
            <a:endParaRPr/>
          </a:p>
        </p:txBody>
      </p:sp>
      <p:sp>
        <p:nvSpPr>
          <p:cNvPr id="1140" name="Google Shape;1140;p52"/>
          <p:cNvSpPr txBox="1"/>
          <p:nvPr/>
        </p:nvSpPr>
        <p:spPr>
          <a:xfrm>
            <a:off x="3984625" y="4638675"/>
            <a:ext cx="1800225" cy="457200"/>
          </a:xfrm>
          <a:prstGeom prst="rect">
            <a:avLst/>
          </a:prstGeom>
          <a:solidFill>
            <a:srgbClr val="EAEAEA"/>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Arial"/>
                <a:ea typeface="Arial"/>
                <a:cs typeface="Arial"/>
                <a:sym typeface="Arial"/>
              </a:rPr>
              <a:t>Δ</a:t>
            </a:r>
            <a:r>
              <a:rPr i="1" lang="en-US" sz="2400">
                <a:solidFill>
                  <a:schemeClr val="dk1"/>
                </a:solidFill>
                <a:latin typeface="Arial"/>
                <a:ea typeface="Arial"/>
                <a:cs typeface="Arial"/>
                <a:sym typeface="Arial"/>
              </a:rPr>
              <a:t>t</a:t>
            </a:r>
            <a:r>
              <a:rPr lang="en-US" sz="2400">
                <a:solidFill>
                  <a:schemeClr val="dk1"/>
                </a:solidFill>
                <a:latin typeface="Arial"/>
                <a:ea typeface="Arial"/>
                <a:cs typeface="Arial"/>
                <a:sym typeface="Arial"/>
              </a:rPr>
              <a:t> = 0.224 s</a:t>
            </a:r>
            <a:endParaRPr/>
          </a:p>
        </p:txBody>
      </p:sp>
      <p:sp>
        <p:nvSpPr>
          <p:cNvPr id="1141" name="Google Shape;1141;p52"/>
          <p:cNvSpPr/>
          <p:nvPr/>
        </p:nvSpPr>
        <p:spPr>
          <a:xfrm>
            <a:off x="3184525" y="1557338"/>
            <a:ext cx="5267325" cy="2687637"/>
          </a:xfrm>
          <a:prstGeom prst="rect">
            <a:avLst/>
          </a:prstGeom>
          <a:solidFill>
            <a:srgbClr val="FFCCCC"/>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rPr b="1" i="1" lang="en-US" sz="2400">
                <a:solidFill>
                  <a:schemeClr val="dk1"/>
                </a:solidFill>
                <a:latin typeface="Arial"/>
                <a:ea typeface="Arial"/>
                <a:cs typeface="Arial"/>
                <a:sym typeface="Arial"/>
              </a:rPr>
              <a:t>FYI</a:t>
            </a:r>
            <a:endParaRPr/>
          </a:p>
          <a:p>
            <a:pPr indent="0" lvl="0" marL="0" marR="0" rtl="0" algn="l">
              <a:spcBef>
                <a:spcPts val="0"/>
              </a:spcBef>
              <a:spcAft>
                <a:spcPts val="0"/>
              </a:spcAft>
              <a:buClr>
                <a:schemeClr val="dk1"/>
              </a:buClr>
              <a:buSzPts val="2400"/>
              <a:buFont typeface="Arial"/>
              <a:buNone/>
            </a:pPr>
            <a:r>
              <a:rPr b="1" lang="en-US" sz="2400">
                <a:solidFill>
                  <a:schemeClr val="dk1"/>
                </a:solidFill>
                <a:latin typeface="Arial"/>
                <a:ea typeface="Arial"/>
                <a:cs typeface="Arial"/>
                <a:sym typeface="Arial"/>
              </a:rPr>
              <a:t>∙</a:t>
            </a:r>
            <a:r>
              <a:rPr lang="en-US" sz="2400">
                <a:solidFill>
                  <a:schemeClr val="dk1"/>
                </a:solidFill>
                <a:latin typeface="Arial"/>
                <a:ea typeface="Arial"/>
                <a:cs typeface="Arial"/>
                <a:sym typeface="Arial"/>
              </a:rPr>
              <a:t>Finally, the acceleration is the </a:t>
            </a:r>
            <a:r>
              <a:rPr b="1" lang="en-US" sz="2400">
                <a:solidFill>
                  <a:schemeClr val="dk1"/>
                </a:solidFill>
                <a:latin typeface="Arial"/>
                <a:ea typeface="Arial"/>
                <a:cs typeface="Arial"/>
                <a:sym typeface="Arial"/>
              </a:rPr>
              <a:t>slope</a:t>
            </a:r>
            <a:r>
              <a:rPr lang="en-US" sz="2400">
                <a:solidFill>
                  <a:schemeClr val="dk1"/>
                </a:solidFill>
                <a:latin typeface="Arial"/>
                <a:ea typeface="Arial"/>
                <a:cs typeface="Arial"/>
                <a:sym typeface="Arial"/>
              </a:rPr>
              <a:t> of the </a:t>
            </a:r>
            <a:r>
              <a:rPr i="1" lang="en-US" sz="2400">
                <a:solidFill>
                  <a:schemeClr val="dk1"/>
                </a:solidFill>
                <a:latin typeface="Arial"/>
                <a:ea typeface="Arial"/>
                <a:cs typeface="Arial"/>
                <a:sym typeface="Arial"/>
              </a:rPr>
              <a:t>v</a:t>
            </a:r>
            <a:r>
              <a:rPr lang="en-US" sz="2400">
                <a:solidFill>
                  <a:schemeClr val="dk1"/>
                </a:solidFill>
                <a:latin typeface="Arial"/>
                <a:ea typeface="Arial"/>
                <a:cs typeface="Arial"/>
                <a:sym typeface="Arial"/>
              </a:rPr>
              <a:t> vs. </a:t>
            </a:r>
            <a:r>
              <a:rPr i="1" lang="en-US" sz="2400">
                <a:solidFill>
                  <a:schemeClr val="dk1"/>
                </a:solidFill>
                <a:latin typeface="Arial"/>
                <a:ea typeface="Arial"/>
                <a:cs typeface="Arial"/>
                <a:sym typeface="Arial"/>
              </a:rPr>
              <a:t>t</a:t>
            </a:r>
            <a:r>
              <a:rPr lang="en-US" sz="2400">
                <a:solidFill>
                  <a:schemeClr val="dk1"/>
                </a:solidFill>
                <a:latin typeface="Arial"/>
                <a:ea typeface="Arial"/>
                <a:cs typeface="Arial"/>
                <a:sym typeface="Arial"/>
              </a:rPr>
              <a:t> graph:</a:t>
            </a:r>
            <a:endParaRPr/>
          </a:p>
        </p:txBody>
      </p:sp>
      <p:sp>
        <p:nvSpPr>
          <p:cNvPr id="1142" name="Google Shape;1142;p52"/>
          <p:cNvSpPr txBox="1"/>
          <p:nvPr/>
        </p:nvSpPr>
        <p:spPr>
          <a:xfrm>
            <a:off x="3976688" y="2846388"/>
            <a:ext cx="592137" cy="82232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u="sng">
                <a:solidFill>
                  <a:schemeClr val="dk1"/>
                </a:solidFill>
                <a:latin typeface="Arial"/>
                <a:ea typeface="Arial"/>
                <a:cs typeface="Arial"/>
                <a:sym typeface="Arial"/>
              </a:rPr>
              <a:t>Δ</a:t>
            </a:r>
            <a:r>
              <a:rPr b="1" lang="en-US" sz="2400" u="sng">
                <a:solidFill>
                  <a:schemeClr val="dk1"/>
                </a:solidFill>
                <a:latin typeface="Arial"/>
                <a:ea typeface="Arial"/>
                <a:cs typeface="Arial"/>
                <a:sym typeface="Arial"/>
              </a:rPr>
              <a:t>v</a:t>
            </a:r>
            <a:endParaRPr/>
          </a:p>
          <a:p>
            <a:pPr indent="0" lvl="0" marL="0" marR="0" rtl="0" algn="ctr">
              <a:spcBef>
                <a:spcPts val="0"/>
              </a:spcBef>
              <a:spcAft>
                <a:spcPts val="0"/>
              </a:spcAft>
              <a:buNone/>
            </a:pPr>
            <a:r>
              <a:rPr lang="en-US" sz="2400">
                <a:solidFill>
                  <a:schemeClr val="dk1"/>
                </a:solidFill>
                <a:latin typeface="Arial"/>
                <a:ea typeface="Arial"/>
                <a:cs typeface="Arial"/>
                <a:sym typeface="Arial"/>
              </a:rPr>
              <a:t>Δ</a:t>
            </a:r>
            <a:r>
              <a:rPr i="1" lang="en-US" sz="2400">
                <a:solidFill>
                  <a:schemeClr val="dk1"/>
                </a:solidFill>
                <a:latin typeface="Arial"/>
                <a:ea typeface="Arial"/>
                <a:cs typeface="Arial"/>
                <a:sym typeface="Arial"/>
              </a:rPr>
              <a:t>t</a:t>
            </a:r>
            <a:endParaRPr/>
          </a:p>
        </p:txBody>
      </p:sp>
      <p:grpSp>
        <p:nvGrpSpPr>
          <p:cNvPr id="1143" name="Google Shape;1143;p52"/>
          <p:cNvGrpSpPr/>
          <p:nvPr/>
        </p:nvGrpSpPr>
        <p:grpSpPr>
          <a:xfrm>
            <a:off x="3268663" y="2967038"/>
            <a:ext cx="863600" cy="457200"/>
            <a:chOff x="3110" y="2350"/>
            <a:chExt cx="544" cy="288"/>
          </a:xfrm>
        </p:grpSpPr>
        <p:sp>
          <p:nvSpPr>
            <p:cNvPr id="1144" name="Google Shape;1144;p52"/>
            <p:cNvSpPr txBox="1"/>
            <p:nvPr/>
          </p:nvSpPr>
          <p:spPr>
            <a:xfrm>
              <a:off x="3110" y="2350"/>
              <a:ext cx="544" cy="28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400">
                  <a:solidFill>
                    <a:schemeClr val="dk1"/>
                  </a:solidFill>
                  <a:latin typeface="Arial"/>
                  <a:ea typeface="Arial"/>
                  <a:cs typeface="Arial"/>
                  <a:sym typeface="Arial"/>
                </a:rPr>
                <a:t>a </a:t>
              </a:r>
              <a:r>
                <a:rPr lang="en-US" sz="2400">
                  <a:solidFill>
                    <a:schemeClr val="dk1"/>
                  </a:solidFill>
                  <a:latin typeface="Arial"/>
                  <a:ea typeface="Arial"/>
                  <a:cs typeface="Arial"/>
                  <a:sym typeface="Arial"/>
                </a:rPr>
                <a:t>=</a:t>
              </a:r>
              <a:endParaRPr i="1" sz="2400">
                <a:solidFill>
                  <a:schemeClr val="dk1"/>
                </a:solidFill>
                <a:latin typeface="Arial"/>
                <a:ea typeface="Arial"/>
                <a:cs typeface="Arial"/>
                <a:sym typeface="Arial"/>
              </a:endParaRPr>
            </a:p>
          </p:txBody>
        </p:sp>
        <p:cxnSp>
          <p:nvCxnSpPr>
            <p:cNvPr id="1145" name="Google Shape;1145;p52"/>
            <p:cNvCxnSpPr/>
            <p:nvPr/>
          </p:nvCxnSpPr>
          <p:spPr>
            <a:xfrm>
              <a:off x="3257" y="2407"/>
              <a:ext cx="62" cy="0"/>
            </a:xfrm>
            <a:prstGeom prst="straightConnector1">
              <a:avLst/>
            </a:prstGeom>
            <a:noFill/>
            <a:ln cap="flat" cmpd="sng" w="19050">
              <a:solidFill>
                <a:schemeClr val="accent2"/>
              </a:solidFill>
              <a:prstDash val="solid"/>
              <a:round/>
              <a:headEnd len="med" w="med" type="none"/>
              <a:tailEnd len="med" w="med" type="none"/>
            </a:ln>
          </p:spPr>
        </p:cxnSp>
      </p:grpSp>
      <p:sp>
        <p:nvSpPr>
          <p:cNvPr id="1146" name="Google Shape;1146;p52"/>
          <p:cNvSpPr txBox="1"/>
          <p:nvPr/>
        </p:nvSpPr>
        <p:spPr>
          <a:xfrm>
            <a:off x="4541838" y="2965450"/>
            <a:ext cx="414337" cy="457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dk1"/>
                </a:solidFill>
                <a:latin typeface="Arial"/>
                <a:ea typeface="Arial"/>
                <a:cs typeface="Arial"/>
                <a:sym typeface="Arial"/>
              </a:rPr>
              <a:t>=</a:t>
            </a:r>
            <a:endParaRPr i="1" sz="2400">
              <a:solidFill>
                <a:schemeClr val="dk1"/>
              </a:solidFill>
              <a:latin typeface="Arial"/>
              <a:ea typeface="Arial"/>
              <a:cs typeface="Arial"/>
              <a:sym typeface="Arial"/>
            </a:endParaRPr>
          </a:p>
        </p:txBody>
      </p:sp>
      <p:sp>
        <p:nvSpPr>
          <p:cNvPr id="1147" name="Google Shape;1147;p52"/>
          <p:cNvSpPr txBox="1"/>
          <p:nvPr/>
        </p:nvSpPr>
        <p:spPr>
          <a:xfrm>
            <a:off x="4897438" y="2832100"/>
            <a:ext cx="1630362" cy="82232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u="sng">
                <a:solidFill>
                  <a:schemeClr val="dk1"/>
                </a:solidFill>
                <a:latin typeface="Arial"/>
                <a:ea typeface="Arial"/>
                <a:cs typeface="Arial"/>
                <a:sym typeface="Arial"/>
              </a:rPr>
              <a:t>-220 cm/s</a:t>
            </a:r>
            <a:endParaRPr b="1" sz="2400" u="sng">
              <a:solidFill>
                <a:schemeClr val="dk1"/>
              </a:solidFill>
              <a:latin typeface="Arial"/>
              <a:ea typeface="Arial"/>
              <a:cs typeface="Arial"/>
              <a:sym typeface="Arial"/>
            </a:endParaRPr>
          </a:p>
          <a:p>
            <a:pPr indent="0" lvl="0" marL="0" marR="0" rtl="0" algn="ctr">
              <a:spcBef>
                <a:spcPts val="0"/>
              </a:spcBef>
              <a:spcAft>
                <a:spcPts val="0"/>
              </a:spcAft>
              <a:buNone/>
            </a:pPr>
            <a:r>
              <a:rPr lang="en-US" sz="2400">
                <a:solidFill>
                  <a:schemeClr val="dk1"/>
                </a:solidFill>
                <a:latin typeface="Arial"/>
                <a:ea typeface="Arial"/>
                <a:cs typeface="Arial"/>
                <a:sym typeface="Arial"/>
              </a:rPr>
              <a:t>0.224 s</a:t>
            </a:r>
            <a:endParaRPr i="1" sz="2400">
              <a:solidFill>
                <a:schemeClr val="dk1"/>
              </a:solidFill>
              <a:latin typeface="Arial"/>
              <a:ea typeface="Arial"/>
              <a:cs typeface="Arial"/>
              <a:sym typeface="Arial"/>
            </a:endParaRPr>
          </a:p>
        </p:txBody>
      </p:sp>
      <p:sp>
        <p:nvSpPr>
          <p:cNvPr id="1148" name="Google Shape;1148;p52"/>
          <p:cNvSpPr txBox="1"/>
          <p:nvPr/>
        </p:nvSpPr>
        <p:spPr>
          <a:xfrm>
            <a:off x="6388100" y="2971800"/>
            <a:ext cx="1919288"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Arial"/>
                <a:ea typeface="Arial"/>
                <a:cs typeface="Arial"/>
                <a:sym typeface="Arial"/>
              </a:rPr>
              <a:t>= -982 cm/s</a:t>
            </a:r>
            <a:r>
              <a:rPr baseline="30000" lang="en-US" sz="2400">
                <a:solidFill>
                  <a:schemeClr val="dk1"/>
                </a:solidFill>
                <a:latin typeface="Arial"/>
                <a:ea typeface="Arial"/>
                <a:cs typeface="Arial"/>
                <a:sym typeface="Arial"/>
              </a:rPr>
              <a:t>2</a:t>
            </a:r>
            <a:endParaRPr i="1" sz="2400">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8"/>
                                        </p:tgtEl>
                                        <p:attrNameLst>
                                          <p:attrName>style.visibility</p:attrName>
                                        </p:attrNameLst>
                                      </p:cBhvr>
                                      <p:to>
                                        <p:strVal val="visible"/>
                                      </p:to>
                                    </p:set>
                                    <p:animEffect filter="fade" transition="in">
                                      <p:cBhvr>
                                        <p:cTn dur="2000"/>
                                        <p:tgtEl>
                                          <p:spTgt spid="113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0"/>
                                        </p:tgtEl>
                                        <p:attrNameLst>
                                          <p:attrName>style.visibility</p:attrName>
                                        </p:attrNameLst>
                                      </p:cBhvr>
                                      <p:to>
                                        <p:strVal val="visible"/>
                                      </p:to>
                                    </p:set>
                                    <p:animEffect filter="fade" transition="in">
                                      <p:cBhvr>
                                        <p:cTn dur="500"/>
                                        <p:tgtEl>
                                          <p:spTgt spid="114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9"/>
                                        </p:tgtEl>
                                        <p:attrNameLst>
                                          <p:attrName>style.visibility</p:attrName>
                                        </p:attrNameLst>
                                      </p:cBhvr>
                                      <p:to>
                                        <p:strVal val="visible"/>
                                      </p:to>
                                    </p:set>
                                    <p:animEffect filter="fade" transition="in">
                                      <p:cBhvr>
                                        <p:cTn dur="500"/>
                                        <p:tgtEl>
                                          <p:spTgt spid="113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3"/>
                                        </p:tgtEl>
                                        <p:attrNameLst>
                                          <p:attrName>style.visibility</p:attrName>
                                        </p:attrNameLst>
                                      </p:cBhvr>
                                      <p:to>
                                        <p:strVal val="visible"/>
                                      </p:to>
                                    </p:set>
                                    <p:animEffect filter="fade" transition="in">
                                      <p:cBhvr>
                                        <p:cTn dur="500"/>
                                        <p:tgtEl>
                                          <p:spTgt spid="114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2"/>
                                        </p:tgtEl>
                                        <p:attrNameLst>
                                          <p:attrName>style.visibility</p:attrName>
                                        </p:attrNameLst>
                                      </p:cBhvr>
                                      <p:to>
                                        <p:strVal val="visible"/>
                                      </p:to>
                                    </p:set>
                                    <p:animEffect filter="fade" transition="in">
                                      <p:cBhvr>
                                        <p:cTn dur="500"/>
                                        <p:tgtEl>
                                          <p:spTgt spid="114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6"/>
                                        </p:tgtEl>
                                        <p:attrNameLst>
                                          <p:attrName>style.visibility</p:attrName>
                                        </p:attrNameLst>
                                      </p:cBhvr>
                                      <p:to>
                                        <p:strVal val="visible"/>
                                      </p:to>
                                    </p:set>
                                    <p:animEffect filter="fade" transition="in">
                                      <p:cBhvr>
                                        <p:cTn dur="500"/>
                                        <p:tgtEl>
                                          <p:spTgt spid="114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7"/>
                                        </p:tgtEl>
                                        <p:attrNameLst>
                                          <p:attrName>style.visibility</p:attrName>
                                        </p:attrNameLst>
                                      </p:cBhvr>
                                      <p:to>
                                        <p:strVal val="visible"/>
                                      </p:to>
                                    </p:set>
                                    <p:animEffect filter="fade" transition="in">
                                      <p:cBhvr>
                                        <p:cTn dur="500"/>
                                        <p:tgtEl>
                                          <p:spTgt spid="114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8"/>
                                        </p:tgtEl>
                                        <p:attrNameLst>
                                          <p:attrName>style.visibility</p:attrName>
                                        </p:attrNameLst>
                                      </p:cBhvr>
                                      <p:to>
                                        <p:strVal val="visible"/>
                                      </p:to>
                                    </p:set>
                                    <p:animEffect filter="fade" transition="in">
                                      <p:cBhvr>
                                        <p:cTn dur="500"/>
                                        <p:tgtEl>
                                          <p:spTgt spid="114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3" name="Shape 1153"/>
        <p:cNvGrpSpPr/>
        <p:nvPr/>
      </p:nvGrpSpPr>
      <p:grpSpPr>
        <a:xfrm>
          <a:off x="0" y="0"/>
          <a:ext cx="0" cy="0"/>
          <a:chOff x="0" y="0"/>
          <a:chExt cx="0" cy="0"/>
        </a:xfrm>
      </p:grpSpPr>
      <p:sp>
        <p:nvSpPr>
          <p:cNvPr id="1154" name="Google Shape;1154;p53"/>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2: Mechanics</a:t>
            </a:r>
            <a:br>
              <a:rPr b="1" lang="en-US" sz="2800"/>
            </a:br>
            <a:r>
              <a:rPr lang="en-US" sz="2800">
                <a:solidFill>
                  <a:schemeClr val="dk1"/>
                </a:solidFill>
              </a:rPr>
              <a:t>2.1 – Motion</a:t>
            </a:r>
            <a:endParaRPr/>
          </a:p>
        </p:txBody>
      </p:sp>
      <p:sp>
        <p:nvSpPr>
          <p:cNvPr id="1155" name="Google Shape;1155;p53"/>
          <p:cNvSpPr/>
          <p:nvPr/>
        </p:nvSpPr>
        <p:spPr>
          <a:xfrm>
            <a:off x="685800" y="1549400"/>
            <a:ext cx="7761288" cy="5308600"/>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accent2"/>
              </a:buClr>
              <a:buSzPts val="2400"/>
              <a:buFont typeface="Arial"/>
              <a:buNone/>
            </a:pPr>
            <a:r>
              <a:rPr i="1" lang="en-US" sz="2400">
                <a:solidFill>
                  <a:schemeClr val="accent2"/>
                </a:solidFill>
                <a:latin typeface="Arial"/>
                <a:ea typeface="Arial"/>
                <a:cs typeface="Arial"/>
                <a:sym typeface="Arial"/>
              </a:rPr>
              <a:t>Determining the acceleration of free-fall experimentally</a:t>
            </a:r>
            <a:endParaRPr i="1" sz="2000">
              <a:solidFill>
                <a:schemeClr val="dk1"/>
              </a:solidFill>
              <a:latin typeface="Courier New"/>
              <a:ea typeface="Courier New"/>
              <a:cs typeface="Courier New"/>
              <a:sym typeface="Courier New"/>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∙Since this acceleration due to gravity is so important we give it the name </a:t>
            </a:r>
            <a:r>
              <a:rPr i="1" lang="en-US" sz="2400">
                <a:solidFill>
                  <a:schemeClr val="dk1"/>
                </a:solidFill>
                <a:latin typeface="Arial"/>
                <a:ea typeface="Arial"/>
                <a:cs typeface="Arial"/>
                <a:sym typeface="Arial"/>
              </a:rPr>
              <a:t>g</a:t>
            </a:r>
            <a:r>
              <a:rPr lang="en-US" sz="2400">
                <a:solidFill>
                  <a:schemeClr val="dk1"/>
                </a:solidFill>
                <a:latin typeface="Arial"/>
                <a:ea typeface="Arial"/>
                <a:cs typeface="Arial"/>
                <a:sym typeface="Arial"/>
              </a:rPr>
              <a:t>.</a:t>
            </a:r>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∙ALL objects accelerate at -</a:t>
            </a:r>
            <a:r>
              <a:rPr i="1" lang="en-US" sz="2400">
                <a:solidFill>
                  <a:schemeClr val="dk1"/>
                </a:solidFill>
                <a:latin typeface="Arial"/>
                <a:ea typeface="Arial"/>
                <a:cs typeface="Arial"/>
                <a:sym typeface="Arial"/>
              </a:rPr>
              <a:t>g</a:t>
            </a:r>
            <a:r>
              <a:rPr lang="en-US" sz="2400">
                <a:solidFill>
                  <a:schemeClr val="dk1"/>
                </a:solidFill>
                <a:latin typeface="Arial"/>
                <a:ea typeface="Arial"/>
                <a:cs typeface="Arial"/>
                <a:sym typeface="Arial"/>
              </a:rPr>
              <a:t> , where </a:t>
            </a:r>
            <a:endParaRPr/>
          </a:p>
          <a:p>
            <a:pPr indent="0" lvl="0" marL="0" marR="0" rtl="0" algn="l">
              <a:spcBef>
                <a:spcPts val="480"/>
              </a:spcBef>
              <a:spcAft>
                <a:spcPts val="0"/>
              </a:spcAft>
              <a:buClr>
                <a:schemeClr val="dk1"/>
              </a:buClr>
              <a:buSzPts val="2400"/>
              <a:buFont typeface="Arial"/>
              <a:buNone/>
            </a:pPr>
            <a:r>
              <a:rPr i="1" lang="en-US" sz="2400">
                <a:solidFill>
                  <a:schemeClr val="dk1"/>
                </a:solidFill>
                <a:latin typeface="Arial"/>
                <a:ea typeface="Arial"/>
                <a:cs typeface="Arial"/>
                <a:sym typeface="Arial"/>
              </a:rPr>
              <a:t>	                       g</a:t>
            </a:r>
            <a:r>
              <a:rPr lang="en-US" sz="2400">
                <a:solidFill>
                  <a:schemeClr val="dk1"/>
                </a:solidFill>
                <a:latin typeface="Arial"/>
                <a:ea typeface="Arial"/>
                <a:cs typeface="Arial"/>
                <a:sym typeface="Arial"/>
              </a:rPr>
              <a:t> = 980</a:t>
            </a:r>
            <a:r>
              <a:rPr baseline="-25000"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cm</a:t>
            </a:r>
            <a:r>
              <a:rPr baseline="-25000"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s</a:t>
            </a:r>
            <a:r>
              <a:rPr baseline="30000" lang="en-US" sz="2400">
                <a:solidFill>
                  <a:schemeClr val="dk1"/>
                </a:solidFill>
                <a:latin typeface="Arial"/>
                <a:ea typeface="Arial"/>
                <a:cs typeface="Arial"/>
                <a:sym typeface="Arial"/>
              </a:rPr>
              <a:t>-2</a:t>
            </a:r>
            <a:r>
              <a:rPr lang="en-US" sz="2400">
                <a:solidFill>
                  <a:schemeClr val="dk1"/>
                </a:solidFill>
                <a:latin typeface="Arial"/>
                <a:ea typeface="Arial"/>
                <a:cs typeface="Arial"/>
                <a:sym typeface="Arial"/>
              </a:rPr>
              <a:t> </a:t>
            </a:r>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 in the absence of air resistance.</a:t>
            </a:r>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∙We can list the values for </a:t>
            </a:r>
            <a:r>
              <a:rPr i="1" lang="en-US" sz="2400">
                <a:solidFill>
                  <a:schemeClr val="dk1"/>
                </a:solidFill>
                <a:latin typeface="Arial"/>
                <a:ea typeface="Arial"/>
                <a:cs typeface="Arial"/>
                <a:sym typeface="Arial"/>
              </a:rPr>
              <a:t>g</a:t>
            </a:r>
            <a:r>
              <a:rPr lang="en-US" sz="2400">
                <a:solidFill>
                  <a:schemeClr val="dk1"/>
                </a:solidFill>
                <a:latin typeface="Arial"/>
                <a:ea typeface="Arial"/>
                <a:cs typeface="Arial"/>
                <a:sym typeface="Arial"/>
              </a:rPr>
              <a:t> in three ways:</a:t>
            </a:r>
            <a:endParaRPr/>
          </a:p>
          <a:p>
            <a:pPr indent="0" lvl="0" marL="0" marR="0" rtl="0" algn="l">
              <a:spcBef>
                <a:spcPts val="480"/>
              </a:spcBef>
              <a:spcAft>
                <a:spcPts val="0"/>
              </a:spcAft>
              <a:buClr>
                <a:schemeClr val="dk1"/>
              </a:buClr>
              <a:buSzPts val="2400"/>
              <a:buFont typeface="Arial"/>
              <a:buNone/>
            </a:pPr>
            <a:r>
              <a:t/>
            </a:r>
            <a:endParaRPr sz="2400">
              <a:solidFill>
                <a:schemeClr val="dk1"/>
              </a:solidFill>
              <a:latin typeface="Arial"/>
              <a:ea typeface="Arial"/>
              <a:cs typeface="Arial"/>
              <a:sym typeface="Arial"/>
            </a:endParaRPr>
          </a:p>
          <a:p>
            <a:pPr indent="0" lvl="0" marL="0" marR="0" rtl="0" algn="l">
              <a:spcBef>
                <a:spcPts val="480"/>
              </a:spcBef>
              <a:spcAft>
                <a:spcPts val="0"/>
              </a:spcAft>
              <a:buClr>
                <a:schemeClr val="dk1"/>
              </a:buClr>
              <a:buSzPts val="2400"/>
              <a:buFont typeface="Arial"/>
              <a:buNone/>
            </a:pPr>
            <a:r>
              <a:t/>
            </a:r>
            <a:endParaRPr sz="2400">
              <a:solidFill>
                <a:schemeClr val="dk1"/>
              </a:solidFill>
              <a:latin typeface="Arial"/>
              <a:ea typeface="Arial"/>
              <a:cs typeface="Arial"/>
              <a:sym typeface="Arial"/>
            </a:endParaRPr>
          </a:p>
          <a:p>
            <a:pPr indent="0" lvl="0" marL="0" marR="0" rtl="0" algn="l">
              <a:spcBef>
                <a:spcPts val="480"/>
              </a:spcBef>
              <a:spcAft>
                <a:spcPts val="0"/>
              </a:spcAft>
              <a:buClr>
                <a:schemeClr val="dk1"/>
              </a:buClr>
              <a:buSzPts val="2400"/>
              <a:buFont typeface="Arial"/>
              <a:buNone/>
            </a:pPr>
            <a:r>
              <a:t/>
            </a:r>
            <a:endParaRPr sz="2400">
              <a:solidFill>
                <a:schemeClr val="dk1"/>
              </a:solidFill>
              <a:latin typeface="Arial"/>
              <a:ea typeface="Arial"/>
              <a:cs typeface="Arial"/>
              <a:sym typeface="Arial"/>
            </a:endParaRPr>
          </a:p>
          <a:p>
            <a:pPr indent="0" lvl="0" marL="0" marR="0" rtl="0" algn="l">
              <a:spcBef>
                <a:spcPts val="480"/>
              </a:spcBef>
              <a:spcAft>
                <a:spcPts val="0"/>
              </a:spcAft>
              <a:buClr>
                <a:schemeClr val="dk1"/>
              </a:buClr>
              <a:buSzPts val="2400"/>
              <a:buFont typeface="Arial"/>
              <a:buNone/>
            </a:pPr>
            <a:r>
              <a:t/>
            </a:r>
            <a:endParaRPr sz="2400">
              <a:solidFill>
                <a:schemeClr val="dk1"/>
              </a:solidFill>
              <a:latin typeface="Arial"/>
              <a:ea typeface="Arial"/>
              <a:cs typeface="Arial"/>
              <a:sym typeface="Arial"/>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a:t>
            </a:r>
            <a:r>
              <a:rPr lang="en-US" sz="2400" u="sng">
                <a:solidFill>
                  <a:schemeClr val="hlink"/>
                </a:solidFill>
                <a:latin typeface="Arial"/>
                <a:ea typeface="Arial"/>
                <a:cs typeface="Arial"/>
                <a:sym typeface="Arial"/>
                <a:hlinkClick r:id="rId3"/>
              </a:rPr>
              <a:t>Hammer and feather drop Apollo 15</a:t>
            </a:r>
            <a:endParaRPr sz="2400">
              <a:solidFill>
                <a:schemeClr val="dk1"/>
              </a:solidFill>
              <a:latin typeface="Arial"/>
              <a:ea typeface="Arial"/>
              <a:cs typeface="Arial"/>
              <a:sym typeface="Arial"/>
            </a:endParaRPr>
          </a:p>
        </p:txBody>
      </p:sp>
      <p:grpSp>
        <p:nvGrpSpPr>
          <p:cNvPr id="1156" name="Google Shape;1156;p53"/>
          <p:cNvGrpSpPr/>
          <p:nvPr/>
        </p:nvGrpSpPr>
        <p:grpSpPr>
          <a:xfrm>
            <a:off x="828675" y="4627563"/>
            <a:ext cx="7464425" cy="1539875"/>
            <a:chOff x="522" y="2971"/>
            <a:chExt cx="4702" cy="970"/>
          </a:xfrm>
        </p:grpSpPr>
        <p:sp>
          <p:nvSpPr>
            <p:cNvPr id="1157" name="Google Shape;1157;p53"/>
            <p:cNvSpPr txBox="1"/>
            <p:nvPr/>
          </p:nvSpPr>
          <p:spPr>
            <a:xfrm>
              <a:off x="3941" y="2971"/>
              <a:ext cx="1283" cy="748"/>
            </a:xfrm>
            <a:prstGeom prst="rect">
              <a:avLst/>
            </a:prstGeom>
            <a:solidFill>
              <a:srgbClr val="FF0000"/>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lt1"/>
                  </a:solidFill>
                  <a:latin typeface="Arial"/>
                  <a:ea typeface="Arial"/>
                  <a:cs typeface="Arial"/>
                  <a:sym typeface="Arial"/>
                </a:rPr>
                <a:t>magnitude of the freefall acceleration</a:t>
              </a:r>
              <a:endParaRPr/>
            </a:p>
          </p:txBody>
        </p:sp>
        <p:sp>
          <p:nvSpPr>
            <p:cNvPr id="1158" name="Google Shape;1158;p53"/>
            <p:cNvSpPr/>
            <p:nvPr/>
          </p:nvSpPr>
          <p:spPr>
            <a:xfrm>
              <a:off x="522" y="2973"/>
              <a:ext cx="4701" cy="968"/>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159" name="Google Shape;1159;p53"/>
            <p:cNvSpPr txBox="1"/>
            <p:nvPr/>
          </p:nvSpPr>
          <p:spPr>
            <a:xfrm>
              <a:off x="628" y="3019"/>
              <a:ext cx="1721"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chemeClr val="dk1"/>
                  </a:solidFill>
                  <a:latin typeface="Arial"/>
                  <a:ea typeface="Arial"/>
                  <a:cs typeface="Arial"/>
                  <a:sym typeface="Arial"/>
                </a:rPr>
                <a:t>g</a:t>
              </a:r>
              <a:r>
                <a:rPr lang="en-US" sz="2400">
                  <a:solidFill>
                    <a:schemeClr val="dk1"/>
                  </a:solidFill>
                  <a:latin typeface="Arial"/>
                  <a:ea typeface="Arial"/>
                  <a:cs typeface="Arial"/>
                  <a:sym typeface="Arial"/>
                </a:rPr>
                <a:t> = 980 cm</a:t>
              </a:r>
              <a:r>
                <a:rPr baseline="-25000"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s</a:t>
              </a:r>
              <a:r>
                <a:rPr baseline="30000" lang="en-US" sz="2400">
                  <a:solidFill>
                    <a:schemeClr val="dk1"/>
                  </a:solidFill>
                  <a:latin typeface="Arial"/>
                  <a:ea typeface="Arial"/>
                  <a:cs typeface="Arial"/>
                  <a:sym typeface="Arial"/>
                </a:rPr>
                <a:t>-2</a:t>
              </a:r>
              <a:r>
                <a:rPr i="1" lang="en-US" sz="2400">
                  <a:solidFill>
                    <a:schemeClr val="dk1"/>
                  </a:solidFill>
                  <a:latin typeface="Arial"/>
                  <a:ea typeface="Arial"/>
                  <a:cs typeface="Arial"/>
                  <a:sym typeface="Arial"/>
                </a:rPr>
                <a:t> </a:t>
              </a:r>
              <a:endParaRPr/>
            </a:p>
          </p:txBody>
        </p:sp>
        <p:sp>
          <p:nvSpPr>
            <p:cNvPr id="1160" name="Google Shape;1160;p53"/>
            <p:cNvSpPr txBox="1"/>
            <p:nvPr/>
          </p:nvSpPr>
          <p:spPr>
            <a:xfrm>
              <a:off x="633" y="3305"/>
              <a:ext cx="1721"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chemeClr val="dk1"/>
                  </a:solidFill>
                  <a:latin typeface="Arial"/>
                  <a:ea typeface="Arial"/>
                  <a:cs typeface="Arial"/>
                  <a:sym typeface="Arial"/>
                </a:rPr>
                <a:t>g</a:t>
              </a:r>
              <a:r>
                <a:rPr lang="en-US" sz="2400">
                  <a:solidFill>
                    <a:schemeClr val="dk1"/>
                  </a:solidFill>
                  <a:latin typeface="Arial"/>
                  <a:ea typeface="Arial"/>
                  <a:cs typeface="Arial"/>
                  <a:sym typeface="Arial"/>
                </a:rPr>
                <a:t> = 9.80 m</a:t>
              </a:r>
              <a:r>
                <a:rPr baseline="-25000"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s</a:t>
              </a:r>
              <a:r>
                <a:rPr baseline="30000" lang="en-US" sz="2400">
                  <a:solidFill>
                    <a:schemeClr val="dk1"/>
                  </a:solidFill>
                  <a:latin typeface="Arial"/>
                  <a:ea typeface="Arial"/>
                  <a:cs typeface="Arial"/>
                  <a:sym typeface="Arial"/>
                </a:rPr>
                <a:t>-2</a:t>
              </a:r>
              <a:r>
                <a:rPr i="1" lang="en-US" sz="2400">
                  <a:solidFill>
                    <a:schemeClr val="dk1"/>
                  </a:solidFill>
                  <a:latin typeface="Arial"/>
                  <a:ea typeface="Arial"/>
                  <a:cs typeface="Arial"/>
                  <a:sym typeface="Arial"/>
                </a:rPr>
                <a:t> </a:t>
              </a:r>
              <a:endParaRPr/>
            </a:p>
          </p:txBody>
        </p:sp>
        <p:sp>
          <p:nvSpPr>
            <p:cNvPr id="1161" name="Google Shape;1161;p53"/>
            <p:cNvSpPr txBox="1"/>
            <p:nvPr/>
          </p:nvSpPr>
          <p:spPr>
            <a:xfrm>
              <a:off x="631" y="3598"/>
              <a:ext cx="1721"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chemeClr val="dk1"/>
                  </a:solidFill>
                  <a:latin typeface="Arial"/>
                  <a:ea typeface="Arial"/>
                  <a:cs typeface="Arial"/>
                  <a:sym typeface="Arial"/>
                </a:rPr>
                <a:t>g</a:t>
              </a:r>
              <a:r>
                <a:rPr lang="en-US" sz="2400">
                  <a:solidFill>
                    <a:schemeClr val="dk1"/>
                  </a:solidFill>
                  <a:latin typeface="Arial"/>
                  <a:ea typeface="Arial"/>
                  <a:cs typeface="Arial"/>
                  <a:sym typeface="Arial"/>
                </a:rPr>
                <a:t> = 32 ft</a:t>
              </a:r>
              <a:r>
                <a:rPr baseline="-25000"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s</a:t>
              </a:r>
              <a:r>
                <a:rPr baseline="30000" lang="en-US" sz="2400">
                  <a:solidFill>
                    <a:schemeClr val="dk1"/>
                  </a:solidFill>
                  <a:latin typeface="Arial"/>
                  <a:ea typeface="Arial"/>
                  <a:cs typeface="Arial"/>
                  <a:sym typeface="Arial"/>
                </a:rPr>
                <a:t>-2</a:t>
              </a:r>
              <a:r>
                <a:rPr i="1" lang="en-US" sz="2400">
                  <a:solidFill>
                    <a:schemeClr val="dk1"/>
                  </a:solidFill>
                  <a:latin typeface="Arial"/>
                  <a:ea typeface="Arial"/>
                  <a:cs typeface="Arial"/>
                  <a:sym typeface="Arial"/>
                </a:rPr>
                <a:t> </a:t>
              </a:r>
              <a:endParaRPr/>
            </a:p>
          </p:txBody>
        </p:sp>
        <p:sp>
          <p:nvSpPr>
            <p:cNvPr id="1162" name="Google Shape;1162;p53"/>
            <p:cNvSpPr txBox="1"/>
            <p:nvPr/>
          </p:nvSpPr>
          <p:spPr>
            <a:xfrm>
              <a:off x="2064" y="2986"/>
              <a:ext cx="1873" cy="74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chemeClr val="accent2"/>
                  </a:solidFill>
                  <a:latin typeface="Arial"/>
                  <a:ea typeface="Arial"/>
                  <a:cs typeface="Arial"/>
                  <a:sym typeface="Arial"/>
                </a:rPr>
                <a:t>We usually round the metric value to 10</a:t>
              </a:r>
              <a:r>
                <a:rPr i="1" lang="en-US" sz="2400">
                  <a:solidFill>
                    <a:schemeClr val="dk1"/>
                  </a:solidFill>
                  <a:latin typeface="Arial"/>
                  <a:ea typeface="Arial"/>
                  <a:cs typeface="Arial"/>
                  <a:sym typeface="Arial"/>
                </a:rPr>
                <a:t>:</a:t>
              </a:r>
              <a:endParaRPr/>
            </a:p>
          </p:txBody>
        </p:sp>
      </p:grpSp>
      <p:sp>
        <p:nvSpPr>
          <p:cNvPr id="1163" name="Google Shape;1163;p53"/>
          <p:cNvSpPr txBox="1"/>
          <p:nvPr/>
        </p:nvSpPr>
        <p:spPr>
          <a:xfrm>
            <a:off x="3783013" y="5599113"/>
            <a:ext cx="2732087"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chemeClr val="dk1"/>
                </a:solidFill>
                <a:latin typeface="Arial"/>
                <a:ea typeface="Arial"/>
                <a:cs typeface="Arial"/>
                <a:sym typeface="Arial"/>
              </a:rPr>
              <a:t>g</a:t>
            </a:r>
            <a:r>
              <a:rPr lang="en-US" sz="2400">
                <a:solidFill>
                  <a:schemeClr val="dk1"/>
                </a:solidFill>
                <a:latin typeface="Arial"/>
                <a:ea typeface="Arial"/>
                <a:cs typeface="Arial"/>
                <a:sym typeface="Arial"/>
              </a:rPr>
              <a:t> = 10. m</a:t>
            </a:r>
            <a:r>
              <a:rPr baseline="-25000"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s</a:t>
            </a:r>
            <a:r>
              <a:rPr baseline="30000" lang="en-US" sz="2400">
                <a:solidFill>
                  <a:schemeClr val="dk1"/>
                </a:solidFill>
                <a:latin typeface="Arial"/>
                <a:ea typeface="Arial"/>
                <a:cs typeface="Arial"/>
                <a:sym typeface="Arial"/>
              </a:rPr>
              <a:t>-2</a:t>
            </a:r>
            <a:r>
              <a:rPr i="1" lang="en-US" sz="2400">
                <a:solidFill>
                  <a:schemeClr val="dk1"/>
                </a:solidFill>
                <a:latin typeface="Arial"/>
                <a:ea typeface="Arial"/>
                <a:cs typeface="Arial"/>
                <a:sym typeface="Arial"/>
              </a:rPr>
              <a:t>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156"/>
                                        </p:tgtEl>
                                        <p:attrNameLst>
                                          <p:attrName>style.visibility</p:attrName>
                                        </p:attrNameLst>
                                      </p:cBhvr>
                                      <p:to>
                                        <p:strVal val="visible"/>
                                      </p:to>
                                    </p:set>
                                    <p:anim calcmode="lin" valueType="num">
                                      <p:cBhvr additive="base">
                                        <p:cTn dur="500"/>
                                        <p:tgtEl>
                                          <p:spTgt spid="1156"/>
                                        </p:tgtEl>
                                        <p:attrNameLst>
                                          <p:attrName>ppt_w</p:attrName>
                                        </p:attrNameLst>
                                      </p:cBhvr>
                                      <p:tavLst>
                                        <p:tav fmla="" tm="0">
                                          <p:val>
                                            <p:strVal val="0"/>
                                          </p:val>
                                        </p:tav>
                                        <p:tav fmla="" tm="100000">
                                          <p:val>
                                            <p:strVal val="#ppt_w"/>
                                          </p:val>
                                        </p:tav>
                                      </p:tavLst>
                                    </p:anim>
                                    <p:anim calcmode="lin" valueType="num">
                                      <p:cBhvr additive="base">
                                        <p:cTn dur="500"/>
                                        <p:tgtEl>
                                          <p:spTgt spid="1156"/>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163"/>
                                        </p:tgtEl>
                                        <p:attrNameLst>
                                          <p:attrName>style.visibility</p:attrName>
                                        </p:attrNameLst>
                                      </p:cBhvr>
                                      <p:to>
                                        <p:strVal val="visible"/>
                                      </p:to>
                                    </p:set>
                                    <p:anim calcmode="lin" valueType="num">
                                      <p:cBhvr additive="base">
                                        <p:cTn dur="500"/>
                                        <p:tgtEl>
                                          <p:spTgt spid="1163"/>
                                        </p:tgtEl>
                                        <p:attrNameLst>
                                          <p:attrName>ppt_w</p:attrName>
                                        </p:attrNameLst>
                                      </p:cBhvr>
                                      <p:tavLst>
                                        <p:tav fmla="" tm="0">
                                          <p:val>
                                            <p:strVal val="0"/>
                                          </p:val>
                                        </p:tav>
                                        <p:tav fmla="" tm="100000">
                                          <p:val>
                                            <p:strVal val="#ppt_w"/>
                                          </p:val>
                                        </p:tav>
                                      </p:tavLst>
                                    </p:anim>
                                    <p:anim calcmode="lin" valueType="num">
                                      <p:cBhvr additive="base">
                                        <p:cTn dur="500"/>
                                        <p:tgtEl>
                                          <p:spTgt spid="1163"/>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8" name="Shape 1168"/>
        <p:cNvGrpSpPr/>
        <p:nvPr/>
      </p:nvGrpSpPr>
      <p:grpSpPr>
        <a:xfrm>
          <a:off x="0" y="0"/>
          <a:ext cx="0" cy="0"/>
          <a:chOff x="0" y="0"/>
          <a:chExt cx="0" cy="0"/>
        </a:xfrm>
      </p:grpSpPr>
      <p:sp>
        <p:nvSpPr>
          <p:cNvPr id="1169" name="Google Shape;1169;p54"/>
          <p:cNvSpPr/>
          <p:nvPr/>
        </p:nvSpPr>
        <p:spPr>
          <a:xfrm>
            <a:off x="685800" y="1549400"/>
            <a:ext cx="7772400" cy="3863975"/>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accent2"/>
              </a:buClr>
              <a:buSzPts val="2400"/>
              <a:buFont typeface="Arial"/>
              <a:buNone/>
            </a:pPr>
            <a:r>
              <a:rPr i="1" lang="en-US" sz="2400">
                <a:solidFill>
                  <a:schemeClr val="accent2"/>
                </a:solidFill>
                <a:latin typeface="Arial"/>
                <a:ea typeface="Arial"/>
                <a:cs typeface="Arial"/>
                <a:sym typeface="Arial"/>
              </a:rPr>
              <a:t>Solving problems using equations of motion for uniform acceleration</a:t>
            </a:r>
            <a:endParaRPr i="1" sz="2000">
              <a:solidFill>
                <a:schemeClr val="dk1"/>
              </a:solidFill>
              <a:latin typeface="Courier New"/>
              <a:ea typeface="Courier New"/>
              <a:cs typeface="Courier New"/>
              <a:sym typeface="Courier New"/>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-General:  </a:t>
            </a:r>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	 </a:t>
            </a:r>
            <a:r>
              <a:rPr i="1" lang="en-US" sz="2400">
                <a:solidFill>
                  <a:schemeClr val="dk1"/>
                </a:solidFill>
                <a:latin typeface="Arial"/>
                <a:ea typeface="Arial"/>
                <a:cs typeface="Arial"/>
                <a:sym typeface="Arial"/>
              </a:rPr>
              <a:t>s</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ut</a:t>
            </a:r>
            <a:r>
              <a:rPr lang="en-US" sz="2400">
                <a:solidFill>
                  <a:schemeClr val="dk1"/>
                </a:solidFill>
                <a:latin typeface="Arial"/>
                <a:ea typeface="Arial"/>
                <a:cs typeface="Arial"/>
                <a:sym typeface="Arial"/>
              </a:rPr>
              <a:t> + (1/2)</a:t>
            </a:r>
            <a:r>
              <a:rPr i="1" lang="en-US" sz="2400">
                <a:solidFill>
                  <a:schemeClr val="dk1"/>
                </a:solidFill>
                <a:latin typeface="Arial"/>
                <a:ea typeface="Arial"/>
                <a:cs typeface="Arial"/>
                <a:sym typeface="Arial"/>
              </a:rPr>
              <a:t>at</a:t>
            </a:r>
            <a:r>
              <a:rPr baseline="30000" lang="en-US" sz="2400">
                <a:solidFill>
                  <a:schemeClr val="dk1"/>
                </a:solidFill>
                <a:latin typeface="Arial"/>
                <a:ea typeface="Arial"/>
                <a:cs typeface="Arial"/>
                <a:sym typeface="Arial"/>
              </a:rPr>
              <a:t>2</a:t>
            </a:r>
            <a:r>
              <a:rPr lang="en-US" sz="2400">
                <a:solidFill>
                  <a:schemeClr val="dk1"/>
                </a:solidFill>
                <a:latin typeface="Arial"/>
                <a:ea typeface="Arial"/>
                <a:cs typeface="Arial"/>
                <a:sym typeface="Arial"/>
              </a:rPr>
              <a:t>, and </a:t>
            </a:r>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	 </a:t>
            </a:r>
            <a:r>
              <a:rPr i="1" lang="en-US" sz="2400">
                <a:solidFill>
                  <a:schemeClr val="dk1"/>
                </a:solidFill>
                <a:latin typeface="Arial"/>
                <a:ea typeface="Arial"/>
                <a:cs typeface="Arial"/>
                <a:sym typeface="Arial"/>
              </a:rPr>
              <a:t>v</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u</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at</a:t>
            </a:r>
            <a:r>
              <a:rPr lang="en-US" sz="2400">
                <a:solidFill>
                  <a:schemeClr val="dk1"/>
                </a:solidFill>
                <a:latin typeface="Arial"/>
                <a:ea typeface="Arial"/>
                <a:cs typeface="Arial"/>
                <a:sym typeface="Arial"/>
              </a:rPr>
              <a:t>, and </a:t>
            </a:r>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	</a:t>
            </a:r>
            <a:r>
              <a:rPr i="1" lang="en-US" sz="2400">
                <a:solidFill>
                  <a:schemeClr val="dk1"/>
                </a:solidFill>
                <a:latin typeface="Arial"/>
                <a:ea typeface="Arial"/>
                <a:cs typeface="Arial"/>
                <a:sym typeface="Arial"/>
              </a:rPr>
              <a:t>v</a:t>
            </a:r>
            <a:r>
              <a:rPr baseline="30000" lang="en-US" sz="2400">
                <a:solidFill>
                  <a:schemeClr val="dk1"/>
                </a:solidFill>
                <a:latin typeface="Arial"/>
                <a:ea typeface="Arial"/>
                <a:cs typeface="Arial"/>
                <a:sym typeface="Arial"/>
              </a:rPr>
              <a:t>2</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u</a:t>
            </a:r>
            <a:r>
              <a:rPr baseline="30000" lang="en-US" sz="2400">
                <a:solidFill>
                  <a:schemeClr val="dk1"/>
                </a:solidFill>
                <a:latin typeface="Arial"/>
                <a:ea typeface="Arial"/>
                <a:cs typeface="Arial"/>
                <a:sym typeface="Arial"/>
              </a:rPr>
              <a:t>2</a:t>
            </a:r>
            <a:r>
              <a:rPr lang="en-US" sz="2400">
                <a:solidFill>
                  <a:schemeClr val="dk1"/>
                </a:solidFill>
                <a:latin typeface="Arial"/>
                <a:ea typeface="Arial"/>
                <a:cs typeface="Arial"/>
                <a:sym typeface="Arial"/>
              </a:rPr>
              <a:t> + 2</a:t>
            </a:r>
            <a:r>
              <a:rPr i="1" lang="en-US" sz="2400">
                <a:solidFill>
                  <a:schemeClr val="dk1"/>
                </a:solidFill>
                <a:latin typeface="Arial"/>
                <a:ea typeface="Arial"/>
                <a:cs typeface="Arial"/>
                <a:sym typeface="Arial"/>
              </a:rPr>
              <a:t>as</a:t>
            </a:r>
            <a:r>
              <a:rPr lang="en-US" sz="2400">
                <a:solidFill>
                  <a:schemeClr val="dk1"/>
                </a:solidFill>
                <a:latin typeface="Arial"/>
                <a:ea typeface="Arial"/>
                <a:cs typeface="Arial"/>
                <a:sym typeface="Arial"/>
              </a:rPr>
              <a:t>, and </a:t>
            </a:r>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	 </a:t>
            </a:r>
            <a:r>
              <a:rPr i="1" lang="en-US" sz="2400">
                <a:solidFill>
                  <a:schemeClr val="dk1"/>
                </a:solidFill>
                <a:latin typeface="Arial"/>
                <a:ea typeface="Arial"/>
                <a:cs typeface="Arial"/>
                <a:sym typeface="Arial"/>
              </a:rPr>
              <a:t>s</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u</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v</a:t>
            </a:r>
            <a:r>
              <a:rPr lang="en-US" sz="2400">
                <a:solidFill>
                  <a:schemeClr val="dk1"/>
                </a:solidFill>
                <a:latin typeface="Arial"/>
                <a:ea typeface="Arial"/>
                <a:cs typeface="Arial"/>
                <a:sym typeface="Arial"/>
              </a:rPr>
              <a:t>)</a:t>
            </a:r>
            <a:r>
              <a:rPr i="1" lang="en-US" sz="2400">
                <a:solidFill>
                  <a:schemeClr val="dk1"/>
                </a:solidFill>
                <a:latin typeface="Arial"/>
                <a:ea typeface="Arial"/>
                <a:cs typeface="Arial"/>
                <a:sym typeface="Arial"/>
              </a:rPr>
              <a:t>t </a:t>
            </a:r>
            <a:r>
              <a:rPr lang="en-US" sz="2400">
                <a:solidFill>
                  <a:schemeClr val="dk1"/>
                </a:solidFill>
                <a:latin typeface="Arial"/>
                <a:ea typeface="Arial"/>
                <a:cs typeface="Arial"/>
                <a:sym typeface="Arial"/>
              </a:rPr>
              <a:t>/ 2;</a:t>
            </a:r>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-Freefall:  Substitute ‘-</a:t>
            </a:r>
            <a:r>
              <a:rPr i="1" lang="en-US" sz="2400">
                <a:solidFill>
                  <a:schemeClr val="dk1"/>
                </a:solidFill>
                <a:latin typeface="Arial"/>
                <a:ea typeface="Arial"/>
                <a:cs typeface="Arial"/>
                <a:sym typeface="Arial"/>
              </a:rPr>
              <a:t>g</a:t>
            </a:r>
            <a:r>
              <a:rPr lang="en-US" sz="2400">
                <a:solidFill>
                  <a:schemeClr val="dk1"/>
                </a:solidFill>
                <a:latin typeface="Arial"/>
                <a:ea typeface="Arial"/>
                <a:cs typeface="Arial"/>
                <a:sym typeface="Arial"/>
              </a:rPr>
              <a:t>’ for ‘</a:t>
            </a:r>
            <a:r>
              <a:rPr i="1" lang="en-US" sz="2400">
                <a:solidFill>
                  <a:schemeClr val="dk1"/>
                </a:solidFill>
                <a:latin typeface="Arial"/>
                <a:ea typeface="Arial"/>
                <a:cs typeface="Arial"/>
                <a:sym typeface="Arial"/>
              </a:rPr>
              <a:t>a</a:t>
            </a:r>
            <a:r>
              <a:rPr lang="en-US" sz="2400">
                <a:solidFill>
                  <a:schemeClr val="dk1"/>
                </a:solidFill>
                <a:latin typeface="Arial"/>
                <a:ea typeface="Arial"/>
                <a:cs typeface="Arial"/>
                <a:sym typeface="Arial"/>
              </a:rPr>
              <a:t>’ in all of the above equations.</a:t>
            </a:r>
            <a:endParaRPr/>
          </a:p>
        </p:txBody>
      </p:sp>
      <p:sp>
        <p:nvSpPr>
          <p:cNvPr id="1170" name="Google Shape;1170;p54"/>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2: Mechanics</a:t>
            </a:r>
            <a:br>
              <a:rPr b="1" lang="en-US" sz="2800"/>
            </a:br>
            <a:r>
              <a:rPr lang="en-US" sz="2800">
                <a:solidFill>
                  <a:schemeClr val="dk1"/>
                </a:solidFill>
              </a:rPr>
              <a:t>2.1 – Motion</a:t>
            </a:r>
            <a:endParaRPr/>
          </a:p>
        </p:txBody>
      </p:sp>
      <p:sp>
        <p:nvSpPr>
          <p:cNvPr id="1171" name="Google Shape;1171;p54"/>
          <p:cNvSpPr/>
          <p:nvPr/>
        </p:nvSpPr>
        <p:spPr>
          <a:xfrm>
            <a:off x="693738" y="5410200"/>
            <a:ext cx="7758112" cy="1447800"/>
          </a:xfrm>
          <a:prstGeom prst="rect">
            <a:avLst/>
          </a:prstGeom>
          <a:solidFill>
            <a:srgbClr val="FFCCCC"/>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rPr b="1" i="1" lang="en-US" sz="2400">
                <a:solidFill>
                  <a:schemeClr val="dk1"/>
                </a:solidFill>
                <a:latin typeface="Arial"/>
                <a:ea typeface="Arial"/>
                <a:cs typeface="Arial"/>
                <a:sym typeface="Arial"/>
              </a:rPr>
              <a:t>FYI</a:t>
            </a:r>
            <a:endParaRPr/>
          </a:p>
          <a:p>
            <a:pPr indent="0" lvl="0" marL="0" marR="0" rtl="0" algn="l">
              <a:spcBef>
                <a:spcPts val="0"/>
              </a:spcBef>
              <a:spcAft>
                <a:spcPts val="0"/>
              </a:spcAft>
              <a:buClr>
                <a:schemeClr val="dk1"/>
              </a:buClr>
              <a:buSzPts val="2400"/>
              <a:buFont typeface="Arial"/>
              <a:buNone/>
            </a:pPr>
            <a:r>
              <a:rPr lang="en-US" sz="2400">
                <a:solidFill>
                  <a:schemeClr val="dk1"/>
                </a:solidFill>
                <a:latin typeface="Arial"/>
                <a:ea typeface="Arial"/>
                <a:cs typeface="Arial"/>
                <a:sym typeface="Arial"/>
              </a:rPr>
              <a:t>∙The kinematic equations will be used throughout the year. We must master them NOW!</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69">
                                            <p:txEl>
                                              <p:pRg end="0" st="0"/>
                                            </p:txEl>
                                          </p:spTgt>
                                        </p:tgtEl>
                                        <p:attrNameLst>
                                          <p:attrName>style.visibility</p:attrName>
                                        </p:attrNameLst>
                                      </p:cBhvr>
                                      <p:to>
                                        <p:strVal val="visible"/>
                                      </p:to>
                                    </p:set>
                                    <p:anim calcmode="lin" valueType="num">
                                      <p:cBhvr additive="base">
                                        <p:cTn dur="500"/>
                                        <p:tgtEl>
                                          <p:spTgt spid="1169">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69">
                                            <p:txEl>
                                              <p:pRg end="1" st="1"/>
                                            </p:txEl>
                                          </p:spTgt>
                                        </p:tgtEl>
                                        <p:attrNameLst>
                                          <p:attrName>style.visibility</p:attrName>
                                        </p:attrNameLst>
                                      </p:cBhvr>
                                      <p:to>
                                        <p:strVal val="visible"/>
                                      </p:to>
                                    </p:set>
                                    <p:anim calcmode="lin" valueType="num">
                                      <p:cBhvr additive="base">
                                        <p:cTn dur="500"/>
                                        <p:tgtEl>
                                          <p:spTgt spid="1169">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69">
                                            <p:txEl>
                                              <p:pRg end="2" st="2"/>
                                            </p:txEl>
                                          </p:spTgt>
                                        </p:tgtEl>
                                        <p:attrNameLst>
                                          <p:attrName>style.visibility</p:attrName>
                                        </p:attrNameLst>
                                      </p:cBhvr>
                                      <p:to>
                                        <p:strVal val="visible"/>
                                      </p:to>
                                    </p:set>
                                    <p:anim calcmode="lin" valueType="num">
                                      <p:cBhvr additive="base">
                                        <p:cTn dur="500"/>
                                        <p:tgtEl>
                                          <p:spTgt spid="1169">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69">
                                            <p:txEl>
                                              <p:pRg end="3" st="3"/>
                                            </p:txEl>
                                          </p:spTgt>
                                        </p:tgtEl>
                                        <p:attrNameLst>
                                          <p:attrName>style.visibility</p:attrName>
                                        </p:attrNameLst>
                                      </p:cBhvr>
                                      <p:to>
                                        <p:strVal val="visible"/>
                                      </p:to>
                                    </p:set>
                                    <p:anim calcmode="lin" valueType="num">
                                      <p:cBhvr additive="base">
                                        <p:cTn dur="500"/>
                                        <p:tgtEl>
                                          <p:spTgt spid="1169">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69">
                                            <p:txEl>
                                              <p:pRg end="4" st="4"/>
                                            </p:txEl>
                                          </p:spTgt>
                                        </p:tgtEl>
                                        <p:attrNameLst>
                                          <p:attrName>style.visibility</p:attrName>
                                        </p:attrNameLst>
                                      </p:cBhvr>
                                      <p:to>
                                        <p:strVal val="visible"/>
                                      </p:to>
                                    </p:set>
                                    <p:anim calcmode="lin" valueType="num">
                                      <p:cBhvr additive="base">
                                        <p:cTn dur="500"/>
                                        <p:tgtEl>
                                          <p:spTgt spid="1169">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69">
                                            <p:txEl>
                                              <p:pRg end="5" st="5"/>
                                            </p:txEl>
                                          </p:spTgt>
                                        </p:tgtEl>
                                        <p:attrNameLst>
                                          <p:attrName>style.visibility</p:attrName>
                                        </p:attrNameLst>
                                      </p:cBhvr>
                                      <p:to>
                                        <p:strVal val="visible"/>
                                      </p:to>
                                    </p:set>
                                    <p:anim calcmode="lin" valueType="num">
                                      <p:cBhvr additive="base">
                                        <p:cTn dur="500"/>
                                        <p:tgtEl>
                                          <p:spTgt spid="1169">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69">
                                            <p:txEl>
                                              <p:pRg end="6" st="6"/>
                                            </p:txEl>
                                          </p:spTgt>
                                        </p:tgtEl>
                                        <p:attrNameLst>
                                          <p:attrName>style.visibility</p:attrName>
                                        </p:attrNameLst>
                                      </p:cBhvr>
                                      <p:to>
                                        <p:strVal val="visible"/>
                                      </p:to>
                                    </p:set>
                                    <p:anim calcmode="lin" valueType="num">
                                      <p:cBhvr additive="base">
                                        <p:cTn dur="500"/>
                                        <p:tgtEl>
                                          <p:spTgt spid="1169">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6" name="Shape 1176"/>
        <p:cNvGrpSpPr/>
        <p:nvPr/>
      </p:nvGrpSpPr>
      <p:grpSpPr>
        <a:xfrm>
          <a:off x="0" y="0"/>
          <a:ext cx="0" cy="0"/>
          <a:chOff x="0" y="0"/>
          <a:chExt cx="0" cy="0"/>
        </a:xfrm>
      </p:grpSpPr>
      <p:sp>
        <p:nvSpPr>
          <p:cNvPr id="1177" name="Google Shape;1177;p55"/>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a:p>
        </p:txBody>
      </p:sp>
      <p:pic>
        <p:nvPicPr>
          <p:cNvPr descr="Pinky and Brain - blue background" id="1178" name="Google Shape;1178;p55"/>
          <p:cNvPicPr preferRelativeResize="0"/>
          <p:nvPr/>
        </p:nvPicPr>
        <p:blipFill rotWithShape="1">
          <a:blip r:embed="rId3">
            <a:alphaModFix/>
          </a:blip>
          <a:srcRect b="0" l="0" r="0" t="0"/>
          <a:stretch/>
        </p:blipFill>
        <p:spPr>
          <a:xfrm>
            <a:off x="0" y="-1588"/>
            <a:ext cx="9144000" cy="6999288"/>
          </a:xfrm>
          <a:prstGeom prst="rect">
            <a:avLst/>
          </a:prstGeom>
          <a:noFill/>
          <a:ln>
            <a:noFill/>
          </a:ln>
        </p:spPr>
      </p:pic>
      <p:grpSp>
        <p:nvGrpSpPr>
          <p:cNvPr id="1179" name="Google Shape;1179;p55"/>
          <p:cNvGrpSpPr/>
          <p:nvPr/>
        </p:nvGrpSpPr>
        <p:grpSpPr>
          <a:xfrm>
            <a:off x="6748463" y="2803525"/>
            <a:ext cx="1652587" cy="3854450"/>
            <a:chOff x="952" y="1532"/>
            <a:chExt cx="1041" cy="2428"/>
          </a:xfrm>
        </p:grpSpPr>
        <p:sp>
          <p:nvSpPr>
            <p:cNvPr id="1180" name="Google Shape;1180;p55"/>
            <p:cNvSpPr/>
            <p:nvPr/>
          </p:nvSpPr>
          <p:spPr>
            <a:xfrm>
              <a:off x="1152" y="1532"/>
              <a:ext cx="638" cy="2125"/>
            </a:xfrm>
            <a:prstGeom prst="ellipse">
              <a:avLst/>
            </a:prstGeom>
            <a:gradFill>
              <a:gsLst>
                <a:gs pos="0">
                  <a:srgbClr val="760000"/>
                </a:gs>
                <a:gs pos="50000">
                  <a:srgbClr val="FF0000"/>
                </a:gs>
                <a:gs pos="100000">
                  <a:srgbClr val="760000"/>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181" name="Google Shape;1181;p55"/>
            <p:cNvSpPr/>
            <p:nvPr/>
          </p:nvSpPr>
          <p:spPr>
            <a:xfrm>
              <a:off x="952" y="3082"/>
              <a:ext cx="369" cy="878"/>
            </a:xfrm>
            <a:custGeom>
              <a:rect b="b" l="l" r="r" t="t"/>
              <a:pathLst>
                <a:path extrusionOk="0" h="878" w="369">
                  <a:moveTo>
                    <a:pt x="252" y="0"/>
                  </a:moveTo>
                  <a:lnTo>
                    <a:pt x="369" y="464"/>
                  </a:lnTo>
                  <a:lnTo>
                    <a:pt x="369" y="878"/>
                  </a:lnTo>
                  <a:lnTo>
                    <a:pt x="0" y="878"/>
                  </a:lnTo>
                  <a:lnTo>
                    <a:pt x="0" y="587"/>
                  </a:lnTo>
                  <a:lnTo>
                    <a:pt x="252" y="0"/>
                  </a:lnTo>
                  <a:close/>
                </a:path>
              </a:pathLst>
            </a:custGeom>
            <a:gradFill>
              <a:gsLst>
                <a:gs pos="0">
                  <a:srgbClr val="760000"/>
                </a:gs>
                <a:gs pos="100000">
                  <a:srgbClr val="FF0000"/>
                </a:gs>
              </a:gsLst>
              <a:lin ang="2700000" scaled="0"/>
            </a:gra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182" name="Google Shape;1182;p55"/>
            <p:cNvSpPr/>
            <p:nvPr/>
          </p:nvSpPr>
          <p:spPr>
            <a:xfrm flipH="1">
              <a:off x="1624" y="3081"/>
              <a:ext cx="369" cy="878"/>
            </a:xfrm>
            <a:custGeom>
              <a:rect b="b" l="l" r="r" t="t"/>
              <a:pathLst>
                <a:path extrusionOk="0" h="878" w="369">
                  <a:moveTo>
                    <a:pt x="252" y="0"/>
                  </a:moveTo>
                  <a:lnTo>
                    <a:pt x="369" y="464"/>
                  </a:lnTo>
                  <a:lnTo>
                    <a:pt x="369" y="878"/>
                  </a:lnTo>
                  <a:lnTo>
                    <a:pt x="0" y="878"/>
                  </a:lnTo>
                  <a:lnTo>
                    <a:pt x="0" y="587"/>
                  </a:lnTo>
                  <a:lnTo>
                    <a:pt x="252" y="0"/>
                  </a:lnTo>
                  <a:close/>
                </a:path>
              </a:pathLst>
            </a:custGeom>
            <a:gradFill>
              <a:gsLst>
                <a:gs pos="0">
                  <a:srgbClr val="760000"/>
                </a:gs>
                <a:gs pos="100000">
                  <a:srgbClr val="FF0000"/>
                </a:gs>
              </a:gsLst>
              <a:lin ang="2700000" scaled="0"/>
            </a:gra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grpSp>
      <p:pic>
        <p:nvPicPr>
          <p:cNvPr descr="Pinky and Brain in oval window - red background" id="1183" name="Google Shape;1183;p55"/>
          <p:cNvPicPr preferRelativeResize="0"/>
          <p:nvPr/>
        </p:nvPicPr>
        <p:blipFill rotWithShape="1">
          <a:blip r:embed="rId4">
            <a:alphaModFix/>
          </a:blip>
          <a:srcRect b="0" l="0" r="0" t="0"/>
          <a:stretch/>
        </p:blipFill>
        <p:spPr>
          <a:xfrm>
            <a:off x="7151688" y="3716338"/>
            <a:ext cx="857250" cy="679450"/>
          </a:xfrm>
          <a:prstGeom prst="rect">
            <a:avLst/>
          </a:prstGeom>
          <a:noFill/>
          <a:ln>
            <a:noFill/>
          </a:ln>
        </p:spPr>
      </p:pic>
      <p:sp>
        <p:nvSpPr>
          <p:cNvPr id="1184" name="Google Shape;1184;p55"/>
          <p:cNvSpPr/>
          <p:nvPr/>
        </p:nvSpPr>
        <p:spPr>
          <a:xfrm>
            <a:off x="7142163" y="3705225"/>
            <a:ext cx="877887" cy="703263"/>
          </a:xfrm>
          <a:prstGeom prst="ellipse">
            <a:avLst/>
          </a:prstGeom>
          <a:gradFill>
            <a:gsLst>
              <a:gs pos="0">
                <a:srgbClr val="DDDDDD"/>
              </a:gs>
              <a:gs pos="100000">
                <a:srgbClr val="666666"/>
              </a:gs>
            </a:gsLst>
            <a:lin ang="1890000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185" name="Google Shape;1185;p55"/>
          <p:cNvSpPr/>
          <p:nvPr/>
        </p:nvSpPr>
        <p:spPr>
          <a:xfrm>
            <a:off x="2178050" y="271463"/>
            <a:ext cx="4819650" cy="2298700"/>
          </a:xfrm>
          <a:prstGeom prst="cloudCallout">
            <a:avLst>
              <a:gd fmla="val -4611" name="adj1"/>
              <a:gd fmla="val 91921" name="adj2"/>
            </a:avLst>
          </a:prstGeom>
          <a:solidFill>
            <a:schemeClr val="accen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186" name="Google Shape;1186;p55"/>
          <p:cNvSpPr/>
          <p:nvPr/>
        </p:nvSpPr>
        <p:spPr>
          <a:xfrm rot="738481">
            <a:off x="2719388" y="1206500"/>
            <a:ext cx="1936750" cy="355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2400"/>
              <a:buFont typeface="Arial"/>
              <a:buNone/>
            </a:pPr>
            <a:r>
              <a:rPr b="1" i="1" lang="en-US" sz="2400">
                <a:solidFill>
                  <a:schemeClr val="dk1"/>
                </a:solidFill>
                <a:latin typeface="Arial"/>
                <a:ea typeface="Arial"/>
                <a:cs typeface="Arial"/>
                <a:sym typeface="Arial"/>
              </a:rPr>
              <a:t>v</a:t>
            </a:r>
            <a:r>
              <a:rPr b="1" lang="en-US" sz="2400">
                <a:solidFill>
                  <a:schemeClr val="dk1"/>
                </a:solidFill>
                <a:latin typeface="Arial"/>
                <a:ea typeface="Arial"/>
                <a:cs typeface="Arial"/>
                <a:sym typeface="Arial"/>
              </a:rPr>
              <a:t> = </a:t>
            </a:r>
            <a:r>
              <a:rPr b="1" i="1" lang="en-US" sz="2400">
                <a:solidFill>
                  <a:schemeClr val="dk1"/>
                </a:solidFill>
                <a:latin typeface="Arial"/>
                <a:ea typeface="Arial"/>
                <a:cs typeface="Arial"/>
                <a:sym typeface="Arial"/>
              </a:rPr>
              <a:t>u </a:t>
            </a:r>
            <a:r>
              <a:rPr b="1" lang="en-US" sz="2400">
                <a:solidFill>
                  <a:schemeClr val="dk1"/>
                </a:solidFill>
                <a:latin typeface="Arial"/>
                <a:ea typeface="Arial"/>
                <a:cs typeface="Arial"/>
                <a:sym typeface="Arial"/>
              </a:rPr>
              <a:t>+ </a:t>
            </a:r>
            <a:r>
              <a:rPr b="1" i="1" lang="en-US" sz="2400">
                <a:solidFill>
                  <a:schemeClr val="dk1"/>
                </a:solidFill>
                <a:latin typeface="Arial"/>
                <a:ea typeface="Arial"/>
                <a:cs typeface="Arial"/>
                <a:sym typeface="Arial"/>
              </a:rPr>
              <a:t>at</a:t>
            </a:r>
            <a:endParaRPr b="1" sz="2400">
              <a:solidFill>
                <a:schemeClr val="dk1"/>
              </a:solidFill>
              <a:latin typeface="Arial"/>
              <a:ea typeface="Arial"/>
              <a:cs typeface="Arial"/>
              <a:sym typeface="Arial"/>
            </a:endParaRPr>
          </a:p>
        </p:txBody>
      </p:sp>
      <p:grpSp>
        <p:nvGrpSpPr>
          <p:cNvPr id="1187" name="Google Shape;1187;p55"/>
          <p:cNvGrpSpPr/>
          <p:nvPr/>
        </p:nvGrpSpPr>
        <p:grpSpPr>
          <a:xfrm rot="-303444">
            <a:off x="3662363" y="534988"/>
            <a:ext cx="3325812" cy="608012"/>
            <a:chOff x="2094" y="405"/>
            <a:chExt cx="2095" cy="383"/>
          </a:xfrm>
        </p:grpSpPr>
        <p:sp>
          <p:nvSpPr>
            <p:cNvPr id="1188" name="Google Shape;1188;p55"/>
            <p:cNvSpPr/>
            <p:nvPr/>
          </p:nvSpPr>
          <p:spPr>
            <a:xfrm>
              <a:off x="2210" y="474"/>
              <a:ext cx="1979" cy="202"/>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2400"/>
                <a:buFont typeface="Arial"/>
                <a:buNone/>
              </a:pPr>
              <a:r>
                <a:rPr b="1" i="1" lang="en-US" sz="2400">
                  <a:solidFill>
                    <a:schemeClr val="dk1"/>
                  </a:solidFill>
                  <a:latin typeface="Arial"/>
                  <a:ea typeface="Arial"/>
                  <a:cs typeface="Arial"/>
                  <a:sym typeface="Arial"/>
                </a:rPr>
                <a:t>s </a:t>
              </a:r>
              <a:r>
                <a:rPr b="1" lang="en-US" sz="2400">
                  <a:solidFill>
                    <a:schemeClr val="dk1"/>
                  </a:solidFill>
                  <a:latin typeface="Arial"/>
                  <a:ea typeface="Arial"/>
                  <a:cs typeface="Arial"/>
                  <a:sym typeface="Arial"/>
                </a:rPr>
                <a:t>= </a:t>
              </a:r>
              <a:r>
                <a:rPr b="1" i="1" lang="en-US" sz="2400">
                  <a:solidFill>
                    <a:schemeClr val="dk1"/>
                  </a:solidFill>
                  <a:latin typeface="Arial"/>
                  <a:ea typeface="Arial"/>
                  <a:cs typeface="Arial"/>
                  <a:sym typeface="Arial"/>
                </a:rPr>
                <a:t>ut</a:t>
              </a:r>
              <a:r>
                <a:rPr b="1" lang="en-US" sz="2400">
                  <a:solidFill>
                    <a:schemeClr val="dk1"/>
                  </a:solidFill>
                  <a:latin typeface="Arial"/>
                  <a:ea typeface="Arial"/>
                  <a:cs typeface="Arial"/>
                  <a:sym typeface="Arial"/>
                </a:rPr>
                <a:t> +    </a:t>
              </a:r>
              <a:r>
                <a:rPr b="1" i="1" lang="en-US" sz="2400">
                  <a:solidFill>
                    <a:schemeClr val="dk1"/>
                  </a:solidFill>
                  <a:latin typeface="Arial"/>
                  <a:ea typeface="Arial"/>
                  <a:cs typeface="Arial"/>
                  <a:sym typeface="Arial"/>
                </a:rPr>
                <a:t>at </a:t>
              </a:r>
              <a:r>
                <a:rPr b="1" baseline="30000" lang="en-US" sz="2400">
                  <a:solidFill>
                    <a:schemeClr val="dk1"/>
                  </a:solidFill>
                  <a:latin typeface="Arial"/>
                  <a:ea typeface="Arial"/>
                  <a:cs typeface="Arial"/>
                  <a:sym typeface="Arial"/>
                </a:rPr>
                <a:t>2</a:t>
              </a:r>
              <a:endParaRPr b="1" sz="2400">
                <a:solidFill>
                  <a:schemeClr val="dk1"/>
                </a:solidFill>
                <a:latin typeface="Arial"/>
                <a:ea typeface="Arial"/>
                <a:cs typeface="Arial"/>
                <a:sym typeface="Arial"/>
              </a:endParaRPr>
            </a:p>
          </p:txBody>
        </p:sp>
        <p:sp>
          <p:nvSpPr>
            <p:cNvPr id="1189" name="Google Shape;1189;p55"/>
            <p:cNvSpPr/>
            <p:nvPr/>
          </p:nvSpPr>
          <p:spPr>
            <a:xfrm>
              <a:off x="2979" y="411"/>
              <a:ext cx="212" cy="377"/>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chemeClr val="dk1"/>
                </a:buClr>
                <a:buSzPts val="1800"/>
                <a:buFont typeface="Arial"/>
                <a:buNone/>
              </a:pPr>
              <a:r>
                <a:rPr b="1" lang="en-US" sz="1800" u="sng">
                  <a:solidFill>
                    <a:schemeClr val="dk1"/>
                  </a:solidFill>
                  <a:latin typeface="Arial"/>
                  <a:ea typeface="Arial"/>
                  <a:cs typeface="Arial"/>
                  <a:sym typeface="Arial"/>
                </a:rPr>
                <a:t>1</a:t>
              </a:r>
              <a:endParaRPr/>
            </a:p>
            <a:p>
              <a:pPr indent="0" lvl="0" marL="0" marR="0" rtl="0" algn="ctr">
                <a:lnSpc>
                  <a:spcPct val="90000"/>
                </a:lnSpc>
                <a:spcBef>
                  <a:spcPts val="360"/>
                </a:spcBef>
                <a:spcAft>
                  <a:spcPts val="0"/>
                </a:spcAft>
                <a:buClr>
                  <a:schemeClr val="dk1"/>
                </a:buClr>
                <a:buSzPts val="1800"/>
                <a:buFont typeface="Arial"/>
                <a:buNone/>
              </a:pPr>
              <a:r>
                <a:rPr b="1" lang="en-US" sz="1800">
                  <a:solidFill>
                    <a:schemeClr val="dk1"/>
                  </a:solidFill>
                  <a:latin typeface="Arial"/>
                  <a:ea typeface="Arial"/>
                  <a:cs typeface="Arial"/>
                  <a:sym typeface="Arial"/>
                </a:rPr>
                <a:t>2</a:t>
              </a:r>
              <a:endParaRPr b="1" sz="1800">
                <a:solidFill>
                  <a:schemeClr val="dk1"/>
                </a:solidFill>
                <a:latin typeface="Arial"/>
                <a:ea typeface="Arial"/>
                <a:cs typeface="Arial"/>
                <a:sym typeface="Arial"/>
              </a:endParaRPr>
            </a:p>
          </p:txBody>
        </p:sp>
        <p:sp>
          <p:nvSpPr>
            <p:cNvPr id="1190" name="Google Shape;1190;p55"/>
            <p:cNvSpPr/>
            <p:nvPr/>
          </p:nvSpPr>
          <p:spPr>
            <a:xfrm>
              <a:off x="2094" y="405"/>
              <a:ext cx="1694" cy="2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grpSp>
      <p:sp>
        <p:nvSpPr>
          <p:cNvPr id="1191" name="Google Shape;1191;p55"/>
          <p:cNvSpPr/>
          <p:nvPr/>
        </p:nvSpPr>
        <p:spPr>
          <a:xfrm rot="-828902">
            <a:off x="3963988" y="1630363"/>
            <a:ext cx="2251075" cy="39687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2400"/>
              <a:buFont typeface="Arial"/>
              <a:buNone/>
            </a:pPr>
            <a:r>
              <a:rPr b="1" i="1" lang="en-US" sz="2400">
                <a:solidFill>
                  <a:schemeClr val="dk1"/>
                </a:solidFill>
                <a:latin typeface="Arial"/>
                <a:ea typeface="Arial"/>
                <a:cs typeface="Arial"/>
                <a:sym typeface="Arial"/>
              </a:rPr>
              <a:t>v</a:t>
            </a:r>
            <a:r>
              <a:rPr b="1" baseline="30000" lang="en-US" sz="2400">
                <a:solidFill>
                  <a:schemeClr val="dk1"/>
                </a:solidFill>
                <a:latin typeface="Arial"/>
                <a:ea typeface="Arial"/>
                <a:cs typeface="Arial"/>
                <a:sym typeface="Arial"/>
              </a:rPr>
              <a:t>2</a:t>
            </a:r>
            <a:r>
              <a:rPr b="1" lang="en-US" sz="2400">
                <a:solidFill>
                  <a:schemeClr val="dk1"/>
                </a:solidFill>
                <a:latin typeface="Arial"/>
                <a:ea typeface="Arial"/>
                <a:cs typeface="Arial"/>
                <a:sym typeface="Arial"/>
              </a:rPr>
              <a:t> = </a:t>
            </a:r>
            <a:r>
              <a:rPr b="1" i="1" lang="en-US" sz="2400">
                <a:solidFill>
                  <a:schemeClr val="dk1"/>
                </a:solidFill>
                <a:latin typeface="Arial"/>
                <a:ea typeface="Arial"/>
                <a:cs typeface="Arial"/>
                <a:sym typeface="Arial"/>
              </a:rPr>
              <a:t>u</a:t>
            </a:r>
            <a:r>
              <a:rPr b="1" baseline="30000" lang="en-US" sz="2400">
                <a:solidFill>
                  <a:schemeClr val="dk1"/>
                </a:solidFill>
                <a:latin typeface="Arial"/>
                <a:ea typeface="Arial"/>
                <a:cs typeface="Arial"/>
                <a:sym typeface="Arial"/>
              </a:rPr>
              <a:t>2</a:t>
            </a:r>
            <a:r>
              <a:rPr b="1" lang="en-US" sz="2400">
                <a:solidFill>
                  <a:schemeClr val="dk1"/>
                </a:solidFill>
                <a:latin typeface="Arial"/>
                <a:ea typeface="Arial"/>
                <a:cs typeface="Arial"/>
                <a:sym typeface="Arial"/>
              </a:rPr>
              <a:t> + 2</a:t>
            </a:r>
            <a:r>
              <a:rPr b="1" i="1" lang="en-US" sz="2400">
                <a:solidFill>
                  <a:schemeClr val="dk1"/>
                </a:solidFill>
                <a:latin typeface="Arial"/>
                <a:ea typeface="Arial"/>
                <a:cs typeface="Arial"/>
                <a:sym typeface="Arial"/>
              </a:rPr>
              <a:t>a</a:t>
            </a:r>
            <a:r>
              <a:rPr b="1" lang="en-US" sz="2400">
                <a:solidFill>
                  <a:schemeClr val="dk1"/>
                </a:solidFill>
                <a:latin typeface="Arial"/>
                <a:ea typeface="Arial"/>
                <a:cs typeface="Arial"/>
                <a:sym typeface="Arial"/>
              </a:rPr>
              <a:t>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178"/>
                                        </p:tgtEl>
                                        <p:attrNameLst>
                                          <p:attrName>style.visibility</p:attrName>
                                        </p:attrNameLst>
                                      </p:cBhvr>
                                      <p:to>
                                        <p:strVal val="visible"/>
                                      </p:to>
                                    </p:set>
                                    <p:animEffect filter="fade" transition="in">
                                      <p:cBhvr>
                                        <p:cTn dur="2000"/>
                                        <p:tgtEl>
                                          <p:spTgt spid="117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5"/>
                                        </p:tgtEl>
                                        <p:attrNameLst>
                                          <p:attrName>style.visibility</p:attrName>
                                        </p:attrNameLst>
                                      </p:cBhvr>
                                      <p:to>
                                        <p:strVal val="visible"/>
                                      </p:to>
                                    </p:set>
                                    <p:animEffect filter="fade" transition="in">
                                      <p:cBhvr>
                                        <p:cTn dur="500"/>
                                        <p:tgtEl>
                                          <p:spTgt spid="118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7"/>
                                        </p:tgtEl>
                                        <p:attrNameLst>
                                          <p:attrName>style.visibility</p:attrName>
                                        </p:attrNameLst>
                                      </p:cBhvr>
                                      <p:to>
                                        <p:strVal val="visible"/>
                                      </p:to>
                                    </p:set>
                                    <p:animEffect filter="fade" transition="in">
                                      <p:cBhvr>
                                        <p:cTn dur="3000"/>
                                        <p:tgtEl>
                                          <p:spTgt spid="118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6"/>
                                        </p:tgtEl>
                                        <p:attrNameLst>
                                          <p:attrName>style.visibility</p:attrName>
                                        </p:attrNameLst>
                                      </p:cBhvr>
                                      <p:to>
                                        <p:strVal val="visible"/>
                                      </p:to>
                                    </p:set>
                                    <p:animEffect filter="fade" transition="in">
                                      <p:cBhvr>
                                        <p:cTn dur="3000"/>
                                        <p:tgtEl>
                                          <p:spTgt spid="118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1"/>
                                        </p:tgtEl>
                                        <p:attrNameLst>
                                          <p:attrName>style.visibility</p:attrName>
                                        </p:attrNameLst>
                                      </p:cBhvr>
                                      <p:to>
                                        <p:strVal val="visible"/>
                                      </p:to>
                                    </p:set>
                                    <p:animEffect filter="fade" transition="in">
                                      <p:cBhvr>
                                        <p:cTn dur="3000"/>
                                        <p:tgtEl>
                                          <p:spTgt spid="119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79"/>
                                        </p:tgtEl>
                                        <p:attrNameLst>
                                          <p:attrName>style.visibility</p:attrName>
                                        </p:attrNameLst>
                                      </p:cBhvr>
                                      <p:to>
                                        <p:strVal val="visible"/>
                                      </p:to>
                                    </p:set>
                                    <p:animEffect filter="fade" transition="in">
                                      <p:cBhvr>
                                        <p:cTn dur="2000"/>
                                        <p:tgtEl>
                                          <p:spTgt spid="1179"/>
                                        </p:tgtEl>
                                      </p:cBhvr>
                                    </p:animEffect>
                                  </p:childTnLst>
                                </p:cTn>
                              </p:par>
                              <p:par>
                                <p:cTn fill="hold" nodeType="withEffect" presetClass="entr" presetID="10" presetSubtype="0">
                                  <p:stCondLst>
                                    <p:cond delay="0"/>
                                  </p:stCondLst>
                                  <p:childTnLst>
                                    <p:set>
                                      <p:cBhvr>
                                        <p:cTn dur="1" fill="hold">
                                          <p:stCondLst>
                                            <p:cond delay="0"/>
                                          </p:stCondLst>
                                        </p:cTn>
                                        <p:tgtEl>
                                          <p:spTgt spid="1184"/>
                                        </p:tgtEl>
                                        <p:attrNameLst>
                                          <p:attrName>style.visibility</p:attrName>
                                        </p:attrNameLst>
                                      </p:cBhvr>
                                      <p:to>
                                        <p:strVal val="visible"/>
                                      </p:to>
                                    </p:set>
                                    <p:animEffect filter="fade" transition="in">
                                      <p:cBhvr>
                                        <p:cTn dur="500"/>
                                        <p:tgtEl>
                                          <p:spTgt spid="118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184"/>
                                        </p:tgtEl>
                                      </p:cBhvr>
                                    </p:animEffect>
                                    <p:set>
                                      <p:cBhvr>
                                        <p:cTn dur="1" fill="hold">
                                          <p:stCondLst>
                                            <p:cond delay="500"/>
                                          </p:stCondLst>
                                        </p:cTn>
                                        <p:tgtEl>
                                          <p:spTgt spid="1184"/>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1183"/>
                                        </p:tgtEl>
                                        <p:attrNameLst>
                                          <p:attrName>style.visibility</p:attrName>
                                        </p:attrNameLst>
                                      </p:cBhvr>
                                      <p:to>
                                        <p:strVal val="visible"/>
                                      </p:to>
                                    </p:set>
                                    <p:animEffect filter="fade" transition="in">
                                      <p:cBhvr>
                                        <p:cTn dur="500"/>
                                        <p:tgtEl>
                                          <p:spTgt spid="118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6" name="Shape 1196"/>
        <p:cNvGrpSpPr/>
        <p:nvPr/>
      </p:nvGrpSpPr>
      <p:grpSpPr>
        <a:xfrm>
          <a:off x="0" y="0"/>
          <a:ext cx="0" cy="0"/>
          <a:chOff x="0" y="0"/>
          <a:chExt cx="0" cy="0"/>
        </a:xfrm>
      </p:grpSpPr>
      <p:sp>
        <p:nvSpPr>
          <p:cNvPr id="1197" name="Google Shape;1197;p56"/>
          <p:cNvSpPr/>
          <p:nvPr/>
        </p:nvSpPr>
        <p:spPr>
          <a:xfrm>
            <a:off x="685800" y="1549400"/>
            <a:ext cx="7772400" cy="809625"/>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accent2"/>
              </a:buClr>
              <a:buSzPts val="2400"/>
              <a:buFont typeface="Arial"/>
              <a:buNone/>
            </a:pPr>
            <a:r>
              <a:rPr i="1" lang="en-US" sz="2400">
                <a:solidFill>
                  <a:schemeClr val="accent2"/>
                </a:solidFill>
                <a:latin typeface="Arial"/>
                <a:ea typeface="Arial"/>
                <a:cs typeface="Arial"/>
                <a:sym typeface="Arial"/>
              </a:rPr>
              <a:t>Solving problems using equations of motion for uniform acceleration</a:t>
            </a:r>
            <a:endParaRPr/>
          </a:p>
        </p:txBody>
      </p:sp>
      <p:sp>
        <p:nvSpPr>
          <p:cNvPr id="1198" name="Google Shape;1198;p56"/>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2: Mechanics</a:t>
            </a:r>
            <a:br>
              <a:rPr b="1" lang="en-US" sz="2800"/>
            </a:br>
            <a:r>
              <a:rPr lang="en-US" sz="2800">
                <a:solidFill>
                  <a:schemeClr val="dk1"/>
                </a:solidFill>
              </a:rPr>
              <a:t>2.1 – Motion</a:t>
            </a:r>
            <a:endParaRPr/>
          </a:p>
        </p:txBody>
      </p:sp>
      <p:sp>
        <p:nvSpPr>
          <p:cNvPr id="1199" name="Google Shape;1199;p56"/>
          <p:cNvSpPr/>
          <p:nvPr/>
        </p:nvSpPr>
        <p:spPr>
          <a:xfrm>
            <a:off x="674688" y="2322513"/>
            <a:ext cx="7772400" cy="4535487"/>
          </a:xfrm>
          <a:prstGeom prst="rect">
            <a:avLst/>
          </a:prstGeom>
          <a:solidFill>
            <a:srgbClr val="FFFFCC"/>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rPr lang="en-US" sz="2400">
                <a:solidFill>
                  <a:schemeClr val="dk1"/>
                </a:solidFill>
                <a:latin typeface="Arial"/>
                <a:ea typeface="Arial"/>
                <a:cs typeface="Arial"/>
                <a:sym typeface="Arial"/>
              </a:rPr>
              <a:t>EXAMPLE: How far will Pinky and the Brain go in 30.0 seconds if their acceleration is 20.0 m</a:t>
            </a:r>
            <a:r>
              <a:rPr baseline="-25000"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s</a:t>
            </a:r>
            <a:r>
              <a:rPr baseline="30000" lang="en-US" sz="2400">
                <a:solidFill>
                  <a:schemeClr val="dk1"/>
                </a:solidFill>
                <a:latin typeface="Arial"/>
                <a:ea typeface="Arial"/>
                <a:cs typeface="Arial"/>
                <a:sym typeface="Arial"/>
              </a:rPr>
              <a:t>-2</a:t>
            </a:r>
            <a:r>
              <a:rPr lang="en-US" sz="2400">
                <a:solidFill>
                  <a:schemeClr val="dk1"/>
                </a:solidFill>
                <a:latin typeface="Arial"/>
                <a:ea typeface="Arial"/>
                <a:cs typeface="Arial"/>
                <a:sym typeface="Arial"/>
              </a:rPr>
              <a:t>? </a:t>
            </a:r>
            <a:endParaRPr sz="2400">
              <a:solidFill>
                <a:schemeClr val="dk1"/>
              </a:solidFill>
              <a:latin typeface="Arial"/>
              <a:ea typeface="Arial"/>
              <a:cs typeface="Arial"/>
              <a:sym typeface="Arial"/>
            </a:endParaRPr>
          </a:p>
          <a:p>
            <a:pPr indent="0" lvl="0" marL="0" marR="0" rtl="0" algn="l">
              <a:spcBef>
                <a:spcPts val="480"/>
              </a:spcBef>
              <a:spcAft>
                <a:spcPts val="0"/>
              </a:spcAft>
              <a:buClr>
                <a:schemeClr val="dk1"/>
              </a:buClr>
              <a:buSzPts val="2400"/>
              <a:buFont typeface="Arial"/>
              <a:buNone/>
            </a:pPr>
            <a:r>
              <a:t/>
            </a:r>
            <a:endParaRPr sz="2400">
              <a:solidFill>
                <a:schemeClr val="dk1"/>
              </a:solidFill>
              <a:latin typeface="Arial"/>
              <a:ea typeface="Arial"/>
              <a:cs typeface="Arial"/>
              <a:sym typeface="Arial"/>
            </a:endParaRPr>
          </a:p>
          <a:p>
            <a:pPr indent="0" lvl="0" marL="0" marR="0" rtl="0" algn="l">
              <a:spcBef>
                <a:spcPts val="480"/>
              </a:spcBef>
              <a:spcAft>
                <a:spcPts val="0"/>
              </a:spcAft>
              <a:buClr>
                <a:schemeClr val="dk1"/>
              </a:buClr>
              <a:buSzPts val="2400"/>
              <a:buFont typeface="Arial"/>
              <a:buNone/>
            </a:pPr>
            <a:r>
              <a:t/>
            </a:r>
            <a:endParaRPr sz="2400">
              <a:solidFill>
                <a:schemeClr val="dk1"/>
              </a:solidFill>
              <a:latin typeface="Arial"/>
              <a:ea typeface="Arial"/>
              <a:cs typeface="Arial"/>
              <a:sym typeface="Arial"/>
            </a:endParaRPr>
          </a:p>
        </p:txBody>
      </p:sp>
      <p:sp>
        <p:nvSpPr>
          <p:cNvPr id="1200" name="Google Shape;1200;p56"/>
          <p:cNvSpPr/>
          <p:nvPr/>
        </p:nvSpPr>
        <p:spPr>
          <a:xfrm>
            <a:off x="933450" y="3500438"/>
            <a:ext cx="2109788" cy="37465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2400"/>
              <a:buFont typeface="Arial"/>
              <a:buNone/>
            </a:pPr>
            <a:r>
              <a:rPr i="1" lang="en-US" sz="2400">
                <a:solidFill>
                  <a:schemeClr val="dk1"/>
                </a:solidFill>
                <a:latin typeface="Arial"/>
                <a:ea typeface="Arial"/>
                <a:cs typeface="Arial"/>
                <a:sym typeface="Arial"/>
              </a:rPr>
              <a:t>a</a:t>
            </a:r>
            <a:r>
              <a:rPr lang="en-US" sz="2400">
                <a:solidFill>
                  <a:schemeClr val="dk1"/>
                </a:solidFill>
                <a:latin typeface="Arial"/>
                <a:ea typeface="Arial"/>
                <a:cs typeface="Arial"/>
                <a:sym typeface="Arial"/>
              </a:rPr>
              <a:t> = 20 m/s</a:t>
            </a:r>
            <a:r>
              <a:rPr baseline="30000" lang="en-US" sz="2400">
                <a:solidFill>
                  <a:schemeClr val="dk1"/>
                </a:solidFill>
                <a:latin typeface="Arial"/>
                <a:ea typeface="Arial"/>
                <a:cs typeface="Arial"/>
                <a:sym typeface="Arial"/>
              </a:rPr>
              <a:t>2</a:t>
            </a:r>
            <a:endParaRPr b="1" i="1" sz="2400">
              <a:solidFill>
                <a:schemeClr val="dk1"/>
              </a:solidFill>
              <a:latin typeface="Arial"/>
              <a:ea typeface="Arial"/>
              <a:cs typeface="Arial"/>
              <a:sym typeface="Arial"/>
            </a:endParaRPr>
          </a:p>
        </p:txBody>
      </p:sp>
      <p:sp>
        <p:nvSpPr>
          <p:cNvPr id="1201" name="Google Shape;1201;p56"/>
          <p:cNvSpPr/>
          <p:nvPr/>
        </p:nvSpPr>
        <p:spPr>
          <a:xfrm>
            <a:off x="757238" y="3094038"/>
            <a:ext cx="3340100" cy="374650"/>
          </a:xfrm>
          <a:prstGeom prst="rect">
            <a:avLst/>
          </a:prstGeom>
          <a:solidFill>
            <a:srgbClr val="D60093"/>
          </a:solid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chemeClr val="lt1"/>
              </a:buClr>
              <a:buSzPts val="2400"/>
              <a:buFont typeface="Arial"/>
              <a:buNone/>
            </a:pPr>
            <a:r>
              <a:rPr i="1" lang="en-US" sz="2400">
                <a:solidFill>
                  <a:schemeClr val="lt1"/>
                </a:solidFill>
                <a:latin typeface="Arial"/>
                <a:ea typeface="Arial"/>
                <a:cs typeface="Arial"/>
                <a:sym typeface="Arial"/>
              </a:rPr>
              <a:t>KNOWN</a:t>
            </a:r>
            <a:endParaRPr/>
          </a:p>
        </p:txBody>
      </p:sp>
      <p:sp>
        <p:nvSpPr>
          <p:cNvPr id="1202" name="Google Shape;1202;p56"/>
          <p:cNvSpPr/>
          <p:nvPr/>
        </p:nvSpPr>
        <p:spPr>
          <a:xfrm>
            <a:off x="2879725" y="3502025"/>
            <a:ext cx="1195388" cy="37465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accent2"/>
              </a:buClr>
              <a:buSzPts val="2400"/>
              <a:buFont typeface="Arial"/>
              <a:buNone/>
            </a:pPr>
            <a:r>
              <a:rPr lang="en-US" sz="2400">
                <a:solidFill>
                  <a:schemeClr val="accent2"/>
                </a:solidFill>
                <a:latin typeface="Arial"/>
                <a:ea typeface="Arial"/>
                <a:cs typeface="Arial"/>
                <a:sym typeface="Arial"/>
              </a:rPr>
              <a:t>Given</a:t>
            </a:r>
            <a:endParaRPr b="1" sz="2400">
              <a:solidFill>
                <a:schemeClr val="accent2"/>
              </a:solidFill>
              <a:latin typeface="Arial"/>
              <a:ea typeface="Arial"/>
              <a:cs typeface="Arial"/>
              <a:sym typeface="Arial"/>
            </a:endParaRPr>
          </a:p>
        </p:txBody>
      </p:sp>
      <p:sp>
        <p:nvSpPr>
          <p:cNvPr id="1203" name="Google Shape;1203;p56"/>
          <p:cNvSpPr/>
          <p:nvPr/>
        </p:nvSpPr>
        <p:spPr>
          <a:xfrm>
            <a:off x="931863" y="4262438"/>
            <a:ext cx="1728787" cy="37465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2400"/>
              <a:buFont typeface="Arial"/>
              <a:buNone/>
            </a:pPr>
            <a:r>
              <a:rPr i="1" lang="en-US" sz="2400">
                <a:solidFill>
                  <a:schemeClr val="dk1"/>
                </a:solidFill>
                <a:latin typeface="Arial"/>
                <a:ea typeface="Arial"/>
                <a:cs typeface="Arial"/>
                <a:sym typeface="Arial"/>
              </a:rPr>
              <a:t>u</a:t>
            </a:r>
            <a:r>
              <a:rPr lang="en-US" sz="2400">
                <a:solidFill>
                  <a:schemeClr val="dk1"/>
                </a:solidFill>
                <a:latin typeface="Arial"/>
                <a:ea typeface="Arial"/>
                <a:cs typeface="Arial"/>
                <a:sym typeface="Arial"/>
              </a:rPr>
              <a:t> = 0 m/s</a:t>
            </a:r>
            <a:endParaRPr b="1" i="1" sz="2400">
              <a:solidFill>
                <a:schemeClr val="dk1"/>
              </a:solidFill>
              <a:latin typeface="Arial"/>
              <a:ea typeface="Arial"/>
              <a:cs typeface="Arial"/>
              <a:sym typeface="Arial"/>
            </a:endParaRPr>
          </a:p>
        </p:txBody>
      </p:sp>
      <p:sp>
        <p:nvSpPr>
          <p:cNvPr id="1204" name="Google Shape;1204;p56"/>
          <p:cNvSpPr/>
          <p:nvPr/>
        </p:nvSpPr>
        <p:spPr>
          <a:xfrm>
            <a:off x="2892425" y="4251325"/>
            <a:ext cx="1674813" cy="37465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accent2"/>
              </a:buClr>
              <a:buSzPts val="2400"/>
              <a:buFont typeface="Arial"/>
              <a:buNone/>
            </a:pPr>
            <a:r>
              <a:rPr lang="en-US" sz="2400">
                <a:solidFill>
                  <a:schemeClr val="accent2"/>
                </a:solidFill>
                <a:latin typeface="Arial"/>
                <a:ea typeface="Arial"/>
                <a:cs typeface="Arial"/>
                <a:sym typeface="Arial"/>
              </a:rPr>
              <a:t>Implicit</a:t>
            </a:r>
            <a:endParaRPr b="1" sz="2400">
              <a:solidFill>
                <a:schemeClr val="accent2"/>
              </a:solidFill>
              <a:latin typeface="Arial"/>
              <a:ea typeface="Arial"/>
              <a:cs typeface="Arial"/>
              <a:sym typeface="Arial"/>
            </a:endParaRPr>
          </a:p>
        </p:txBody>
      </p:sp>
      <p:sp>
        <p:nvSpPr>
          <p:cNvPr id="1205" name="Google Shape;1205;p56"/>
          <p:cNvSpPr/>
          <p:nvPr/>
        </p:nvSpPr>
        <p:spPr>
          <a:xfrm>
            <a:off x="1009650" y="3867150"/>
            <a:ext cx="1554163" cy="37465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2400"/>
              <a:buFont typeface="Arial"/>
              <a:buNone/>
            </a:pPr>
            <a:r>
              <a:rPr i="1" lang="en-US" sz="2400">
                <a:solidFill>
                  <a:schemeClr val="dk1"/>
                </a:solidFill>
                <a:latin typeface="Arial"/>
                <a:ea typeface="Arial"/>
                <a:cs typeface="Arial"/>
                <a:sym typeface="Arial"/>
              </a:rPr>
              <a:t>t</a:t>
            </a:r>
            <a:r>
              <a:rPr lang="en-US" sz="2400">
                <a:solidFill>
                  <a:schemeClr val="dk1"/>
                </a:solidFill>
                <a:latin typeface="Arial"/>
                <a:ea typeface="Arial"/>
                <a:cs typeface="Arial"/>
                <a:sym typeface="Arial"/>
              </a:rPr>
              <a:t> = 30 s</a:t>
            </a:r>
            <a:endParaRPr b="1" i="1" sz="2400">
              <a:solidFill>
                <a:schemeClr val="dk1"/>
              </a:solidFill>
              <a:latin typeface="Arial"/>
              <a:ea typeface="Arial"/>
              <a:cs typeface="Arial"/>
              <a:sym typeface="Arial"/>
            </a:endParaRPr>
          </a:p>
        </p:txBody>
      </p:sp>
      <p:sp>
        <p:nvSpPr>
          <p:cNvPr id="1206" name="Google Shape;1206;p56"/>
          <p:cNvSpPr/>
          <p:nvPr/>
        </p:nvSpPr>
        <p:spPr>
          <a:xfrm>
            <a:off x="2876550" y="3868738"/>
            <a:ext cx="1195388" cy="37465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accent2"/>
              </a:buClr>
              <a:buSzPts val="2400"/>
              <a:buFont typeface="Arial"/>
              <a:buNone/>
            </a:pPr>
            <a:r>
              <a:rPr lang="en-US" sz="2400">
                <a:solidFill>
                  <a:schemeClr val="accent2"/>
                </a:solidFill>
                <a:latin typeface="Arial"/>
                <a:ea typeface="Arial"/>
                <a:cs typeface="Arial"/>
                <a:sym typeface="Arial"/>
              </a:rPr>
              <a:t>Given</a:t>
            </a:r>
            <a:endParaRPr b="1" sz="2400">
              <a:solidFill>
                <a:schemeClr val="accent2"/>
              </a:solidFill>
              <a:latin typeface="Arial"/>
              <a:ea typeface="Arial"/>
              <a:cs typeface="Arial"/>
              <a:sym typeface="Arial"/>
            </a:endParaRPr>
          </a:p>
        </p:txBody>
      </p:sp>
      <p:sp>
        <p:nvSpPr>
          <p:cNvPr id="1207" name="Google Shape;1207;p56"/>
          <p:cNvSpPr/>
          <p:nvPr/>
        </p:nvSpPr>
        <p:spPr>
          <a:xfrm>
            <a:off x="723900" y="4873625"/>
            <a:ext cx="3340100" cy="374650"/>
          </a:xfrm>
          <a:prstGeom prst="rect">
            <a:avLst/>
          </a:prstGeom>
          <a:solidFill>
            <a:srgbClr val="FF0000"/>
          </a:solid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i="1" lang="en-US" sz="2400">
                <a:solidFill>
                  <a:schemeClr val="lt1"/>
                </a:solidFill>
                <a:latin typeface="Arial"/>
                <a:ea typeface="Arial"/>
                <a:cs typeface="Arial"/>
                <a:sym typeface="Arial"/>
              </a:rPr>
              <a:t>        WANTED</a:t>
            </a:r>
            <a:endParaRPr/>
          </a:p>
        </p:txBody>
      </p:sp>
      <p:sp>
        <p:nvSpPr>
          <p:cNvPr id="1208" name="Google Shape;1208;p56"/>
          <p:cNvSpPr/>
          <p:nvPr/>
        </p:nvSpPr>
        <p:spPr>
          <a:xfrm>
            <a:off x="2946400" y="4860925"/>
            <a:ext cx="1085850" cy="374650"/>
          </a:xfrm>
          <a:prstGeom prst="rect">
            <a:avLst/>
          </a:prstGeom>
          <a:noFill/>
          <a:ln>
            <a:noFill/>
          </a:ln>
        </p:spPr>
        <p:txBody>
          <a:bodyPr anchorCtr="0" anchor="t" bIns="45700" lIns="91425" spcFirstLastPara="1" rIns="91425" wrap="square" tIns="45700">
            <a:noAutofit/>
          </a:bodyPr>
          <a:lstStyle/>
          <a:p>
            <a:pPr indent="0" lvl="0" marL="0" marR="0" rtl="0" algn="r">
              <a:lnSpc>
                <a:spcPct val="90000"/>
              </a:lnSpc>
              <a:spcBef>
                <a:spcPts val="0"/>
              </a:spcBef>
              <a:spcAft>
                <a:spcPts val="0"/>
              </a:spcAft>
              <a:buClr>
                <a:schemeClr val="lt1"/>
              </a:buClr>
              <a:buSzPts val="2400"/>
              <a:buFont typeface="Arial"/>
              <a:buNone/>
            </a:pPr>
            <a:r>
              <a:rPr i="1" lang="en-US" sz="2400">
                <a:solidFill>
                  <a:schemeClr val="lt1"/>
                </a:solidFill>
                <a:latin typeface="Arial"/>
                <a:ea typeface="Arial"/>
                <a:cs typeface="Arial"/>
                <a:sym typeface="Arial"/>
              </a:rPr>
              <a:t>s</a:t>
            </a:r>
            <a:r>
              <a:rPr lang="en-US" sz="2400">
                <a:solidFill>
                  <a:schemeClr val="lt1"/>
                </a:solidFill>
                <a:latin typeface="Arial"/>
                <a:ea typeface="Arial"/>
                <a:cs typeface="Arial"/>
                <a:sym typeface="Arial"/>
              </a:rPr>
              <a:t> = ?</a:t>
            </a:r>
            <a:endParaRPr i="1" sz="2400">
              <a:solidFill>
                <a:schemeClr val="lt1"/>
              </a:solidFill>
              <a:latin typeface="Arial"/>
              <a:ea typeface="Arial"/>
              <a:cs typeface="Arial"/>
              <a:sym typeface="Arial"/>
            </a:endParaRPr>
          </a:p>
        </p:txBody>
      </p:sp>
      <p:sp>
        <p:nvSpPr>
          <p:cNvPr id="1209" name="Google Shape;1209;p56"/>
          <p:cNvSpPr/>
          <p:nvPr/>
        </p:nvSpPr>
        <p:spPr>
          <a:xfrm>
            <a:off x="4551363" y="3094038"/>
            <a:ext cx="3340100" cy="374650"/>
          </a:xfrm>
          <a:prstGeom prst="rect">
            <a:avLst/>
          </a:prstGeom>
          <a:solidFill>
            <a:schemeClr val="accent2"/>
          </a:solid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chemeClr val="lt1"/>
              </a:buClr>
              <a:buSzPts val="2400"/>
              <a:buFont typeface="Arial"/>
              <a:buNone/>
            </a:pPr>
            <a:r>
              <a:rPr i="1" lang="en-US" sz="2400">
                <a:solidFill>
                  <a:schemeClr val="lt1"/>
                </a:solidFill>
                <a:latin typeface="Arial"/>
                <a:ea typeface="Arial"/>
                <a:cs typeface="Arial"/>
                <a:sym typeface="Arial"/>
              </a:rPr>
              <a:t>FORMULAS</a:t>
            </a:r>
            <a:endParaRPr/>
          </a:p>
        </p:txBody>
      </p:sp>
      <p:sp>
        <p:nvSpPr>
          <p:cNvPr id="1210" name="Google Shape;1210;p56"/>
          <p:cNvSpPr/>
          <p:nvPr/>
        </p:nvSpPr>
        <p:spPr>
          <a:xfrm>
            <a:off x="4762500" y="3887788"/>
            <a:ext cx="1936750" cy="355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2400"/>
              <a:buFont typeface="Arial"/>
              <a:buNone/>
            </a:pPr>
            <a:r>
              <a:rPr i="1" lang="en-US" sz="2400">
                <a:solidFill>
                  <a:schemeClr val="dk1"/>
                </a:solidFill>
                <a:latin typeface="Arial"/>
                <a:ea typeface="Arial"/>
                <a:cs typeface="Arial"/>
                <a:sym typeface="Arial"/>
              </a:rPr>
              <a:t>v</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u </a:t>
            </a:r>
            <a:r>
              <a:rPr lang="en-US" sz="2400">
                <a:solidFill>
                  <a:schemeClr val="dk1"/>
                </a:solidFill>
                <a:latin typeface="Arial"/>
                <a:ea typeface="Arial"/>
                <a:cs typeface="Arial"/>
                <a:sym typeface="Arial"/>
              </a:rPr>
              <a:t>+ </a:t>
            </a:r>
            <a:r>
              <a:rPr i="1" lang="en-US" sz="2400">
                <a:solidFill>
                  <a:schemeClr val="dk1"/>
                </a:solidFill>
                <a:latin typeface="Arial"/>
                <a:ea typeface="Arial"/>
                <a:cs typeface="Arial"/>
                <a:sym typeface="Arial"/>
              </a:rPr>
              <a:t>at</a:t>
            </a:r>
            <a:endParaRPr b="1" sz="2400">
              <a:solidFill>
                <a:schemeClr val="dk1"/>
              </a:solidFill>
              <a:latin typeface="Arial"/>
              <a:ea typeface="Arial"/>
              <a:cs typeface="Arial"/>
              <a:sym typeface="Arial"/>
            </a:endParaRPr>
          </a:p>
        </p:txBody>
      </p:sp>
      <p:sp>
        <p:nvSpPr>
          <p:cNvPr id="1211" name="Google Shape;1211;p56"/>
          <p:cNvSpPr/>
          <p:nvPr/>
        </p:nvSpPr>
        <p:spPr>
          <a:xfrm>
            <a:off x="4643438" y="4275138"/>
            <a:ext cx="2960687" cy="39687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2400"/>
              <a:buFont typeface="Arial"/>
              <a:buNone/>
            </a:pPr>
            <a:r>
              <a:rPr i="1" lang="en-US" sz="2400">
                <a:solidFill>
                  <a:schemeClr val="dk1"/>
                </a:solidFill>
                <a:latin typeface="Arial"/>
                <a:ea typeface="Arial"/>
                <a:cs typeface="Arial"/>
                <a:sym typeface="Arial"/>
              </a:rPr>
              <a:t>v</a:t>
            </a:r>
            <a:r>
              <a:rPr baseline="30000" lang="en-US" sz="2400">
                <a:solidFill>
                  <a:schemeClr val="dk1"/>
                </a:solidFill>
                <a:latin typeface="Arial"/>
                <a:ea typeface="Arial"/>
                <a:cs typeface="Arial"/>
                <a:sym typeface="Arial"/>
              </a:rPr>
              <a:t>2</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u</a:t>
            </a:r>
            <a:r>
              <a:rPr baseline="30000" lang="en-US" sz="2400">
                <a:solidFill>
                  <a:schemeClr val="dk1"/>
                </a:solidFill>
                <a:latin typeface="Arial"/>
                <a:ea typeface="Arial"/>
                <a:cs typeface="Arial"/>
                <a:sym typeface="Arial"/>
              </a:rPr>
              <a:t>2</a:t>
            </a:r>
            <a:r>
              <a:rPr lang="en-US" sz="2400">
                <a:solidFill>
                  <a:schemeClr val="dk1"/>
                </a:solidFill>
                <a:latin typeface="Arial"/>
                <a:ea typeface="Arial"/>
                <a:cs typeface="Arial"/>
                <a:sym typeface="Arial"/>
              </a:rPr>
              <a:t> + 2</a:t>
            </a:r>
            <a:r>
              <a:rPr i="1" lang="en-US" sz="2400">
                <a:solidFill>
                  <a:schemeClr val="dk1"/>
                </a:solidFill>
                <a:latin typeface="Arial"/>
                <a:ea typeface="Arial"/>
                <a:cs typeface="Arial"/>
                <a:sym typeface="Arial"/>
              </a:rPr>
              <a:t>a</a:t>
            </a:r>
            <a:r>
              <a:rPr lang="en-US" sz="2400">
                <a:solidFill>
                  <a:schemeClr val="dk1"/>
                </a:solidFill>
                <a:latin typeface="Arial"/>
                <a:ea typeface="Arial"/>
                <a:cs typeface="Arial"/>
                <a:sym typeface="Arial"/>
              </a:rPr>
              <a:t>s</a:t>
            </a:r>
            <a:endParaRPr/>
          </a:p>
        </p:txBody>
      </p:sp>
      <p:sp>
        <p:nvSpPr>
          <p:cNvPr id="1212" name="Google Shape;1212;p56"/>
          <p:cNvSpPr/>
          <p:nvPr/>
        </p:nvSpPr>
        <p:spPr>
          <a:xfrm>
            <a:off x="801688" y="5245100"/>
            <a:ext cx="3638550" cy="744538"/>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2400"/>
              <a:buFont typeface="Arial"/>
              <a:buNone/>
            </a:pPr>
            <a:r>
              <a:rPr b="1" lang="en-US" sz="2400">
                <a:solidFill>
                  <a:schemeClr val="dk1"/>
                </a:solidFill>
                <a:latin typeface="Arial"/>
                <a:ea typeface="Arial"/>
                <a:cs typeface="Arial"/>
                <a:sym typeface="Arial"/>
              </a:rPr>
              <a:t>∙</a:t>
            </a:r>
            <a:r>
              <a:rPr i="1" lang="en-US" sz="2400">
                <a:solidFill>
                  <a:schemeClr val="dk1"/>
                </a:solidFill>
                <a:latin typeface="Arial"/>
                <a:ea typeface="Arial"/>
                <a:cs typeface="Arial"/>
                <a:sym typeface="Arial"/>
              </a:rPr>
              <a:t>t</a:t>
            </a:r>
            <a:r>
              <a:rPr lang="en-US" sz="2400">
                <a:solidFill>
                  <a:schemeClr val="dk1"/>
                </a:solidFill>
                <a:latin typeface="Arial"/>
                <a:ea typeface="Arial"/>
                <a:cs typeface="Arial"/>
                <a:sym typeface="Arial"/>
              </a:rPr>
              <a:t> is known - drop the timeless eq’n.</a:t>
            </a:r>
            <a:endParaRPr/>
          </a:p>
        </p:txBody>
      </p:sp>
      <p:cxnSp>
        <p:nvCxnSpPr>
          <p:cNvPr id="1213" name="Google Shape;1213;p56"/>
          <p:cNvCxnSpPr/>
          <p:nvPr/>
        </p:nvCxnSpPr>
        <p:spPr>
          <a:xfrm flipH="1" rot="10800000">
            <a:off x="4676775" y="4462463"/>
            <a:ext cx="2098675" cy="15875"/>
          </a:xfrm>
          <a:prstGeom prst="straightConnector1">
            <a:avLst/>
          </a:prstGeom>
          <a:noFill/>
          <a:ln cap="flat" cmpd="sng" w="19050">
            <a:solidFill>
              <a:srgbClr val="FF0000"/>
            </a:solidFill>
            <a:prstDash val="solid"/>
            <a:round/>
            <a:headEnd len="med" w="med" type="none"/>
            <a:tailEnd len="med" w="med" type="none"/>
          </a:ln>
        </p:spPr>
      </p:cxnSp>
      <p:sp>
        <p:nvSpPr>
          <p:cNvPr id="1214" name="Google Shape;1214;p56"/>
          <p:cNvSpPr/>
          <p:nvPr/>
        </p:nvSpPr>
        <p:spPr>
          <a:xfrm>
            <a:off x="801688" y="5919788"/>
            <a:ext cx="3587750" cy="83185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2400"/>
              <a:buFont typeface="Arial"/>
              <a:buNone/>
            </a:pPr>
            <a:r>
              <a:rPr b="1" lang="en-US" sz="2400">
                <a:solidFill>
                  <a:schemeClr val="dk1"/>
                </a:solidFill>
                <a:latin typeface="Arial"/>
                <a:ea typeface="Arial"/>
                <a:cs typeface="Arial"/>
                <a:sym typeface="Arial"/>
              </a:rPr>
              <a:t>∙</a:t>
            </a:r>
            <a:r>
              <a:rPr lang="en-US" sz="2400">
                <a:solidFill>
                  <a:schemeClr val="dk1"/>
                </a:solidFill>
                <a:latin typeface="Arial"/>
                <a:ea typeface="Arial"/>
                <a:cs typeface="Arial"/>
                <a:sym typeface="Arial"/>
              </a:rPr>
              <a:t>Since </a:t>
            </a:r>
            <a:r>
              <a:rPr i="1" lang="en-US" sz="2400">
                <a:solidFill>
                  <a:schemeClr val="dk1"/>
                </a:solidFill>
                <a:latin typeface="Arial"/>
                <a:ea typeface="Arial"/>
                <a:cs typeface="Arial"/>
                <a:sym typeface="Arial"/>
              </a:rPr>
              <a:t>v</a:t>
            </a:r>
            <a:r>
              <a:rPr lang="en-US" sz="2400">
                <a:solidFill>
                  <a:schemeClr val="dk1"/>
                </a:solidFill>
                <a:latin typeface="Arial"/>
                <a:ea typeface="Arial"/>
                <a:cs typeface="Arial"/>
                <a:sym typeface="Arial"/>
              </a:rPr>
              <a:t> is not wanted, drop the velocity eq'n:</a:t>
            </a:r>
            <a:endParaRPr/>
          </a:p>
        </p:txBody>
      </p:sp>
      <p:sp>
        <p:nvSpPr>
          <p:cNvPr id="1215" name="Google Shape;1215;p56"/>
          <p:cNvSpPr/>
          <p:nvPr/>
        </p:nvSpPr>
        <p:spPr>
          <a:xfrm>
            <a:off x="4541838" y="4860925"/>
            <a:ext cx="3340100" cy="374650"/>
          </a:xfrm>
          <a:prstGeom prst="rect">
            <a:avLst/>
          </a:prstGeom>
          <a:solidFill>
            <a:srgbClr val="008000"/>
          </a:solid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chemeClr val="lt1"/>
              </a:buClr>
              <a:buSzPts val="2400"/>
              <a:buFont typeface="Arial"/>
              <a:buNone/>
            </a:pPr>
            <a:r>
              <a:rPr i="1" lang="en-US" sz="2400">
                <a:solidFill>
                  <a:schemeClr val="lt1"/>
                </a:solidFill>
                <a:latin typeface="Arial"/>
                <a:ea typeface="Arial"/>
                <a:cs typeface="Arial"/>
                <a:sym typeface="Arial"/>
              </a:rPr>
              <a:t>SOLUTION</a:t>
            </a:r>
            <a:endParaRPr/>
          </a:p>
        </p:txBody>
      </p:sp>
      <p:grpSp>
        <p:nvGrpSpPr>
          <p:cNvPr id="1216" name="Google Shape;1216;p56"/>
          <p:cNvGrpSpPr/>
          <p:nvPr/>
        </p:nvGrpSpPr>
        <p:grpSpPr>
          <a:xfrm>
            <a:off x="4730750" y="5651500"/>
            <a:ext cx="3706813" cy="419100"/>
            <a:chOff x="2926" y="3560"/>
            <a:chExt cx="2335" cy="264"/>
          </a:xfrm>
        </p:grpSpPr>
        <p:sp>
          <p:nvSpPr>
            <p:cNvPr id="1217" name="Google Shape;1217;p56"/>
            <p:cNvSpPr/>
            <p:nvPr/>
          </p:nvSpPr>
          <p:spPr>
            <a:xfrm>
              <a:off x="2926" y="3596"/>
              <a:ext cx="2335" cy="202"/>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2400"/>
                <a:buFont typeface="Arial"/>
                <a:buNone/>
              </a:pPr>
              <a:r>
                <a:rPr i="1" lang="en-US" sz="2400">
                  <a:solidFill>
                    <a:schemeClr val="dk1"/>
                  </a:solidFill>
                  <a:latin typeface="Arial"/>
                  <a:ea typeface="Arial"/>
                  <a:cs typeface="Arial"/>
                  <a:sym typeface="Arial"/>
                </a:rPr>
                <a:t>s </a:t>
              </a:r>
              <a:r>
                <a:rPr lang="en-US" sz="2400">
                  <a:solidFill>
                    <a:schemeClr val="dk1"/>
                  </a:solidFill>
                  <a:latin typeface="Arial"/>
                  <a:ea typeface="Arial"/>
                  <a:cs typeface="Arial"/>
                  <a:sym typeface="Arial"/>
                </a:rPr>
                <a:t>= 0(30) +  20(30)</a:t>
              </a:r>
              <a:r>
                <a:rPr baseline="30000" lang="en-US" sz="2400">
                  <a:solidFill>
                    <a:schemeClr val="dk1"/>
                  </a:solidFill>
                  <a:latin typeface="Arial"/>
                  <a:ea typeface="Arial"/>
                  <a:cs typeface="Arial"/>
                  <a:sym typeface="Arial"/>
                </a:rPr>
                <a:t>2</a:t>
              </a:r>
              <a:endParaRPr sz="2400">
                <a:solidFill>
                  <a:schemeClr val="dk1"/>
                </a:solidFill>
                <a:latin typeface="Arial"/>
                <a:ea typeface="Arial"/>
                <a:cs typeface="Arial"/>
                <a:sym typeface="Arial"/>
              </a:endParaRPr>
            </a:p>
          </p:txBody>
        </p:sp>
        <p:sp>
          <p:nvSpPr>
            <p:cNvPr id="1218" name="Google Shape;1218;p56"/>
            <p:cNvSpPr/>
            <p:nvPr/>
          </p:nvSpPr>
          <p:spPr>
            <a:xfrm>
              <a:off x="3871" y="3560"/>
              <a:ext cx="204" cy="264"/>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chemeClr val="dk1"/>
                </a:buClr>
                <a:buSzPts val="1600"/>
                <a:buFont typeface="Arial"/>
                <a:buNone/>
              </a:pPr>
              <a:r>
                <a:rPr lang="en-US" sz="1600" u="sng">
                  <a:solidFill>
                    <a:schemeClr val="dk1"/>
                  </a:solidFill>
                  <a:latin typeface="Arial"/>
                  <a:ea typeface="Arial"/>
                  <a:cs typeface="Arial"/>
                  <a:sym typeface="Arial"/>
                </a:rPr>
                <a:t>1</a:t>
              </a:r>
              <a:endParaRPr/>
            </a:p>
            <a:p>
              <a:pPr indent="0" lvl="0" marL="0" marR="0" rtl="0" algn="ctr">
                <a:lnSpc>
                  <a:spcPct val="90000"/>
                </a:lnSpc>
                <a:spcBef>
                  <a:spcPts val="0"/>
                </a:spcBef>
                <a:spcAft>
                  <a:spcPts val="0"/>
                </a:spcAft>
                <a:buClr>
                  <a:schemeClr val="dk1"/>
                </a:buClr>
                <a:buSzPts val="1600"/>
                <a:buFont typeface="Arial"/>
                <a:buNone/>
              </a:pPr>
              <a:r>
                <a:rPr lang="en-US" sz="1600">
                  <a:solidFill>
                    <a:schemeClr val="dk1"/>
                  </a:solidFill>
                  <a:latin typeface="Arial"/>
                  <a:ea typeface="Arial"/>
                  <a:cs typeface="Arial"/>
                  <a:sym typeface="Arial"/>
                </a:rPr>
                <a:t>2</a:t>
              </a:r>
              <a:endParaRPr sz="1600">
                <a:solidFill>
                  <a:schemeClr val="dk1"/>
                </a:solidFill>
                <a:latin typeface="Arial"/>
                <a:ea typeface="Arial"/>
                <a:cs typeface="Arial"/>
                <a:sym typeface="Arial"/>
              </a:endParaRPr>
            </a:p>
          </p:txBody>
        </p:sp>
      </p:grpSp>
      <p:sp>
        <p:nvSpPr>
          <p:cNvPr id="1219" name="Google Shape;1219;p56"/>
          <p:cNvSpPr/>
          <p:nvPr/>
        </p:nvSpPr>
        <p:spPr>
          <a:xfrm>
            <a:off x="4641850" y="5672138"/>
            <a:ext cx="2689225" cy="4254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
        <p:nvSpPr>
          <p:cNvPr id="1220" name="Google Shape;1220;p56"/>
          <p:cNvSpPr/>
          <p:nvPr/>
        </p:nvSpPr>
        <p:spPr>
          <a:xfrm>
            <a:off x="4737100" y="6129338"/>
            <a:ext cx="1966913" cy="355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2400"/>
              <a:buFont typeface="Arial"/>
              <a:buNone/>
            </a:pPr>
            <a:r>
              <a:rPr i="1" lang="en-US" sz="2400">
                <a:solidFill>
                  <a:schemeClr val="dk1"/>
                </a:solidFill>
                <a:latin typeface="Arial"/>
                <a:ea typeface="Arial"/>
                <a:cs typeface="Arial"/>
                <a:sym typeface="Arial"/>
              </a:rPr>
              <a:t>s</a:t>
            </a:r>
            <a:r>
              <a:rPr lang="en-US" sz="2400">
                <a:solidFill>
                  <a:schemeClr val="dk1"/>
                </a:solidFill>
                <a:latin typeface="Arial"/>
                <a:ea typeface="Arial"/>
                <a:cs typeface="Arial"/>
                <a:sym typeface="Arial"/>
              </a:rPr>
              <a:t> = 9000 m</a:t>
            </a:r>
            <a:endParaRPr b="1" sz="2400">
              <a:solidFill>
                <a:schemeClr val="dk1"/>
              </a:solidFill>
              <a:latin typeface="Arial"/>
              <a:ea typeface="Arial"/>
              <a:cs typeface="Arial"/>
              <a:sym typeface="Arial"/>
            </a:endParaRPr>
          </a:p>
        </p:txBody>
      </p:sp>
      <p:cxnSp>
        <p:nvCxnSpPr>
          <p:cNvPr id="1221" name="Google Shape;1221;p56"/>
          <p:cNvCxnSpPr/>
          <p:nvPr/>
        </p:nvCxnSpPr>
        <p:spPr>
          <a:xfrm>
            <a:off x="4757738" y="4117975"/>
            <a:ext cx="1754187" cy="3175"/>
          </a:xfrm>
          <a:prstGeom prst="straightConnector1">
            <a:avLst/>
          </a:prstGeom>
          <a:noFill/>
          <a:ln cap="flat" cmpd="sng" w="19050">
            <a:solidFill>
              <a:srgbClr val="FF0000"/>
            </a:solidFill>
            <a:prstDash val="solid"/>
            <a:round/>
            <a:headEnd len="med" w="med" type="none"/>
            <a:tailEnd len="med" w="med" type="none"/>
          </a:ln>
        </p:spPr>
      </p:cxnSp>
      <p:grpSp>
        <p:nvGrpSpPr>
          <p:cNvPr id="1222" name="Google Shape;1222;p56"/>
          <p:cNvGrpSpPr/>
          <p:nvPr/>
        </p:nvGrpSpPr>
        <p:grpSpPr>
          <a:xfrm>
            <a:off x="4762500" y="3476625"/>
            <a:ext cx="3141663" cy="419100"/>
            <a:chOff x="3000" y="2190"/>
            <a:chExt cx="1979" cy="264"/>
          </a:xfrm>
        </p:grpSpPr>
        <p:sp>
          <p:nvSpPr>
            <p:cNvPr id="1223" name="Google Shape;1223;p56"/>
            <p:cNvSpPr/>
            <p:nvPr/>
          </p:nvSpPr>
          <p:spPr>
            <a:xfrm>
              <a:off x="3000" y="2225"/>
              <a:ext cx="1979" cy="202"/>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2400"/>
                <a:buFont typeface="Arial"/>
                <a:buNone/>
              </a:pPr>
              <a:r>
                <a:rPr i="1" lang="en-US" sz="2400">
                  <a:solidFill>
                    <a:schemeClr val="dk1"/>
                  </a:solidFill>
                  <a:latin typeface="Arial"/>
                  <a:ea typeface="Arial"/>
                  <a:cs typeface="Arial"/>
                  <a:sym typeface="Arial"/>
                </a:rPr>
                <a:t>s </a:t>
              </a:r>
              <a:r>
                <a:rPr lang="en-US" sz="2400">
                  <a:solidFill>
                    <a:schemeClr val="dk1"/>
                  </a:solidFill>
                  <a:latin typeface="Arial"/>
                  <a:ea typeface="Arial"/>
                  <a:cs typeface="Arial"/>
                  <a:sym typeface="Arial"/>
                </a:rPr>
                <a:t>= </a:t>
              </a:r>
              <a:r>
                <a:rPr i="1" lang="en-US" sz="2400">
                  <a:solidFill>
                    <a:schemeClr val="dk1"/>
                  </a:solidFill>
                  <a:latin typeface="Arial"/>
                  <a:ea typeface="Arial"/>
                  <a:cs typeface="Arial"/>
                  <a:sym typeface="Arial"/>
                </a:rPr>
                <a:t>ut</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at</a:t>
              </a:r>
              <a:r>
                <a:rPr baseline="30000" lang="en-US" sz="2400">
                  <a:solidFill>
                    <a:schemeClr val="dk1"/>
                  </a:solidFill>
                  <a:latin typeface="Arial"/>
                  <a:ea typeface="Arial"/>
                  <a:cs typeface="Arial"/>
                  <a:sym typeface="Arial"/>
                </a:rPr>
                <a:t>2</a:t>
              </a:r>
              <a:endParaRPr sz="2400">
                <a:solidFill>
                  <a:schemeClr val="dk1"/>
                </a:solidFill>
                <a:latin typeface="Arial"/>
                <a:ea typeface="Arial"/>
                <a:cs typeface="Arial"/>
                <a:sym typeface="Arial"/>
              </a:endParaRPr>
            </a:p>
          </p:txBody>
        </p:sp>
        <p:sp>
          <p:nvSpPr>
            <p:cNvPr id="1224" name="Google Shape;1224;p56"/>
            <p:cNvSpPr/>
            <p:nvPr/>
          </p:nvSpPr>
          <p:spPr>
            <a:xfrm>
              <a:off x="3671" y="2190"/>
              <a:ext cx="204" cy="264"/>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chemeClr val="dk1"/>
                </a:buClr>
                <a:buSzPts val="1600"/>
                <a:buFont typeface="Arial"/>
                <a:buNone/>
              </a:pPr>
              <a:r>
                <a:rPr b="1" lang="en-US" sz="1600" u="sng">
                  <a:solidFill>
                    <a:schemeClr val="dk1"/>
                  </a:solidFill>
                  <a:latin typeface="Arial"/>
                  <a:ea typeface="Arial"/>
                  <a:cs typeface="Arial"/>
                  <a:sym typeface="Arial"/>
                </a:rPr>
                <a:t>1</a:t>
              </a:r>
              <a:endParaRPr/>
            </a:p>
            <a:p>
              <a:pPr indent="0" lvl="0" marL="0" marR="0" rtl="0" algn="ctr">
                <a:lnSpc>
                  <a:spcPct val="90000"/>
                </a:lnSpc>
                <a:spcBef>
                  <a:spcPts val="0"/>
                </a:spcBef>
                <a:spcAft>
                  <a:spcPts val="0"/>
                </a:spcAft>
                <a:buClr>
                  <a:schemeClr val="dk1"/>
                </a:buClr>
                <a:buSzPts val="1600"/>
                <a:buFont typeface="Arial"/>
                <a:buNone/>
              </a:pPr>
              <a:r>
                <a:rPr b="1" lang="en-US" sz="1600">
                  <a:solidFill>
                    <a:schemeClr val="dk1"/>
                  </a:solidFill>
                  <a:latin typeface="Arial"/>
                  <a:ea typeface="Arial"/>
                  <a:cs typeface="Arial"/>
                  <a:sym typeface="Arial"/>
                </a:rPr>
                <a:t>2</a:t>
              </a:r>
              <a:endParaRPr b="1" sz="1600">
                <a:solidFill>
                  <a:schemeClr val="dk1"/>
                </a:solidFill>
                <a:latin typeface="Arial"/>
                <a:ea typeface="Arial"/>
                <a:cs typeface="Arial"/>
                <a:sym typeface="Arial"/>
              </a:endParaRPr>
            </a:p>
          </p:txBody>
        </p:sp>
      </p:grpSp>
      <p:grpSp>
        <p:nvGrpSpPr>
          <p:cNvPr id="1225" name="Google Shape;1225;p56"/>
          <p:cNvGrpSpPr/>
          <p:nvPr/>
        </p:nvGrpSpPr>
        <p:grpSpPr>
          <a:xfrm>
            <a:off x="4729163" y="5251450"/>
            <a:ext cx="3141662" cy="419100"/>
            <a:chOff x="3000" y="2190"/>
            <a:chExt cx="1979" cy="264"/>
          </a:xfrm>
        </p:grpSpPr>
        <p:sp>
          <p:nvSpPr>
            <p:cNvPr id="1226" name="Google Shape;1226;p56"/>
            <p:cNvSpPr/>
            <p:nvPr/>
          </p:nvSpPr>
          <p:spPr>
            <a:xfrm>
              <a:off x="3000" y="2225"/>
              <a:ext cx="1979" cy="202"/>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2400"/>
                <a:buFont typeface="Arial"/>
                <a:buNone/>
              </a:pPr>
              <a:r>
                <a:rPr i="1" lang="en-US" sz="2400">
                  <a:solidFill>
                    <a:schemeClr val="dk1"/>
                  </a:solidFill>
                  <a:latin typeface="Arial"/>
                  <a:ea typeface="Arial"/>
                  <a:cs typeface="Arial"/>
                  <a:sym typeface="Arial"/>
                </a:rPr>
                <a:t>s </a:t>
              </a:r>
              <a:r>
                <a:rPr lang="en-US" sz="2400">
                  <a:solidFill>
                    <a:schemeClr val="dk1"/>
                  </a:solidFill>
                  <a:latin typeface="Arial"/>
                  <a:ea typeface="Arial"/>
                  <a:cs typeface="Arial"/>
                  <a:sym typeface="Arial"/>
                </a:rPr>
                <a:t>= </a:t>
              </a:r>
              <a:r>
                <a:rPr i="1" lang="en-US" sz="2400">
                  <a:solidFill>
                    <a:schemeClr val="dk1"/>
                  </a:solidFill>
                  <a:latin typeface="Arial"/>
                  <a:ea typeface="Arial"/>
                  <a:cs typeface="Arial"/>
                  <a:sym typeface="Arial"/>
                </a:rPr>
                <a:t>ut</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at</a:t>
              </a:r>
              <a:r>
                <a:rPr baseline="30000" lang="en-US" sz="2400">
                  <a:solidFill>
                    <a:schemeClr val="dk1"/>
                  </a:solidFill>
                  <a:latin typeface="Arial"/>
                  <a:ea typeface="Arial"/>
                  <a:cs typeface="Arial"/>
                  <a:sym typeface="Arial"/>
                </a:rPr>
                <a:t>2</a:t>
              </a:r>
              <a:endParaRPr sz="2400">
                <a:solidFill>
                  <a:schemeClr val="dk1"/>
                </a:solidFill>
                <a:latin typeface="Arial"/>
                <a:ea typeface="Arial"/>
                <a:cs typeface="Arial"/>
                <a:sym typeface="Arial"/>
              </a:endParaRPr>
            </a:p>
          </p:txBody>
        </p:sp>
        <p:sp>
          <p:nvSpPr>
            <p:cNvPr id="1227" name="Google Shape;1227;p56"/>
            <p:cNvSpPr/>
            <p:nvPr/>
          </p:nvSpPr>
          <p:spPr>
            <a:xfrm>
              <a:off x="3671" y="2190"/>
              <a:ext cx="204" cy="264"/>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chemeClr val="dk1"/>
                </a:buClr>
                <a:buSzPts val="1600"/>
                <a:buFont typeface="Arial"/>
                <a:buNone/>
              </a:pPr>
              <a:r>
                <a:rPr b="1" lang="en-US" sz="1600" u="sng">
                  <a:solidFill>
                    <a:schemeClr val="dk1"/>
                  </a:solidFill>
                  <a:latin typeface="Arial"/>
                  <a:ea typeface="Arial"/>
                  <a:cs typeface="Arial"/>
                  <a:sym typeface="Arial"/>
                </a:rPr>
                <a:t>1</a:t>
              </a:r>
              <a:endParaRPr/>
            </a:p>
            <a:p>
              <a:pPr indent="0" lvl="0" marL="0" marR="0" rtl="0" algn="ctr">
                <a:lnSpc>
                  <a:spcPct val="90000"/>
                </a:lnSpc>
                <a:spcBef>
                  <a:spcPts val="0"/>
                </a:spcBef>
                <a:spcAft>
                  <a:spcPts val="0"/>
                </a:spcAft>
                <a:buClr>
                  <a:schemeClr val="dk1"/>
                </a:buClr>
                <a:buSzPts val="1600"/>
                <a:buFont typeface="Arial"/>
                <a:buNone/>
              </a:pPr>
              <a:r>
                <a:rPr b="1" lang="en-US" sz="1600">
                  <a:solidFill>
                    <a:schemeClr val="dk1"/>
                  </a:solidFill>
                  <a:latin typeface="Arial"/>
                  <a:ea typeface="Arial"/>
                  <a:cs typeface="Arial"/>
                  <a:sym typeface="Arial"/>
                </a:rPr>
                <a:t>2</a:t>
              </a:r>
              <a:endParaRPr b="1" sz="1600">
                <a:solidFill>
                  <a:schemeClr val="dk1"/>
                </a:solidFill>
                <a:latin typeface="Arial"/>
                <a:ea typeface="Arial"/>
                <a:cs typeface="Arial"/>
                <a:sym typeface="Arial"/>
              </a:endParaRPr>
            </a:p>
          </p:txBody>
        </p:sp>
      </p:grpSp>
      <p:grpSp>
        <p:nvGrpSpPr>
          <p:cNvPr id="1228" name="Google Shape;1228;p56"/>
          <p:cNvGrpSpPr/>
          <p:nvPr/>
        </p:nvGrpSpPr>
        <p:grpSpPr>
          <a:xfrm rot="2579042">
            <a:off x="-4727575" y="5380038"/>
            <a:ext cx="5789613" cy="13503275"/>
            <a:chOff x="4251" y="1766"/>
            <a:chExt cx="1041" cy="2428"/>
          </a:xfrm>
        </p:grpSpPr>
        <p:grpSp>
          <p:nvGrpSpPr>
            <p:cNvPr id="1229" name="Google Shape;1229;p56"/>
            <p:cNvGrpSpPr/>
            <p:nvPr/>
          </p:nvGrpSpPr>
          <p:grpSpPr>
            <a:xfrm>
              <a:off x="4251" y="1766"/>
              <a:ext cx="1041" cy="2428"/>
              <a:chOff x="952" y="1532"/>
              <a:chExt cx="1041" cy="2428"/>
            </a:xfrm>
          </p:grpSpPr>
          <p:sp>
            <p:nvSpPr>
              <p:cNvPr id="1230" name="Google Shape;1230;p56"/>
              <p:cNvSpPr/>
              <p:nvPr/>
            </p:nvSpPr>
            <p:spPr>
              <a:xfrm>
                <a:off x="1152" y="1532"/>
                <a:ext cx="638" cy="2125"/>
              </a:xfrm>
              <a:prstGeom prst="ellipse">
                <a:avLst/>
              </a:prstGeom>
              <a:gradFill>
                <a:gsLst>
                  <a:gs pos="0">
                    <a:srgbClr val="760000"/>
                  </a:gs>
                  <a:gs pos="50000">
                    <a:srgbClr val="FF0000"/>
                  </a:gs>
                  <a:gs pos="100000">
                    <a:srgbClr val="760000"/>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231" name="Google Shape;1231;p56"/>
              <p:cNvSpPr/>
              <p:nvPr/>
            </p:nvSpPr>
            <p:spPr>
              <a:xfrm>
                <a:off x="952" y="3082"/>
                <a:ext cx="369" cy="878"/>
              </a:xfrm>
              <a:custGeom>
                <a:rect b="b" l="l" r="r" t="t"/>
                <a:pathLst>
                  <a:path extrusionOk="0" h="878" w="369">
                    <a:moveTo>
                      <a:pt x="252" y="0"/>
                    </a:moveTo>
                    <a:lnTo>
                      <a:pt x="369" y="464"/>
                    </a:lnTo>
                    <a:lnTo>
                      <a:pt x="369" y="878"/>
                    </a:lnTo>
                    <a:lnTo>
                      <a:pt x="0" y="878"/>
                    </a:lnTo>
                    <a:lnTo>
                      <a:pt x="0" y="587"/>
                    </a:lnTo>
                    <a:lnTo>
                      <a:pt x="252" y="0"/>
                    </a:lnTo>
                    <a:close/>
                  </a:path>
                </a:pathLst>
              </a:custGeom>
              <a:gradFill>
                <a:gsLst>
                  <a:gs pos="0">
                    <a:srgbClr val="760000"/>
                  </a:gs>
                  <a:gs pos="100000">
                    <a:srgbClr val="FF0000"/>
                  </a:gs>
                </a:gsLst>
                <a:lin ang="2700000" scaled="0"/>
              </a:gra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232" name="Google Shape;1232;p56"/>
              <p:cNvSpPr/>
              <p:nvPr/>
            </p:nvSpPr>
            <p:spPr>
              <a:xfrm flipH="1">
                <a:off x="1624" y="3081"/>
                <a:ext cx="369" cy="878"/>
              </a:xfrm>
              <a:custGeom>
                <a:rect b="b" l="l" r="r" t="t"/>
                <a:pathLst>
                  <a:path extrusionOk="0" h="878" w="369">
                    <a:moveTo>
                      <a:pt x="252" y="0"/>
                    </a:moveTo>
                    <a:lnTo>
                      <a:pt x="369" y="464"/>
                    </a:lnTo>
                    <a:lnTo>
                      <a:pt x="369" y="878"/>
                    </a:lnTo>
                    <a:lnTo>
                      <a:pt x="0" y="878"/>
                    </a:lnTo>
                    <a:lnTo>
                      <a:pt x="0" y="587"/>
                    </a:lnTo>
                    <a:lnTo>
                      <a:pt x="252" y="0"/>
                    </a:lnTo>
                    <a:close/>
                  </a:path>
                </a:pathLst>
              </a:custGeom>
              <a:gradFill>
                <a:gsLst>
                  <a:gs pos="0">
                    <a:srgbClr val="760000"/>
                  </a:gs>
                  <a:gs pos="100000">
                    <a:srgbClr val="FF0000"/>
                  </a:gs>
                </a:gsLst>
                <a:lin ang="2700000" scaled="0"/>
              </a:gra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grpSp>
        <p:pic>
          <p:nvPicPr>
            <p:cNvPr descr="Pinky and Brain in oval window - red background" id="1233" name="Google Shape;1233;p56"/>
            <p:cNvPicPr preferRelativeResize="0"/>
            <p:nvPr/>
          </p:nvPicPr>
          <p:blipFill rotWithShape="1">
            <a:blip r:embed="rId3">
              <a:alphaModFix/>
            </a:blip>
            <a:srcRect b="0" l="0" r="0" t="0"/>
            <a:stretch/>
          </p:blipFill>
          <p:spPr>
            <a:xfrm>
              <a:off x="4505" y="2341"/>
              <a:ext cx="540" cy="428"/>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99">
                                            <p:txEl>
                                              <p:pRg end="0" st="0"/>
                                            </p:txEl>
                                          </p:spTgt>
                                        </p:tgtEl>
                                        <p:attrNameLst>
                                          <p:attrName>style.visibility</p:attrName>
                                        </p:attrNameLst>
                                      </p:cBhvr>
                                      <p:to>
                                        <p:strVal val="visible"/>
                                      </p:to>
                                    </p:set>
                                    <p:anim calcmode="lin" valueType="num">
                                      <p:cBhvr additive="base">
                                        <p:cTn dur="500"/>
                                        <p:tgtEl>
                                          <p:spTgt spid="1199">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99">
                                            <p:txEl>
                                              <p:pRg end="1" st="1"/>
                                            </p:txEl>
                                          </p:spTgt>
                                        </p:tgtEl>
                                        <p:attrNameLst>
                                          <p:attrName>style.visibility</p:attrName>
                                        </p:attrNameLst>
                                      </p:cBhvr>
                                      <p:to>
                                        <p:strVal val="visible"/>
                                      </p:to>
                                    </p:set>
                                    <p:anim calcmode="lin" valueType="num">
                                      <p:cBhvr additive="base">
                                        <p:cTn dur="500"/>
                                        <p:tgtEl>
                                          <p:spTgt spid="1199">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99">
                                            <p:txEl>
                                              <p:pRg end="2" st="2"/>
                                            </p:txEl>
                                          </p:spTgt>
                                        </p:tgtEl>
                                        <p:attrNameLst>
                                          <p:attrName>style.visibility</p:attrName>
                                        </p:attrNameLst>
                                      </p:cBhvr>
                                      <p:to>
                                        <p:strVal val="visible"/>
                                      </p:to>
                                    </p:set>
                                    <p:anim calcmode="lin" valueType="num">
                                      <p:cBhvr additive="base">
                                        <p:cTn dur="500"/>
                                        <p:tgtEl>
                                          <p:spTgt spid="1199">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01"/>
                                        </p:tgtEl>
                                        <p:attrNameLst>
                                          <p:attrName>style.visibility</p:attrName>
                                        </p:attrNameLst>
                                      </p:cBhvr>
                                      <p:to>
                                        <p:strVal val="visible"/>
                                      </p:to>
                                    </p:set>
                                    <p:animEffect filter="fade" transition="in">
                                      <p:cBhvr>
                                        <p:cTn dur="500"/>
                                        <p:tgtEl>
                                          <p:spTgt spid="120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00"/>
                                        </p:tgtEl>
                                        <p:attrNameLst>
                                          <p:attrName>style.visibility</p:attrName>
                                        </p:attrNameLst>
                                      </p:cBhvr>
                                      <p:to>
                                        <p:strVal val="visible"/>
                                      </p:to>
                                    </p:set>
                                    <p:animEffect filter="fade" transition="in">
                                      <p:cBhvr>
                                        <p:cTn dur="500"/>
                                        <p:tgtEl>
                                          <p:spTgt spid="120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02"/>
                                        </p:tgtEl>
                                        <p:attrNameLst>
                                          <p:attrName>style.visibility</p:attrName>
                                        </p:attrNameLst>
                                      </p:cBhvr>
                                      <p:to>
                                        <p:strVal val="visible"/>
                                      </p:to>
                                    </p:set>
                                    <p:animEffect filter="fade" transition="in">
                                      <p:cBhvr>
                                        <p:cTn dur="500"/>
                                        <p:tgtEl>
                                          <p:spTgt spid="120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05"/>
                                        </p:tgtEl>
                                        <p:attrNameLst>
                                          <p:attrName>style.visibility</p:attrName>
                                        </p:attrNameLst>
                                      </p:cBhvr>
                                      <p:to>
                                        <p:strVal val="visible"/>
                                      </p:to>
                                    </p:set>
                                    <p:animEffect filter="fade" transition="in">
                                      <p:cBhvr>
                                        <p:cTn dur="500"/>
                                        <p:tgtEl>
                                          <p:spTgt spid="120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06"/>
                                        </p:tgtEl>
                                        <p:attrNameLst>
                                          <p:attrName>style.visibility</p:attrName>
                                        </p:attrNameLst>
                                      </p:cBhvr>
                                      <p:to>
                                        <p:strVal val="visible"/>
                                      </p:to>
                                    </p:set>
                                    <p:animEffect filter="fade" transition="in">
                                      <p:cBhvr>
                                        <p:cTn dur="500"/>
                                        <p:tgtEl>
                                          <p:spTgt spid="120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03"/>
                                        </p:tgtEl>
                                        <p:attrNameLst>
                                          <p:attrName>style.visibility</p:attrName>
                                        </p:attrNameLst>
                                      </p:cBhvr>
                                      <p:to>
                                        <p:strVal val="visible"/>
                                      </p:to>
                                    </p:set>
                                    <p:animEffect filter="fade" transition="in">
                                      <p:cBhvr>
                                        <p:cTn dur="500"/>
                                        <p:tgtEl>
                                          <p:spTgt spid="120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04"/>
                                        </p:tgtEl>
                                        <p:attrNameLst>
                                          <p:attrName>style.visibility</p:attrName>
                                        </p:attrNameLst>
                                      </p:cBhvr>
                                      <p:to>
                                        <p:strVal val="visible"/>
                                      </p:to>
                                    </p:set>
                                    <p:animEffect filter="fade" transition="in">
                                      <p:cBhvr>
                                        <p:cTn dur="500"/>
                                        <p:tgtEl>
                                          <p:spTgt spid="120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07"/>
                                        </p:tgtEl>
                                        <p:attrNameLst>
                                          <p:attrName>style.visibility</p:attrName>
                                        </p:attrNameLst>
                                      </p:cBhvr>
                                      <p:to>
                                        <p:strVal val="visible"/>
                                      </p:to>
                                    </p:set>
                                    <p:animEffect filter="fade" transition="in">
                                      <p:cBhvr>
                                        <p:cTn dur="500"/>
                                        <p:tgtEl>
                                          <p:spTgt spid="120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08"/>
                                        </p:tgtEl>
                                        <p:attrNameLst>
                                          <p:attrName>style.visibility</p:attrName>
                                        </p:attrNameLst>
                                      </p:cBhvr>
                                      <p:to>
                                        <p:strVal val="visible"/>
                                      </p:to>
                                    </p:set>
                                    <p:animEffect filter="fade" transition="in">
                                      <p:cBhvr>
                                        <p:cTn dur="500"/>
                                        <p:tgtEl>
                                          <p:spTgt spid="120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09"/>
                                        </p:tgtEl>
                                        <p:attrNameLst>
                                          <p:attrName>style.visibility</p:attrName>
                                        </p:attrNameLst>
                                      </p:cBhvr>
                                      <p:to>
                                        <p:strVal val="visible"/>
                                      </p:to>
                                    </p:set>
                                    <p:animEffect filter="fade" transition="in">
                                      <p:cBhvr>
                                        <p:cTn dur="500"/>
                                        <p:tgtEl>
                                          <p:spTgt spid="120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22"/>
                                        </p:tgtEl>
                                        <p:attrNameLst>
                                          <p:attrName>style.visibility</p:attrName>
                                        </p:attrNameLst>
                                      </p:cBhvr>
                                      <p:to>
                                        <p:strVal val="visible"/>
                                      </p:to>
                                    </p:set>
                                    <p:animEffect filter="fade" transition="in">
                                      <p:cBhvr>
                                        <p:cTn dur="500"/>
                                        <p:tgtEl>
                                          <p:spTgt spid="122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0"/>
                                        </p:tgtEl>
                                        <p:attrNameLst>
                                          <p:attrName>style.visibility</p:attrName>
                                        </p:attrNameLst>
                                      </p:cBhvr>
                                      <p:to>
                                        <p:strVal val="visible"/>
                                      </p:to>
                                    </p:set>
                                    <p:animEffect filter="fade" transition="in">
                                      <p:cBhvr>
                                        <p:cTn dur="500"/>
                                        <p:tgtEl>
                                          <p:spTgt spid="121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1"/>
                                        </p:tgtEl>
                                        <p:attrNameLst>
                                          <p:attrName>style.visibility</p:attrName>
                                        </p:attrNameLst>
                                      </p:cBhvr>
                                      <p:to>
                                        <p:strVal val="visible"/>
                                      </p:to>
                                    </p:set>
                                    <p:animEffect filter="fade" transition="in">
                                      <p:cBhvr>
                                        <p:cTn dur="500"/>
                                        <p:tgtEl>
                                          <p:spTgt spid="121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2"/>
                                        </p:tgtEl>
                                        <p:attrNameLst>
                                          <p:attrName>style.visibility</p:attrName>
                                        </p:attrNameLst>
                                      </p:cBhvr>
                                      <p:to>
                                        <p:strVal val="visible"/>
                                      </p:to>
                                    </p:set>
                                    <p:animEffect filter="fade" transition="in">
                                      <p:cBhvr>
                                        <p:cTn dur="500"/>
                                        <p:tgtEl>
                                          <p:spTgt spid="121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3"/>
                                        </p:tgtEl>
                                        <p:attrNameLst>
                                          <p:attrName>style.visibility</p:attrName>
                                        </p:attrNameLst>
                                      </p:cBhvr>
                                      <p:to>
                                        <p:strVal val="visible"/>
                                      </p:to>
                                    </p:set>
                                    <p:animEffect filter="fade" transition="in">
                                      <p:cBhvr>
                                        <p:cTn dur="500"/>
                                        <p:tgtEl>
                                          <p:spTgt spid="121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4"/>
                                        </p:tgtEl>
                                        <p:attrNameLst>
                                          <p:attrName>style.visibility</p:attrName>
                                        </p:attrNameLst>
                                      </p:cBhvr>
                                      <p:to>
                                        <p:strVal val="visible"/>
                                      </p:to>
                                    </p:set>
                                    <p:animEffect filter="fade" transition="in">
                                      <p:cBhvr>
                                        <p:cTn dur="500"/>
                                        <p:tgtEl>
                                          <p:spTgt spid="121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21"/>
                                        </p:tgtEl>
                                        <p:attrNameLst>
                                          <p:attrName>style.visibility</p:attrName>
                                        </p:attrNameLst>
                                      </p:cBhvr>
                                      <p:to>
                                        <p:strVal val="visible"/>
                                      </p:to>
                                    </p:set>
                                    <p:animEffect filter="fade" transition="in">
                                      <p:cBhvr>
                                        <p:cTn dur="500"/>
                                        <p:tgtEl>
                                          <p:spTgt spid="122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5"/>
                                        </p:tgtEl>
                                        <p:attrNameLst>
                                          <p:attrName>style.visibility</p:attrName>
                                        </p:attrNameLst>
                                      </p:cBhvr>
                                      <p:to>
                                        <p:strVal val="visible"/>
                                      </p:to>
                                    </p:set>
                                    <p:animEffect filter="fade" transition="in">
                                      <p:cBhvr>
                                        <p:cTn dur="500"/>
                                        <p:tgtEl>
                                          <p:spTgt spid="121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25"/>
                                        </p:tgtEl>
                                        <p:attrNameLst>
                                          <p:attrName>style.visibility</p:attrName>
                                        </p:attrNameLst>
                                      </p:cBhvr>
                                      <p:to>
                                        <p:strVal val="visible"/>
                                      </p:to>
                                    </p:set>
                                    <p:animEffect filter="fade" transition="in">
                                      <p:cBhvr>
                                        <p:cTn dur="500"/>
                                        <p:tgtEl>
                                          <p:spTgt spid="122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6"/>
                                        </p:tgtEl>
                                        <p:attrNameLst>
                                          <p:attrName>style.visibility</p:attrName>
                                        </p:attrNameLst>
                                      </p:cBhvr>
                                      <p:to>
                                        <p:strVal val="visible"/>
                                      </p:to>
                                    </p:set>
                                    <p:animEffect filter="fade" transition="in">
                                      <p:cBhvr>
                                        <p:cTn dur="500"/>
                                        <p:tgtEl>
                                          <p:spTgt spid="121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20"/>
                                        </p:tgtEl>
                                        <p:attrNameLst>
                                          <p:attrName>style.visibility</p:attrName>
                                        </p:attrNameLst>
                                      </p:cBhvr>
                                      <p:to>
                                        <p:strVal val="visible"/>
                                      </p:to>
                                    </p:set>
                                    <p:animEffect filter="fade" transition="in">
                                      <p:cBhvr>
                                        <p:cTn dur="500"/>
                                        <p:tgtEl>
                                          <p:spTgt spid="122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8" name="Shape 1238"/>
        <p:cNvGrpSpPr/>
        <p:nvPr/>
      </p:nvGrpSpPr>
      <p:grpSpPr>
        <a:xfrm>
          <a:off x="0" y="0"/>
          <a:ext cx="0" cy="0"/>
          <a:chOff x="0" y="0"/>
          <a:chExt cx="0" cy="0"/>
        </a:xfrm>
      </p:grpSpPr>
      <p:sp>
        <p:nvSpPr>
          <p:cNvPr id="1239" name="Google Shape;1239;p57"/>
          <p:cNvSpPr/>
          <p:nvPr/>
        </p:nvSpPr>
        <p:spPr>
          <a:xfrm>
            <a:off x="685800" y="1549400"/>
            <a:ext cx="7772400" cy="796925"/>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accent2"/>
              </a:buClr>
              <a:buSzPts val="2400"/>
              <a:buFont typeface="Arial"/>
              <a:buNone/>
            </a:pPr>
            <a:r>
              <a:rPr i="1" lang="en-US" sz="2400">
                <a:solidFill>
                  <a:schemeClr val="accent2"/>
                </a:solidFill>
                <a:latin typeface="Arial"/>
                <a:ea typeface="Arial"/>
                <a:cs typeface="Arial"/>
                <a:sym typeface="Arial"/>
              </a:rPr>
              <a:t>Solving problems using equations of motion for uniform acceleration</a:t>
            </a:r>
            <a:endParaRPr/>
          </a:p>
        </p:txBody>
      </p:sp>
      <p:sp>
        <p:nvSpPr>
          <p:cNvPr id="1240" name="Google Shape;1240;p57"/>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2: Mechanics</a:t>
            </a:r>
            <a:br>
              <a:rPr b="1" lang="en-US" sz="2800"/>
            </a:br>
            <a:r>
              <a:rPr lang="en-US" sz="2800">
                <a:solidFill>
                  <a:schemeClr val="dk1"/>
                </a:solidFill>
              </a:rPr>
              <a:t>2.1 – Motion</a:t>
            </a:r>
            <a:endParaRPr/>
          </a:p>
        </p:txBody>
      </p:sp>
      <p:sp>
        <p:nvSpPr>
          <p:cNvPr id="1241" name="Google Shape;1241;p57"/>
          <p:cNvSpPr/>
          <p:nvPr/>
        </p:nvSpPr>
        <p:spPr>
          <a:xfrm>
            <a:off x="674688" y="2316163"/>
            <a:ext cx="7772400" cy="4541837"/>
          </a:xfrm>
          <a:prstGeom prst="rect">
            <a:avLst/>
          </a:prstGeom>
          <a:solidFill>
            <a:srgbClr val="FFFFCC"/>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rPr lang="en-US" sz="2400">
                <a:solidFill>
                  <a:schemeClr val="dk1"/>
                </a:solidFill>
                <a:latin typeface="Arial"/>
                <a:ea typeface="Arial"/>
                <a:cs typeface="Arial"/>
                <a:sym typeface="Arial"/>
              </a:rPr>
              <a:t>EXAMPLE: How fast will Pinky and the Brain be going at this instant? </a:t>
            </a:r>
            <a:endParaRPr sz="2400">
              <a:solidFill>
                <a:schemeClr val="dk1"/>
              </a:solidFill>
              <a:latin typeface="Arial"/>
              <a:ea typeface="Arial"/>
              <a:cs typeface="Arial"/>
              <a:sym typeface="Arial"/>
            </a:endParaRPr>
          </a:p>
          <a:p>
            <a:pPr indent="0" lvl="0" marL="0" marR="0" rtl="0" algn="l">
              <a:spcBef>
                <a:spcPts val="480"/>
              </a:spcBef>
              <a:spcAft>
                <a:spcPts val="0"/>
              </a:spcAft>
              <a:buClr>
                <a:schemeClr val="dk1"/>
              </a:buClr>
              <a:buSzPts val="2400"/>
              <a:buFont typeface="Arial"/>
              <a:buNone/>
            </a:pPr>
            <a:r>
              <a:t/>
            </a:r>
            <a:endParaRPr sz="2400">
              <a:solidFill>
                <a:schemeClr val="dk1"/>
              </a:solidFill>
              <a:latin typeface="Arial"/>
              <a:ea typeface="Arial"/>
              <a:cs typeface="Arial"/>
              <a:sym typeface="Arial"/>
            </a:endParaRPr>
          </a:p>
          <a:p>
            <a:pPr indent="0" lvl="0" marL="0" marR="0" rtl="0" algn="l">
              <a:spcBef>
                <a:spcPts val="480"/>
              </a:spcBef>
              <a:spcAft>
                <a:spcPts val="0"/>
              </a:spcAft>
              <a:buClr>
                <a:schemeClr val="dk1"/>
              </a:buClr>
              <a:buSzPts val="2400"/>
              <a:buFont typeface="Arial"/>
              <a:buNone/>
            </a:pPr>
            <a:r>
              <a:t/>
            </a:r>
            <a:endParaRPr sz="2400">
              <a:solidFill>
                <a:schemeClr val="dk1"/>
              </a:solidFill>
              <a:latin typeface="Arial"/>
              <a:ea typeface="Arial"/>
              <a:cs typeface="Arial"/>
              <a:sym typeface="Arial"/>
            </a:endParaRPr>
          </a:p>
          <a:p>
            <a:pPr indent="0" lvl="0" marL="0" marR="0" rtl="0" algn="l">
              <a:spcBef>
                <a:spcPts val="480"/>
              </a:spcBef>
              <a:spcAft>
                <a:spcPts val="0"/>
              </a:spcAft>
              <a:buClr>
                <a:schemeClr val="dk1"/>
              </a:buClr>
              <a:buSzPts val="2400"/>
              <a:buFont typeface="Arial"/>
              <a:buNone/>
            </a:pPr>
            <a:r>
              <a:t/>
            </a:r>
            <a:endParaRPr sz="2400">
              <a:solidFill>
                <a:schemeClr val="dk1"/>
              </a:solidFill>
              <a:latin typeface="Arial"/>
              <a:ea typeface="Arial"/>
              <a:cs typeface="Arial"/>
              <a:sym typeface="Arial"/>
            </a:endParaRPr>
          </a:p>
        </p:txBody>
      </p:sp>
      <p:sp>
        <p:nvSpPr>
          <p:cNvPr id="1242" name="Google Shape;1242;p57"/>
          <p:cNvSpPr/>
          <p:nvPr/>
        </p:nvSpPr>
        <p:spPr>
          <a:xfrm>
            <a:off x="933450" y="3617913"/>
            <a:ext cx="2109788" cy="37465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2400"/>
              <a:buFont typeface="Arial"/>
              <a:buNone/>
            </a:pPr>
            <a:r>
              <a:rPr i="1" lang="en-US" sz="2400">
                <a:solidFill>
                  <a:schemeClr val="dk1"/>
                </a:solidFill>
                <a:latin typeface="Arial"/>
                <a:ea typeface="Arial"/>
                <a:cs typeface="Arial"/>
                <a:sym typeface="Arial"/>
              </a:rPr>
              <a:t>a</a:t>
            </a:r>
            <a:r>
              <a:rPr lang="en-US" sz="2400">
                <a:solidFill>
                  <a:schemeClr val="dk1"/>
                </a:solidFill>
                <a:latin typeface="Arial"/>
                <a:ea typeface="Arial"/>
                <a:cs typeface="Arial"/>
                <a:sym typeface="Arial"/>
              </a:rPr>
              <a:t> = 20 m/s</a:t>
            </a:r>
            <a:r>
              <a:rPr baseline="30000" lang="en-US" sz="2400">
                <a:solidFill>
                  <a:schemeClr val="dk1"/>
                </a:solidFill>
                <a:latin typeface="Arial"/>
                <a:ea typeface="Arial"/>
                <a:cs typeface="Arial"/>
                <a:sym typeface="Arial"/>
              </a:rPr>
              <a:t>2</a:t>
            </a:r>
            <a:endParaRPr b="1" i="1" sz="2400">
              <a:solidFill>
                <a:schemeClr val="dk1"/>
              </a:solidFill>
              <a:latin typeface="Arial"/>
              <a:ea typeface="Arial"/>
              <a:cs typeface="Arial"/>
              <a:sym typeface="Arial"/>
            </a:endParaRPr>
          </a:p>
        </p:txBody>
      </p:sp>
      <p:sp>
        <p:nvSpPr>
          <p:cNvPr id="1243" name="Google Shape;1243;p57"/>
          <p:cNvSpPr/>
          <p:nvPr/>
        </p:nvSpPr>
        <p:spPr>
          <a:xfrm>
            <a:off x="757238" y="3201988"/>
            <a:ext cx="3340100" cy="374650"/>
          </a:xfrm>
          <a:prstGeom prst="rect">
            <a:avLst/>
          </a:prstGeom>
          <a:solidFill>
            <a:srgbClr val="D60093"/>
          </a:solid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chemeClr val="lt1"/>
              </a:buClr>
              <a:buSzPts val="2400"/>
              <a:buFont typeface="Arial"/>
              <a:buNone/>
            </a:pPr>
            <a:r>
              <a:rPr i="1" lang="en-US" sz="2400">
                <a:solidFill>
                  <a:schemeClr val="lt1"/>
                </a:solidFill>
                <a:latin typeface="Arial"/>
                <a:ea typeface="Arial"/>
                <a:cs typeface="Arial"/>
                <a:sym typeface="Arial"/>
              </a:rPr>
              <a:t>KNOWN</a:t>
            </a:r>
            <a:endParaRPr/>
          </a:p>
        </p:txBody>
      </p:sp>
      <p:sp>
        <p:nvSpPr>
          <p:cNvPr id="1244" name="Google Shape;1244;p57"/>
          <p:cNvSpPr/>
          <p:nvPr/>
        </p:nvSpPr>
        <p:spPr>
          <a:xfrm>
            <a:off x="2841625" y="3619500"/>
            <a:ext cx="1195388" cy="37465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accent2"/>
              </a:buClr>
              <a:buSzPts val="2400"/>
              <a:buFont typeface="Arial"/>
              <a:buNone/>
            </a:pPr>
            <a:r>
              <a:rPr lang="en-US" sz="2400">
                <a:solidFill>
                  <a:schemeClr val="accent2"/>
                </a:solidFill>
                <a:latin typeface="Arial"/>
                <a:ea typeface="Arial"/>
                <a:cs typeface="Arial"/>
                <a:sym typeface="Arial"/>
              </a:rPr>
              <a:t>Given</a:t>
            </a:r>
            <a:endParaRPr b="1" sz="2400">
              <a:solidFill>
                <a:schemeClr val="accent2"/>
              </a:solidFill>
              <a:latin typeface="Arial"/>
              <a:ea typeface="Arial"/>
              <a:cs typeface="Arial"/>
              <a:sym typeface="Arial"/>
            </a:endParaRPr>
          </a:p>
        </p:txBody>
      </p:sp>
      <p:sp>
        <p:nvSpPr>
          <p:cNvPr id="1245" name="Google Shape;1245;p57"/>
          <p:cNvSpPr/>
          <p:nvPr/>
        </p:nvSpPr>
        <p:spPr>
          <a:xfrm>
            <a:off x="941388" y="4341813"/>
            <a:ext cx="1728787" cy="37465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2400"/>
              <a:buFont typeface="Arial"/>
              <a:buNone/>
            </a:pPr>
            <a:r>
              <a:rPr i="1" lang="en-US" sz="2400">
                <a:solidFill>
                  <a:schemeClr val="dk1"/>
                </a:solidFill>
                <a:latin typeface="Arial"/>
                <a:ea typeface="Arial"/>
                <a:cs typeface="Arial"/>
                <a:sym typeface="Arial"/>
              </a:rPr>
              <a:t>u</a:t>
            </a:r>
            <a:r>
              <a:rPr lang="en-US" sz="2400">
                <a:solidFill>
                  <a:schemeClr val="dk1"/>
                </a:solidFill>
                <a:latin typeface="Arial"/>
                <a:ea typeface="Arial"/>
                <a:cs typeface="Arial"/>
                <a:sym typeface="Arial"/>
              </a:rPr>
              <a:t> = 0 m/s</a:t>
            </a:r>
            <a:endParaRPr b="1" i="1" sz="2400">
              <a:solidFill>
                <a:schemeClr val="dk1"/>
              </a:solidFill>
              <a:latin typeface="Arial"/>
              <a:ea typeface="Arial"/>
              <a:cs typeface="Arial"/>
              <a:sym typeface="Arial"/>
            </a:endParaRPr>
          </a:p>
        </p:txBody>
      </p:sp>
      <p:sp>
        <p:nvSpPr>
          <p:cNvPr id="1246" name="Google Shape;1246;p57"/>
          <p:cNvSpPr/>
          <p:nvPr/>
        </p:nvSpPr>
        <p:spPr>
          <a:xfrm>
            <a:off x="2860675" y="4337050"/>
            <a:ext cx="1674813" cy="37465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accent2"/>
              </a:buClr>
              <a:buSzPts val="2400"/>
              <a:buFont typeface="Arial"/>
              <a:buNone/>
            </a:pPr>
            <a:r>
              <a:rPr lang="en-US" sz="2400">
                <a:solidFill>
                  <a:schemeClr val="accent2"/>
                </a:solidFill>
                <a:latin typeface="Arial"/>
                <a:ea typeface="Arial"/>
                <a:cs typeface="Arial"/>
                <a:sym typeface="Arial"/>
              </a:rPr>
              <a:t>Implicit</a:t>
            </a:r>
            <a:endParaRPr b="1" sz="2400">
              <a:solidFill>
                <a:schemeClr val="accent2"/>
              </a:solidFill>
              <a:latin typeface="Arial"/>
              <a:ea typeface="Arial"/>
              <a:cs typeface="Arial"/>
              <a:sym typeface="Arial"/>
            </a:endParaRPr>
          </a:p>
        </p:txBody>
      </p:sp>
      <p:sp>
        <p:nvSpPr>
          <p:cNvPr id="1247" name="Google Shape;1247;p57"/>
          <p:cNvSpPr/>
          <p:nvPr/>
        </p:nvSpPr>
        <p:spPr>
          <a:xfrm>
            <a:off x="1009650" y="3981450"/>
            <a:ext cx="1554163" cy="37465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2400"/>
              <a:buFont typeface="Arial"/>
              <a:buNone/>
            </a:pPr>
            <a:r>
              <a:rPr i="1" lang="en-US" sz="2400">
                <a:solidFill>
                  <a:schemeClr val="dk1"/>
                </a:solidFill>
                <a:latin typeface="Arial"/>
                <a:ea typeface="Arial"/>
                <a:cs typeface="Arial"/>
                <a:sym typeface="Arial"/>
              </a:rPr>
              <a:t>t</a:t>
            </a:r>
            <a:r>
              <a:rPr lang="en-US" sz="2400">
                <a:solidFill>
                  <a:schemeClr val="dk1"/>
                </a:solidFill>
                <a:latin typeface="Arial"/>
                <a:ea typeface="Arial"/>
                <a:cs typeface="Arial"/>
                <a:sym typeface="Arial"/>
              </a:rPr>
              <a:t> = 30 s</a:t>
            </a:r>
            <a:endParaRPr b="1" i="1" sz="2400">
              <a:solidFill>
                <a:schemeClr val="dk1"/>
              </a:solidFill>
              <a:latin typeface="Arial"/>
              <a:ea typeface="Arial"/>
              <a:cs typeface="Arial"/>
              <a:sym typeface="Arial"/>
            </a:endParaRPr>
          </a:p>
        </p:txBody>
      </p:sp>
      <p:sp>
        <p:nvSpPr>
          <p:cNvPr id="1248" name="Google Shape;1248;p57"/>
          <p:cNvSpPr/>
          <p:nvPr/>
        </p:nvSpPr>
        <p:spPr>
          <a:xfrm>
            <a:off x="2838450" y="3970338"/>
            <a:ext cx="1195388" cy="37465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accent2"/>
              </a:buClr>
              <a:buSzPts val="2400"/>
              <a:buFont typeface="Arial"/>
              <a:buNone/>
            </a:pPr>
            <a:r>
              <a:rPr lang="en-US" sz="2400">
                <a:solidFill>
                  <a:schemeClr val="accent2"/>
                </a:solidFill>
                <a:latin typeface="Arial"/>
                <a:ea typeface="Arial"/>
                <a:cs typeface="Arial"/>
                <a:sym typeface="Arial"/>
              </a:rPr>
              <a:t>Given</a:t>
            </a:r>
            <a:endParaRPr b="1" sz="2400">
              <a:solidFill>
                <a:schemeClr val="accent2"/>
              </a:solidFill>
              <a:latin typeface="Arial"/>
              <a:ea typeface="Arial"/>
              <a:cs typeface="Arial"/>
              <a:sym typeface="Arial"/>
            </a:endParaRPr>
          </a:p>
        </p:txBody>
      </p:sp>
      <p:sp>
        <p:nvSpPr>
          <p:cNvPr id="1249" name="Google Shape;1249;p57"/>
          <p:cNvSpPr/>
          <p:nvPr/>
        </p:nvSpPr>
        <p:spPr>
          <a:xfrm>
            <a:off x="723900" y="4848225"/>
            <a:ext cx="3340100" cy="374650"/>
          </a:xfrm>
          <a:prstGeom prst="rect">
            <a:avLst/>
          </a:prstGeom>
          <a:solidFill>
            <a:srgbClr val="FF0000"/>
          </a:solid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i="1" lang="en-US" sz="2400">
                <a:solidFill>
                  <a:schemeClr val="lt1"/>
                </a:solidFill>
                <a:latin typeface="Arial"/>
                <a:ea typeface="Arial"/>
                <a:cs typeface="Arial"/>
                <a:sym typeface="Arial"/>
              </a:rPr>
              <a:t>WANTED</a:t>
            </a:r>
            <a:endParaRPr/>
          </a:p>
        </p:txBody>
      </p:sp>
      <p:sp>
        <p:nvSpPr>
          <p:cNvPr id="1250" name="Google Shape;1250;p57"/>
          <p:cNvSpPr/>
          <p:nvPr/>
        </p:nvSpPr>
        <p:spPr>
          <a:xfrm>
            <a:off x="2936875" y="4799013"/>
            <a:ext cx="1085850" cy="374650"/>
          </a:xfrm>
          <a:prstGeom prst="rect">
            <a:avLst/>
          </a:prstGeom>
          <a:noFill/>
          <a:ln>
            <a:noFill/>
          </a:ln>
        </p:spPr>
        <p:txBody>
          <a:bodyPr anchorCtr="0" anchor="t" bIns="45700" lIns="91425" spcFirstLastPara="1" rIns="91425" wrap="square" tIns="45700">
            <a:noAutofit/>
          </a:bodyPr>
          <a:lstStyle/>
          <a:p>
            <a:pPr indent="0" lvl="0" marL="0" marR="0" rtl="0" algn="r">
              <a:lnSpc>
                <a:spcPct val="90000"/>
              </a:lnSpc>
              <a:spcBef>
                <a:spcPts val="0"/>
              </a:spcBef>
              <a:spcAft>
                <a:spcPts val="0"/>
              </a:spcAft>
              <a:buClr>
                <a:schemeClr val="lt1"/>
              </a:buClr>
              <a:buSzPts val="2400"/>
              <a:buFont typeface="Arial"/>
              <a:buNone/>
            </a:pPr>
            <a:r>
              <a:rPr i="1" lang="en-US" sz="2400">
                <a:solidFill>
                  <a:schemeClr val="lt1"/>
                </a:solidFill>
                <a:latin typeface="Arial"/>
                <a:ea typeface="Arial"/>
                <a:cs typeface="Arial"/>
                <a:sym typeface="Arial"/>
              </a:rPr>
              <a:t>v</a:t>
            </a:r>
            <a:r>
              <a:rPr lang="en-US" sz="2400">
                <a:solidFill>
                  <a:schemeClr val="lt1"/>
                </a:solidFill>
                <a:latin typeface="Arial"/>
                <a:ea typeface="Arial"/>
                <a:cs typeface="Arial"/>
                <a:sym typeface="Arial"/>
              </a:rPr>
              <a:t> = ?</a:t>
            </a:r>
            <a:endParaRPr i="1" sz="2400">
              <a:solidFill>
                <a:schemeClr val="lt1"/>
              </a:solidFill>
              <a:latin typeface="Arial"/>
              <a:ea typeface="Arial"/>
              <a:cs typeface="Arial"/>
              <a:sym typeface="Arial"/>
            </a:endParaRPr>
          </a:p>
        </p:txBody>
      </p:sp>
      <p:sp>
        <p:nvSpPr>
          <p:cNvPr id="1251" name="Google Shape;1251;p57"/>
          <p:cNvSpPr/>
          <p:nvPr/>
        </p:nvSpPr>
        <p:spPr>
          <a:xfrm>
            <a:off x="4551363" y="3201988"/>
            <a:ext cx="3340100" cy="374650"/>
          </a:xfrm>
          <a:prstGeom prst="rect">
            <a:avLst/>
          </a:prstGeom>
          <a:solidFill>
            <a:schemeClr val="accent2"/>
          </a:solid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chemeClr val="lt1"/>
              </a:buClr>
              <a:buSzPts val="2400"/>
              <a:buFont typeface="Arial"/>
              <a:buNone/>
            </a:pPr>
            <a:r>
              <a:rPr i="1" lang="en-US" sz="2400">
                <a:solidFill>
                  <a:schemeClr val="lt1"/>
                </a:solidFill>
                <a:latin typeface="Arial"/>
                <a:ea typeface="Arial"/>
                <a:cs typeface="Arial"/>
                <a:sym typeface="Arial"/>
              </a:rPr>
              <a:t>FORMULAS</a:t>
            </a:r>
            <a:endParaRPr/>
          </a:p>
        </p:txBody>
      </p:sp>
      <p:sp>
        <p:nvSpPr>
          <p:cNvPr id="1252" name="Google Shape;1252;p57"/>
          <p:cNvSpPr/>
          <p:nvPr/>
        </p:nvSpPr>
        <p:spPr>
          <a:xfrm>
            <a:off x="4740275" y="3960813"/>
            <a:ext cx="1936750" cy="355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2400"/>
              <a:buFont typeface="Arial"/>
              <a:buNone/>
            </a:pPr>
            <a:r>
              <a:rPr i="1" lang="en-US" sz="2400">
                <a:solidFill>
                  <a:schemeClr val="dk1"/>
                </a:solidFill>
                <a:latin typeface="Arial"/>
                <a:ea typeface="Arial"/>
                <a:cs typeface="Arial"/>
                <a:sym typeface="Arial"/>
              </a:rPr>
              <a:t>v</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u </a:t>
            </a:r>
            <a:r>
              <a:rPr lang="en-US" sz="2400">
                <a:solidFill>
                  <a:schemeClr val="dk1"/>
                </a:solidFill>
                <a:latin typeface="Arial"/>
                <a:ea typeface="Arial"/>
                <a:cs typeface="Arial"/>
                <a:sym typeface="Arial"/>
              </a:rPr>
              <a:t>+ </a:t>
            </a:r>
            <a:r>
              <a:rPr i="1" lang="en-US" sz="2400">
                <a:solidFill>
                  <a:schemeClr val="dk1"/>
                </a:solidFill>
                <a:latin typeface="Arial"/>
                <a:ea typeface="Arial"/>
                <a:cs typeface="Arial"/>
                <a:sym typeface="Arial"/>
              </a:rPr>
              <a:t>at</a:t>
            </a:r>
            <a:endParaRPr b="1" sz="2400">
              <a:solidFill>
                <a:schemeClr val="dk1"/>
              </a:solidFill>
              <a:latin typeface="Arial"/>
              <a:ea typeface="Arial"/>
              <a:cs typeface="Arial"/>
              <a:sym typeface="Arial"/>
            </a:endParaRPr>
          </a:p>
        </p:txBody>
      </p:sp>
      <p:sp>
        <p:nvSpPr>
          <p:cNvPr id="1253" name="Google Shape;1253;p57"/>
          <p:cNvSpPr/>
          <p:nvPr/>
        </p:nvSpPr>
        <p:spPr>
          <a:xfrm>
            <a:off x="4640263" y="4348163"/>
            <a:ext cx="2960687" cy="39687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2400"/>
              <a:buFont typeface="Arial"/>
              <a:buNone/>
            </a:pPr>
            <a:r>
              <a:rPr i="1" lang="en-US" sz="2400">
                <a:solidFill>
                  <a:schemeClr val="dk1"/>
                </a:solidFill>
                <a:latin typeface="Arial"/>
                <a:ea typeface="Arial"/>
                <a:cs typeface="Arial"/>
                <a:sym typeface="Arial"/>
              </a:rPr>
              <a:t>v</a:t>
            </a:r>
            <a:r>
              <a:rPr baseline="30000" lang="en-US" sz="2400">
                <a:solidFill>
                  <a:schemeClr val="dk1"/>
                </a:solidFill>
                <a:latin typeface="Arial"/>
                <a:ea typeface="Arial"/>
                <a:cs typeface="Arial"/>
                <a:sym typeface="Arial"/>
              </a:rPr>
              <a:t>2</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u</a:t>
            </a:r>
            <a:r>
              <a:rPr baseline="30000" lang="en-US" sz="2400">
                <a:solidFill>
                  <a:schemeClr val="dk1"/>
                </a:solidFill>
                <a:latin typeface="Arial"/>
                <a:ea typeface="Arial"/>
                <a:cs typeface="Arial"/>
                <a:sym typeface="Arial"/>
              </a:rPr>
              <a:t>2</a:t>
            </a:r>
            <a:r>
              <a:rPr lang="en-US" sz="2400">
                <a:solidFill>
                  <a:schemeClr val="dk1"/>
                </a:solidFill>
                <a:latin typeface="Arial"/>
                <a:ea typeface="Arial"/>
                <a:cs typeface="Arial"/>
                <a:sym typeface="Arial"/>
              </a:rPr>
              <a:t> + 2</a:t>
            </a:r>
            <a:r>
              <a:rPr i="1" lang="en-US" sz="2400">
                <a:solidFill>
                  <a:schemeClr val="dk1"/>
                </a:solidFill>
                <a:latin typeface="Arial"/>
                <a:ea typeface="Arial"/>
                <a:cs typeface="Arial"/>
                <a:sym typeface="Arial"/>
              </a:rPr>
              <a:t>a</a:t>
            </a:r>
            <a:r>
              <a:rPr lang="en-US" sz="2400">
                <a:solidFill>
                  <a:schemeClr val="dk1"/>
                </a:solidFill>
                <a:latin typeface="Arial"/>
                <a:ea typeface="Arial"/>
                <a:cs typeface="Arial"/>
                <a:sym typeface="Arial"/>
              </a:rPr>
              <a:t>s</a:t>
            </a:r>
            <a:endParaRPr/>
          </a:p>
        </p:txBody>
      </p:sp>
      <p:sp>
        <p:nvSpPr>
          <p:cNvPr id="1254" name="Google Shape;1254;p57"/>
          <p:cNvSpPr/>
          <p:nvPr/>
        </p:nvSpPr>
        <p:spPr>
          <a:xfrm>
            <a:off x="801688" y="5219700"/>
            <a:ext cx="3638550" cy="744538"/>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2400"/>
              <a:buFont typeface="Arial"/>
              <a:buNone/>
            </a:pPr>
            <a:r>
              <a:rPr b="1" lang="en-US" sz="2400">
                <a:solidFill>
                  <a:schemeClr val="dk1"/>
                </a:solidFill>
                <a:latin typeface="Arial"/>
                <a:ea typeface="Arial"/>
                <a:cs typeface="Arial"/>
                <a:sym typeface="Arial"/>
              </a:rPr>
              <a:t>∙</a:t>
            </a:r>
            <a:r>
              <a:rPr i="1" lang="en-US" sz="2400">
                <a:solidFill>
                  <a:schemeClr val="dk1"/>
                </a:solidFill>
                <a:latin typeface="Arial"/>
                <a:ea typeface="Arial"/>
                <a:cs typeface="Arial"/>
                <a:sym typeface="Arial"/>
              </a:rPr>
              <a:t>t</a:t>
            </a:r>
            <a:r>
              <a:rPr lang="en-US" sz="2400">
                <a:solidFill>
                  <a:schemeClr val="dk1"/>
                </a:solidFill>
                <a:latin typeface="Arial"/>
                <a:ea typeface="Arial"/>
                <a:cs typeface="Arial"/>
                <a:sym typeface="Arial"/>
              </a:rPr>
              <a:t> is known - drop the timeless eq’n.</a:t>
            </a:r>
            <a:endParaRPr/>
          </a:p>
        </p:txBody>
      </p:sp>
      <p:cxnSp>
        <p:nvCxnSpPr>
          <p:cNvPr id="1255" name="Google Shape;1255;p57"/>
          <p:cNvCxnSpPr/>
          <p:nvPr/>
        </p:nvCxnSpPr>
        <p:spPr>
          <a:xfrm>
            <a:off x="4676775" y="4518025"/>
            <a:ext cx="1941513" cy="44450"/>
          </a:xfrm>
          <a:prstGeom prst="straightConnector1">
            <a:avLst/>
          </a:prstGeom>
          <a:noFill/>
          <a:ln cap="flat" cmpd="sng" w="19050">
            <a:solidFill>
              <a:srgbClr val="FF0000"/>
            </a:solidFill>
            <a:prstDash val="solid"/>
            <a:round/>
            <a:headEnd len="med" w="med" type="none"/>
            <a:tailEnd len="med" w="med" type="none"/>
          </a:ln>
        </p:spPr>
      </p:cxnSp>
      <p:sp>
        <p:nvSpPr>
          <p:cNvPr id="1256" name="Google Shape;1256;p57"/>
          <p:cNvSpPr/>
          <p:nvPr/>
        </p:nvSpPr>
        <p:spPr>
          <a:xfrm>
            <a:off x="801688" y="5973763"/>
            <a:ext cx="3587750" cy="83185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2400"/>
              <a:buFont typeface="Arial"/>
              <a:buNone/>
            </a:pPr>
            <a:r>
              <a:rPr b="1" lang="en-US" sz="2400">
                <a:solidFill>
                  <a:schemeClr val="dk1"/>
                </a:solidFill>
                <a:latin typeface="Arial"/>
                <a:ea typeface="Arial"/>
                <a:cs typeface="Arial"/>
                <a:sym typeface="Arial"/>
              </a:rPr>
              <a:t>∙</a:t>
            </a:r>
            <a:r>
              <a:rPr lang="en-US" sz="2400">
                <a:solidFill>
                  <a:schemeClr val="dk1"/>
                </a:solidFill>
                <a:latin typeface="Arial"/>
                <a:ea typeface="Arial"/>
                <a:cs typeface="Arial"/>
                <a:sym typeface="Arial"/>
              </a:rPr>
              <a:t>Since </a:t>
            </a:r>
            <a:r>
              <a:rPr i="1" lang="en-US" sz="2400">
                <a:solidFill>
                  <a:schemeClr val="dk1"/>
                </a:solidFill>
                <a:latin typeface="Arial"/>
                <a:ea typeface="Arial"/>
                <a:cs typeface="Arial"/>
                <a:sym typeface="Arial"/>
              </a:rPr>
              <a:t>v</a:t>
            </a:r>
            <a:r>
              <a:rPr lang="en-US" sz="2400">
                <a:solidFill>
                  <a:schemeClr val="dk1"/>
                </a:solidFill>
                <a:latin typeface="Arial"/>
                <a:ea typeface="Arial"/>
                <a:cs typeface="Arial"/>
                <a:sym typeface="Arial"/>
              </a:rPr>
              <a:t> is wanted, drop the displacement eq'n:</a:t>
            </a:r>
            <a:endParaRPr/>
          </a:p>
        </p:txBody>
      </p:sp>
      <p:sp>
        <p:nvSpPr>
          <p:cNvPr id="1257" name="Google Shape;1257;p57"/>
          <p:cNvSpPr/>
          <p:nvPr/>
        </p:nvSpPr>
        <p:spPr>
          <a:xfrm>
            <a:off x="4541838" y="4835525"/>
            <a:ext cx="3340100" cy="374650"/>
          </a:xfrm>
          <a:prstGeom prst="rect">
            <a:avLst/>
          </a:prstGeom>
          <a:solidFill>
            <a:srgbClr val="008000"/>
          </a:solid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chemeClr val="lt1"/>
              </a:buClr>
              <a:buSzPts val="2400"/>
              <a:buFont typeface="Arial"/>
              <a:buNone/>
            </a:pPr>
            <a:r>
              <a:rPr i="1" lang="en-US" sz="2400">
                <a:solidFill>
                  <a:schemeClr val="lt1"/>
                </a:solidFill>
                <a:latin typeface="Arial"/>
                <a:ea typeface="Arial"/>
                <a:cs typeface="Arial"/>
                <a:sym typeface="Arial"/>
              </a:rPr>
              <a:t>SOLUTION</a:t>
            </a:r>
            <a:endParaRPr/>
          </a:p>
        </p:txBody>
      </p:sp>
      <p:cxnSp>
        <p:nvCxnSpPr>
          <p:cNvPr id="1258" name="Google Shape;1258;p57"/>
          <p:cNvCxnSpPr/>
          <p:nvPr/>
        </p:nvCxnSpPr>
        <p:spPr>
          <a:xfrm flipH="1" rot="10800000">
            <a:off x="4756150" y="3749675"/>
            <a:ext cx="1849438" cy="68263"/>
          </a:xfrm>
          <a:prstGeom prst="straightConnector1">
            <a:avLst/>
          </a:prstGeom>
          <a:noFill/>
          <a:ln cap="flat" cmpd="sng" w="19050">
            <a:solidFill>
              <a:srgbClr val="FF0000"/>
            </a:solidFill>
            <a:prstDash val="solid"/>
            <a:round/>
            <a:headEnd len="med" w="med" type="none"/>
            <a:tailEnd len="med" w="med" type="none"/>
          </a:ln>
        </p:spPr>
      </p:cxnSp>
      <p:grpSp>
        <p:nvGrpSpPr>
          <p:cNvPr id="1259" name="Google Shape;1259;p57"/>
          <p:cNvGrpSpPr/>
          <p:nvPr/>
        </p:nvGrpSpPr>
        <p:grpSpPr>
          <a:xfrm>
            <a:off x="4749800" y="3546475"/>
            <a:ext cx="3141663" cy="419100"/>
            <a:chOff x="2976" y="2138"/>
            <a:chExt cx="1979" cy="264"/>
          </a:xfrm>
        </p:grpSpPr>
        <p:sp>
          <p:nvSpPr>
            <p:cNvPr id="1260" name="Google Shape;1260;p57"/>
            <p:cNvSpPr/>
            <p:nvPr/>
          </p:nvSpPr>
          <p:spPr>
            <a:xfrm>
              <a:off x="2976" y="2167"/>
              <a:ext cx="1979" cy="202"/>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2400"/>
                <a:buFont typeface="Arial"/>
                <a:buNone/>
              </a:pPr>
              <a:r>
                <a:rPr i="1" lang="en-US" sz="2400">
                  <a:solidFill>
                    <a:schemeClr val="dk1"/>
                  </a:solidFill>
                  <a:latin typeface="Arial"/>
                  <a:ea typeface="Arial"/>
                  <a:cs typeface="Arial"/>
                  <a:sym typeface="Arial"/>
                </a:rPr>
                <a:t>s </a:t>
              </a:r>
              <a:r>
                <a:rPr lang="en-US" sz="2400">
                  <a:solidFill>
                    <a:schemeClr val="dk1"/>
                  </a:solidFill>
                  <a:latin typeface="Arial"/>
                  <a:ea typeface="Arial"/>
                  <a:cs typeface="Arial"/>
                  <a:sym typeface="Arial"/>
                </a:rPr>
                <a:t>= </a:t>
              </a:r>
              <a:r>
                <a:rPr i="1" lang="en-US" sz="2400">
                  <a:solidFill>
                    <a:schemeClr val="dk1"/>
                  </a:solidFill>
                  <a:latin typeface="Arial"/>
                  <a:ea typeface="Arial"/>
                  <a:cs typeface="Arial"/>
                  <a:sym typeface="Arial"/>
                </a:rPr>
                <a:t>ut</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at</a:t>
              </a:r>
              <a:r>
                <a:rPr baseline="30000" lang="en-US" sz="2400">
                  <a:solidFill>
                    <a:schemeClr val="dk1"/>
                  </a:solidFill>
                  <a:latin typeface="Arial"/>
                  <a:ea typeface="Arial"/>
                  <a:cs typeface="Arial"/>
                  <a:sym typeface="Arial"/>
                </a:rPr>
                <a:t>2</a:t>
              </a:r>
              <a:endParaRPr sz="2400">
                <a:solidFill>
                  <a:schemeClr val="dk1"/>
                </a:solidFill>
                <a:latin typeface="Arial"/>
                <a:ea typeface="Arial"/>
                <a:cs typeface="Arial"/>
                <a:sym typeface="Arial"/>
              </a:endParaRPr>
            </a:p>
          </p:txBody>
        </p:sp>
        <p:sp>
          <p:nvSpPr>
            <p:cNvPr id="1261" name="Google Shape;1261;p57"/>
            <p:cNvSpPr/>
            <p:nvPr/>
          </p:nvSpPr>
          <p:spPr>
            <a:xfrm>
              <a:off x="3644" y="2138"/>
              <a:ext cx="204" cy="264"/>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chemeClr val="dk1"/>
                </a:buClr>
                <a:buSzPts val="1600"/>
                <a:buFont typeface="Arial"/>
                <a:buNone/>
              </a:pPr>
              <a:r>
                <a:rPr b="1" lang="en-US" sz="1600" u="sng">
                  <a:solidFill>
                    <a:schemeClr val="dk1"/>
                  </a:solidFill>
                  <a:latin typeface="Arial"/>
                  <a:ea typeface="Arial"/>
                  <a:cs typeface="Arial"/>
                  <a:sym typeface="Arial"/>
                </a:rPr>
                <a:t>1</a:t>
              </a:r>
              <a:endParaRPr/>
            </a:p>
            <a:p>
              <a:pPr indent="0" lvl="0" marL="0" marR="0" rtl="0" algn="ctr">
                <a:lnSpc>
                  <a:spcPct val="90000"/>
                </a:lnSpc>
                <a:spcBef>
                  <a:spcPts val="320"/>
                </a:spcBef>
                <a:spcAft>
                  <a:spcPts val="0"/>
                </a:spcAft>
                <a:buClr>
                  <a:schemeClr val="dk1"/>
                </a:buClr>
                <a:buSzPts val="1600"/>
                <a:buFont typeface="Arial"/>
                <a:buNone/>
              </a:pPr>
              <a:r>
                <a:rPr b="1" lang="en-US" sz="1600">
                  <a:solidFill>
                    <a:schemeClr val="dk1"/>
                  </a:solidFill>
                  <a:latin typeface="Arial"/>
                  <a:ea typeface="Arial"/>
                  <a:cs typeface="Arial"/>
                  <a:sym typeface="Arial"/>
                </a:rPr>
                <a:t>2</a:t>
              </a:r>
              <a:endParaRPr b="1" sz="1600">
                <a:solidFill>
                  <a:schemeClr val="dk1"/>
                </a:solidFill>
                <a:latin typeface="Arial"/>
                <a:ea typeface="Arial"/>
                <a:cs typeface="Arial"/>
                <a:sym typeface="Arial"/>
              </a:endParaRPr>
            </a:p>
          </p:txBody>
        </p:sp>
      </p:grpSp>
      <p:sp>
        <p:nvSpPr>
          <p:cNvPr id="1262" name="Google Shape;1262;p57"/>
          <p:cNvSpPr/>
          <p:nvPr/>
        </p:nvSpPr>
        <p:spPr>
          <a:xfrm>
            <a:off x="4759325" y="5229225"/>
            <a:ext cx="1936750" cy="355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2400"/>
              <a:buFont typeface="Arial"/>
              <a:buNone/>
            </a:pPr>
            <a:r>
              <a:rPr i="1" lang="en-US" sz="2400">
                <a:solidFill>
                  <a:schemeClr val="dk1"/>
                </a:solidFill>
                <a:latin typeface="Arial"/>
                <a:ea typeface="Arial"/>
                <a:cs typeface="Arial"/>
                <a:sym typeface="Arial"/>
              </a:rPr>
              <a:t>v</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u </a:t>
            </a:r>
            <a:r>
              <a:rPr lang="en-US" sz="2400">
                <a:solidFill>
                  <a:schemeClr val="dk1"/>
                </a:solidFill>
                <a:latin typeface="Arial"/>
                <a:ea typeface="Arial"/>
                <a:cs typeface="Arial"/>
                <a:sym typeface="Arial"/>
              </a:rPr>
              <a:t>+ </a:t>
            </a:r>
            <a:r>
              <a:rPr i="1" lang="en-US" sz="2400">
                <a:solidFill>
                  <a:schemeClr val="dk1"/>
                </a:solidFill>
                <a:latin typeface="Arial"/>
                <a:ea typeface="Arial"/>
                <a:cs typeface="Arial"/>
                <a:sym typeface="Arial"/>
              </a:rPr>
              <a:t>at</a:t>
            </a:r>
            <a:endParaRPr b="1" sz="2400">
              <a:solidFill>
                <a:schemeClr val="dk1"/>
              </a:solidFill>
              <a:latin typeface="Arial"/>
              <a:ea typeface="Arial"/>
              <a:cs typeface="Arial"/>
              <a:sym typeface="Arial"/>
            </a:endParaRPr>
          </a:p>
        </p:txBody>
      </p:sp>
      <p:sp>
        <p:nvSpPr>
          <p:cNvPr id="1263" name="Google Shape;1263;p57"/>
          <p:cNvSpPr/>
          <p:nvPr/>
        </p:nvSpPr>
        <p:spPr>
          <a:xfrm>
            <a:off x="4757738" y="5681663"/>
            <a:ext cx="2609850" cy="355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2400"/>
              <a:buFont typeface="Arial"/>
              <a:buNone/>
            </a:pPr>
            <a:r>
              <a:rPr i="1" lang="en-US" sz="2400">
                <a:solidFill>
                  <a:schemeClr val="dk1"/>
                </a:solidFill>
                <a:latin typeface="Arial"/>
                <a:ea typeface="Arial"/>
                <a:cs typeface="Arial"/>
                <a:sym typeface="Arial"/>
              </a:rPr>
              <a:t>v</a:t>
            </a:r>
            <a:r>
              <a:rPr lang="en-US" sz="2400">
                <a:solidFill>
                  <a:schemeClr val="dk1"/>
                </a:solidFill>
                <a:latin typeface="Arial"/>
                <a:ea typeface="Arial"/>
                <a:cs typeface="Arial"/>
                <a:sym typeface="Arial"/>
              </a:rPr>
              <a:t> = 0</a:t>
            </a:r>
            <a:r>
              <a:rPr i="1"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+ 20(30)</a:t>
            </a:r>
            <a:endParaRPr b="1" sz="2400">
              <a:solidFill>
                <a:schemeClr val="dk1"/>
              </a:solidFill>
              <a:latin typeface="Arial"/>
              <a:ea typeface="Arial"/>
              <a:cs typeface="Arial"/>
              <a:sym typeface="Arial"/>
            </a:endParaRPr>
          </a:p>
        </p:txBody>
      </p:sp>
      <p:sp>
        <p:nvSpPr>
          <p:cNvPr id="1264" name="Google Shape;1264;p57"/>
          <p:cNvSpPr/>
          <p:nvPr/>
        </p:nvSpPr>
        <p:spPr>
          <a:xfrm>
            <a:off x="4772025" y="6140450"/>
            <a:ext cx="2609850" cy="355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2400"/>
              <a:buFont typeface="Arial"/>
              <a:buNone/>
            </a:pPr>
            <a:r>
              <a:rPr i="1" lang="en-US" sz="2400">
                <a:solidFill>
                  <a:schemeClr val="dk1"/>
                </a:solidFill>
                <a:latin typeface="Arial"/>
                <a:ea typeface="Arial"/>
                <a:cs typeface="Arial"/>
                <a:sym typeface="Arial"/>
              </a:rPr>
              <a:t>v</a:t>
            </a:r>
            <a:r>
              <a:rPr lang="en-US" sz="2400">
                <a:solidFill>
                  <a:schemeClr val="dk1"/>
                </a:solidFill>
                <a:latin typeface="Arial"/>
                <a:ea typeface="Arial"/>
                <a:cs typeface="Arial"/>
                <a:sym typeface="Arial"/>
              </a:rPr>
              <a:t> = 600 m</a:t>
            </a:r>
            <a:r>
              <a:rPr baseline="-25000"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s</a:t>
            </a:r>
            <a:r>
              <a:rPr baseline="30000" lang="en-US" sz="2400">
                <a:solidFill>
                  <a:schemeClr val="dk1"/>
                </a:solidFill>
                <a:latin typeface="Arial"/>
                <a:ea typeface="Arial"/>
                <a:cs typeface="Arial"/>
                <a:sym typeface="Arial"/>
              </a:rPr>
              <a:t>-1</a:t>
            </a:r>
            <a:endParaRPr b="1" sz="2400">
              <a:solidFill>
                <a:schemeClr val="dk1"/>
              </a:solidFill>
              <a:latin typeface="Arial"/>
              <a:ea typeface="Arial"/>
              <a:cs typeface="Arial"/>
              <a:sym typeface="Arial"/>
            </a:endParaRPr>
          </a:p>
        </p:txBody>
      </p:sp>
      <p:grpSp>
        <p:nvGrpSpPr>
          <p:cNvPr id="1265" name="Google Shape;1265;p57"/>
          <p:cNvGrpSpPr/>
          <p:nvPr/>
        </p:nvGrpSpPr>
        <p:grpSpPr>
          <a:xfrm rot="2579042">
            <a:off x="-4727575" y="5380038"/>
            <a:ext cx="5789613" cy="13503275"/>
            <a:chOff x="4251" y="1766"/>
            <a:chExt cx="1041" cy="2428"/>
          </a:xfrm>
        </p:grpSpPr>
        <p:grpSp>
          <p:nvGrpSpPr>
            <p:cNvPr id="1266" name="Google Shape;1266;p57"/>
            <p:cNvGrpSpPr/>
            <p:nvPr/>
          </p:nvGrpSpPr>
          <p:grpSpPr>
            <a:xfrm>
              <a:off x="4251" y="1766"/>
              <a:ext cx="1041" cy="2428"/>
              <a:chOff x="952" y="1532"/>
              <a:chExt cx="1041" cy="2428"/>
            </a:xfrm>
          </p:grpSpPr>
          <p:sp>
            <p:nvSpPr>
              <p:cNvPr id="1267" name="Google Shape;1267;p57"/>
              <p:cNvSpPr/>
              <p:nvPr/>
            </p:nvSpPr>
            <p:spPr>
              <a:xfrm>
                <a:off x="1152" y="1532"/>
                <a:ext cx="638" cy="2125"/>
              </a:xfrm>
              <a:prstGeom prst="ellipse">
                <a:avLst/>
              </a:prstGeom>
              <a:gradFill>
                <a:gsLst>
                  <a:gs pos="0">
                    <a:srgbClr val="760000"/>
                  </a:gs>
                  <a:gs pos="50000">
                    <a:srgbClr val="FF0000"/>
                  </a:gs>
                  <a:gs pos="100000">
                    <a:srgbClr val="760000"/>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268" name="Google Shape;1268;p57"/>
              <p:cNvSpPr/>
              <p:nvPr/>
            </p:nvSpPr>
            <p:spPr>
              <a:xfrm>
                <a:off x="952" y="3082"/>
                <a:ext cx="369" cy="878"/>
              </a:xfrm>
              <a:custGeom>
                <a:rect b="b" l="l" r="r" t="t"/>
                <a:pathLst>
                  <a:path extrusionOk="0" h="878" w="369">
                    <a:moveTo>
                      <a:pt x="252" y="0"/>
                    </a:moveTo>
                    <a:lnTo>
                      <a:pt x="369" y="464"/>
                    </a:lnTo>
                    <a:lnTo>
                      <a:pt x="369" y="878"/>
                    </a:lnTo>
                    <a:lnTo>
                      <a:pt x="0" y="878"/>
                    </a:lnTo>
                    <a:lnTo>
                      <a:pt x="0" y="587"/>
                    </a:lnTo>
                    <a:lnTo>
                      <a:pt x="252" y="0"/>
                    </a:lnTo>
                    <a:close/>
                  </a:path>
                </a:pathLst>
              </a:custGeom>
              <a:gradFill>
                <a:gsLst>
                  <a:gs pos="0">
                    <a:srgbClr val="760000"/>
                  </a:gs>
                  <a:gs pos="100000">
                    <a:srgbClr val="FF0000"/>
                  </a:gs>
                </a:gsLst>
                <a:lin ang="2700000" scaled="0"/>
              </a:gra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269" name="Google Shape;1269;p57"/>
              <p:cNvSpPr/>
              <p:nvPr/>
            </p:nvSpPr>
            <p:spPr>
              <a:xfrm flipH="1">
                <a:off x="1624" y="3081"/>
                <a:ext cx="369" cy="878"/>
              </a:xfrm>
              <a:custGeom>
                <a:rect b="b" l="l" r="r" t="t"/>
                <a:pathLst>
                  <a:path extrusionOk="0" h="878" w="369">
                    <a:moveTo>
                      <a:pt x="252" y="0"/>
                    </a:moveTo>
                    <a:lnTo>
                      <a:pt x="369" y="464"/>
                    </a:lnTo>
                    <a:lnTo>
                      <a:pt x="369" y="878"/>
                    </a:lnTo>
                    <a:lnTo>
                      <a:pt x="0" y="878"/>
                    </a:lnTo>
                    <a:lnTo>
                      <a:pt x="0" y="587"/>
                    </a:lnTo>
                    <a:lnTo>
                      <a:pt x="252" y="0"/>
                    </a:lnTo>
                    <a:close/>
                  </a:path>
                </a:pathLst>
              </a:custGeom>
              <a:gradFill>
                <a:gsLst>
                  <a:gs pos="0">
                    <a:srgbClr val="760000"/>
                  </a:gs>
                  <a:gs pos="100000">
                    <a:srgbClr val="FF0000"/>
                  </a:gs>
                </a:gsLst>
                <a:lin ang="2700000" scaled="0"/>
              </a:gra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grpSp>
        <p:pic>
          <p:nvPicPr>
            <p:cNvPr descr="Pinky and Brain in oval window - red background" id="1270" name="Google Shape;1270;p57"/>
            <p:cNvPicPr preferRelativeResize="0"/>
            <p:nvPr/>
          </p:nvPicPr>
          <p:blipFill rotWithShape="1">
            <a:blip r:embed="rId3">
              <a:alphaModFix/>
            </a:blip>
            <a:srcRect b="0" l="0" r="0" t="0"/>
            <a:stretch/>
          </p:blipFill>
          <p:spPr>
            <a:xfrm>
              <a:off x="4505" y="2341"/>
              <a:ext cx="540" cy="428"/>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41">
                                            <p:txEl>
                                              <p:pRg end="0" st="0"/>
                                            </p:txEl>
                                          </p:spTgt>
                                        </p:tgtEl>
                                        <p:attrNameLst>
                                          <p:attrName>style.visibility</p:attrName>
                                        </p:attrNameLst>
                                      </p:cBhvr>
                                      <p:to>
                                        <p:strVal val="visible"/>
                                      </p:to>
                                    </p:set>
                                    <p:anim calcmode="lin" valueType="num">
                                      <p:cBhvr additive="base">
                                        <p:cTn dur="500"/>
                                        <p:tgtEl>
                                          <p:spTgt spid="1241">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41">
                                            <p:txEl>
                                              <p:pRg end="1" st="1"/>
                                            </p:txEl>
                                          </p:spTgt>
                                        </p:tgtEl>
                                        <p:attrNameLst>
                                          <p:attrName>style.visibility</p:attrName>
                                        </p:attrNameLst>
                                      </p:cBhvr>
                                      <p:to>
                                        <p:strVal val="visible"/>
                                      </p:to>
                                    </p:set>
                                    <p:anim calcmode="lin" valueType="num">
                                      <p:cBhvr additive="base">
                                        <p:cTn dur="500"/>
                                        <p:tgtEl>
                                          <p:spTgt spid="1241">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41">
                                            <p:txEl>
                                              <p:pRg end="2" st="2"/>
                                            </p:txEl>
                                          </p:spTgt>
                                        </p:tgtEl>
                                        <p:attrNameLst>
                                          <p:attrName>style.visibility</p:attrName>
                                        </p:attrNameLst>
                                      </p:cBhvr>
                                      <p:to>
                                        <p:strVal val="visible"/>
                                      </p:to>
                                    </p:set>
                                    <p:anim calcmode="lin" valueType="num">
                                      <p:cBhvr additive="base">
                                        <p:cTn dur="500"/>
                                        <p:tgtEl>
                                          <p:spTgt spid="1241">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41">
                                            <p:txEl>
                                              <p:pRg end="3" st="3"/>
                                            </p:txEl>
                                          </p:spTgt>
                                        </p:tgtEl>
                                        <p:attrNameLst>
                                          <p:attrName>style.visibility</p:attrName>
                                        </p:attrNameLst>
                                      </p:cBhvr>
                                      <p:to>
                                        <p:strVal val="visible"/>
                                      </p:to>
                                    </p:set>
                                    <p:anim calcmode="lin" valueType="num">
                                      <p:cBhvr additive="base">
                                        <p:cTn dur="500"/>
                                        <p:tgtEl>
                                          <p:spTgt spid="1241">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3"/>
                                        </p:tgtEl>
                                        <p:attrNameLst>
                                          <p:attrName>style.visibility</p:attrName>
                                        </p:attrNameLst>
                                      </p:cBhvr>
                                      <p:to>
                                        <p:strVal val="visible"/>
                                      </p:to>
                                    </p:set>
                                    <p:animEffect filter="fade" transition="in">
                                      <p:cBhvr>
                                        <p:cTn dur="500"/>
                                        <p:tgtEl>
                                          <p:spTgt spid="124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2"/>
                                        </p:tgtEl>
                                        <p:attrNameLst>
                                          <p:attrName>style.visibility</p:attrName>
                                        </p:attrNameLst>
                                      </p:cBhvr>
                                      <p:to>
                                        <p:strVal val="visible"/>
                                      </p:to>
                                    </p:set>
                                    <p:animEffect filter="fade" transition="in">
                                      <p:cBhvr>
                                        <p:cTn dur="500"/>
                                        <p:tgtEl>
                                          <p:spTgt spid="124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4"/>
                                        </p:tgtEl>
                                        <p:attrNameLst>
                                          <p:attrName>style.visibility</p:attrName>
                                        </p:attrNameLst>
                                      </p:cBhvr>
                                      <p:to>
                                        <p:strVal val="visible"/>
                                      </p:to>
                                    </p:set>
                                    <p:animEffect filter="fade" transition="in">
                                      <p:cBhvr>
                                        <p:cTn dur="500"/>
                                        <p:tgtEl>
                                          <p:spTgt spid="124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7"/>
                                        </p:tgtEl>
                                        <p:attrNameLst>
                                          <p:attrName>style.visibility</p:attrName>
                                        </p:attrNameLst>
                                      </p:cBhvr>
                                      <p:to>
                                        <p:strVal val="visible"/>
                                      </p:to>
                                    </p:set>
                                    <p:animEffect filter="fade" transition="in">
                                      <p:cBhvr>
                                        <p:cTn dur="500"/>
                                        <p:tgtEl>
                                          <p:spTgt spid="124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8"/>
                                        </p:tgtEl>
                                        <p:attrNameLst>
                                          <p:attrName>style.visibility</p:attrName>
                                        </p:attrNameLst>
                                      </p:cBhvr>
                                      <p:to>
                                        <p:strVal val="visible"/>
                                      </p:to>
                                    </p:set>
                                    <p:animEffect filter="fade" transition="in">
                                      <p:cBhvr>
                                        <p:cTn dur="500"/>
                                        <p:tgtEl>
                                          <p:spTgt spid="124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5"/>
                                        </p:tgtEl>
                                        <p:attrNameLst>
                                          <p:attrName>style.visibility</p:attrName>
                                        </p:attrNameLst>
                                      </p:cBhvr>
                                      <p:to>
                                        <p:strVal val="visible"/>
                                      </p:to>
                                    </p:set>
                                    <p:animEffect filter="fade" transition="in">
                                      <p:cBhvr>
                                        <p:cTn dur="500"/>
                                        <p:tgtEl>
                                          <p:spTgt spid="124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6"/>
                                        </p:tgtEl>
                                        <p:attrNameLst>
                                          <p:attrName>style.visibility</p:attrName>
                                        </p:attrNameLst>
                                      </p:cBhvr>
                                      <p:to>
                                        <p:strVal val="visible"/>
                                      </p:to>
                                    </p:set>
                                    <p:animEffect filter="fade" transition="in">
                                      <p:cBhvr>
                                        <p:cTn dur="500"/>
                                        <p:tgtEl>
                                          <p:spTgt spid="124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9"/>
                                        </p:tgtEl>
                                        <p:attrNameLst>
                                          <p:attrName>style.visibility</p:attrName>
                                        </p:attrNameLst>
                                      </p:cBhvr>
                                      <p:to>
                                        <p:strVal val="visible"/>
                                      </p:to>
                                    </p:set>
                                    <p:animEffect filter="fade" transition="in">
                                      <p:cBhvr>
                                        <p:cTn dur="500"/>
                                        <p:tgtEl>
                                          <p:spTgt spid="124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50"/>
                                        </p:tgtEl>
                                        <p:attrNameLst>
                                          <p:attrName>style.visibility</p:attrName>
                                        </p:attrNameLst>
                                      </p:cBhvr>
                                      <p:to>
                                        <p:strVal val="visible"/>
                                      </p:to>
                                    </p:set>
                                    <p:animEffect filter="fade" transition="in">
                                      <p:cBhvr>
                                        <p:cTn dur="500"/>
                                        <p:tgtEl>
                                          <p:spTgt spid="125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51"/>
                                        </p:tgtEl>
                                        <p:attrNameLst>
                                          <p:attrName>style.visibility</p:attrName>
                                        </p:attrNameLst>
                                      </p:cBhvr>
                                      <p:to>
                                        <p:strVal val="visible"/>
                                      </p:to>
                                    </p:set>
                                    <p:animEffect filter="fade" transition="in">
                                      <p:cBhvr>
                                        <p:cTn dur="500"/>
                                        <p:tgtEl>
                                          <p:spTgt spid="125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59"/>
                                        </p:tgtEl>
                                        <p:attrNameLst>
                                          <p:attrName>style.visibility</p:attrName>
                                        </p:attrNameLst>
                                      </p:cBhvr>
                                      <p:to>
                                        <p:strVal val="visible"/>
                                      </p:to>
                                    </p:set>
                                    <p:animEffect filter="fade" transition="in">
                                      <p:cBhvr>
                                        <p:cTn dur="500"/>
                                        <p:tgtEl>
                                          <p:spTgt spid="125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52"/>
                                        </p:tgtEl>
                                        <p:attrNameLst>
                                          <p:attrName>style.visibility</p:attrName>
                                        </p:attrNameLst>
                                      </p:cBhvr>
                                      <p:to>
                                        <p:strVal val="visible"/>
                                      </p:to>
                                    </p:set>
                                    <p:animEffect filter="fade" transition="in">
                                      <p:cBhvr>
                                        <p:cTn dur="500"/>
                                        <p:tgtEl>
                                          <p:spTgt spid="125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53"/>
                                        </p:tgtEl>
                                        <p:attrNameLst>
                                          <p:attrName>style.visibility</p:attrName>
                                        </p:attrNameLst>
                                      </p:cBhvr>
                                      <p:to>
                                        <p:strVal val="visible"/>
                                      </p:to>
                                    </p:set>
                                    <p:animEffect filter="fade" transition="in">
                                      <p:cBhvr>
                                        <p:cTn dur="500"/>
                                        <p:tgtEl>
                                          <p:spTgt spid="125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54"/>
                                        </p:tgtEl>
                                        <p:attrNameLst>
                                          <p:attrName>style.visibility</p:attrName>
                                        </p:attrNameLst>
                                      </p:cBhvr>
                                      <p:to>
                                        <p:strVal val="visible"/>
                                      </p:to>
                                    </p:set>
                                    <p:animEffect filter="fade" transition="in">
                                      <p:cBhvr>
                                        <p:cTn dur="500"/>
                                        <p:tgtEl>
                                          <p:spTgt spid="125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55"/>
                                        </p:tgtEl>
                                        <p:attrNameLst>
                                          <p:attrName>style.visibility</p:attrName>
                                        </p:attrNameLst>
                                      </p:cBhvr>
                                      <p:to>
                                        <p:strVal val="visible"/>
                                      </p:to>
                                    </p:set>
                                    <p:animEffect filter="fade" transition="in">
                                      <p:cBhvr>
                                        <p:cTn dur="500"/>
                                        <p:tgtEl>
                                          <p:spTgt spid="125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56"/>
                                        </p:tgtEl>
                                        <p:attrNameLst>
                                          <p:attrName>style.visibility</p:attrName>
                                        </p:attrNameLst>
                                      </p:cBhvr>
                                      <p:to>
                                        <p:strVal val="visible"/>
                                      </p:to>
                                    </p:set>
                                    <p:animEffect filter="fade" transition="in">
                                      <p:cBhvr>
                                        <p:cTn dur="500"/>
                                        <p:tgtEl>
                                          <p:spTgt spid="125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58"/>
                                        </p:tgtEl>
                                        <p:attrNameLst>
                                          <p:attrName>style.visibility</p:attrName>
                                        </p:attrNameLst>
                                      </p:cBhvr>
                                      <p:to>
                                        <p:strVal val="visible"/>
                                      </p:to>
                                    </p:set>
                                    <p:animEffect filter="fade" transition="in">
                                      <p:cBhvr>
                                        <p:cTn dur="500"/>
                                        <p:tgtEl>
                                          <p:spTgt spid="125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57"/>
                                        </p:tgtEl>
                                        <p:attrNameLst>
                                          <p:attrName>style.visibility</p:attrName>
                                        </p:attrNameLst>
                                      </p:cBhvr>
                                      <p:to>
                                        <p:strVal val="visible"/>
                                      </p:to>
                                    </p:set>
                                    <p:animEffect filter="fade" transition="in">
                                      <p:cBhvr>
                                        <p:cTn dur="500"/>
                                        <p:tgtEl>
                                          <p:spTgt spid="125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62"/>
                                        </p:tgtEl>
                                        <p:attrNameLst>
                                          <p:attrName>style.visibility</p:attrName>
                                        </p:attrNameLst>
                                      </p:cBhvr>
                                      <p:to>
                                        <p:strVal val="visible"/>
                                      </p:to>
                                    </p:set>
                                    <p:animEffect filter="fade" transition="in">
                                      <p:cBhvr>
                                        <p:cTn dur="500"/>
                                        <p:tgtEl>
                                          <p:spTgt spid="126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63"/>
                                        </p:tgtEl>
                                        <p:attrNameLst>
                                          <p:attrName>style.visibility</p:attrName>
                                        </p:attrNameLst>
                                      </p:cBhvr>
                                      <p:to>
                                        <p:strVal val="visible"/>
                                      </p:to>
                                    </p:set>
                                    <p:animEffect filter="fade" transition="in">
                                      <p:cBhvr>
                                        <p:cTn dur="500"/>
                                        <p:tgtEl>
                                          <p:spTgt spid="126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64"/>
                                        </p:tgtEl>
                                        <p:attrNameLst>
                                          <p:attrName>style.visibility</p:attrName>
                                        </p:attrNameLst>
                                      </p:cBhvr>
                                      <p:to>
                                        <p:strVal val="visible"/>
                                      </p:to>
                                    </p:set>
                                    <p:animEffect filter="fade" transition="in">
                                      <p:cBhvr>
                                        <p:cTn dur="500"/>
                                        <p:tgtEl>
                                          <p:spTgt spid="126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5" name="Shape 1275"/>
        <p:cNvGrpSpPr/>
        <p:nvPr/>
      </p:nvGrpSpPr>
      <p:grpSpPr>
        <a:xfrm>
          <a:off x="0" y="0"/>
          <a:ext cx="0" cy="0"/>
          <a:chOff x="0" y="0"/>
          <a:chExt cx="0" cy="0"/>
        </a:xfrm>
      </p:grpSpPr>
      <p:sp>
        <p:nvSpPr>
          <p:cNvPr id="1276" name="Google Shape;1276;p58"/>
          <p:cNvSpPr/>
          <p:nvPr/>
        </p:nvSpPr>
        <p:spPr>
          <a:xfrm>
            <a:off x="685800" y="1549400"/>
            <a:ext cx="7772400" cy="820738"/>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accent2"/>
              </a:buClr>
              <a:buSzPts val="2400"/>
              <a:buFont typeface="Arial"/>
              <a:buNone/>
            </a:pPr>
            <a:r>
              <a:rPr i="1" lang="en-US" sz="2400">
                <a:solidFill>
                  <a:schemeClr val="accent2"/>
                </a:solidFill>
                <a:latin typeface="Arial"/>
                <a:ea typeface="Arial"/>
                <a:cs typeface="Arial"/>
                <a:sym typeface="Arial"/>
              </a:rPr>
              <a:t>Solving problems using equations of motion for uniform acceleration</a:t>
            </a:r>
            <a:endParaRPr/>
          </a:p>
        </p:txBody>
      </p:sp>
      <p:sp>
        <p:nvSpPr>
          <p:cNvPr id="1277" name="Google Shape;1277;p58"/>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2: Mechanics</a:t>
            </a:r>
            <a:br>
              <a:rPr b="1" lang="en-US" sz="2800"/>
            </a:br>
            <a:r>
              <a:rPr lang="en-US" sz="2800">
                <a:solidFill>
                  <a:schemeClr val="dk1"/>
                </a:solidFill>
              </a:rPr>
              <a:t>2.1 – Motion</a:t>
            </a:r>
            <a:endParaRPr/>
          </a:p>
        </p:txBody>
      </p:sp>
      <p:sp>
        <p:nvSpPr>
          <p:cNvPr id="1278" name="Google Shape;1278;p58"/>
          <p:cNvSpPr/>
          <p:nvPr/>
        </p:nvSpPr>
        <p:spPr>
          <a:xfrm>
            <a:off x="674688" y="2312988"/>
            <a:ext cx="7772400" cy="4545012"/>
          </a:xfrm>
          <a:prstGeom prst="rect">
            <a:avLst/>
          </a:prstGeom>
          <a:solidFill>
            <a:srgbClr val="FFFFCC"/>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rPr lang="en-US" sz="2400">
                <a:solidFill>
                  <a:schemeClr val="dk1"/>
                </a:solidFill>
                <a:latin typeface="Arial"/>
                <a:ea typeface="Arial"/>
                <a:cs typeface="Arial"/>
                <a:sym typeface="Arial"/>
              </a:rPr>
              <a:t>EXAMPLE: How fast will Pinky and the Brain be going when they have traveled a total of 18000 m? </a:t>
            </a:r>
            <a:endParaRPr sz="2400">
              <a:solidFill>
                <a:schemeClr val="dk1"/>
              </a:solidFill>
              <a:latin typeface="Arial"/>
              <a:ea typeface="Arial"/>
              <a:cs typeface="Arial"/>
              <a:sym typeface="Arial"/>
            </a:endParaRPr>
          </a:p>
          <a:p>
            <a:pPr indent="0" lvl="0" marL="0" marR="0" rtl="0" algn="l">
              <a:spcBef>
                <a:spcPts val="480"/>
              </a:spcBef>
              <a:spcAft>
                <a:spcPts val="0"/>
              </a:spcAft>
              <a:buClr>
                <a:schemeClr val="dk1"/>
              </a:buClr>
              <a:buSzPts val="2400"/>
              <a:buFont typeface="Arial"/>
              <a:buNone/>
            </a:pPr>
            <a:r>
              <a:t/>
            </a:r>
            <a:endParaRPr sz="2400">
              <a:solidFill>
                <a:schemeClr val="dk1"/>
              </a:solidFill>
              <a:latin typeface="Arial"/>
              <a:ea typeface="Arial"/>
              <a:cs typeface="Arial"/>
              <a:sym typeface="Arial"/>
            </a:endParaRPr>
          </a:p>
          <a:p>
            <a:pPr indent="0" lvl="0" marL="0" marR="0" rtl="0" algn="l">
              <a:spcBef>
                <a:spcPts val="480"/>
              </a:spcBef>
              <a:spcAft>
                <a:spcPts val="0"/>
              </a:spcAft>
              <a:buClr>
                <a:schemeClr val="dk1"/>
              </a:buClr>
              <a:buSzPts val="2400"/>
              <a:buFont typeface="Arial"/>
              <a:buNone/>
            </a:pPr>
            <a:r>
              <a:t/>
            </a:r>
            <a:endParaRPr sz="2400">
              <a:solidFill>
                <a:schemeClr val="dk1"/>
              </a:solidFill>
              <a:latin typeface="Arial"/>
              <a:ea typeface="Arial"/>
              <a:cs typeface="Arial"/>
              <a:sym typeface="Arial"/>
            </a:endParaRPr>
          </a:p>
        </p:txBody>
      </p:sp>
      <p:sp>
        <p:nvSpPr>
          <p:cNvPr id="1279" name="Google Shape;1279;p58"/>
          <p:cNvSpPr/>
          <p:nvPr/>
        </p:nvSpPr>
        <p:spPr>
          <a:xfrm>
            <a:off x="933450" y="3592513"/>
            <a:ext cx="2109788" cy="37465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2400"/>
              <a:buFont typeface="Arial"/>
              <a:buNone/>
            </a:pPr>
            <a:r>
              <a:rPr i="1" lang="en-US" sz="2400">
                <a:solidFill>
                  <a:schemeClr val="dk1"/>
                </a:solidFill>
                <a:latin typeface="Arial"/>
                <a:ea typeface="Arial"/>
                <a:cs typeface="Arial"/>
                <a:sym typeface="Arial"/>
              </a:rPr>
              <a:t>a</a:t>
            </a:r>
            <a:r>
              <a:rPr lang="en-US" sz="2400">
                <a:solidFill>
                  <a:schemeClr val="dk1"/>
                </a:solidFill>
                <a:latin typeface="Arial"/>
                <a:ea typeface="Arial"/>
                <a:cs typeface="Arial"/>
                <a:sym typeface="Arial"/>
              </a:rPr>
              <a:t> = 20 m/s</a:t>
            </a:r>
            <a:r>
              <a:rPr baseline="30000" lang="en-US" sz="2400">
                <a:solidFill>
                  <a:schemeClr val="dk1"/>
                </a:solidFill>
                <a:latin typeface="Arial"/>
                <a:ea typeface="Arial"/>
                <a:cs typeface="Arial"/>
                <a:sym typeface="Arial"/>
              </a:rPr>
              <a:t>2</a:t>
            </a:r>
            <a:endParaRPr b="1" i="1" sz="2400">
              <a:solidFill>
                <a:schemeClr val="dk1"/>
              </a:solidFill>
              <a:latin typeface="Arial"/>
              <a:ea typeface="Arial"/>
              <a:cs typeface="Arial"/>
              <a:sym typeface="Arial"/>
            </a:endParaRPr>
          </a:p>
        </p:txBody>
      </p:sp>
      <p:sp>
        <p:nvSpPr>
          <p:cNvPr id="1280" name="Google Shape;1280;p58"/>
          <p:cNvSpPr/>
          <p:nvPr/>
        </p:nvSpPr>
        <p:spPr>
          <a:xfrm>
            <a:off x="757238" y="3176588"/>
            <a:ext cx="3340100" cy="374650"/>
          </a:xfrm>
          <a:prstGeom prst="rect">
            <a:avLst/>
          </a:prstGeom>
          <a:solidFill>
            <a:srgbClr val="D60093"/>
          </a:solid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chemeClr val="lt1"/>
              </a:buClr>
              <a:buSzPts val="2400"/>
              <a:buFont typeface="Arial"/>
              <a:buNone/>
            </a:pPr>
            <a:r>
              <a:rPr i="1" lang="en-US" sz="2400">
                <a:solidFill>
                  <a:schemeClr val="lt1"/>
                </a:solidFill>
                <a:latin typeface="Arial"/>
                <a:ea typeface="Arial"/>
                <a:cs typeface="Arial"/>
                <a:sym typeface="Arial"/>
              </a:rPr>
              <a:t>KNOWN</a:t>
            </a:r>
            <a:endParaRPr/>
          </a:p>
        </p:txBody>
      </p:sp>
      <p:sp>
        <p:nvSpPr>
          <p:cNvPr id="1281" name="Google Shape;1281;p58"/>
          <p:cNvSpPr/>
          <p:nvPr/>
        </p:nvSpPr>
        <p:spPr>
          <a:xfrm>
            <a:off x="2841625" y="3594100"/>
            <a:ext cx="1195388" cy="37465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accent2"/>
              </a:buClr>
              <a:buSzPts val="2400"/>
              <a:buFont typeface="Arial"/>
              <a:buNone/>
            </a:pPr>
            <a:r>
              <a:rPr lang="en-US" sz="2400">
                <a:solidFill>
                  <a:schemeClr val="accent2"/>
                </a:solidFill>
                <a:latin typeface="Arial"/>
                <a:ea typeface="Arial"/>
                <a:cs typeface="Arial"/>
                <a:sym typeface="Arial"/>
              </a:rPr>
              <a:t>Given</a:t>
            </a:r>
            <a:endParaRPr b="1" sz="2400">
              <a:solidFill>
                <a:schemeClr val="accent2"/>
              </a:solidFill>
              <a:latin typeface="Arial"/>
              <a:ea typeface="Arial"/>
              <a:cs typeface="Arial"/>
              <a:sym typeface="Arial"/>
            </a:endParaRPr>
          </a:p>
        </p:txBody>
      </p:sp>
      <p:sp>
        <p:nvSpPr>
          <p:cNvPr id="1282" name="Google Shape;1282;p58"/>
          <p:cNvSpPr/>
          <p:nvPr/>
        </p:nvSpPr>
        <p:spPr>
          <a:xfrm>
            <a:off x="928688" y="4341813"/>
            <a:ext cx="1728787" cy="37465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2400"/>
              <a:buFont typeface="Arial"/>
              <a:buNone/>
            </a:pPr>
            <a:r>
              <a:rPr i="1" lang="en-US" sz="2400">
                <a:solidFill>
                  <a:schemeClr val="dk1"/>
                </a:solidFill>
                <a:latin typeface="Arial"/>
                <a:ea typeface="Arial"/>
                <a:cs typeface="Arial"/>
                <a:sym typeface="Arial"/>
              </a:rPr>
              <a:t>u</a:t>
            </a:r>
            <a:r>
              <a:rPr lang="en-US" sz="2400">
                <a:solidFill>
                  <a:schemeClr val="dk1"/>
                </a:solidFill>
                <a:latin typeface="Arial"/>
                <a:ea typeface="Arial"/>
                <a:cs typeface="Arial"/>
                <a:sym typeface="Arial"/>
              </a:rPr>
              <a:t> = 0 m/s</a:t>
            </a:r>
            <a:endParaRPr b="1" i="1" sz="2400">
              <a:solidFill>
                <a:schemeClr val="dk1"/>
              </a:solidFill>
              <a:latin typeface="Arial"/>
              <a:ea typeface="Arial"/>
              <a:cs typeface="Arial"/>
              <a:sym typeface="Arial"/>
            </a:endParaRPr>
          </a:p>
        </p:txBody>
      </p:sp>
      <p:sp>
        <p:nvSpPr>
          <p:cNvPr id="1283" name="Google Shape;1283;p58"/>
          <p:cNvSpPr/>
          <p:nvPr/>
        </p:nvSpPr>
        <p:spPr>
          <a:xfrm>
            <a:off x="2873375" y="4324350"/>
            <a:ext cx="1674813" cy="37465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accent2"/>
              </a:buClr>
              <a:buSzPts val="2400"/>
              <a:buFont typeface="Arial"/>
              <a:buNone/>
            </a:pPr>
            <a:r>
              <a:rPr lang="en-US" sz="2400">
                <a:solidFill>
                  <a:schemeClr val="accent2"/>
                </a:solidFill>
                <a:latin typeface="Arial"/>
                <a:ea typeface="Arial"/>
                <a:cs typeface="Arial"/>
                <a:sym typeface="Arial"/>
              </a:rPr>
              <a:t>Implicit</a:t>
            </a:r>
            <a:endParaRPr b="1" sz="2400">
              <a:solidFill>
                <a:schemeClr val="accent2"/>
              </a:solidFill>
              <a:latin typeface="Arial"/>
              <a:ea typeface="Arial"/>
              <a:cs typeface="Arial"/>
              <a:sym typeface="Arial"/>
            </a:endParaRPr>
          </a:p>
        </p:txBody>
      </p:sp>
      <p:sp>
        <p:nvSpPr>
          <p:cNvPr id="1284" name="Google Shape;1284;p58"/>
          <p:cNvSpPr/>
          <p:nvPr/>
        </p:nvSpPr>
        <p:spPr>
          <a:xfrm>
            <a:off x="946150" y="3968750"/>
            <a:ext cx="2913063" cy="37465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2400"/>
              <a:buFont typeface="Arial"/>
              <a:buNone/>
            </a:pPr>
            <a:r>
              <a:rPr i="1" lang="en-US" sz="2400">
                <a:solidFill>
                  <a:schemeClr val="dk1"/>
                </a:solidFill>
                <a:latin typeface="Arial"/>
                <a:ea typeface="Arial"/>
                <a:cs typeface="Arial"/>
                <a:sym typeface="Arial"/>
              </a:rPr>
              <a:t>s</a:t>
            </a:r>
            <a:r>
              <a:rPr lang="en-US" sz="2400">
                <a:solidFill>
                  <a:schemeClr val="dk1"/>
                </a:solidFill>
                <a:latin typeface="Arial"/>
                <a:ea typeface="Arial"/>
                <a:cs typeface="Arial"/>
                <a:sym typeface="Arial"/>
              </a:rPr>
              <a:t> = 18000 m</a:t>
            </a:r>
            <a:endParaRPr b="1" i="1" sz="2400">
              <a:solidFill>
                <a:schemeClr val="dk1"/>
              </a:solidFill>
              <a:latin typeface="Arial"/>
              <a:ea typeface="Arial"/>
              <a:cs typeface="Arial"/>
              <a:sym typeface="Arial"/>
            </a:endParaRPr>
          </a:p>
        </p:txBody>
      </p:sp>
      <p:sp>
        <p:nvSpPr>
          <p:cNvPr id="1285" name="Google Shape;1285;p58"/>
          <p:cNvSpPr/>
          <p:nvPr/>
        </p:nvSpPr>
        <p:spPr>
          <a:xfrm>
            <a:off x="2851150" y="3970338"/>
            <a:ext cx="1195388" cy="37465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accent2"/>
              </a:buClr>
              <a:buSzPts val="2400"/>
              <a:buFont typeface="Arial"/>
              <a:buNone/>
            </a:pPr>
            <a:r>
              <a:rPr lang="en-US" sz="2400">
                <a:solidFill>
                  <a:schemeClr val="accent2"/>
                </a:solidFill>
                <a:latin typeface="Arial"/>
                <a:ea typeface="Arial"/>
                <a:cs typeface="Arial"/>
                <a:sym typeface="Arial"/>
              </a:rPr>
              <a:t>Given</a:t>
            </a:r>
            <a:endParaRPr b="1" sz="2400">
              <a:solidFill>
                <a:schemeClr val="accent2"/>
              </a:solidFill>
              <a:latin typeface="Arial"/>
              <a:ea typeface="Arial"/>
              <a:cs typeface="Arial"/>
              <a:sym typeface="Arial"/>
            </a:endParaRPr>
          </a:p>
        </p:txBody>
      </p:sp>
      <p:sp>
        <p:nvSpPr>
          <p:cNvPr id="1286" name="Google Shape;1286;p58"/>
          <p:cNvSpPr/>
          <p:nvPr/>
        </p:nvSpPr>
        <p:spPr>
          <a:xfrm>
            <a:off x="723900" y="4822825"/>
            <a:ext cx="3340100" cy="374650"/>
          </a:xfrm>
          <a:prstGeom prst="rect">
            <a:avLst/>
          </a:prstGeom>
          <a:solidFill>
            <a:srgbClr val="FF0000"/>
          </a:solid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i="1" lang="en-US" sz="2400">
                <a:solidFill>
                  <a:schemeClr val="lt1"/>
                </a:solidFill>
                <a:latin typeface="Arial"/>
                <a:ea typeface="Arial"/>
                <a:cs typeface="Arial"/>
                <a:sym typeface="Arial"/>
              </a:rPr>
              <a:t>WANTED</a:t>
            </a:r>
            <a:endParaRPr/>
          </a:p>
        </p:txBody>
      </p:sp>
      <p:sp>
        <p:nvSpPr>
          <p:cNvPr id="1287" name="Google Shape;1287;p58"/>
          <p:cNvSpPr/>
          <p:nvPr/>
        </p:nvSpPr>
        <p:spPr>
          <a:xfrm>
            <a:off x="2936875" y="4773613"/>
            <a:ext cx="1085850" cy="374650"/>
          </a:xfrm>
          <a:prstGeom prst="rect">
            <a:avLst/>
          </a:prstGeom>
          <a:noFill/>
          <a:ln>
            <a:noFill/>
          </a:ln>
        </p:spPr>
        <p:txBody>
          <a:bodyPr anchorCtr="0" anchor="t" bIns="45700" lIns="91425" spcFirstLastPara="1" rIns="91425" wrap="square" tIns="45700">
            <a:noAutofit/>
          </a:bodyPr>
          <a:lstStyle/>
          <a:p>
            <a:pPr indent="0" lvl="0" marL="0" marR="0" rtl="0" algn="r">
              <a:lnSpc>
                <a:spcPct val="90000"/>
              </a:lnSpc>
              <a:spcBef>
                <a:spcPts val="0"/>
              </a:spcBef>
              <a:spcAft>
                <a:spcPts val="0"/>
              </a:spcAft>
              <a:buClr>
                <a:schemeClr val="lt1"/>
              </a:buClr>
              <a:buSzPts val="2400"/>
              <a:buFont typeface="Arial"/>
              <a:buNone/>
            </a:pPr>
            <a:r>
              <a:rPr b="1" i="1" lang="en-US" sz="2400">
                <a:solidFill>
                  <a:schemeClr val="lt1"/>
                </a:solidFill>
                <a:latin typeface="Arial"/>
                <a:ea typeface="Arial"/>
                <a:cs typeface="Arial"/>
                <a:sym typeface="Arial"/>
              </a:rPr>
              <a:t>v</a:t>
            </a:r>
            <a:r>
              <a:rPr b="1" lang="en-US" sz="2400">
                <a:solidFill>
                  <a:schemeClr val="lt1"/>
                </a:solidFill>
                <a:latin typeface="Arial"/>
                <a:ea typeface="Arial"/>
                <a:cs typeface="Arial"/>
                <a:sym typeface="Arial"/>
              </a:rPr>
              <a:t> = ?</a:t>
            </a:r>
            <a:endParaRPr b="1" i="1" sz="2400">
              <a:solidFill>
                <a:schemeClr val="lt1"/>
              </a:solidFill>
              <a:latin typeface="Arial"/>
              <a:ea typeface="Arial"/>
              <a:cs typeface="Arial"/>
              <a:sym typeface="Arial"/>
            </a:endParaRPr>
          </a:p>
        </p:txBody>
      </p:sp>
      <p:sp>
        <p:nvSpPr>
          <p:cNvPr id="1288" name="Google Shape;1288;p58"/>
          <p:cNvSpPr/>
          <p:nvPr/>
        </p:nvSpPr>
        <p:spPr>
          <a:xfrm>
            <a:off x="4551363" y="3176588"/>
            <a:ext cx="3340100" cy="374650"/>
          </a:xfrm>
          <a:prstGeom prst="rect">
            <a:avLst/>
          </a:prstGeom>
          <a:solidFill>
            <a:schemeClr val="accent2"/>
          </a:solid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chemeClr val="lt1"/>
              </a:buClr>
              <a:buSzPts val="2400"/>
              <a:buFont typeface="Arial"/>
              <a:buNone/>
            </a:pPr>
            <a:r>
              <a:rPr i="1" lang="en-US" sz="2400">
                <a:solidFill>
                  <a:schemeClr val="lt1"/>
                </a:solidFill>
                <a:latin typeface="Arial"/>
                <a:ea typeface="Arial"/>
                <a:cs typeface="Arial"/>
                <a:sym typeface="Arial"/>
              </a:rPr>
              <a:t>FORMULAS</a:t>
            </a:r>
            <a:endParaRPr/>
          </a:p>
        </p:txBody>
      </p:sp>
      <p:sp>
        <p:nvSpPr>
          <p:cNvPr id="1289" name="Google Shape;1289;p58"/>
          <p:cNvSpPr/>
          <p:nvPr/>
        </p:nvSpPr>
        <p:spPr>
          <a:xfrm>
            <a:off x="4714875" y="3922713"/>
            <a:ext cx="1936750" cy="355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2400"/>
              <a:buFont typeface="Arial"/>
              <a:buNone/>
            </a:pPr>
            <a:r>
              <a:rPr i="1" lang="en-US" sz="2400">
                <a:solidFill>
                  <a:schemeClr val="dk1"/>
                </a:solidFill>
                <a:latin typeface="Arial"/>
                <a:ea typeface="Arial"/>
                <a:cs typeface="Arial"/>
                <a:sym typeface="Arial"/>
              </a:rPr>
              <a:t>v</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u </a:t>
            </a:r>
            <a:r>
              <a:rPr lang="en-US" sz="2400">
                <a:solidFill>
                  <a:schemeClr val="dk1"/>
                </a:solidFill>
                <a:latin typeface="Arial"/>
                <a:ea typeface="Arial"/>
                <a:cs typeface="Arial"/>
                <a:sym typeface="Arial"/>
              </a:rPr>
              <a:t>+ </a:t>
            </a:r>
            <a:r>
              <a:rPr i="1" lang="en-US" sz="2400">
                <a:solidFill>
                  <a:schemeClr val="dk1"/>
                </a:solidFill>
                <a:latin typeface="Arial"/>
                <a:ea typeface="Arial"/>
                <a:cs typeface="Arial"/>
                <a:sym typeface="Arial"/>
              </a:rPr>
              <a:t>at</a:t>
            </a:r>
            <a:endParaRPr b="1" sz="2400">
              <a:solidFill>
                <a:schemeClr val="dk1"/>
              </a:solidFill>
              <a:latin typeface="Arial"/>
              <a:ea typeface="Arial"/>
              <a:cs typeface="Arial"/>
              <a:sym typeface="Arial"/>
            </a:endParaRPr>
          </a:p>
        </p:txBody>
      </p:sp>
      <p:sp>
        <p:nvSpPr>
          <p:cNvPr id="1290" name="Google Shape;1290;p58"/>
          <p:cNvSpPr/>
          <p:nvPr/>
        </p:nvSpPr>
        <p:spPr>
          <a:xfrm>
            <a:off x="4614863" y="4310063"/>
            <a:ext cx="2960687" cy="39687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2400"/>
              <a:buFont typeface="Arial"/>
              <a:buNone/>
            </a:pPr>
            <a:r>
              <a:rPr i="1" lang="en-US" sz="2400">
                <a:solidFill>
                  <a:schemeClr val="dk1"/>
                </a:solidFill>
                <a:latin typeface="Arial"/>
                <a:ea typeface="Arial"/>
                <a:cs typeface="Arial"/>
                <a:sym typeface="Arial"/>
              </a:rPr>
              <a:t>v</a:t>
            </a:r>
            <a:r>
              <a:rPr baseline="30000" lang="en-US" sz="2400">
                <a:solidFill>
                  <a:schemeClr val="dk1"/>
                </a:solidFill>
                <a:latin typeface="Arial"/>
                <a:ea typeface="Arial"/>
                <a:cs typeface="Arial"/>
                <a:sym typeface="Arial"/>
              </a:rPr>
              <a:t>2</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u</a:t>
            </a:r>
            <a:r>
              <a:rPr baseline="30000" lang="en-US" sz="2400">
                <a:solidFill>
                  <a:schemeClr val="dk1"/>
                </a:solidFill>
                <a:latin typeface="Arial"/>
                <a:ea typeface="Arial"/>
                <a:cs typeface="Arial"/>
                <a:sym typeface="Arial"/>
              </a:rPr>
              <a:t>2</a:t>
            </a:r>
            <a:r>
              <a:rPr lang="en-US" sz="2400">
                <a:solidFill>
                  <a:schemeClr val="dk1"/>
                </a:solidFill>
                <a:latin typeface="Arial"/>
                <a:ea typeface="Arial"/>
                <a:cs typeface="Arial"/>
                <a:sym typeface="Arial"/>
              </a:rPr>
              <a:t> + 2</a:t>
            </a:r>
            <a:r>
              <a:rPr i="1" lang="en-US" sz="2400">
                <a:solidFill>
                  <a:schemeClr val="dk1"/>
                </a:solidFill>
                <a:latin typeface="Arial"/>
                <a:ea typeface="Arial"/>
                <a:cs typeface="Arial"/>
                <a:sym typeface="Arial"/>
              </a:rPr>
              <a:t>a</a:t>
            </a:r>
            <a:r>
              <a:rPr lang="en-US" sz="2400">
                <a:solidFill>
                  <a:schemeClr val="dk1"/>
                </a:solidFill>
                <a:latin typeface="Arial"/>
                <a:ea typeface="Arial"/>
                <a:cs typeface="Arial"/>
                <a:sym typeface="Arial"/>
              </a:rPr>
              <a:t>s</a:t>
            </a:r>
            <a:endParaRPr/>
          </a:p>
        </p:txBody>
      </p:sp>
      <p:sp>
        <p:nvSpPr>
          <p:cNvPr id="1291" name="Google Shape;1291;p58"/>
          <p:cNvSpPr/>
          <p:nvPr/>
        </p:nvSpPr>
        <p:spPr>
          <a:xfrm>
            <a:off x="801688" y="5194300"/>
            <a:ext cx="3638550" cy="744538"/>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2400"/>
              <a:buFont typeface="Arial"/>
              <a:buNone/>
            </a:pPr>
            <a:r>
              <a:rPr b="1" lang="en-US" sz="2400">
                <a:solidFill>
                  <a:schemeClr val="dk1"/>
                </a:solidFill>
                <a:latin typeface="Arial"/>
                <a:ea typeface="Arial"/>
                <a:cs typeface="Arial"/>
                <a:sym typeface="Arial"/>
              </a:rPr>
              <a:t>∙</a:t>
            </a:r>
            <a:r>
              <a:rPr lang="en-US" sz="2400">
                <a:solidFill>
                  <a:schemeClr val="dk1"/>
                </a:solidFill>
                <a:latin typeface="Arial"/>
                <a:ea typeface="Arial"/>
                <a:cs typeface="Arial"/>
                <a:sym typeface="Arial"/>
              </a:rPr>
              <a:t>Since </a:t>
            </a:r>
            <a:r>
              <a:rPr i="1" lang="en-US" sz="2400">
                <a:solidFill>
                  <a:schemeClr val="dk1"/>
                </a:solidFill>
                <a:latin typeface="Arial"/>
                <a:ea typeface="Arial"/>
                <a:cs typeface="Arial"/>
                <a:sym typeface="Arial"/>
              </a:rPr>
              <a:t>t</a:t>
            </a:r>
            <a:r>
              <a:rPr lang="en-US" sz="2400">
                <a:solidFill>
                  <a:schemeClr val="dk1"/>
                </a:solidFill>
                <a:latin typeface="Arial"/>
                <a:ea typeface="Arial"/>
                <a:cs typeface="Arial"/>
                <a:sym typeface="Arial"/>
              </a:rPr>
              <a:t> is not known - drop the two eq’ns which have time in them.</a:t>
            </a:r>
            <a:endParaRPr/>
          </a:p>
        </p:txBody>
      </p:sp>
      <p:cxnSp>
        <p:nvCxnSpPr>
          <p:cNvPr id="1292" name="Google Shape;1292;p58"/>
          <p:cNvCxnSpPr/>
          <p:nvPr/>
        </p:nvCxnSpPr>
        <p:spPr>
          <a:xfrm>
            <a:off x="4797425" y="4095750"/>
            <a:ext cx="1533525" cy="68263"/>
          </a:xfrm>
          <a:prstGeom prst="straightConnector1">
            <a:avLst/>
          </a:prstGeom>
          <a:noFill/>
          <a:ln cap="flat" cmpd="sng" w="19050">
            <a:solidFill>
              <a:srgbClr val="FF0000"/>
            </a:solidFill>
            <a:prstDash val="solid"/>
            <a:round/>
            <a:headEnd len="med" w="med" type="none"/>
            <a:tailEnd len="med" w="med" type="none"/>
          </a:ln>
        </p:spPr>
      </p:cxnSp>
      <p:sp>
        <p:nvSpPr>
          <p:cNvPr id="1293" name="Google Shape;1293;p58"/>
          <p:cNvSpPr/>
          <p:nvPr/>
        </p:nvSpPr>
        <p:spPr>
          <a:xfrm>
            <a:off x="4541838" y="4810125"/>
            <a:ext cx="3340100" cy="374650"/>
          </a:xfrm>
          <a:prstGeom prst="rect">
            <a:avLst/>
          </a:prstGeom>
          <a:solidFill>
            <a:srgbClr val="008000"/>
          </a:solid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chemeClr val="lt1"/>
              </a:buClr>
              <a:buSzPts val="2400"/>
              <a:buFont typeface="Arial"/>
              <a:buNone/>
            </a:pPr>
            <a:r>
              <a:rPr i="1" lang="en-US" sz="2400">
                <a:solidFill>
                  <a:schemeClr val="lt1"/>
                </a:solidFill>
                <a:latin typeface="Arial"/>
                <a:ea typeface="Arial"/>
                <a:cs typeface="Arial"/>
                <a:sym typeface="Arial"/>
              </a:rPr>
              <a:t>SOLUTION</a:t>
            </a:r>
            <a:endParaRPr/>
          </a:p>
        </p:txBody>
      </p:sp>
      <p:cxnSp>
        <p:nvCxnSpPr>
          <p:cNvPr id="1294" name="Google Shape;1294;p58"/>
          <p:cNvCxnSpPr/>
          <p:nvPr/>
        </p:nvCxnSpPr>
        <p:spPr>
          <a:xfrm flipH="1" rot="10800000">
            <a:off x="4767263" y="3713163"/>
            <a:ext cx="1716087" cy="130175"/>
          </a:xfrm>
          <a:prstGeom prst="straightConnector1">
            <a:avLst/>
          </a:prstGeom>
          <a:noFill/>
          <a:ln cap="flat" cmpd="sng" w="19050">
            <a:solidFill>
              <a:srgbClr val="FF0000"/>
            </a:solidFill>
            <a:prstDash val="solid"/>
            <a:round/>
            <a:headEnd len="med" w="med" type="none"/>
            <a:tailEnd len="med" w="med" type="none"/>
          </a:ln>
        </p:spPr>
      </p:cxnSp>
      <p:grpSp>
        <p:nvGrpSpPr>
          <p:cNvPr id="1295" name="Google Shape;1295;p58"/>
          <p:cNvGrpSpPr/>
          <p:nvPr/>
        </p:nvGrpSpPr>
        <p:grpSpPr>
          <a:xfrm>
            <a:off x="4724400" y="3532188"/>
            <a:ext cx="3141663" cy="419100"/>
            <a:chOff x="2976" y="2225"/>
            <a:chExt cx="1979" cy="264"/>
          </a:xfrm>
        </p:grpSpPr>
        <p:sp>
          <p:nvSpPr>
            <p:cNvPr id="1296" name="Google Shape;1296;p58"/>
            <p:cNvSpPr/>
            <p:nvPr/>
          </p:nvSpPr>
          <p:spPr>
            <a:xfrm>
              <a:off x="2976" y="2247"/>
              <a:ext cx="1979" cy="202"/>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2400"/>
                <a:buFont typeface="Arial"/>
                <a:buNone/>
              </a:pPr>
              <a:r>
                <a:rPr i="1" lang="en-US" sz="2400">
                  <a:solidFill>
                    <a:schemeClr val="dk1"/>
                  </a:solidFill>
                  <a:latin typeface="Arial"/>
                  <a:ea typeface="Arial"/>
                  <a:cs typeface="Arial"/>
                  <a:sym typeface="Arial"/>
                </a:rPr>
                <a:t>s </a:t>
              </a:r>
              <a:r>
                <a:rPr lang="en-US" sz="2400">
                  <a:solidFill>
                    <a:schemeClr val="dk1"/>
                  </a:solidFill>
                  <a:latin typeface="Arial"/>
                  <a:ea typeface="Arial"/>
                  <a:cs typeface="Arial"/>
                  <a:sym typeface="Arial"/>
                </a:rPr>
                <a:t>= </a:t>
              </a:r>
              <a:r>
                <a:rPr i="1" lang="en-US" sz="2400">
                  <a:solidFill>
                    <a:schemeClr val="dk1"/>
                  </a:solidFill>
                  <a:latin typeface="Arial"/>
                  <a:ea typeface="Arial"/>
                  <a:cs typeface="Arial"/>
                  <a:sym typeface="Arial"/>
                </a:rPr>
                <a:t>ut</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at</a:t>
              </a:r>
              <a:r>
                <a:rPr baseline="30000" lang="en-US" sz="2400">
                  <a:solidFill>
                    <a:schemeClr val="dk1"/>
                  </a:solidFill>
                  <a:latin typeface="Arial"/>
                  <a:ea typeface="Arial"/>
                  <a:cs typeface="Arial"/>
                  <a:sym typeface="Arial"/>
                </a:rPr>
                <a:t>2</a:t>
              </a:r>
              <a:endParaRPr sz="2400">
                <a:solidFill>
                  <a:schemeClr val="dk1"/>
                </a:solidFill>
                <a:latin typeface="Arial"/>
                <a:ea typeface="Arial"/>
                <a:cs typeface="Arial"/>
                <a:sym typeface="Arial"/>
              </a:endParaRPr>
            </a:p>
          </p:txBody>
        </p:sp>
        <p:sp>
          <p:nvSpPr>
            <p:cNvPr id="1297" name="Google Shape;1297;p58"/>
            <p:cNvSpPr/>
            <p:nvPr/>
          </p:nvSpPr>
          <p:spPr>
            <a:xfrm>
              <a:off x="3643" y="2225"/>
              <a:ext cx="204" cy="264"/>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chemeClr val="dk1"/>
                </a:buClr>
                <a:buSzPts val="1600"/>
                <a:buFont typeface="Arial"/>
                <a:buNone/>
              </a:pPr>
              <a:r>
                <a:rPr b="1" lang="en-US" sz="1600" u="sng">
                  <a:solidFill>
                    <a:schemeClr val="dk1"/>
                  </a:solidFill>
                  <a:latin typeface="Arial"/>
                  <a:ea typeface="Arial"/>
                  <a:cs typeface="Arial"/>
                  <a:sym typeface="Arial"/>
                </a:rPr>
                <a:t>1</a:t>
              </a:r>
              <a:endParaRPr/>
            </a:p>
            <a:p>
              <a:pPr indent="0" lvl="0" marL="0" marR="0" rtl="0" algn="ctr">
                <a:lnSpc>
                  <a:spcPct val="90000"/>
                </a:lnSpc>
                <a:spcBef>
                  <a:spcPts val="0"/>
                </a:spcBef>
                <a:spcAft>
                  <a:spcPts val="0"/>
                </a:spcAft>
                <a:buClr>
                  <a:schemeClr val="dk1"/>
                </a:buClr>
                <a:buSzPts val="1600"/>
                <a:buFont typeface="Arial"/>
                <a:buNone/>
              </a:pPr>
              <a:r>
                <a:rPr b="1" lang="en-US" sz="1600">
                  <a:solidFill>
                    <a:schemeClr val="dk1"/>
                  </a:solidFill>
                  <a:latin typeface="Arial"/>
                  <a:ea typeface="Arial"/>
                  <a:cs typeface="Arial"/>
                  <a:sym typeface="Arial"/>
                </a:rPr>
                <a:t>2</a:t>
              </a:r>
              <a:endParaRPr b="1" sz="1600">
                <a:solidFill>
                  <a:schemeClr val="dk1"/>
                </a:solidFill>
                <a:latin typeface="Arial"/>
                <a:ea typeface="Arial"/>
                <a:cs typeface="Arial"/>
                <a:sym typeface="Arial"/>
              </a:endParaRPr>
            </a:p>
          </p:txBody>
        </p:sp>
      </p:grpSp>
      <p:sp>
        <p:nvSpPr>
          <p:cNvPr id="1298" name="Google Shape;1298;p58"/>
          <p:cNvSpPr/>
          <p:nvPr/>
        </p:nvSpPr>
        <p:spPr>
          <a:xfrm>
            <a:off x="4654550" y="5256213"/>
            <a:ext cx="2960688" cy="39687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2400"/>
              <a:buFont typeface="Arial"/>
              <a:buNone/>
            </a:pPr>
            <a:r>
              <a:rPr i="1" lang="en-US" sz="2400">
                <a:solidFill>
                  <a:schemeClr val="dk1"/>
                </a:solidFill>
                <a:latin typeface="Arial"/>
                <a:ea typeface="Arial"/>
                <a:cs typeface="Arial"/>
                <a:sym typeface="Arial"/>
              </a:rPr>
              <a:t>v</a:t>
            </a:r>
            <a:r>
              <a:rPr baseline="30000" lang="en-US" sz="2400">
                <a:solidFill>
                  <a:schemeClr val="dk1"/>
                </a:solidFill>
                <a:latin typeface="Arial"/>
                <a:ea typeface="Arial"/>
                <a:cs typeface="Arial"/>
                <a:sym typeface="Arial"/>
              </a:rPr>
              <a:t>2</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u</a:t>
            </a:r>
            <a:r>
              <a:rPr baseline="30000" lang="en-US" sz="2400">
                <a:solidFill>
                  <a:schemeClr val="dk1"/>
                </a:solidFill>
                <a:latin typeface="Arial"/>
                <a:ea typeface="Arial"/>
                <a:cs typeface="Arial"/>
                <a:sym typeface="Arial"/>
              </a:rPr>
              <a:t>2</a:t>
            </a:r>
            <a:r>
              <a:rPr lang="en-US" sz="2400">
                <a:solidFill>
                  <a:schemeClr val="dk1"/>
                </a:solidFill>
                <a:latin typeface="Arial"/>
                <a:ea typeface="Arial"/>
                <a:cs typeface="Arial"/>
                <a:sym typeface="Arial"/>
              </a:rPr>
              <a:t> + 2</a:t>
            </a:r>
            <a:r>
              <a:rPr i="1" lang="en-US" sz="2400">
                <a:solidFill>
                  <a:schemeClr val="dk1"/>
                </a:solidFill>
                <a:latin typeface="Arial"/>
                <a:ea typeface="Arial"/>
                <a:cs typeface="Arial"/>
                <a:sym typeface="Arial"/>
              </a:rPr>
              <a:t>a</a:t>
            </a:r>
            <a:r>
              <a:rPr lang="en-US" sz="2400">
                <a:solidFill>
                  <a:schemeClr val="dk1"/>
                </a:solidFill>
                <a:latin typeface="Arial"/>
                <a:ea typeface="Arial"/>
                <a:cs typeface="Arial"/>
                <a:sym typeface="Arial"/>
              </a:rPr>
              <a:t>s</a:t>
            </a:r>
            <a:endParaRPr/>
          </a:p>
        </p:txBody>
      </p:sp>
      <p:sp>
        <p:nvSpPr>
          <p:cNvPr id="1299" name="Google Shape;1299;p58"/>
          <p:cNvSpPr/>
          <p:nvPr/>
        </p:nvSpPr>
        <p:spPr>
          <a:xfrm>
            <a:off x="4665663" y="5662613"/>
            <a:ext cx="3575050" cy="39687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2400"/>
              <a:buFont typeface="Arial"/>
              <a:buNone/>
            </a:pPr>
            <a:r>
              <a:rPr i="1" lang="en-US" sz="2400">
                <a:solidFill>
                  <a:schemeClr val="dk1"/>
                </a:solidFill>
                <a:latin typeface="Arial"/>
                <a:ea typeface="Arial"/>
                <a:cs typeface="Arial"/>
                <a:sym typeface="Arial"/>
              </a:rPr>
              <a:t>v</a:t>
            </a:r>
            <a:r>
              <a:rPr baseline="30000" lang="en-US" sz="2400">
                <a:solidFill>
                  <a:schemeClr val="dk1"/>
                </a:solidFill>
                <a:latin typeface="Arial"/>
                <a:ea typeface="Arial"/>
                <a:cs typeface="Arial"/>
                <a:sym typeface="Arial"/>
              </a:rPr>
              <a:t>2</a:t>
            </a:r>
            <a:r>
              <a:rPr lang="en-US" sz="2400">
                <a:solidFill>
                  <a:schemeClr val="dk1"/>
                </a:solidFill>
                <a:latin typeface="Arial"/>
                <a:ea typeface="Arial"/>
                <a:cs typeface="Arial"/>
                <a:sym typeface="Arial"/>
              </a:rPr>
              <a:t> = 0</a:t>
            </a:r>
            <a:r>
              <a:rPr baseline="30000" lang="en-US" sz="2400">
                <a:solidFill>
                  <a:schemeClr val="dk1"/>
                </a:solidFill>
                <a:latin typeface="Arial"/>
                <a:ea typeface="Arial"/>
                <a:cs typeface="Arial"/>
                <a:sym typeface="Arial"/>
              </a:rPr>
              <a:t>2</a:t>
            </a:r>
            <a:r>
              <a:rPr lang="en-US" sz="2400">
                <a:solidFill>
                  <a:schemeClr val="dk1"/>
                </a:solidFill>
                <a:latin typeface="Arial"/>
                <a:ea typeface="Arial"/>
                <a:cs typeface="Arial"/>
                <a:sym typeface="Arial"/>
              </a:rPr>
              <a:t> + 2(20)(18000)</a:t>
            </a:r>
            <a:endParaRPr/>
          </a:p>
        </p:txBody>
      </p:sp>
      <p:sp>
        <p:nvSpPr>
          <p:cNvPr id="1300" name="Google Shape;1300;p58"/>
          <p:cNvSpPr/>
          <p:nvPr/>
        </p:nvSpPr>
        <p:spPr>
          <a:xfrm>
            <a:off x="4781550" y="6102350"/>
            <a:ext cx="3575050" cy="39687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2400"/>
              <a:buFont typeface="Arial"/>
              <a:buNone/>
            </a:pPr>
            <a:r>
              <a:rPr i="1" lang="en-US" sz="2400">
                <a:solidFill>
                  <a:schemeClr val="dk1"/>
                </a:solidFill>
                <a:latin typeface="Arial"/>
                <a:ea typeface="Arial"/>
                <a:cs typeface="Arial"/>
                <a:sym typeface="Arial"/>
              </a:rPr>
              <a:t>v</a:t>
            </a:r>
            <a:r>
              <a:rPr lang="en-US" sz="2400">
                <a:solidFill>
                  <a:schemeClr val="dk1"/>
                </a:solidFill>
                <a:latin typeface="Arial"/>
                <a:ea typeface="Arial"/>
                <a:cs typeface="Arial"/>
                <a:sym typeface="Arial"/>
              </a:rPr>
              <a:t> = 850 m</a:t>
            </a:r>
            <a:r>
              <a:rPr baseline="-25000"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s</a:t>
            </a:r>
            <a:r>
              <a:rPr baseline="30000" lang="en-US" sz="2400">
                <a:solidFill>
                  <a:schemeClr val="dk1"/>
                </a:solidFill>
                <a:latin typeface="Arial"/>
                <a:ea typeface="Arial"/>
                <a:cs typeface="Arial"/>
                <a:sym typeface="Arial"/>
              </a:rPr>
              <a:t>-1</a:t>
            </a:r>
            <a:endParaRPr sz="2400">
              <a:solidFill>
                <a:schemeClr val="dk1"/>
              </a:solidFill>
              <a:latin typeface="Arial"/>
              <a:ea typeface="Arial"/>
              <a:cs typeface="Arial"/>
              <a:sym typeface="Arial"/>
            </a:endParaRPr>
          </a:p>
        </p:txBody>
      </p:sp>
      <p:grpSp>
        <p:nvGrpSpPr>
          <p:cNvPr id="1301" name="Google Shape;1301;p58"/>
          <p:cNvGrpSpPr/>
          <p:nvPr/>
        </p:nvGrpSpPr>
        <p:grpSpPr>
          <a:xfrm rot="2579042">
            <a:off x="-4727575" y="5380038"/>
            <a:ext cx="5789613" cy="13503275"/>
            <a:chOff x="4251" y="1766"/>
            <a:chExt cx="1041" cy="2428"/>
          </a:xfrm>
        </p:grpSpPr>
        <p:grpSp>
          <p:nvGrpSpPr>
            <p:cNvPr id="1302" name="Google Shape;1302;p58"/>
            <p:cNvGrpSpPr/>
            <p:nvPr/>
          </p:nvGrpSpPr>
          <p:grpSpPr>
            <a:xfrm>
              <a:off x="4251" y="1766"/>
              <a:ext cx="1041" cy="2428"/>
              <a:chOff x="952" y="1532"/>
              <a:chExt cx="1041" cy="2428"/>
            </a:xfrm>
          </p:grpSpPr>
          <p:sp>
            <p:nvSpPr>
              <p:cNvPr id="1303" name="Google Shape;1303;p58"/>
              <p:cNvSpPr/>
              <p:nvPr/>
            </p:nvSpPr>
            <p:spPr>
              <a:xfrm>
                <a:off x="1152" y="1532"/>
                <a:ext cx="638" cy="2125"/>
              </a:xfrm>
              <a:prstGeom prst="ellipse">
                <a:avLst/>
              </a:prstGeom>
              <a:gradFill>
                <a:gsLst>
                  <a:gs pos="0">
                    <a:srgbClr val="760000"/>
                  </a:gs>
                  <a:gs pos="50000">
                    <a:srgbClr val="FF0000"/>
                  </a:gs>
                  <a:gs pos="100000">
                    <a:srgbClr val="760000"/>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304" name="Google Shape;1304;p58"/>
              <p:cNvSpPr/>
              <p:nvPr/>
            </p:nvSpPr>
            <p:spPr>
              <a:xfrm>
                <a:off x="952" y="3082"/>
                <a:ext cx="369" cy="878"/>
              </a:xfrm>
              <a:custGeom>
                <a:rect b="b" l="l" r="r" t="t"/>
                <a:pathLst>
                  <a:path extrusionOk="0" h="878" w="369">
                    <a:moveTo>
                      <a:pt x="252" y="0"/>
                    </a:moveTo>
                    <a:lnTo>
                      <a:pt x="369" y="464"/>
                    </a:lnTo>
                    <a:lnTo>
                      <a:pt x="369" y="878"/>
                    </a:lnTo>
                    <a:lnTo>
                      <a:pt x="0" y="878"/>
                    </a:lnTo>
                    <a:lnTo>
                      <a:pt x="0" y="587"/>
                    </a:lnTo>
                    <a:lnTo>
                      <a:pt x="252" y="0"/>
                    </a:lnTo>
                    <a:close/>
                  </a:path>
                </a:pathLst>
              </a:custGeom>
              <a:gradFill>
                <a:gsLst>
                  <a:gs pos="0">
                    <a:srgbClr val="760000"/>
                  </a:gs>
                  <a:gs pos="100000">
                    <a:srgbClr val="FF0000"/>
                  </a:gs>
                </a:gsLst>
                <a:lin ang="2700000" scaled="0"/>
              </a:gra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305" name="Google Shape;1305;p58"/>
              <p:cNvSpPr/>
              <p:nvPr/>
            </p:nvSpPr>
            <p:spPr>
              <a:xfrm flipH="1">
                <a:off x="1624" y="3081"/>
                <a:ext cx="369" cy="878"/>
              </a:xfrm>
              <a:custGeom>
                <a:rect b="b" l="l" r="r" t="t"/>
                <a:pathLst>
                  <a:path extrusionOk="0" h="878" w="369">
                    <a:moveTo>
                      <a:pt x="252" y="0"/>
                    </a:moveTo>
                    <a:lnTo>
                      <a:pt x="369" y="464"/>
                    </a:lnTo>
                    <a:lnTo>
                      <a:pt x="369" y="878"/>
                    </a:lnTo>
                    <a:lnTo>
                      <a:pt x="0" y="878"/>
                    </a:lnTo>
                    <a:lnTo>
                      <a:pt x="0" y="587"/>
                    </a:lnTo>
                    <a:lnTo>
                      <a:pt x="252" y="0"/>
                    </a:lnTo>
                    <a:close/>
                  </a:path>
                </a:pathLst>
              </a:custGeom>
              <a:gradFill>
                <a:gsLst>
                  <a:gs pos="0">
                    <a:srgbClr val="760000"/>
                  </a:gs>
                  <a:gs pos="100000">
                    <a:srgbClr val="FF0000"/>
                  </a:gs>
                </a:gsLst>
                <a:lin ang="2700000" scaled="0"/>
              </a:gra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grpSp>
        <p:pic>
          <p:nvPicPr>
            <p:cNvPr descr="Pinky and Brain in oval window - red background" id="1306" name="Google Shape;1306;p58"/>
            <p:cNvPicPr preferRelativeResize="0"/>
            <p:nvPr/>
          </p:nvPicPr>
          <p:blipFill rotWithShape="1">
            <a:blip r:embed="rId3">
              <a:alphaModFix/>
            </a:blip>
            <a:srcRect b="0" l="0" r="0" t="0"/>
            <a:stretch/>
          </p:blipFill>
          <p:spPr>
            <a:xfrm>
              <a:off x="4505" y="2341"/>
              <a:ext cx="540" cy="428"/>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78">
                                            <p:txEl>
                                              <p:pRg end="0" st="0"/>
                                            </p:txEl>
                                          </p:spTgt>
                                        </p:tgtEl>
                                        <p:attrNameLst>
                                          <p:attrName>style.visibility</p:attrName>
                                        </p:attrNameLst>
                                      </p:cBhvr>
                                      <p:to>
                                        <p:strVal val="visible"/>
                                      </p:to>
                                    </p:set>
                                    <p:anim calcmode="lin" valueType="num">
                                      <p:cBhvr additive="base">
                                        <p:cTn dur="500"/>
                                        <p:tgtEl>
                                          <p:spTgt spid="1278">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78">
                                            <p:txEl>
                                              <p:pRg end="1" st="1"/>
                                            </p:txEl>
                                          </p:spTgt>
                                        </p:tgtEl>
                                        <p:attrNameLst>
                                          <p:attrName>style.visibility</p:attrName>
                                        </p:attrNameLst>
                                      </p:cBhvr>
                                      <p:to>
                                        <p:strVal val="visible"/>
                                      </p:to>
                                    </p:set>
                                    <p:anim calcmode="lin" valueType="num">
                                      <p:cBhvr additive="base">
                                        <p:cTn dur="500"/>
                                        <p:tgtEl>
                                          <p:spTgt spid="1278">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78">
                                            <p:txEl>
                                              <p:pRg end="2" st="2"/>
                                            </p:txEl>
                                          </p:spTgt>
                                        </p:tgtEl>
                                        <p:attrNameLst>
                                          <p:attrName>style.visibility</p:attrName>
                                        </p:attrNameLst>
                                      </p:cBhvr>
                                      <p:to>
                                        <p:strVal val="visible"/>
                                      </p:to>
                                    </p:set>
                                    <p:anim calcmode="lin" valueType="num">
                                      <p:cBhvr additive="base">
                                        <p:cTn dur="500"/>
                                        <p:tgtEl>
                                          <p:spTgt spid="1278">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80"/>
                                        </p:tgtEl>
                                        <p:attrNameLst>
                                          <p:attrName>style.visibility</p:attrName>
                                        </p:attrNameLst>
                                      </p:cBhvr>
                                      <p:to>
                                        <p:strVal val="visible"/>
                                      </p:to>
                                    </p:set>
                                    <p:animEffect filter="fade" transition="in">
                                      <p:cBhvr>
                                        <p:cTn dur="500"/>
                                        <p:tgtEl>
                                          <p:spTgt spid="128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79"/>
                                        </p:tgtEl>
                                        <p:attrNameLst>
                                          <p:attrName>style.visibility</p:attrName>
                                        </p:attrNameLst>
                                      </p:cBhvr>
                                      <p:to>
                                        <p:strVal val="visible"/>
                                      </p:to>
                                    </p:set>
                                    <p:animEffect filter="fade" transition="in">
                                      <p:cBhvr>
                                        <p:cTn dur="500"/>
                                        <p:tgtEl>
                                          <p:spTgt spid="127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81"/>
                                        </p:tgtEl>
                                        <p:attrNameLst>
                                          <p:attrName>style.visibility</p:attrName>
                                        </p:attrNameLst>
                                      </p:cBhvr>
                                      <p:to>
                                        <p:strVal val="visible"/>
                                      </p:to>
                                    </p:set>
                                    <p:animEffect filter="fade" transition="in">
                                      <p:cBhvr>
                                        <p:cTn dur="500"/>
                                        <p:tgtEl>
                                          <p:spTgt spid="128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84"/>
                                        </p:tgtEl>
                                        <p:attrNameLst>
                                          <p:attrName>style.visibility</p:attrName>
                                        </p:attrNameLst>
                                      </p:cBhvr>
                                      <p:to>
                                        <p:strVal val="visible"/>
                                      </p:to>
                                    </p:set>
                                    <p:animEffect filter="fade" transition="in">
                                      <p:cBhvr>
                                        <p:cTn dur="500"/>
                                        <p:tgtEl>
                                          <p:spTgt spid="128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85"/>
                                        </p:tgtEl>
                                        <p:attrNameLst>
                                          <p:attrName>style.visibility</p:attrName>
                                        </p:attrNameLst>
                                      </p:cBhvr>
                                      <p:to>
                                        <p:strVal val="visible"/>
                                      </p:to>
                                    </p:set>
                                    <p:animEffect filter="fade" transition="in">
                                      <p:cBhvr>
                                        <p:cTn dur="500"/>
                                        <p:tgtEl>
                                          <p:spTgt spid="128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82"/>
                                        </p:tgtEl>
                                        <p:attrNameLst>
                                          <p:attrName>style.visibility</p:attrName>
                                        </p:attrNameLst>
                                      </p:cBhvr>
                                      <p:to>
                                        <p:strVal val="visible"/>
                                      </p:to>
                                    </p:set>
                                    <p:animEffect filter="fade" transition="in">
                                      <p:cBhvr>
                                        <p:cTn dur="500"/>
                                        <p:tgtEl>
                                          <p:spTgt spid="128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83"/>
                                        </p:tgtEl>
                                        <p:attrNameLst>
                                          <p:attrName>style.visibility</p:attrName>
                                        </p:attrNameLst>
                                      </p:cBhvr>
                                      <p:to>
                                        <p:strVal val="visible"/>
                                      </p:to>
                                    </p:set>
                                    <p:animEffect filter="fade" transition="in">
                                      <p:cBhvr>
                                        <p:cTn dur="500"/>
                                        <p:tgtEl>
                                          <p:spTgt spid="128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86"/>
                                        </p:tgtEl>
                                        <p:attrNameLst>
                                          <p:attrName>style.visibility</p:attrName>
                                        </p:attrNameLst>
                                      </p:cBhvr>
                                      <p:to>
                                        <p:strVal val="visible"/>
                                      </p:to>
                                    </p:set>
                                    <p:animEffect filter="fade" transition="in">
                                      <p:cBhvr>
                                        <p:cTn dur="500"/>
                                        <p:tgtEl>
                                          <p:spTgt spid="128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87"/>
                                        </p:tgtEl>
                                        <p:attrNameLst>
                                          <p:attrName>style.visibility</p:attrName>
                                        </p:attrNameLst>
                                      </p:cBhvr>
                                      <p:to>
                                        <p:strVal val="visible"/>
                                      </p:to>
                                    </p:set>
                                    <p:animEffect filter="fade" transition="in">
                                      <p:cBhvr>
                                        <p:cTn dur="500"/>
                                        <p:tgtEl>
                                          <p:spTgt spid="128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88"/>
                                        </p:tgtEl>
                                        <p:attrNameLst>
                                          <p:attrName>style.visibility</p:attrName>
                                        </p:attrNameLst>
                                      </p:cBhvr>
                                      <p:to>
                                        <p:strVal val="visible"/>
                                      </p:to>
                                    </p:set>
                                    <p:animEffect filter="fade" transition="in">
                                      <p:cBhvr>
                                        <p:cTn dur="500"/>
                                        <p:tgtEl>
                                          <p:spTgt spid="128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95"/>
                                        </p:tgtEl>
                                        <p:attrNameLst>
                                          <p:attrName>style.visibility</p:attrName>
                                        </p:attrNameLst>
                                      </p:cBhvr>
                                      <p:to>
                                        <p:strVal val="visible"/>
                                      </p:to>
                                    </p:set>
                                    <p:animEffect filter="fade" transition="in">
                                      <p:cBhvr>
                                        <p:cTn dur="500"/>
                                        <p:tgtEl>
                                          <p:spTgt spid="129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89"/>
                                        </p:tgtEl>
                                        <p:attrNameLst>
                                          <p:attrName>style.visibility</p:attrName>
                                        </p:attrNameLst>
                                      </p:cBhvr>
                                      <p:to>
                                        <p:strVal val="visible"/>
                                      </p:to>
                                    </p:set>
                                    <p:animEffect filter="fade" transition="in">
                                      <p:cBhvr>
                                        <p:cTn dur="500"/>
                                        <p:tgtEl>
                                          <p:spTgt spid="128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90"/>
                                        </p:tgtEl>
                                        <p:attrNameLst>
                                          <p:attrName>style.visibility</p:attrName>
                                        </p:attrNameLst>
                                      </p:cBhvr>
                                      <p:to>
                                        <p:strVal val="visible"/>
                                      </p:to>
                                    </p:set>
                                    <p:animEffect filter="fade" transition="in">
                                      <p:cBhvr>
                                        <p:cTn dur="500"/>
                                        <p:tgtEl>
                                          <p:spTgt spid="129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91"/>
                                        </p:tgtEl>
                                        <p:attrNameLst>
                                          <p:attrName>style.visibility</p:attrName>
                                        </p:attrNameLst>
                                      </p:cBhvr>
                                      <p:to>
                                        <p:strVal val="visible"/>
                                      </p:to>
                                    </p:set>
                                    <p:animEffect filter="fade" transition="in">
                                      <p:cBhvr>
                                        <p:cTn dur="500"/>
                                        <p:tgtEl>
                                          <p:spTgt spid="129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92"/>
                                        </p:tgtEl>
                                        <p:attrNameLst>
                                          <p:attrName>style.visibility</p:attrName>
                                        </p:attrNameLst>
                                      </p:cBhvr>
                                      <p:to>
                                        <p:strVal val="visible"/>
                                      </p:to>
                                    </p:set>
                                    <p:animEffect filter="fade" transition="in">
                                      <p:cBhvr>
                                        <p:cTn dur="500"/>
                                        <p:tgtEl>
                                          <p:spTgt spid="129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94"/>
                                        </p:tgtEl>
                                        <p:attrNameLst>
                                          <p:attrName>style.visibility</p:attrName>
                                        </p:attrNameLst>
                                      </p:cBhvr>
                                      <p:to>
                                        <p:strVal val="visible"/>
                                      </p:to>
                                    </p:set>
                                    <p:animEffect filter="fade" transition="in">
                                      <p:cBhvr>
                                        <p:cTn dur="500"/>
                                        <p:tgtEl>
                                          <p:spTgt spid="129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93"/>
                                        </p:tgtEl>
                                        <p:attrNameLst>
                                          <p:attrName>style.visibility</p:attrName>
                                        </p:attrNameLst>
                                      </p:cBhvr>
                                      <p:to>
                                        <p:strVal val="visible"/>
                                      </p:to>
                                    </p:set>
                                    <p:animEffect filter="fade" transition="in">
                                      <p:cBhvr>
                                        <p:cTn dur="500"/>
                                        <p:tgtEl>
                                          <p:spTgt spid="129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98"/>
                                        </p:tgtEl>
                                        <p:attrNameLst>
                                          <p:attrName>style.visibility</p:attrName>
                                        </p:attrNameLst>
                                      </p:cBhvr>
                                      <p:to>
                                        <p:strVal val="visible"/>
                                      </p:to>
                                    </p:set>
                                    <p:animEffect filter="fade" transition="in">
                                      <p:cBhvr>
                                        <p:cTn dur="500"/>
                                        <p:tgtEl>
                                          <p:spTgt spid="129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99"/>
                                        </p:tgtEl>
                                        <p:attrNameLst>
                                          <p:attrName>style.visibility</p:attrName>
                                        </p:attrNameLst>
                                      </p:cBhvr>
                                      <p:to>
                                        <p:strVal val="visible"/>
                                      </p:to>
                                    </p:set>
                                    <p:animEffect filter="fade" transition="in">
                                      <p:cBhvr>
                                        <p:cTn dur="500"/>
                                        <p:tgtEl>
                                          <p:spTgt spid="129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0"/>
                                        </p:tgtEl>
                                        <p:attrNameLst>
                                          <p:attrName>style.visibility</p:attrName>
                                        </p:attrNameLst>
                                      </p:cBhvr>
                                      <p:to>
                                        <p:strVal val="visible"/>
                                      </p:to>
                                    </p:set>
                                    <p:animEffect filter="fade" transition="in">
                                      <p:cBhvr>
                                        <p:cTn dur="500"/>
                                        <p:tgtEl>
                                          <p:spTgt spid="130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1" name="Shape 1311"/>
        <p:cNvGrpSpPr/>
        <p:nvPr/>
      </p:nvGrpSpPr>
      <p:grpSpPr>
        <a:xfrm>
          <a:off x="0" y="0"/>
          <a:ext cx="0" cy="0"/>
          <a:chOff x="0" y="0"/>
          <a:chExt cx="0" cy="0"/>
        </a:xfrm>
      </p:grpSpPr>
      <p:sp>
        <p:nvSpPr>
          <p:cNvPr id="1312" name="Google Shape;1312;p59"/>
          <p:cNvSpPr/>
          <p:nvPr/>
        </p:nvSpPr>
        <p:spPr>
          <a:xfrm>
            <a:off x="685800" y="1549400"/>
            <a:ext cx="6227763" cy="785813"/>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accent2"/>
              </a:buClr>
              <a:buSzPts val="2400"/>
              <a:buFont typeface="Arial"/>
              <a:buNone/>
            </a:pPr>
            <a:r>
              <a:rPr i="1" lang="en-US" sz="2400">
                <a:solidFill>
                  <a:schemeClr val="accent2"/>
                </a:solidFill>
                <a:latin typeface="Arial"/>
                <a:ea typeface="Arial"/>
                <a:cs typeface="Arial"/>
                <a:sym typeface="Arial"/>
              </a:rPr>
              <a:t>Solving problems using equations of motion for uniform acceleration</a:t>
            </a:r>
            <a:endParaRPr/>
          </a:p>
        </p:txBody>
      </p:sp>
      <p:sp>
        <p:nvSpPr>
          <p:cNvPr id="1313" name="Google Shape;1313;p59"/>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2: Mechanics</a:t>
            </a:r>
            <a:br>
              <a:rPr b="1" lang="en-US" sz="2800"/>
            </a:br>
            <a:r>
              <a:rPr lang="en-US" sz="2800">
                <a:solidFill>
                  <a:schemeClr val="dk1"/>
                </a:solidFill>
              </a:rPr>
              <a:t>2.1 – Motion</a:t>
            </a:r>
            <a:endParaRPr/>
          </a:p>
        </p:txBody>
      </p:sp>
      <p:sp>
        <p:nvSpPr>
          <p:cNvPr id="1314" name="Google Shape;1314;p59"/>
          <p:cNvSpPr/>
          <p:nvPr/>
        </p:nvSpPr>
        <p:spPr>
          <a:xfrm>
            <a:off x="674688" y="2327275"/>
            <a:ext cx="6235700" cy="4530725"/>
          </a:xfrm>
          <a:prstGeom prst="rect">
            <a:avLst/>
          </a:prstGeom>
          <a:solidFill>
            <a:srgbClr val="FFFFCC"/>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rPr lang="en-US" sz="2400">
                <a:solidFill>
                  <a:schemeClr val="dk1"/>
                </a:solidFill>
                <a:latin typeface="Arial"/>
                <a:ea typeface="Arial"/>
                <a:cs typeface="Arial"/>
                <a:sym typeface="Arial"/>
              </a:rPr>
              <a:t>EXAMPLE: A ball is dropped off of the Empire State Building (381 m tall). How fast is it going when it hits ground?</a:t>
            </a:r>
            <a:endParaRPr sz="2400">
              <a:solidFill>
                <a:schemeClr val="dk1"/>
              </a:solidFill>
              <a:latin typeface="Arial"/>
              <a:ea typeface="Arial"/>
              <a:cs typeface="Arial"/>
              <a:sym typeface="Arial"/>
            </a:endParaRPr>
          </a:p>
          <a:p>
            <a:pPr indent="0" lvl="0" marL="0" marR="0" rtl="0" algn="l">
              <a:spcBef>
                <a:spcPts val="480"/>
              </a:spcBef>
              <a:spcAft>
                <a:spcPts val="0"/>
              </a:spcAft>
              <a:buClr>
                <a:schemeClr val="dk1"/>
              </a:buClr>
              <a:buSzPts val="2400"/>
              <a:buFont typeface="Arial"/>
              <a:buNone/>
            </a:pPr>
            <a:r>
              <a:t/>
            </a:r>
            <a:endParaRPr sz="2400">
              <a:solidFill>
                <a:schemeClr val="dk1"/>
              </a:solidFill>
              <a:latin typeface="Arial"/>
              <a:ea typeface="Arial"/>
              <a:cs typeface="Arial"/>
              <a:sym typeface="Arial"/>
            </a:endParaRPr>
          </a:p>
          <a:p>
            <a:pPr indent="0" lvl="0" marL="0" marR="0" rtl="0" algn="l">
              <a:spcBef>
                <a:spcPts val="480"/>
              </a:spcBef>
              <a:spcAft>
                <a:spcPts val="0"/>
              </a:spcAft>
              <a:buClr>
                <a:schemeClr val="dk1"/>
              </a:buClr>
              <a:buSzPts val="2400"/>
              <a:buFont typeface="Arial"/>
              <a:buNone/>
            </a:pPr>
            <a:r>
              <a:t/>
            </a:r>
            <a:endParaRPr sz="2400">
              <a:solidFill>
                <a:schemeClr val="dk1"/>
              </a:solidFill>
              <a:latin typeface="Arial"/>
              <a:ea typeface="Arial"/>
              <a:cs typeface="Arial"/>
              <a:sym typeface="Arial"/>
            </a:endParaRPr>
          </a:p>
          <a:p>
            <a:pPr indent="0" lvl="0" marL="0" marR="0" rtl="0" algn="l">
              <a:spcBef>
                <a:spcPts val="480"/>
              </a:spcBef>
              <a:spcAft>
                <a:spcPts val="0"/>
              </a:spcAft>
              <a:buClr>
                <a:schemeClr val="dk1"/>
              </a:buClr>
              <a:buSzPts val="2400"/>
              <a:buFont typeface="Arial"/>
              <a:buNone/>
            </a:pPr>
            <a:r>
              <a:t/>
            </a:r>
            <a:endParaRPr sz="2400">
              <a:solidFill>
                <a:schemeClr val="dk1"/>
              </a:solidFill>
              <a:latin typeface="Arial"/>
              <a:ea typeface="Arial"/>
              <a:cs typeface="Arial"/>
              <a:sym typeface="Arial"/>
            </a:endParaRPr>
          </a:p>
        </p:txBody>
      </p:sp>
      <p:sp>
        <p:nvSpPr>
          <p:cNvPr id="1315" name="Google Shape;1315;p59"/>
          <p:cNvSpPr/>
          <p:nvPr/>
        </p:nvSpPr>
        <p:spPr>
          <a:xfrm>
            <a:off x="704850" y="3910013"/>
            <a:ext cx="2109788" cy="37465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2400"/>
              <a:buFont typeface="Arial"/>
              <a:buNone/>
            </a:pPr>
            <a:r>
              <a:rPr i="1" lang="en-US" sz="2400">
                <a:solidFill>
                  <a:schemeClr val="dk1"/>
                </a:solidFill>
                <a:latin typeface="Arial"/>
                <a:ea typeface="Arial"/>
                <a:cs typeface="Arial"/>
                <a:sym typeface="Arial"/>
              </a:rPr>
              <a:t>a</a:t>
            </a:r>
            <a:r>
              <a:rPr lang="en-US" sz="2400">
                <a:solidFill>
                  <a:schemeClr val="dk1"/>
                </a:solidFill>
                <a:latin typeface="Arial"/>
                <a:ea typeface="Arial"/>
                <a:cs typeface="Arial"/>
                <a:sym typeface="Arial"/>
              </a:rPr>
              <a:t> = -10 m/s</a:t>
            </a:r>
            <a:r>
              <a:rPr baseline="30000" lang="en-US" sz="2400">
                <a:solidFill>
                  <a:schemeClr val="dk1"/>
                </a:solidFill>
                <a:latin typeface="Arial"/>
                <a:ea typeface="Arial"/>
                <a:cs typeface="Arial"/>
                <a:sym typeface="Arial"/>
              </a:rPr>
              <a:t>2</a:t>
            </a:r>
            <a:endParaRPr b="1" i="1" sz="2400">
              <a:solidFill>
                <a:schemeClr val="dk1"/>
              </a:solidFill>
              <a:latin typeface="Arial"/>
              <a:ea typeface="Arial"/>
              <a:cs typeface="Arial"/>
              <a:sym typeface="Arial"/>
            </a:endParaRPr>
          </a:p>
        </p:txBody>
      </p:sp>
      <p:sp>
        <p:nvSpPr>
          <p:cNvPr id="1316" name="Google Shape;1316;p59"/>
          <p:cNvSpPr/>
          <p:nvPr/>
        </p:nvSpPr>
        <p:spPr>
          <a:xfrm>
            <a:off x="757238" y="3494088"/>
            <a:ext cx="3082925" cy="374650"/>
          </a:xfrm>
          <a:prstGeom prst="rect">
            <a:avLst/>
          </a:prstGeom>
          <a:solidFill>
            <a:srgbClr val="D60093"/>
          </a:solid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chemeClr val="lt1"/>
              </a:buClr>
              <a:buSzPts val="2400"/>
              <a:buFont typeface="Arial"/>
              <a:buNone/>
            </a:pPr>
            <a:r>
              <a:rPr i="1" lang="en-US" sz="2400">
                <a:solidFill>
                  <a:schemeClr val="lt1"/>
                </a:solidFill>
                <a:latin typeface="Arial"/>
                <a:ea typeface="Arial"/>
                <a:cs typeface="Arial"/>
                <a:sym typeface="Arial"/>
              </a:rPr>
              <a:t>KNOWN</a:t>
            </a:r>
            <a:endParaRPr/>
          </a:p>
        </p:txBody>
      </p:sp>
      <p:sp>
        <p:nvSpPr>
          <p:cNvPr id="1317" name="Google Shape;1317;p59"/>
          <p:cNvSpPr/>
          <p:nvPr/>
        </p:nvSpPr>
        <p:spPr>
          <a:xfrm>
            <a:off x="2544763" y="3911600"/>
            <a:ext cx="1581150" cy="37465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accent2"/>
              </a:buClr>
              <a:buSzPts val="2400"/>
              <a:buFont typeface="Arial"/>
              <a:buNone/>
            </a:pPr>
            <a:r>
              <a:rPr lang="en-US" sz="2400">
                <a:solidFill>
                  <a:schemeClr val="accent2"/>
                </a:solidFill>
                <a:latin typeface="Arial"/>
                <a:ea typeface="Arial"/>
                <a:cs typeface="Arial"/>
                <a:sym typeface="Arial"/>
              </a:rPr>
              <a:t>Implicit</a:t>
            </a:r>
            <a:endParaRPr b="1" sz="2400">
              <a:solidFill>
                <a:schemeClr val="accent2"/>
              </a:solidFill>
              <a:latin typeface="Arial"/>
              <a:ea typeface="Arial"/>
              <a:cs typeface="Arial"/>
              <a:sym typeface="Arial"/>
            </a:endParaRPr>
          </a:p>
        </p:txBody>
      </p:sp>
      <p:sp>
        <p:nvSpPr>
          <p:cNvPr id="1318" name="Google Shape;1318;p59"/>
          <p:cNvSpPr/>
          <p:nvPr/>
        </p:nvSpPr>
        <p:spPr>
          <a:xfrm>
            <a:off x="700088" y="4646613"/>
            <a:ext cx="1728787" cy="37465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2400"/>
              <a:buFont typeface="Arial"/>
              <a:buNone/>
            </a:pPr>
            <a:r>
              <a:rPr i="1" lang="en-US" sz="2400">
                <a:solidFill>
                  <a:schemeClr val="dk1"/>
                </a:solidFill>
                <a:latin typeface="Arial"/>
                <a:ea typeface="Arial"/>
                <a:cs typeface="Arial"/>
                <a:sym typeface="Arial"/>
              </a:rPr>
              <a:t>u</a:t>
            </a:r>
            <a:r>
              <a:rPr lang="en-US" sz="2400">
                <a:solidFill>
                  <a:schemeClr val="dk1"/>
                </a:solidFill>
                <a:latin typeface="Arial"/>
                <a:ea typeface="Arial"/>
                <a:cs typeface="Arial"/>
                <a:sym typeface="Arial"/>
              </a:rPr>
              <a:t> = 0 m/s</a:t>
            </a:r>
            <a:endParaRPr b="1" i="1" sz="2400">
              <a:solidFill>
                <a:schemeClr val="dk1"/>
              </a:solidFill>
              <a:latin typeface="Arial"/>
              <a:ea typeface="Arial"/>
              <a:cs typeface="Arial"/>
              <a:sym typeface="Arial"/>
            </a:endParaRPr>
          </a:p>
        </p:txBody>
      </p:sp>
      <p:sp>
        <p:nvSpPr>
          <p:cNvPr id="1319" name="Google Shape;1319;p59"/>
          <p:cNvSpPr/>
          <p:nvPr/>
        </p:nvSpPr>
        <p:spPr>
          <a:xfrm>
            <a:off x="2543175" y="4641850"/>
            <a:ext cx="1674813" cy="37465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accent2"/>
              </a:buClr>
              <a:buSzPts val="2400"/>
              <a:buFont typeface="Arial"/>
              <a:buNone/>
            </a:pPr>
            <a:r>
              <a:rPr lang="en-US" sz="2400">
                <a:solidFill>
                  <a:schemeClr val="accent2"/>
                </a:solidFill>
                <a:latin typeface="Arial"/>
                <a:ea typeface="Arial"/>
                <a:cs typeface="Arial"/>
                <a:sym typeface="Arial"/>
              </a:rPr>
              <a:t>Implicit</a:t>
            </a:r>
            <a:endParaRPr b="1" sz="2400">
              <a:solidFill>
                <a:schemeClr val="accent2"/>
              </a:solidFill>
              <a:latin typeface="Arial"/>
              <a:ea typeface="Arial"/>
              <a:cs typeface="Arial"/>
              <a:sym typeface="Arial"/>
            </a:endParaRPr>
          </a:p>
        </p:txBody>
      </p:sp>
      <p:sp>
        <p:nvSpPr>
          <p:cNvPr id="1320" name="Google Shape;1320;p59"/>
          <p:cNvSpPr/>
          <p:nvPr/>
        </p:nvSpPr>
        <p:spPr>
          <a:xfrm>
            <a:off x="717550" y="4273550"/>
            <a:ext cx="2913063" cy="37465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2400"/>
              <a:buFont typeface="Arial"/>
              <a:buNone/>
            </a:pPr>
            <a:r>
              <a:rPr i="1" lang="en-US" sz="2400">
                <a:solidFill>
                  <a:schemeClr val="dk1"/>
                </a:solidFill>
                <a:latin typeface="Arial"/>
                <a:ea typeface="Arial"/>
                <a:cs typeface="Arial"/>
                <a:sym typeface="Arial"/>
              </a:rPr>
              <a:t>s</a:t>
            </a:r>
            <a:r>
              <a:rPr lang="en-US" sz="2400">
                <a:solidFill>
                  <a:schemeClr val="dk1"/>
                </a:solidFill>
                <a:latin typeface="Arial"/>
                <a:ea typeface="Arial"/>
                <a:cs typeface="Arial"/>
                <a:sym typeface="Arial"/>
              </a:rPr>
              <a:t> = -381 m</a:t>
            </a:r>
            <a:endParaRPr b="1" i="1" sz="2400">
              <a:solidFill>
                <a:schemeClr val="dk1"/>
              </a:solidFill>
              <a:latin typeface="Arial"/>
              <a:ea typeface="Arial"/>
              <a:cs typeface="Arial"/>
              <a:sym typeface="Arial"/>
            </a:endParaRPr>
          </a:p>
        </p:txBody>
      </p:sp>
      <p:sp>
        <p:nvSpPr>
          <p:cNvPr id="1321" name="Google Shape;1321;p59"/>
          <p:cNvSpPr/>
          <p:nvPr/>
        </p:nvSpPr>
        <p:spPr>
          <a:xfrm>
            <a:off x="2533650" y="4262438"/>
            <a:ext cx="1195388" cy="37465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accent2"/>
              </a:buClr>
              <a:buSzPts val="2400"/>
              <a:buFont typeface="Arial"/>
              <a:buNone/>
            </a:pPr>
            <a:r>
              <a:rPr lang="en-US" sz="2400">
                <a:solidFill>
                  <a:schemeClr val="accent2"/>
                </a:solidFill>
                <a:latin typeface="Arial"/>
                <a:ea typeface="Arial"/>
                <a:cs typeface="Arial"/>
                <a:sym typeface="Arial"/>
              </a:rPr>
              <a:t>Given</a:t>
            </a:r>
            <a:endParaRPr b="1" sz="2400">
              <a:solidFill>
                <a:schemeClr val="accent2"/>
              </a:solidFill>
              <a:latin typeface="Arial"/>
              <a:ea typeface="Arial"/>
              <a:cs typeface="Arial"/>
              <a:sym typeface="Arial"/>
            </a:endParaRPr>
          </a:p>
        </p:txBody>
      </p:sp>
      <p:sp>
        <p:nvSpPr>
          <p:cNvPr id="1322" name="Google Shape;1322;p59"/>
          <p:cNvSpPr/>
          <p:nvPr/>
        </p:nvSpPr>
        <p:spPr>
          <a:xfrm>
            <a:off x="723900" y="5140325"/>
            <a:ext cx="3074988" cy="374650"/>
          </a:xfrm>
          <a:prstGeom prst="rect">
            <a:avLst/>
          </a:prstGeom>
          <a:solidFill>
            <a:srgbClr val="FF0000"/>
          </a:solid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i="1" lang="en-US" sz="2400">
                <a:solidFill>
                  <a:schemeClr val="lt1"/>
                </a:solidFill>
                <a:latin typeface="Arial"/>
                <a:ea typeface="Arial"/>
                <a:cs typeface="Arial"/>
                <a:sym typeface="Arial"/>
              </a:rPr>
              <a:t>WANTED</a:t>
            </a:r>
            <a:endParaRPr/>
          </a:p>
        </p:txBody>
      </p:sp>
      <p:sp>
        <p:nvSpPr>
          <p:cNvPr id="1323" name="Google Shape;1323;p59"/>
          <p:cNvSpPr/>
          <p:nvPr/>
        </p:nvSpPr>
        <p:spPr>
          <a:xfrm>
            <a:off x="2581275" y="5116513"/>
            <a:ext cx="1085850" cy="374650"/>
          </a:xfrm>
          <a:prstGeom prst="rect">
            <a:avLst/>
          </a:prstGeom>
          <a:noFill/>
          <a:ln>
            <a:noFill/>
          </a:ln>
        </p:spPr>
        <p:txBody>
          <a:bodyPr anchorCtr="0" anchor="t" bIns="45700" lIns="91425" spcFirstLastPara="1" rIns="91425" wrap="square" tIns="45700">
            <a:noAutofit/>
          </a:bodyPr>
          <a:lstStyle/>
          <a:p>
            <a:pPr indent="0" lvl="0" marL="0" marR="0" rtl="0" algn="r">
              <a:lnSpc>
                <a:spcPct val="90000"/>
              </a:lnSpc>
              <a:spcBef>
                <a:spcPts val="0"/>
              </a:spcBef>
              <a:spcAft>
                <a:spcPts val="0"/>
              </a:spcAft>
              <a:buClr>
                <a:schemeClr val="lt1"/>
              </a:buClr>
              <a:buSzPts val="2400"/>
              <a:buFont typeface="Arial"/>
              <a:buNone/>
            </a:pPr>
            <a:r>
              <a:rPr i="1" lang="en-US" sz="2400">
                <a:solidFill>
                  <a:schemeClr val="lt1"/>
                </a:solidFill>
                <a:latin typeface="Arial"/>
                <a:ea typeface="Arial"/>
                <a:cs typeface="Arial"/>
                <a:sym typeface="Arial"/>
              </a:rPr>
              <a:t>v</a:t>
            </a:r>
            <a:r>
              <a:rPr lang="en-US" sz="2400">
                <a:solidFill>
                  <a:schemeClr val="lt1"/>
                </a:solidFill>
                <a:latin typeface="Arial"/>
                <a:ea typeface="Arial"/>
                <a:cs typeface="Arial"/>
                <a:sym typeface="Arial"/>
              </a:rPr>
              <a:t> = ?</a:t>
            </a:r>
            <a:endParaRPr i="1" sz="2400">
              <a:solidFill>
                <a:schemeClr val="lt1"/>
              </a:solidFill>
              <a:latin typeface="Arial"/>
              <a:ea typeface="Arial"/>
              <a:cs typeface="Arial"/>
              <a:sym typeface="Arial"/>
            </a:endParaRPr>
          </a:p>
        </p:txBody>
      </p:sp>
      <p:sp>
        <p:nvSpPr>
          <p:cNvPr id="1324" name="Google Shape;1324;p59"/>
          <p:cNvSpPr/>
          <p:nvPr/>
        </p:nvSpPr>
        <p:spPr>
          <a:xfrm>
            <a:off x="3836988" y="3494088"/>
            <a:ext cx="3065462" cy="374650"/>
          </a:xfrm>
          <a:prstGeom prst="rect">
            <a:avLst/>
          </a:prstGeom>
          <a:solidFill>
            <a:schemeClr val="accent2"/>
          </a:solid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chemeClr val="lt1"/>
              </a:buClr>
              <a:buSzPts val="2400"/>
              <a:buFont typeface="Arial"/>
              <a:buNone/>
            </a:pPr>
            <a:r>
              <a:rPr i="1" lang="en-US" sz="2400">
                <a:solidFill>
                  <a:schemeClr val="lt1"/>
                </a:solidFill>
                <a:latin typeface="Arial"/>
                <a:ea typeface="Arial"/>
                <a:cs typeface="Arial"/>
                <a:sym typeface="Arial"/>
              </a:rPr>
              <a:t>FORMULAS</a:t>
            </a:r>
            <a:endParaRPr/>
          </a:p>
        </p:txBody>
      </p:sp>
      <p:sp>
        <p:nvSpPr>
          <p:cNvPr id="1325" name="Google Shape;1325;p59"/>
          <p:cNvSpPr/>
          <p:nvPr/>
        </p:nvSpPr>
        <p:spPr>
          <a:xfrm>
            <a:off x="4213225" y="4240213"/>
            <a:ext cx="1936750" cy="355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2400"/>
              <a:buFont typeface="Arial"/>
              <a:buNone/>
            </a:pPr>
            <a:r>
              <a:rPr i="1" lang="en-US" sz="2400">
                <a:solidFill>
                  <a:schemeClr val="dk1"/>
                </a:solidFill>
                <a:latin typeface="Arial"/>
                <a:ea typeface="Arial"/>
                <a:cs typeface="Arial"/>
                <a:sym typeface="Arial"/>
              </a:rPr>
              <a:t>v</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u </a:t>
            </a:r>
            <a:r>
              <a:rPr lang="en-US" sz="2400">
                <a:solidFill>
                  <a:schemeClr val="dk1"/>
                </a:solidFill>
                <a:latin typeface="Arial"/>
                <a:ea typeface="Arial"/>
                <a:cs typeface="Arial"/>
                <a:sym typeface="Arial"/>
              </a:rPr>
              <a:t>+ </a:t>
            </a:r>
            <a:r>
              <a:rPr i="1" lang="en-US" sz="2400">
                <a:solidFill>
                  <a:schemeClr val="dk1"/>
                </a:solidFill>
                <a:latin typeface="Arial"/>
                <a:ea typeface="Arial"/>
                <a:cs typeface="Arial"/>
                <a:sym typeface="Arial"/>
              </a:rPr>
              <a:t>at</a:t>
            </a:r>
            <a:endParaRPr b="1" sz="2400">
              <a:solidFill>
                <a:schemeClr val="dk1"/>
              </a:solidFill>
              <a:latin typeface="Arial"/>
              <a:ea typeface="Arial"/>
              <a:cs typeface="Arial"/>
              <a:sym typeface="Arial"/>
            </a:endParaRPr>
          </a:p>
        </p:txBody>
      </p:sp>
      <p:sp>
        <p:nvSpPr>
          <p:cNvPr id="1326" name="Google Shape;1326;p59"/>
          <p:cNvSpPr/>
          <p:nvPr/>
        </p:nvSpPr>
        <p:spPr>
          <a:xfrm>
            <a:off x="4113213" y="4627563"/>
            <a:ext cx="2960687" cy="39687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2400"/>
              <a:buFont typeface="Arial"/>
              <a:buNone/>
            </a:pPr>
            <a:r>
              <a:rPr i="1" lang="en-US" sz="2400">
                <a:solidFill>
                  <a:schemeClr val="dk1"/>
                </a:solidFill>
                <a:latin typeface="Arial"/>
                <a:ea typeface="Arial"/>
                <a:cs typeface="Arial"/>
                <a:sym typeface="Arial"/>
              </a:rPr>
              <a:t>v</a:t>
            </a:r>
            <a:r>
              <a:rPr baseline="30000" lang="en-US" sz="2400">
                <a:solidFill>
                  <a:schemeClr val="dk1"/>
                </a:solidFill>
                <a:latin typeface="Arial"/>
                <a:ea typeface="Arial"/>
                <a:cs typeface="Arial"/>
                <a:sym typeface="Arial"/>
              </a:rPr>
              <a:t>2</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u</a:t>
            </a:r>
            <a:r>
              <a:rPr baseline="30000" lang="en-US" sz="2400">
                <a:solidFill>
                  <a:schemeClr val="dk1"/>
                </a:solidFill>
                <a:latin typeface="Arial"/>
                <a:ea typeface="Arial"/>
                <a:cs typeface="Arial"/>
                <a:sym typeface="Arial"/>
              </a:rPr>
              <a:t>2</a:t>
            </a:r>
            <a:r>
              <a:rPr lang="en-US" sz="2400">
                <a:solidFill>
                  <a:schemeClr val="dk1"/>
                </a:solidFill>
                <a:latin typeface="Arial"/>
                <a:ea typeface="Arial"/>
                <a:cs typeface="Arial"/>
                <a:sym typeface="Arial"/>
              </a:rPr>
              <a:t> + 2</a:t>
            </a:r>
            <a:r>
              <a:rPr i="1" lang="en-US" sz="2400">
                <a:solidFill>
                  <a:schemeClr val="dk1"/>
                </a:solidFill>
                <a:latin typeface="Arial"/>
                <a:ea typeface="Arial"/>
                <a:cs typeface="Arial"/>
                <a:sym typeface="Arial"/>
              </a:rPr>
              <a:t>a</a:t>
            </a:r>
            <a:r>
              <a:rPr lang="en-US" sz="2400">
                <a:solidFill>
                  <a:schemeClr val="dk1"/>
                </a:solidFill>
                <a:latin typeface="Arial"/>
                <a:ea typeface="Arial"/>
                <a:cs typeface="Arial"/>
                <a:sym typeface="Arial"/>
              </a:rPr>
              <a:t>s</a:t>
            </a:r>
            <a:endParaRPr/>
          </a:p>
        </p:txBody>
      </p:sp>
      <p:sp>
        <p:nvSpPr>
          <p:cNvPr id="1327" name="Google Shape;1327;p59"/>
          <p:cNvSpPr/>
          <p:nvPr/>
        </p:nvSpPr>
        <p:spPr>
          <a:xfrm>
            <a:off x="801688" y="5511800"/>
            <a:ext cx="3006725" cy="744538"/>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2400"/>
              <a:buFont typeface="Arial"/>
              <a:buNone/>
            </a:pPr>
            <a:r>
              <a:rPr b="1" lang="en-US" sz="2400">
                <a:solidFill>
                  <a:schemeClr val="dk1"/>
                </a:solidFill>
                <a:latin typeface="Arial"/>
                <a:ea typeface="Arial"/>
                <a:cs typeface="Arial"/>
                <a:sym typeface="Arial"/>
              </a:rPr>
              <a:t>∙</a:t>
            </a:r>
            <a:r>
              <a:rPr lang="en-US" sz="2400">
                <a:solidFill>
                  <a:schemeClr val="dk1"/>
                </a:solidFill>
                <a:latin typeface="Arial"/>
                <a:ea typeface="Arial"/>
                <a:cs typeface="Arial"/>
                <a:sym typeface="Arial"/>
              </a:rPr>
              <a:t>Since </a:t>
            </a:r>
            <a:r>
              <a:rPr i="1" lang="en-US" sz="2400">
                <a:solidFill>
                  <a:schemeClr val="dk1"/>
                </a:solidFill>
                <a:latin typeface="Arial"/>
                <a:ea typeface="Arial"/>
                <a:cs typeface="Arial"/>
                <a:sym typeface="Arial"/>
              </a:rPr>
              <a:t>t</a:t>
            </a:r>
            <a:r>
              <a:rPr lang="en-US" sz="2400">
                <a:solidFill>
                  <a:schemeClr val="dk1"/>
                </a:solidFill>
                <a:latin typeface="Arial"/>
                <a:ea typeface="Arial"/>
                <a:cs typeface="Arial"/>
                <a:sym typeface="Arial"/>
              </a:rPr>
              <a:t> is not known - drop the two eq’ns which have time in them.</a:t>
            </a:r>
            <a:endParaRPr/>
          </a:p>
        </p:txBody>
      </p:sp>
      <p:cxnSp>
        <p:nvCxnSpPr>
          <p:cNvPr id="1328" name="Google Shape;1328;p59"/>
          <p:cNvCxnSpPr/>
          <p:nvPr/>
        </p:nvCxnSpPr>
        <p:spPr>
          <a:xfrm>
            <a:off x="4295775" y="4413250"/>
            <a:ext cx="1484313" cy="33338"/>
          </a:xfrm>
          <a:prstGeom prst="straightConnector1">
            <a:avLst/>
          </a:prstGeom>
          <a:noFill/>
          <a:ln cap="flat" cmpd="sng" w="19050">
            <a:solidFill>
              <a:srgbClr val="FF0000"/>
            </a:solidFill>
            <a:prstDash val="solid"/>
            <a:round/>
            <a:headEnd len="med" w="med" type="none"/>
            <a:tailEnd len="med" w="med" type="none"/>
          </a:ln>
        </p:spPr>
      </p:cxnSp>
      <p:sp>
        <p:nvSpPr>
          <p:cNvPr id="1329" name="Google Shape;1329;p59"/>
          <p:cNvSpPr/>
          <p:nvPr/>
        </p:nvSpPr>
        <p:spPr>
          <a:xfrm>
            <a:off x="3789363" y="5137150"/>
            <a:ext cx="3121025" cy="374650"/>
          </a:xfrm>
          <a:prstGeom prst="rect">
            <a:avLst/>
          </a:prstGeom>
          <a:solidFill>
            <a:srgbClr val="008000"/>
          </a:solid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chemeClr val="lt1"/>
              </a:buClr>
              <a:buSzPts val="2400"/>
              <a:buFont typeface="Arial"/>
              <a:buNone/>
            </a:pPr>
            <a:r>
              <a:rPr i="1" lang="en-US" sz="2400">
                <a:solidFill>
                  <a:schemeClr val="lt1"/>
                </a:solidFill>
                <a:latin typeface="Arial"/>
                <a:ea typeface="Arial"/>
                <a:cs typeface="Arial"/>
                <a:sym typeface="Arial"/>
              </a:rPr>
              <a:t>SOLUTION</a:t>
            </a:r>
            <a:endParaRPr/>
          </a:p>
        </p:txBody>
      </p:sp>
      <p:grpSp>
        <p:nvGrpSpPr>
          <p:cNvPr id="1330" name="Google Shape;1330;p59"/>
          <p:cNvGrpSpPr/>
          <p:nvPr/>
        </p:nvGrpSpPr>
        <p:grpSpPr>
          <a:xfrm>
            <a:off x="4222750" y="3838575"/>
            <a:ext cx="3141663" cy="419100"/>
            <a:chOff x="2660" y="2418"/>
            <a:chExt cx="1979" cy="264"/>
          </a:xfrm>
        </p:grpSpPr>
        <p:sp>
          <p:nvSpPr>
            <p:cNvPr id="1331" name="Google Shape;1331;p59"/>
            <p:cNvSpPr/>
            <p:nvPr/>
          </p:nvSpPr>
          <p:spPr>
            <a:xfrm>
              <a:off x="2660" y="2447"/>
              <a:ext cx="1979" cy="202"/>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2400"/>
                <a:buFont typeface="Arial"/>
                <a:buNone/>
              </a:pPr>
              <a:r>
                <a:rPr i="1" lang="en-US" sz="2400">
                  <a:solidFill>
                    <a:schemeClr val="dk1"/>
                  </a:solidFill>
                  <a:latin typeface="Arial"/>
                  <a:ea typeface="Arial"/>
                  <a:cs typeface="Arial"/>
                  <a:sym typeface="Arial"/>
                </a:rPr>
                <a:t>s </a:t>
              </a:r>
              <a:r>
                <a:rPr lang="en-US" sz="2400">
                  <a:solidFill>
                    <a:schemeClr val="dk1"/>
                  </a:solidFill>
                  <a:latin typeface="Arial"/>
                  <a:ea typeface="Arial"/>
                  <a:cs typeface="Arial"/>
                  <a:sym typeface="Arial"/>
                </a:rPr>
                <a:t>= </a:t>
              </a:r>
              <a:r>
                <a:rPr i="1" lang="en-US" sz="2400">
                  <a:solidFill>
                    <a:schemeClr val="dk1"/>
                  </a:solidFill>
                  <a:latin typeface="Arial"/>
                  <a:ea typeface="Arial"/>
                  <a:cs typeface="Arial"/>
                  <a:sym typeface="Arial"/>
                </a:rPr>
                <a:t>ut</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at</a:t>
              </a:r>
              <a:r>
                <a:rPr baseline="30000" lang="en-US" sz="2400">
                  <a:solidFill>
                    <a:schemeClr val="dk1"/>
                  </a:solidFill>
                  <a:latin typeface="Arial"/>
                  <a:ea typeface="Arial"/>
                  <a:cs typeface="Arial"/>
                  <a:sym typeface="Arial"/>
                </a:rPr>
                <a:t>2</a:t>
              </a:r>
              <a:endParaRPr sz="2400">
                <a:solidFill>
                  <a:schemeClr val="dk1"/>
                </a:solidFill>
                <a:latin typeface="Arial"/>
                <a:ea typeface="Arial"/>
                <a:cs typeface="Arial"/>
                <a:sym typeface="Arial"/>
              </a:endParaRPr>
            </a:p>
          </p:txBody>
        </p:sp>
        <p:sp>
          <p:nvSpPr>
            <p:cNvPr id="1332" name="Google Shape;1332;p59"/>
            <p:cNvSpPr/>
            <p:nvPr/>
          </p:nvSpPr>
          <p:spPr>
            <a:xfrm>
              <a:off x="3342" y="2418"/>
              <a:ext cx="204" cy="264"/>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chemeClr val="dk1"/>
                </a:buClr>
                <a:buSzPts val="1600"/>
                <a:buFont typeface="Arial"/>
                <a:buNone/>
              </a:pPr>
              <a:r>
                <a:rPr b="1" lang="en-US" sz="1600" u="sng">
                  <a:solidFill>
                    <a:schemeClr val="dk1"/>
                  </a:solidFill>
                  <a:latin typeface="Arial"/>
                  <a:ea typeface="Arial"/>
                  <a:cs typeface="Arial"/>
                  <a:sym typeface="Arial"/>
                </a:rPr>
                <a:t>1</a:t>
              </a:r>
              <a:endParaRPr/>
            </a:p>
            <a:p>
              <a:pPr indent="0" lvl="0" marL="0" marR="0" rtl="0" algn="ctr">
                <a:lnSpc>
                  <a:spcPct val="90000"/>
                </a:lnSpc>
                <a:spcBef>
                  <a:spcPts val="0"/>
                </a:spcBef>
                <a:spcAft>
                  <a:spcPts val="0"/>
                </a:spcAft>
                <a:buClr>
                  <a:schemeClr val="dk1"/>
                </a:buClr>
                <a:buSzPts val="1600"/>
                <a:buFont typeface="Arial"/>
                <a:buNone/>
              </a:pPr>
              <a:r>
                <a:rPr b="1" lang="en-US" sz="1600">
                  <a:solidFill>
                    <a:schemeClr val="dk1"/>
                  </a:solidFill>
                  <a:latin typeface="Arial"/>
                  <a:ea typeface="Arial"/>
                  <a:cs typeface="Arial"/>
                  <a:sym typeface="Arial"/>
                </a:rPr>
                <a:t>2</a:t>
              </a:r>
              <a:endParaRPr b="1" sz="1600">
                <a:solidFill>
                  <a:schemeClr val="dk1"/>
                </a:solidFill>
                <a:latin typeface="Arial"/>
                <a:ea typeface="Arial"/>
                <a:cs typeface="Arial"/>
                <a:sym typeface="Arial"/>
              </a:endParaRPr>
            </a:p>
          </p:txBody>
        </p:sp>
      </p:grpSp>
      <p:sp>
        <p:nvSpPr>
          <p:cNvPr id="1333" name="Google Shape;1333;p59"/>
          <p:cNvSpPr/>
          <p:nvPr/>
        </p:nvSpPr>
        <p:spPr>
          <a:xfrm>
            <a:off x="3775075" y="5583238"/>
            <a:ext cx="2960688" cy="39687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2400"/>
              <a:buFont typeface="Arial"/>
              <a:buNone/>
            </a:pPr>
            <a:r>
              <a:rPr i="1" lang="en-US" sz="2400">
                <a:solidFill>
                  <a:schemeClr val="dk1"/>
                </a:solidFill>
                <a:latin typeface="Arial"/>
                <a:ea typeface="Arial"/>
                <a:cs typeface="Arial"/>
                <a:sym typeface="Arial"/>
              </a:rPr>
              <a:t>v</a:t>
            </a:r>
            <a:r>
              <a:rPr baseline="30000" lang="en-US" sz="2400">
                <a:solidFill>
                  <a:schemeClr val="dk1"/>
                </a:solidFill>
                <a:latin typeface="Arial"/>
                <a:ea typeface="Arial"/>
                <a:cs typeface="Arial"/>
                <a:sym typeface="Arial"/>
              </a:rPr>
              <a:t>2</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u</a:t>
            </a:r>
            <a:r>
              <a:rPr baseline="30000" lang="en-US" sz="2400">
                <a:solidFill>
                  <a:schemeClr val="dk1"/>
                </a:solidFill>
                <a:latin typeface="Arial"/>
                <a:ea typeface="Arial"/>
                <a:cs typeface="Arial"/>
                <a:sym typeface="Arial"/>
              </a:rPr>
              <a:t>2</a:t>
            </a:r>
            <a:r>
              <a:rPr lang="en-US" sz="2400">
                <a:solidFill>
                  <a:schemeClr val="dk1"/>
                </a:solidFill>
                <a:latin typeface="Arial"/>
                <a:ea typeface="Arial"/>
                <a:cs typeface="Arial"/>
                <a:sym typeface="Arial"/>
              </a:rPr>
              <a:t> + 2</a:t>
            </a:r>
            <a:r>
              <a:rPr i="1" lang="en-US" sz="2400">
                <a:solidFill>
                  <a:schemeClr val="dk1"/>
                </a:solidFill>
                <a:latin typeface="Arial"/>
                <a:ea typeface="Arial"/>
                <a:cs typeface="Arial"/>
                <a:sym typeface="Arial"/>
              </a:rPr>
              <a:t>a</a:t>
            </a:r>
            <a:r>
              <a:rPr lang="en-US" sz="2400">
                <a:solidFill>
                  <a:schemeClr val="dk1"/>
                </a:solidFill>
                <a:latin typeface="Arial"/>
                <a:ea typeface="Arial"/>
                <a:cs typeface="Arial"/>
                <a:sym typeface="Arial"/>
              </a:rPr>
              <a:t>s</a:t>
            </a:r>
            <a:endParaRPr/>
          </a:p>
        </p:txBody>
      </p:sp>
      <p:sp>
        <p:nvSpPr>
          <p:cNvPr id="1334" name="Google Shape;1334;p59"/>
          <p:cNvSpPr/>
          <p:nvPr/>
        </p:nvSpPr>
        <p:spPr>
          <a:xfrm>
            <a:off x="3773488" y="5965825"/>
            <a:ext cx="3575050" cy="39687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2400"/>
              <a:buFont typeface="Arial"/>
              <a:buNone/>
            </a:pPr>
            <a:r>
              <a:rPr i="1" lang="en-US" sz="2400">
                <a:solidFill>
                  <a:schemeClr val="dk1"/>
                </a:solidFill>
                <a:latin typeface="Arial"/>
                <a:ea typeface="Arial"/>
                <a:cs typeface="Arial"/>
                <a:sym typeface="Arial"/>
              </a:rPr>
              <a:t>v</a:t>
            </a:r>
            <a:r>
              <a:rPr baseline="30000" lang="en-US" sz="2400">
                <a:solidFill>
                  <a:schemeClr val="dk1"/>
                </a:solidFill>
                <a:latin typeface="Arial"/>
                <a:ea typeface="Arial"/>
                <a:cs typeface="Arial"/>
                <a:sym typeface="Arial"/>
              </a:rPr>
              <a:t>2</a:t>
            </a:r>
            <a:r>
              <a:rPr lang="en-US" sz="2400">
                <a:solidFill>
                  <a:schemeClr val="dk1"/>
                </a:solidFill>
                <a:latin typeface="Arial"/>
                <a:ea typeface="Arial"/>
                <a:cs typeface="Arial"/>
                <a:sym typeface="Arial"/>
              </a:rPr>
              <a:t> = 0</a:t>
            </a:r>
            <a:r>
              <a:rPr baseline="30000" lang="en-US" sz="2400">
                <a:solidFill>
                  <a:schemeClr val="dk1"/>
                </a:solidFill>
                <a:latin typeface="Arial"/>
                <a:ea typeface="Arial"/>
                <a:cs typeface="Arial"/>
                <a:sym typeface="Arial"/>
              </a:rPr>
              <a:t>2</a:t>
            </a:r>
            <a:r>
              <a:rPr lang="en-US" sz="2400">
                <a:solidFill>
                  <a:schemeClr val="dk1"/>
                </a:solidFill>
                <a:latin typeface="Arial"/>
                <a:ea typeface="Arial"/>
                <a:cs typeface="Arial"/>
                <a:sym typeface="Arial"/>
              </a:rPr>
              <a:t>+ 2(-10)(-381)</a:t>
            </a:r>
            <a:endParaRPr/>
          </a:p>
        </p:txBody>
      </p:sp>
      <p:sp>
        <p:nvSpPr>
          <p:cNvPr id="1335" name="Google Shape;1335;p59"/>
          <p:cNvSpPr/>
          <p:nvPr/>
        </p:nvSpPr>
        <p:spPr>
          <a:xfrm>
            <a:off x="3889375" y="6346825"/>
            <a:ext cx="3081338" cy="39687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2400"/>
              <a:buFont typeface="Arial"/>
              <a:buNone/>
            </a:pPr>
            <a:r>
              <a:rPr i="1" lang="en-US" sz="2400">
                <a:solidFill>
                  <a:schemeClr val="dk1"/>
                </a:solidFill>
                <a:latin typeface="Arial"/>
                <a:ea typeface="Arial"/>
                <a:cs typeface="Arial"/>
                <a:sym typeface="Arial"/>
              </a:rPr>
              <a:t>v</a:t>
            </a:r>
            <a:r>
              <a:rPr lang="en-US" sz="2400">
                <a:solidFill>
                  <a:schemeClr val="dk1"/>
                </a:solidFill>
                <a:latin typeface="Arial"/>
                <a:ea typeface="Arial"/>
                <a:cs typeface="Arial"/>
                <a:sym typeface="Arial"/>
              </a:rPr>
              <a:t> = -87 m</a:t>
            </a:r>
            <a:r>
              <a:rPr baseline="-25000"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s</a:t>
            </a:r>
            <a:r>
              <a:rPr baseline="30000" lang="en-US" sz="2400">
                <a:solidFill>
                  <a:schemeClr val="dk1"/>
                </a:solidFill>
                <a:latin typeface="Arial"/>
                <a:ea typeface="Arial"/>
                <a:cs typeface="Arial"/>
                <a:sym typeface="Arial"/>
              </a:rPr>
              <a:t>-1</a:t>
            </a:r>
            <a:endParaRPr sz="2400">
              <a:solidFill>
                <a:schemeClr val="dk1"/>
              </a:solidFill>
              <a:latin typeface="Arial"/>
              <a:ea typeface="Arial"/>
              <a:cs typeface="Arial"/>
              <a:sym typeface="Arial"/>
            </a:endParaRPr>
          </a:p>
        </p:txBody>
      </p:sp>
      <p:pic>
        <p:nvPicPr>
          <p:cNvPr id="1336" name="Google Shape;1336;p59"/>
          <p:cNvPicPr preferRelativeResize="0"/>
          <p:nvPr/>
        </p:nvPicPr>
        <p:blipFill rotWithShape="1">
          <a:blip r:embed="rId3">
            <a:alphaModFix/>
          </a:blip>
          <a:srcRect b="0" l="0" r="0" t="0"/>
          <a:stretch/>
        </p:blipFill>
        <p:spPr>
          <a:xfrm>
            <a:off x="6918325" y="0"/>
            <a:ext cx="2225675" cy="6858000"/>
          </a:xfrm>
          <a:prstGeom prst="rect">
            <a:avLst/>
          </a:prstGeom>
          <a:noFill/>
          <a:ln>
            <a:noFill/>
          </a:ln>
        </p:spPr>
      </p:pic>
      <p:sp>
        <p:nvSpPr>
          <p:cNvPr id="1337" name="Google Shape;1337;p59"/>
          <p:cNvSpPr/>
          <p:nvPr/>
        </p:nvSpPr>
        <p:spPr>
          <a:xfrm>
            <a:off x="7688263" y="0"/>
            <a:ext cx="120650" cy="120650"/>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cxnSp>
        <p:nvCxnSpPr>
          <p:cNvPr id="1338" name="Google Shape;1338;p59"/>
          <p:cNvCxnSpPr/>
          <p:nvPr/>
        </p:nvCxnSpPr>
        <p:spPr>
          <a:xfrm>
            <a:off x="4278313" y="4051300"/>
            <a:ext cx="1730375" cy="26988"/>
          </a:xfrm>
          <a:prstGeom prst="straightConnector1">
            <a:avLst/>
          </a:prstGeom>
          <a:noFill/>
          <a:ln cap="flat" cmpd="sng" w="19050">
            <a:solidFill>
              <a:srgbClr val="FF0000"/>
            </a:solidFill>
            <a:prstDash val="solid"/>
            <a:round/>
            <a:headEnd len="med" w="med" type="none"/>
            <a:tailEnd len="med" w="med"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14">
                                            <p:txEl>
                                              <p:pRg end="0" st="0"/>
                                            </p:txEl>
                                          </p:spTgt>
                                        </p:tgtEl>
                                        <p:attrNameLst>
                                          <p:attrName>style.visibility</p:attrName>
                                        </p:attrNameLst>
                                      </p:cBhvr>
                                      <p:to>
                                        <p:strVal val="visible"/>
                                      </p:to>
                                    </p:set>
                                    <p:anim calcmode="lin" valueType="num">
                                      <p:cBhvr additive="base">
                                        <p:cTn dur="500"/>
                                        <p:tgtEl>
                                          <p:spTgt spid="1314">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14">
                                            <p:txEl>
                                              <p:pRg end="1" st="1"/>
                                            </p:txEl>
                                          </p:spTgt>
                                        </p:tgtEl>
                                        <p:attrNameLst>
                                          <p:attrName>style.visibility</p:attrName>
                                        </p:attrNameLst>
                                      </p:cBhvr>
                                      <p:to>
                                        <p:strVal val="visible"/>
                                      </p:to>
                                    </p:set>
                                    <p:anim calcmode="lin" valueType="num">
                                      <p:cBhvr additive="base">
                                        <p:cTn dur="500"/>
                                        <p:tgtEl>
                                          <p:spTgt spid="1314">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14">
                                            <p:txEl>
                                              <p:pRg end="2" st="2"/>
                                            </p:txEl>
                                          </p:spTgt>
                                        </p:tgtEl>
                                        <p:attrNameLst>
                                          <p:attrName>style.visibility</p:attrName>
                                        </p:attrNameLst>
                                      </p:cBhvr>
                                      <p:to>
                                        <p:strVal val="visible"/>
                                      </p:to>
                                    </p:set>
                                    <p:anim calcmode="lin" valueType="num">
                                      <p:cBhvr additive="base">
                                        <p:cTn dur="500"/>
                                        <p:tgtEl>
                                          <p:spTgt spid="1314">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14">
                                            <p:txEl>
                                              <p:pRg end="3" st="3"/>
                                            </p:txEl>
                                          </p:spTgt>
                                        </p:tgtEl>
                                        <p:attrNameLst>
                                          <p:attrName>style.visibility</p:attrName>
                                        </p:attrNameLst>
                                      </p:cBhvr>
                                      <p:to>
                                        <p:strVal val="visible"/>
                                      </p:to>
                                    </p:set>
                                    <p:anim calcmode="lin" valueType="num">
                                      <p:cBhvr additive="base">
                                        <p:cTn dur="500"/>
                                        <p:tgtEl>
                                          <p:spTgt spid="1314">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6"/>
                                        </p:tgtEl>
                                        <p:attrNameLst>
                                          <p:attrName>style.visibility</p:attrName>
                                        </p:attrNameLst>
                                      </p:cBhvr>
                                      <p:to>
                                        <p:strVal val="visible"/>
                                      </p:to>
                                    </p:set>
                                    <p:animEffect filter="fade" transition="in">
                                      <p:cBhvr>
                                        <p:cTn dur="500"/>
                                        <p:tgtEl>
                                          <p:spTgt spid="131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5"/>
                                        </p:tgtEl>
                                        <p:attrNameLst>
                                          <p:attrName>style.visibility</p:attrName>
                                        </p:attrNameLst>
                                      </p:cBhvr>
                                      <p:to>
                                        <p:strVal val="visible"/>
                                      </p:to>
                                    </p:set>
                                    <p:animEffect filter="fade" transition="in">
                                      <p:cBhvr>
                                        <p:cTn dur="500"/>
                                        <p:tgtEl>
                                          <p:spTgt spid="131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7"/>
                                        </p:tgtEl>
                                        <p:attrNameLst>
                                          <p:attrName>style.visibility</p:attrName>
                                        </p:attrNameLst>
                                      </p:cBhvr>
                                      <p:to>
                                        <p:strVal val="visible"/>
                                      </p:to>
                                    </p:set>
                                    <p:animEffect filter="fade" transition="in">
                                      <p:cBhvr>
                                        <p:cTn dur="500"/>
                                        <p:tgtEl>
                                          <p:spTgt spid="131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20"/>
                                        </p:tgtEl>
                                        <p:attrNameLst>
                                          <p:attrName>style.visibility</p:attrName>
                                        </p:attrNameLst>
                                      </p:cBhvr>
                                      <p:to>
                                        <p:strVal val="visible"/>
                                      </p:to>
                                    </p:set>
                                    <p:animEffect filter="fade" transition="in">
                                      <p:cBhvr>
                                        <p:cTn dur="500"/>
                                        <p:tgtEl>
                                          <p:spTgt spid="132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21"/>
                                        </p:tgtEl>
                                        <p:attrNameLst>
                                          <p:attrName>style.visibility</p:attrName>
                                        </p:attrNameLst>
                                      </p:cBhvr>
                                      <p:to>
                                        <p:strVal val="visible"/>
                                      </p:to>
                                    </p:set>
                                    <p:animEffect filter="fade" transition="in">
                                      <p:cBhvr>
                                        <p:cTn dur="500"/>
                                        <p:tgtEl>
                                          <p:spTgt spid="132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8"/>
                                        </p:tgtEl>
                                        <p:attrNameLst>
                                          <p:attrName>style.visibility</p:attrName>
                                        </p:attrNameLst>
                                      </p:cBhvr>
                                      <p:to>
                                        <p:strVal val="visible"/>
                                      </p:to>
                                    </p:set>
                                    <p:animEffect filter="fade" transition="in">
                                      <p:cBhvr>
                                        <p:cTn dur="500"/>
                                        <p:tgtEl>
                                          <p:spTgt spid="131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9"/>
                                        </p:tgtEl>
                                        <p:attrNameLst>
                                          <p:attrName>style.visibility</p:attrName>
                                        </p:attrNameLst>
                                      </p:cBhvr>
                                      <p:to>
                                        <p:strVal val="visible"/>
                                      </p:to>
                                    </p:set>
                                    <p:animEffect filter="fade" transition="in">
                                      <p:cBhvr>
                                        <p:cTn dur="500"/>
                                        <p:tgtEl>
                                          <p:spTgt spid="131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22"/>
                                        </p:tgtEl>
                                        <p:attrNameLst>
                                          <p:attrName>style.visibility</p:attrName>
                                        </p:attrNameLst>
                                      </p:cBhvr>
                                      <p:to>
                                        <p:strVal val="visible"/>
                                      </p:to>
                                    </p:set>
                                    <p:animEffect filter="fade" transition="in">
                                      <p:cBhvr>
                                        <p:cTn dur="500"/>
                                        <p:tgtEl>
                                          <p:spTgt spid="132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23"/>
                                        </p:tgtEl>
                                        <p:attrNameLst>
                                          <p:attrName>style.visibility</p:attrName>
                                        </p:attrNameLst>
                                      </p:cBhvr>
                                      <p:to>
                                        <p:strVal val="visible"/>
                                      </p:to>
                                    </p:set>
                                    <p:animEffect filter="fade" transition="in">
                                      <p:cBhvr>
                                        <p:cTn dur="500"/>
                                        <p:tgtEl>
                                          <p:spTgt spid="132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24"/>
                                        </p:tgtEl>
                                        <p:attrNameLst>
                                          <p:attrName>style.visibility</p:attrName>
                                        </p:attrNameLst>
                                      </p:cBhvr>
                                      <p:to>
                                        <p:strVal val="visible"/>
                                      </p:to>
                                    </p:set>
                                    <p:animEffect filter="fade" transition="in">
                                      <p:cBhvr>
                                        <p:cTn dur="500"/>
                                        <p:tgtEl>
                                          <p:spTgt spid="132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30"/>
                                        </p:tgtEl>
                                        <p:attrNameLst>
                                          <p:attrName>style.visibility</p:attrName>
                                        </p:attrNameLst>
                                      </p:cBhvr>
                                      <p:to>
                                        <p:strVal val="visible"/>
                                      </p:to>
                                    </p:set>
                                    <p:animEffect filter="fade" transition="in">
                                      <p:cBhvr>
                                        <p:cTn dur="500"/>
                                        <p:tgtEl>
                                          <p:spTgt spid="133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25"/>
                                        </p:tgtEl>
                                        <p:attrNameLst>
                                          <p:attrName>style.visibility</p:attrName>
                                        </p:attrNameLst>
                                      </p:cBhvr>
                                      <p:to>
                                        <p:strVal val="visible"/>
                                      </p:to>
                                    </p:set>
                                    <p:animEffect filter="fade" transition="in">
                                      <p:cBhvr>
                                        <p:cTn dur="500"/>
                                        <p:tgtEl>
                                          <p:spTgt spid="132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26"/>
                                        </p:tgtEl>
                                        <p:attrNameLst>
                                          <p:attrName>style.visibility</p:attrName>
                                        </p:attrNameLst>
                                      </p:cBhvr>
                                      <p:to>
                                        <p:strVal val="visible"/>
                                      </p:to>
                                    </p:set>
                                    <p:animEffect filter="fade" transition="in">
                                      <p:cBhvr>
                                        <p:cTn dur="500"/>
                                        <p:tgtEl>
                                          <p:spTgt spid="132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27"/>
                                        </p:tgtEl>
                                        <p:attrNameLst>
                                          <p:attrName>style.visibility</p:attrName>
                                        </p:attrNameLst>
                                      </p:cBhvr>
                                      <p:to>
                                        <p:strVal val="visible"/>
                                      </p:to>
                                    </p:set>
                                    <p:animEffect filter="fade" transition="in">
                                      <p:cBhvr>
                                        <p:cTn dur="500"/>
                                        <p:tgtEl>
                                          <p:spTgt spid="132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28"/>
                                        </p:tgtEl>
                                        <p:attrNameLst>
                                          <p:attrName>style.visibility</p:attrName>
                                        </p:attrNameLst>
                                      </p:cBhvr>
                                      <p:to>
                                        <p:strVal val="visible"/>
                                      </p:to>
                                    </p:set>
                                    <p:animEffect filter="fade" transition="in">
                                      <p:cBhvr>
                                        <p:cTn dur="500"/>
                                        <p:tgtEl>
                                          <p:spTgt spid="132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38"/>
                                        </p:tgtEl>
                                        <p:attrNameLst>
                                          <p:attrName>style.visibility</p:attrName>
                                        </p:attrNameLst>
                                      </p:cBhvr>
                                      <p:to>
                                        <p:strVal val="visible"/>
                                      </p:to>
                                    </p:set>
                                    <p:animEffect filter="fade" transition="in">
                                      <p:cBhvr>
                                        <p:cTn dur="500"/>
                                        <p:tgtEl>
                                          <p:spTgt spid="133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29"/>
                                        </p:tgtEl>
                                        <p:attrNameLst>
                                          <p:attrName>style.visibility</p:attrName>
                                        </p:attrNameLst>
                                      </p:cBhvr>
                                      <p:to>
                                        <p:strVal val="visible"/>
                                      </p:to>
                                    </p:set>
                                    <p:animEffect filter="fade" transition="in">
                                      <p:cBhvr>
                                        <p:cTn dur="500"/>
                                        <p:tgtEl>
                                          <p:spTgt spid="132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33"/>
                                        </p:tgtEl>
                                        <p:attrNameLst>
                                          <p:attrName>style.visibility</p:attrName>
                                        </p:attrNameLst>
                                      </p:cBhvr>
                                      <p:to>
                                        <p:strVal val="visible"/>
                                      </p:to>
                                    </p:set>
                                    <p:animEffect filter="fade" transition="in">
                                      <p:cBhvr>
                                        <p:cTn dur="500"/>
                                        <p:tgtEl>
                                          <p:spTgt spid="133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34"/>
                                        </p:tgtEl>
                                        <p:attrNameLst>
                                          <p:attrName>style.visibility</p:attrName>
                                        </p:attrNameLst>
                                      </p:cBhvr>
                                      <p:to>
                                        <p:strVal val="visible"/>
                                      </p:to>
                                    </p:set>
                                    <p:animEffect filter="fade" transition="in">
                                      <p:cBhvr>
                                        <p:cTn dur="500"/>
                                        <p:tgtEl>
                                          <p:spTgt spid="133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35"/>
                                        </p:tgtEl>
                                        <p:attrNameLst>
                                          <p:attrName>style.visibility</p:attrName>
                                        </p:attrNameLst>
                                      </p:cBhvr>
                                      <p:to>
                                        <p:strVal val="visible"/>
                                      </p:to>
                                    </p:set>
                                    <p:animEffect filter="fade" transition="in">
                                      <p:cBhvr>
                                        <p:cTn dur="500"/>
                                        <p:tgtEl>
                                          <p:spTgt spid="133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3" name="Shape 1343"/>
        <p:cNvGrpSpPr/>
        <p:nvPr/>
      </p:nvGrpSpPr>
      <p:grpSpPr>
        <a:xfrm>
          <a:off x="0" y="0"/>
          <a:ext cx="0" cy="0"/>
          <a:chOff x="0" y="0"/>
          <a:chExt cx="0" cy="0"/>
        </a:xfrm>
      </p:grpSpPr>
      <p:sp>
        <p:nvSpPr>
          <p:cNvPr id="1344" name="Google Shape;1344;p60"/>
          <p:cNvSpPr/>
          <p:nvPr/>
        </p:nvSpPr>
        <p:spPr>
          <a:xfrm>
            <a:off x="685800" y="1549400"/>
            <a:ext cx="6227763" cy="749300"/>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accent2"/>
              </a:buClr>
              <a:buSzPts val="2400"/>
              <a:buFont typeface="Arial"/>
              <a:buNone/>
            </a:pPr>
            <a:r>
              <a:rPr i="1" lang="en-US" sz="2400">
                <a:solidFill>
                  <a:schemeClr val="accent2"/>
                </a:solidFill>
                <a:latin typeface="Arial"/>
                <a:ea typeface="Arial"/>
                <a:cs typeface="Arial"/>
                <a:sym typeface="Arial"/>
              </a:rPr>
              <a:t>Solving problems using equations of motion for uniform acceleration</a:t>
            </a:r>
            <a:endParaRPr/>
          </a:p>
        </p:txBody>
      </p:sp>
      <p:sp>
        <p:nvSpPr>
          <p:cNvPr id="1345" name="Google Shape;1345;p60"/>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2: Mechanics</a:t>
            </a:r>
            <a:br>
              <a:rPr b="1" lang="en-US" sz="2800"/>
            </a:br>
            <a:r>
              <a:rPr lang="en-US" sz="2800">
                <a:solidFill>
                  <a:schemeClr val="dk1"/>
                </a:solidFill>
              </a:rPr>
              <a:t>2.1 – Motion</a:t>
            </a:r>
            <a:endParaRPr/>
          </a:p>
        </p:txBody>
      </p:sp>
      <p:sp>
        <p:nvSpPr>
          <p:cNvPr id="1346" name="Google Shape;1346;p60"/>
          <p:cNvSpPr/>
          <p:nvPr/>
        </p:nvSpPr>
        <p:spPr>
          <a:xfrm>
            <a:off x="674688" y="2314575"/>
            <a:ext cx="6235700" cy="4543425"/>
          </a:xfrm>
          <a:prstGeom prst="rect">
            <a:avLst/>
          </a:prstGeom>
          <a:solidFill>
            <a:srgbClr val="FFFFCC"/>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rPr lang="en-US" sz="2400">
                <a:solidFill>
                  <a:schemeClr val="dk1"/>
                </a:solidFill>
                <a:latin typeface="Arial"/>
                <a:ea typeface="Arial"/>
                <a:cs typeface="Arial"/>
                <a:sym typeface="Arial"/>
              </a:rPr>
              <a:t>EXAMPLE: A ball is dropped off of the Empire State Building (381 m tall). How long does it take to reach the ground?</a:t>
            </a:r>
            <a:endParaRPr sz="2400">
              <a:solidFill>
                <a:schemeClr val="dk1"/>
              </a:solidFill>
              <a:latin typeface="Arial"/>
              <a:ea typeface="Arial"/>
              <a:cs typeface="Arial"/>
              <a:sym typeface="Arial"/>
            </a:endParaRPr>
          </a:p>
          <a:p>
            <a:pPr indent="0" lvl="0" marL="0" marR="0" rtl="0" algn="l">
              <a:spcBef>
                <a:spcPts val="480"/>
              </a:spcBef>
              <a:spcAft>
                <a:spcPts val="0"/>
              </a:spcAft>
              <a:buClr>
                <a:schemeClr val="dk1"/>
              </a:buClr>
              <a:buSzPts val="2400"/>
              <a:buFont typeface="Arial"/>
              <a:buNone/>
            </a:pPr>
            <a:r>
              <a:t/>
            </a:r>
            <a:endParaRPr sz="2400">
              <a:solidFill>
                <a:schemeClr val="dk1"/>
              </a:solidFill>
              <a:latin typeface="Arial"/>
              <a:ea typeface="Arial"/>
              <a:cs typeface="Arial"/>
              <a:sym typeface="Arial"/>
            </a:endParaRPr>
          </a:p>
          <a:p>
            <a:pPr indent="0" lvl="0" marL="0" marR="0" rtl="0" algn="l">
              <a:spcBef>
                <a:spcPts val="480"/>
              </a:spcBef>
              <a:spcAft>
                <a:spcPts val="0"/>
              </a:spcAft>
              <a:buClr>
                <a:schemeClr val="dk1"/>
              </a:buClr>
              <a:buSzPts val="2400"/>
              <a:buFont typeface="Arial"/>
              <a:buNone/>
            </a:pPr>
            <a:r>
              <a:t/>
            </a:r>
            <a:endParaRPr sz="2400">
              <a:solidFill>
                <a:schemeClr val="dk1"/>
              </a:solidFill>
              <a:latin typeface="Arial"/>
              <a:ea typeface="Arial"/>
              <a:cs typeface="Arial"/>
              <a:sym typeface="Arial"/>
            </a:endParaRPr>
          </a:p>
        </p:txBody>
      </p:sp>
      <p:sp>
        <p:nvSpPr>
          <p:cNvPr id="1347" name="Google Shape;1347;p60"/>
          <p:cNvSpPr/>
          <p:nvPr/>
        </p:nvSpPr>
        <p:spPr>
          <a:xfrm>
            <a:off x="704850" y="4024313"/>
            <a:ext cx="2109788" cy="37465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2400"/>
              <a:buFont typeface="Arial"/>
              <a:buNone/>
            </a:pPr>
            <a:r>
              <a:rPr i="1" lang="en-US" sz="2400">
                <a:solidFill>
                  <a:schemeClr val="dk1"/>
                </a:solidFill>
                <a:latin typeface="Arial"/>
                <a:ea typeface="Arial"/>
                <a:cs typeface="Arial"/>
                <a:sym typeface="Arial"/>
              </a:rPr>
              <a:t>a</a:t>
            </a:r>
            <a:r>
              <a:rPr lang="en-US" sz="2400">
                <a:solidFill>
                  <a:schemeClr val="dk1"/>
                </a:solidFill>
                <a:latin typeface="Arial"/>
                <a:ea typeface="Arial"/>
                <a:cs typeface="Arial"/>
                <a:sym typeface="Arial"/>
              </a:rPr>
              <a:t> = -10 m/s</a:t>
            </a:r>
            <a:r>
              <a:rPr baseline="30000" lang="en-US" sz="2400">
                <a:solidFill>
                  <a:schemeClr val="dk1"/>
                </a:solidFill>
                <a:latin typeface="Arial"/>
                <a:ea typeface="Arial"/>
                <a:cs typeface="Arial"/>
                <a:sym typeface="Arial"/>
              </a:rPr>
              <a:t>2</a:t>
            </a:r>
            <a:endParaRPr b="1" i="1" sz="2400">
              <a:solidFill>
                <a:schemeClr val="dk1"/>
              </a:solidFill>
              <a:latin typeface="Arial"/>
              <a:ea typeface="Arial"/>
              <a:cs typeface="Arial"/>
              <a:sym typeface="Arial"/>
            </a:endParaRPr>
          </a:p>
        </p:txBody>
      </p:sp>
      <p:sp>
        <p:nvSpPr>
          <p:cNvPr id="1348" name="Google Shape;1348;p60"/>
          <p:cNvSpPr/>
          <p:nvPr/>
        </p:nvSpPr>
        <p:spPr>
          <a:xfrm>
            <a:off x="757238" y="3608388"/>
            <a:ext cx="3082925" cy="374650"/>
          </a:xfrm>
          <a:prstGeom prst="rect">
            <a:avLst/>
          </a:prstGeom>
          <a:solidFill>
            <a:srgbClr val="D60093"/>
          </a:solid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chemeClr val="lt1"/>
              </a:buClr>
              <a:buSzPts val="2400"/>
              <a:buFont typeface="Arial"/>
              <a:buNone/>
            </a:pPr>
            <a:r>
              <a:rPr i="1" lang="en-US" sz="2400">
                <a:solidFill>
                  <a:schemeClr val="lt1"/>
                </a:solidFill>
                <a:latin typeface="Arial"/>
                <a:ea typeface="Arial"/>
                <a:cs typeface="Arial"/>
                <a:sym typeface="Arial"/>
              </a:rPr>
              <a:t>KNOWN</a:t>
            </a:r>
            <a:endParaRPr/>
          </a:p>
        </p:txBody>
      </p:sp>
      <p:sp>
        <p:nvSpPr>
          <p:cNvPr id="1349" name="Google Shape;1349;p60"/>
          <p:cNvSpPr/>
          <p:nvPr/>
        </p:nvSpPr>
        <p:spPr>
          <a:xfrm>
            <a:off x="2544763" y="4025900"/>
            <a:ext cx="1581150" cy="37465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accent2"/>
              </a:buClr>
              <a:buSzPts val="2400"/>
              <a:buFont typeface="Arial"/>
              <a:buNone/>
            </a:pPr>
            <a:r>
              <a:rPr lang="en-US" sz="2400">
                <a:solidFill>
                  <a:schemeClr val="accent2"/>
                </a:solidFill>
                <a:latin typeface="Arial"/>
                <a:ea typeface="Arial"/>
                <a:cs typeface="Arial"/>
                <a:sym typeface="Arial"/>
              </a:rPr>
              <a:t>Implicit</a:t>
            </a:r>
            <a:endParaRPr b="1" sz="2400">
              <a:solidFill>
                <a:schemeClr val="accent2"/>
              </a:solidFill>
              <a:latin typeface="Arial"/>
              <a:ea typeface="Arial"/>
              <a:cs typeface="Arial"/>
              <a:sym typeface="Arial"/>
            </a:endParaRPr>
          </a:p>
        </p:txBody>
      </p:sp>
      <p:sp>
        <p:nvSpPr>
          <p:cNvPr id="1350" name="Google Shape;1350;p60"/>
          <p:cNvSpPr/>
          <p:nvPr/>
        </p:nvSpPr>
        <p:spPr>
          <a:xfrm>
            <a:off x="700088" y="4760913"/>
            <a:ext cx="1728787" cy="37465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2400"/>
              <a:buFont typeface="Arial"/>
              <a:buNone/>
            </a:pPr>
            <a:r>
              <a:rPr i="1" lang="en-US" sz="2400">
                <a:solidFill>
                  <a:schemeClr val="dk1"/>
                </a:solidFill>
                <a:latin typeface="Arial"/>
                <a:ea typeface="Arial"/>
                <a:cs typeface="Arial"/>
                <a:sym typeface="Arial"/>
              </a:rPr>
              <a:t>u</a:t>
            </a:r>
            <a:r>
              <a:rPr lang="en-US" sz="2400">
                <a:solidFill>
                  <a:schemeClr val="dk1"/>
                </a:solidFill>
                <a:latin typeface="Arial"/>
                <a:ea typeface="Arial"/>
                <a:cs typeface="Arial"/>
                <a:sym typeface="Arial"/>
              </a:rPr>
              <a:t> = 0 m/s</a:t>
            </a:r>
            <a:endParaRPr b="1" i="1" sz="2400">
              <a:solidFill>
                <a:schemeClr val="dk1"/>
              </a:solidFill>
              <a:latin typeface="Arial"/>
              <a:ea typeface="Arial"/>
              <a:cs typeface="Arial"/>
              <a:sym typeface="Arial"/>
            </a:endParaRPr>
          </a:p>
        </p:txBody>
      </p:sp>
      <p:sp>
        <p:nvSpPr>
          <p:cNvPr id="1351" name="Google Shape;1351;p60"/>
          <p:cNvSpPr/>
          <p:nvPr/>
        </p:nvSpPr>
        <p:spPr>
          <a:xfrm>
            <a:off x="2543175" y="4756150"/>
            <a:ext cx="1674813" cy="37465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accent2"/>
              </a:buClr>
              <a:buSzPts val="2400"/>
              <a:buFont typeface="Arial"/>
              <a:buNone/>
            </a:pPr>
            <a:r>
              <a:rPr lang="en-US" sz="2400">
                <a:solidFill>
                  <a:schemeClr val="accent2"/>
                </a:solidFill>
                <a:latin typeface="Arial"/>
                <a:ea typeface="Arial"/>
                <a:cs typeface="Arial"/>
                <a:sym typeface="Arial"/>
              </a:rPr>
              <a:t>Implicit</a:t>
            </a:r>
            <a:endParaRPr b="1" sz="2400">
              <a:solidFill>
                <a:schemeClr val="accent2"/>
              </a:solidFill>
              <a:latin typeface="Arial"/>
              <a:ea typeface="Arial"/>
              <a:cs typeface="Arial"/>
              <a:sym typeface="Arial"/>
            </a:endParaRPr>
          </a:p>
        </p:txBody>
      </p:sp>
      <p:sp>
        <p:nvSpPr>
          <p:cNvPr id="1352" name="Google Shape;1352;p60"/>
          <p:cNvSpPr/>
          <p:nvPr/>
        </p:nvSpPr>
        <p:spPr>
          <a:xfrm>
            <a:off x="717550" y="4387850"/>
            <a:ext cx="2913063" cy="37465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2400"/>
              <a:buFont typeface="Arial"/>
              <a:buNone/>
            </a:pPr>
            <a:r>
              <a:rPr i="1" lang="en-US" sz="2400">
                <a:solidFill>
                  <a:schemeClr val="dk1"/>
                </a:solidFill>
                <a:latin typeface="Arial"/>
                <a:ea typeface="Arial"/>
                <a:cs typeface="Arial"/>
                <a:sym typeface="Arial"/>
              </a:rPr>
              <a:t>s</a:t>
            </a:r>
            <a:r>
              <a:rPr lang="en-US" sz="2400">
                <a:solidFill>
                  <a:schemeClr val="dk1"/>
                </a:solidFill>
                <a:latin typeface="Arial"/>
                <a:ea typeface="Arial"/>
                <a:cs typeface="Arial"/>
                <a:sym typeface="Arial"/>
              </a:rPr>
              <a:t> = -381 m</a:t>
            </a:r>
            <a:endParaRPr b="1" i="1" sz="2400">
              <a:solidFill>
                <a:schemeClr val="dk1"/>
              </a:solidFill>
              <a:latin typeface="Arial"/>
              <a:ea typeface="Arial"/>
              <a:cs typeface="Arial"/>
              <a:sym typeface="Arial"/>
            </a:endParaRPr>
          </a:p>
        </p:txBody>
      </p:sp>
      <p:sp>
        <p:nvSpPr>
          <p:cNvPr id="1353" name="Google Shape;1353;p60"/>
          <p:cNvSpPr/>
          <p:nvPr/>
        </p:nvSpPr>
        <p:spPr>
          <a:xfrm>
            <a:off x="2533650" y="4402138"/>
            <a:ext cx="1195388" cy="37465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accent2"/>
              </a:buClr>
              <a:buSzPts val="2400"/>
              <a:buFont typeface="Arial"/>
              <a:buNone/>
            </a:pPr>
            <a:r>
              <a:rPr lang="en-US" sz="2400">
                <a:solidFill>
                  <a:schemeClr val="accent2"/>
                </a:solidFill>
                <a:latin typeface="Arial"/>
                <a:ea typeface="Arial"/>
                <a:cs typeface="Arial"/>
                <a:sym typeface="Arial"/>
              </a:rPr>
              <a:t>Given</a:t>
            </a:r>
            <a:endParaRPr b="1" sz="2400">
              <a:solidFill>
                <a:schemeClr val="accent2"/>
              </a:solidFill>
              <a:latin typeface="Arial"/>
              <a:ea typeface="Arial"/>
              <a:cs typeface="Arial"/>
              <a:sym typeface="Arial"/>
            </a:endParaRPr>
          </a:p>
        </p:txBody>
      </p:sp>
      <p:sp>
        <p:nvSpPr>
          <p:cNvPr id="1354" name="Google Shape;1354;p60"/>
          <p:cNvSpPr/>
          <p:nvPr/>
        </p:nvSpPr>
        <p:spPr>
          <a:xfrm>
            <a:off x="723900" y="5254625"/>
            <a:ext cx="3074988" cy="374650"/>
          </a:xfrm>
          <a:prstGeom prst="rect">
            <a:avLst/>
          </a:prstGeom>
          <a:solidFill>
            <a:srgbClr val="FF0000"/>
          </a:solid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i="1" lang="en-US" sz="2400">
                <a:solidFill>
                  <a:schemeClr val="lt1"/>
                </a:solidFill>
                <a:latin typeface="Arial"/>
                <a:ea typeface="Arial"/>
                <a:cs typeface="Arial"/>
                <a:sym typeface="Arial"/>
              </a:rPr>
              <a:t>WANTED</a:t>
            </a:r>
            <a:endParaRPr/>
          </a:p>
        </p:txBody>
      </p:sp>
      <p:sp>
        <p:nvSpPr>
          <p:cNvPr id="1355" name="Google Shape;1355;p60"/>
          <p:cNvSpPr/>
          <p:nvPr/>
        </p:nvSpPr>
        <p:spPr>
          <a:xfrm>
            <a:off x="2581275" y="5243513"/>
            <a:ext cx="1085850" cy="374650"/>
          </a:xfrm>
          <a:prstGeom prst="rect">
            <a:avLst/>
          </a:prstGeom>
          <a:noFill/>
          <a:ln>
            <a:noFill/>
          </a:ln>
        </p:spPr>
        <p:txBody>
          <a:bodyPr anchorCtr="0" anchor="t" bIns="45700" lIns="91425" spcFirstLastPara="1" rIns="91425" wrap="square" tIns="45700">
            <a:noAutofit/>
          </a:bodyPr>
          <a:lstStyle/>
          <a:p>
            <a:pPr indent="0" lvl="0" marL="0" marR="0" rtl="0" algn="r">
              <a:lnSpc>
                <a:spcPct val="90000"/>
              </a:lnSpc>
              <a:spcBef>
                <a:spcPts val="0"/>
              </a:spcBef>
              <a:spcAft>
                <a:spcPts val="0"/>
              </a:spcAft>
              <a:buClr>
                <a:schemeClr val="lt1"/>
              </a:buClr>
              <a:buSzPts val="2400"/>
              <a:buFont typeface="Arial"/>
              <a:buNone/>
            </a:pPr>
            <a:r>
              <a:rPr i="1" lang="en-US" sz="2400">
                <a:solidFill>
                  <a:schemeClr val="lt1"/>
                </a:solidFill>
                <a:latin typeface="Arial"/>
                <a:ea typeface="Arial"/>
                <a:cs typeface="Arial"/>
                <a:sym typeface="Arial"/>
              </a:rPr>
              <a:t>t</a:t>
            </a:r>
            <a:r>
              <a:rPr lang="en-US" sz="2400">
                <a:solidFill>
                  <a:schemeClr val="lt1"/>
                </a:solidFill>
                <a:latin typeface="Arial"/>
                <a:ea typeface="Arial"/>
                <a:cs typeface="Arial"/>
                <a:sym typeface="Arial"/>
              </a:rPr>
              <a:t> = ?</a:t>
            </a:r>
            <a:endParaRPr i="1" sz="2400">
              <a:solidFill>
                <a:schemeClr val="lt1"/>
              </a:solidFill>
              <a:latin typeface="Arial"/>
              <a:ea typeface="Arial"/>
              <a:cs typeface="Arial"/>
              <a:sym typeface="Arial"/>
            </a:endParaRPr>
          </a:p>
        </p:txBody>
      </p:sp>
      <p:sp>
        <p:nvSpPr>
          <p:cNvPr id="1356" name="Google Shape;1356;p60"/>
          <p:cNvSpPr/>
          <p:nvPr/>
        </p:nvSpPr>
        <p:spPr>
          <a:xfrm>
            <a:off x="3981450" y="3608388"/>
            <a:ext cx="2921000" cy="374650"/>
          </a:xfrm>
          <a:prstGeom prst="rect">
            <a:avLst/>
          </a:prstGeom>
          <a:solidFill>
            <a:schemeClr val="accent2"/>
          </a:solid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chemeClr val="lt1"/>
              </a:buClr>
              <a:buSzPts val="2400"/>
              <a:buFont typeface="Arial"/>
              <a:buNone/>
            </a:pPr>
            <a:r>
              <a:rPr i="1" lang="en-US" sz="2400">
                <a:solidFill>
                  <a:schemeClr val="lt1"/>
                </a:solidFill>
                <a:latin typeface="Arial"/>
                <a:ea typeface="Arial"/>
                <a:cs typeface="Arial"/>
                <a:sym typeface="Arial"/>
              </a:rPr>
              <a:t>FORMULAS</a:t>
            </a:r>
            <a:endParaRPr/>
          </a:p>
        </p:txBody>
      </p:sp>
      <p:sp>
        <p:nvSpPr>
          <p:cNvPr id="1357" name="Google Shape;1357;p60"/>
          <p:cNvSpPr/>
          <p:nvPr/>
        </p:nvSpPr>
        <p:spPr>
          <a:xfrm>
            <a:off x="4365625" y="4354513"/>
            <a:ext cx="1936750" cy="355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2400"/>
              <a:buFont typeface="Arial"/>
              <a:buNone/>
            </a:pPr>
            <a:r>
              <a:rPr i="1" lang="en-US" sz="2400">
                <a:solidFill>
                  <a:schemeClr val="dk1"/>
                </a:solidFill>
                <a:latin typeface="Arial"/>
                <a:ea typeface="Arial"/>
                <a:cs typeface="Arial"/>
                <a:sym typeface="Arial"/>
              </a:rPr>
              <a:t>v</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u </a:t>
            </a:r>
            <a:r>
              <a:rPr lang="en-US" sz="2400">
                <a:solidFill>
                  <a:schemeClr val="dk1"/>
                </a:solidFill>
                <a:latin typeface="Arial"/>
                <a:ea typeface="Arial"/>
                <a:cs typeface="Arial"/>
                <a:sym typeface="Arial"/>
              </a:rPr>
              <a:t>+ </a:t>
            </a:r>
            <a:r>
              <a:rPr i="1" lang="en-US" sz="2400">
                <a:solidFill>
                  <a:schemeClr val="dk1"/>
                </a:solidFill>
                <a:latin typeface="Arial"/>
                <a:ea typeface="Arial"/>
                <a:cs typeface="Arial"/>
                <a:sym typeface="Arial"/>
              </a:rPr>
              <a:t>at</a:t>
            </a:r>
            <a:endParaRPr b="1" sz="2400">
              <a:solidFill>
                <a:schemeClr val="dk1"/>
              </a:solidFill>
              <a:latin typeface="Arial"/>
              <a:ea typeface="Arial"/>
              <a:cs typeface="Arial"/>
              <a:sym typeface="Arial"/>
            </a:endParaRPr>
          </a:p>
        </p:txBody>
      </p:sp>
      <p:sp>
        <p:nvSpPr>
          <p:cNvPr id="1358" name="Google Shape;1358;p60"/>
          <p:cNvSpPr/>
          <p:nvPr/>
        </p:nvSpPr>
        <p:spPr>
          <a:xfrm>
            <a:off x="4278313" y="4741863"/>
            <a:ext cx="2960687" cy="39687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2400"/>
              <a:buFont typeface="Arial"/>
              <a:buNone/>
            </a:pPr>
            <a:r>
              <a:rPr i="1" lang="en-US" sz="2400">
                <a:solidFill>
                  <a:schemeClr val="dk1"/>
                </a:solidFill>
                <a:latin typeface="Arial"/>
                <a:ea typeface="Arial"/>
                <a:cs typeface="Arial"/>
                <a:sym typeface="Arial"/>
              </a:rPr>
              <a:t>v</a:t>
            </a:r>
            <a:r>
              <a:rPr baseline="30000" lang="en-US" sz="2400">
                <a:solidFill>
                  <a:schemeClr val="dk1"/>
                </a:solidFill>
                <a:latin typeface="Arial"/>
                <a:ea typeface="Arial"/>
                <a:cs typeface="Arial"/>
                <a:sym typeface="Arial"/>
              </a:rPr>
              <a:t>2</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u</a:t>
            </a:r>
            <a:r>
              <a:rPr baseline="30000" lang="en-US" sz="2400">
                <a:solidFill>
                  <a:schemeClr val="dk1"/>
                </a:solidFill>
                <a:latin typeface="Arial"/>
                <a:ea typeface="Arial"/>
                <a:cs typeface="Arial"/>
                <a:sym typeface="Arial"/>
              </a:rPr>
              <a:t>2</a:t>
            </a:r>
            <a:r>
              <a:rPr lang="en-US" sz="2400">
                <a:solidFill>
                  <a:schemeClr val="dk1"/>
                </a:solidFill>
                <a:latin typeface="Arial"/>
                <a:ea typeface="Arial"/>
                <a:cs typeface="Arial"/>
                <a:sym typeface="Arial"/>
              </a:rPr>
              <a:t> + 2</a:t>
            </a:r>
            <a:r>
              <a:rPr i="1" lang="en-US" sz="2400">
                <a:solidFill>
                  <a:schemeClr val="dk1"/>
                </a:solidFill>
                <a:latin typeface="Arial"/>
                <a:ea typeface="Arial"/>
                <a:cs typeface="Arial"/>
                <a:sym typeface="Arial"/>
              </a:rPr>
              <a:t>a</a:t>
            </a:r>
            <a:r>
              <a:rPr lang="en-US" sz="2400">
                <a:solidFill>
                  <a:schemeClr val="dk1"/>
                </a:solidFill>
                <a:latin typeface="Arial"/>
                <a:ea typeface="Arial"/>
                <a:cs typeface="Arial"/>
                <a:sym typeface="Arial"/>
              </a:rPr>
              <a:t>s</a:t>
            </a:r>
            <a:endParaRPr/>
          </a:p>
        </p:txBody>
      </p:sp>
      <p:sp>
        <p:nvSpPr>
          <p:cNvPr id="1359" name="Google Shape;1359;p60"/>
          <p:cNvSpPr/>
          <p:nvPr/>
        </p:nvSpPr>
        <p:spPr>
          <a:xfrm>
            <a:off x="801688" y="5626100"/>
            <a:ext cx="3006725" cy="12319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2400"/>
              <a:buFont typeface="Arial"/>
              <a:buNone/>
            </a:pPr>
            <a:r>
              <a:rPr b="1" lang="en-US" sz="2400">
                <a:solidFill>
                  <a:schemeClr val="dk1"/>
                </a:solidFill>
                <a:latin typeface="Arial"/>
                <a:ea typeface="Arial"/>
                <a:cs typeface="Arial"/>
                <a:sym typeface="Arial"/>
              </a:rPr>
              <a:t>∙</a:t>
            </a:r>
            <a:r>
              <a:rPr lang="en-US" sz="2400">
                <a:solidFill>
                  <a:schemeClr val="dk1"/>
                </a:solidFill>
                <a:latin typeface="Arial"/>
                <a:ea typeface="Arial"/>
                <a:cs typeface="Arial"/>
                <a:sym typeface="Arial"/>
              </a:rPr>
              <a:t>Since </a:t>
            </a:r>
            <a:r>
              <a:rPr i="1" lang="en-US" sz="2400">
                <a:solidFill>
                  <a:schemeClr val="dk1"/>
                </a:solidFill>
                <a:latin typeface="Arial"/>
                <a:ea typeface="Arial"/>
                <a:cs typeface="Arial"/>
                <a:sym typeface="Arial"/>
              </a:rPr>
              <a:t>t</a:t>
            </a:r>
            <a:r>
              <a:rPr lang="en-US" sz="2400">
                <a:solidFill>
                  <a:schemeClr val="dk1"/>
                </a:solidFill>
                <a:latin typeface="Arial"/>
                <a:ea typeface="Arial"/>
                <a:cs typeface="Arial"/>
                <a:sym typeface="Arial"/>
              </a:rPr>
              <a:t> is desired and we have </a:t>
            </a:r>
            <a:r>
              <a:rPr i="1" lang="en-US" sz="2400">
                <a:solidFill>
                  <a:schemeClr val="dk1"/>
                </a:solidFill>
                <a:latin typeface="Arial"/>
                <a:ea typeface="Arial"/>
                <a:cs typeface="Arial"/>
                <a:sym typeface="Arial"/>
              </a:rPr>
              <a:t>s</a:t>
            </a:r>
            <a:r>
              <a:rPr lang="en-US" sz="2400">
                <a:solidFill>
                  <a:schemeClr val="dk1"/>
                </a:solidFill>
                <a:latin typeface="Arial"/>
                <a:ea typeface="Arial"/>
                <a:cs typeface="Arial"/>
                <a:sym typeface="Arial"/>
              </a:rPr>
              <a:t> drop the last two eq’ns.</a:t>
            </a:r>
            <a:endParaRPr/>
          </a:p>
        </p:txBody>
      </p:sp>
      <p:cxnSp>
        <p:nvCxnSpPr>
          <p:cNvPr id="1360" name="Google Shape;1360;p60"/>
          <p:cNvCxnSpPr/>
          <p:nvPr/>
        </p:nvCxnSpPr>
        <p:spPr>
          <a:xfrm flipH="1" rot="10800000">
            <a:off x="4422775" y="4919663"/>
            <a:ext cx="1954213" cy="4762"/>
          </a:xfrm>
          <a:prstGeom prst="straightConnector1">
            <a:avLst/>
          </a:prstGeom>
          <a:noFill/>
          <a:ln cap="flat" cmpd="sng" w="19050">
            <a:solidFill>
              <a:srgbClr val="FF0000"/>
            </a:solidFill>
            <a:prstDash val="solid"/>
            <a:round/>
            <a:headEnd len="med" w="med" type="none"/>
            <a:tailEnd len="med" w="med" type="none"/>
          </a:ln>
        </p:spPr>
      </p:cxnSp>
      <p:sp>
        <p:nvSpPr>
          <p:cNvPr id="1361" name="Google Shape;1361;p60"/>
          <p:cNvSpPr/>
          <p:nvPr/>
        </p:nvSpPr>
        <p:spPr>
          <a:xfrm>
            <a:off x="3944938" y="5251450"/>
            <a:ext cx="2965450" cy="374650"/>
          </a:xfrm>
          <a:prstGeom prst="rect">
            <a:avLst/>
          </a:prstGeom>
          <a:solidFill>
            <a:srgbClr val="008000"/>
          </a:solid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chemeClr val="lt1"/>
              </a:buClr>
              <a:buSzPts val="2400"/>
              <a:buFont typeface="Arial"/>
              <a:buNone/>
            </a:pPr>
            <a:r>
              <a:rPr i="1" lang="en-US" sz="2400">
                <a:solidFill>
                  <a:schemeClr val="lt1"/>
                </a:solidFill>
                <a:latin typeface="Arial"/>
                <a:ea typeface="Arial"/>
                <a:cs typeface="Arial"/>
                <a:sym typeface="Arial"/>
              </a:rPr>
              <a:t>SOLUTION</a:t>
            </a:r>
            <a:endParaRPr/>
          </a:p>
        </p:txBody>
      </p:sp>
      <p:cxnSp>
        <p:nvCxnSpPr>
          <p:cNvPr id="1362" name="Google Shape;1362;p60"/>
          <p:cNvCxnSpPr/>
          <p:nvPr/>
        </p:nvCxnSpPr>
        <p:spPr>
          <a:xfrm flipH="1" rot="10800000">
            <a:off x="4419600" y="4518025"/>
            <a:ext cx="1874838" cy="9525"/>
          </a:xfrm>
          <a:prstGeom prst="straightConnector1">
            <a:avLst/>
          </a:prstGeom>
          <a:noFill/>
          <a:ln cap="flat" cmpd="sng" w="19050">
            <a:solidFill>
              <a:srgbClr val="FF0000"/>
            </a:solidFill>
            <a:prstDash val="solid"/>
            <a:round/>
            <a:headEnd len="med" w="med" type="none"/>
            <a:tailEnd len="med" w="med" type="none"/>
          </a:ln>
        </p:spPr>
      </p:cxnSp>
      <p:grpSp>
        <p:nvGrpSpPr>
          <p:cNvPr id="1363" name="Google Shape;1363;p60"/>
          <p:cNvGrpSpPr/>
          <p:nvPr/>
        </p:nvGrpSpPr>
        <p:grpSpPr>
          <a:xfrm>
            <a:off x="4375150" y="3952875"/>
            <a:ext cx="3141663" cy="419100"/>
            <a:chOff x="2756" y="2490"/>
            <a:chExt cx="1979" cy="264"/>
          </a:xfrm>
        </p:grpSpPr>
        <p:sp>
          <p:nvSpPr>
            <p:cNvPr id="1364" name="Google Shape;1364;p60"/>
            <p:cNvSpPr/>
            <p:nvPr/>
          </p:nvSpPr>
          <p:spPr>
            <a:xfrm>
              <a:off x="2756" y="2519"/>
              <a:ext cx="1979" cy="202"/>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2400"/>
                <a:buFont typeface="Arial"/>
                <a:buNone/>
              </a:pPr>
              <a:r>
                <a:rPr i="1" lang="en-US" sz="2400">
                  <a:solidFill>
                    <a:schemeClr val="dk1"/>
                  </a:solidFill>
                  <a:latin typeface="Arial"/>
                  <a:ea typeface="Arial"/>
                  <a:cs typeface="Arial"/>
                  <a:sym typeface="Arial"/>
                </a:rPr>
                <a:t>s </a:t>
              </a:r>
              <a:r>
                <a:rPr lang="en-US" sz="2400">
                  <a:solidFill>
                    <a:schemeClr val="dk1"/>
                  </a:solidFill>
                  <a:latin typeface="Arial"/>
                  <a:ea typeface="Arial"/>
                  <a:cs typeface="Arial"/>
                  <a:sym typeface="Arial"/>
                </a:rPr>
                <a:t>= </a:t>
              </a:r>
              <a:r>
                <a:rPr i="1" lang="en-US" sz="2400">
                  <a:solidFill>
                    <a:schemeClr val="dk1"/>
                  </a:solidFill>
                  <a:latin typeface="Arial"/>
                  <a:ea typeface="Arial"/>
                  <a:cs typeface="Arial"/>
                  <a:sym typeface="Arial"/>
                </a:rPr>
                <a:t>ut</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at</a:t>
              </a:r>
              <a:r>
                <a:rPr baseline="30000" lang="en-US" sz="2400">
                  <a:solidFill>
                    <a:schemeClr val="dk1"/>
                  </a:solidFill>
                  <a:latin typeface="Arial"/>
                  <a:ea typeface="Arial"/>
                  <a:cs typeface="Arial"/>
                  <a:sym typeface="Arial"/>
                </a:rPr>
                <a:t>2</a:t>
              </a:r>
              <a:endParaRPr sz="2400">
                <a:solidFill>
                  <a:schemeClr val="dk1"/>
                </a:solidFill>
                <a:latin typeface="Arial"/>
                <a:ea typeface="Arial"/>
                <a:cs typeface="Arial"/>
                <a:sym typeface="Arial"/>
              </a:endParaRPr>
            </a:p>
          </p:txBody>
        </p:sp>
        <p:sp>
          <p:nvSpPr>
            <p:cNvPr id="1365" name="Google Shape;1365;p60"/>
            <p:cNvSpPr/>
            <p:nvPr/>
          </p:nvSpPr>
          <p:spPr>
            <a:xfrm>
              <a:off x="3438" y="2490"/>
              <a:ext cx="204" cy="264"/>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chemeClr val="dk1"/>
                </a:buClr>
                <a:buSzPts val="1600"/>
                <a:buFont typeface="Arial"/>
                <a:buNone/>
              </a:pPr>
              <a:r>
                <a:rPr b="1" lang="en-US" sz="1600" u="sng">
                  <a:solidFill>
                    <a:schemeClr val="dk1"/>
                  </a:solidFill>
                  <a:latin typeface="Arial"/>
                  <a:ea typeface="Arial"/>
                  <a:cs typeface="Arial"/>
                  <a:sym typeface="Arial"/>
                </a:rPr>
                <a:t>1</a:t>
              </a:r>
              <a:endParaRPr/>
            </a:p>
            <a:p>
              <a:pPr indent="0" lvl="0" marL="0" marR="0" rtl="0" algn="ctr">
                <a:lnSpc>
                  <a:spcPct val="90000"/>
                </a:lnSpc>
                <a:spcBef>
                  <a:spcPts val="0"/>
                </a:spcBef>
                <a:spcAft>
                  <a:spcPts val="0"/>
                </a:spcAft>
                <a:buClr>
                  <a:schemeClr val="dk1"/>
                </a:buClr>
                <a:buSzPts val="1600"/>
                <a:buFont typeface="Arial"/>
                <a:buNone/>
              </a:pPr>
              <a:r>
                <a:rPr b="1" lang="en-US" sz="1600">
                  <a:solidFill>
                    <a:schemeClr val="dk1"/>
                  </a:solidFill>
                  <a:latin typeface="Arial"/>
                  <a:ea typeface="Arial"/>
                  <a:cs typeface="Arial"/>
                  <a:sym typeface="Arial"/>
                </a:rPr>
                <a:t>2</a:t>
              </a:r>
              <a:endParaRPr b="1" sz="1600">
                <a:solidFill>
                  <a:schemeClr val="dk1"/>
                </a:solidFill>
                <a:latin typeface="Arial"/>
                <a:ea typeface="Arial"/>
                <a:cs typeface="Arial"/>
                <a:sym typeface="Arial"/>
              </a:endParaRPr>
            </a:p>
          </p:txBody>
        </p:sp>
      </p:grpSp>
      <p:pic>
        <p:nvPicPr>
          <p:cNvPr id="1366" name="Google Shape;1366;p60"/>
          <p:cNvPicPr preferRelativeResize="0"/>
          <p:nvPr/>
        </p:nvPicPr>
        <p:blipFill rotWithShape="1">
          <a:blip r:embed="rId3">
            <a:alphaModFix/>
          </a:blip>
          <a:srcRect b="0" l="0" r="0" t="0"/>
          <a:stretch/>
        </p:blipFill>
        <p:spPr>
          <a:xfrm>
            <a:off x="6918325" y="0"/>
            <a:ext cx="2225675" cy="6858000"/>
          </a:xfrm>
          <a:prstGeom prst="rect">
            <a:avLst/>
          </a:prstGeom>
          <a:noFill/>
          <a:ln>
            <a:noFill/>
          </a:ln>
        </p:spPr>
      </p:pic>
      <p:sp>
        <p:nvSpPr>
          <p:cNvPr id="1367" name="Google Shape;1367;p60"/>
          <p:cNvSpPr/>
          <p:nvPr/>
        </p:nvSpPr>
        <p:spPr>
          <a:xfrm>
            <a:off x="7688263" y="0"/>
            <a:ext cx="120650" cy="120650"/>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grpSp>
        <p:nvGrpSpPr>
          <p:cNvPr id="1368" name="Google Shape;1368;p60"/>
          <p:cNvGrpSpPr/>
          <p:nvPr/>
        </p:nvGrpSpPr>
        <p:grpSpPr>
          <a:xfrm>
            <a:off x="4370388" y="5632450"/>
            <a:ext cx="3141662" cy="419100"/>
            <a:chOff x="2753" y="3548"/>
            <a:chExt cx="1979" cy="264"/>
          </a:xfrm>
        </p:grpSpPr>
        <p:sp>
          <p:nvSpPr>
            <p:cNvPr id="1369" name="Google Shape;1369;p60"/>
            <p:cNvSpPr/>
            <p:nvPr/>
          </p:nvSpPr>
          <p:spPr>
            <a:xfrm>
              <a:off x="2753" y="3577"/>
              <a:ext cx="1979" cy="202"/>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2400"/>
                <a:buFont typeface="Arial"/>
                <a:buNone/>
              </a:pPr>
              <a:r>
                <a:rPr i="1" lang="en-US" sz="2400">
                  <a:solidFill>
                    <a:schemeClr val="dk1"/>
                  </a:solidFill>
                  <a:latin typeface="Arial"/>
                  <a:ea typeface="Arial"/>
                  <a:cs typeface="Arial"/>
                  <a:sym typeface="Arial"/>
                </a:rPr>
                <a:t>s </a:t>
              </a:r>
              <a:r>
                <a:rPr lang="en-US" sz="2400">
                  <a:solidFill>
                    <a:schemeClr val="dk1"/>
                  </a:solidFill>
                  <a:latin typeface="Arial"/>
                  <a:ea typeface="Arial"/>
                  <a:cs typeface="Arial"/>
                  <a:sym typeface="Arial"/>
                </a:rPr>
                <a:t>= </a:t>
              </a:r>
              <a:r>
                <a:rPr i="1" lang="en-US" sz="2400">
                  <a:solidFill>
                    <a:schemeClr val="dk1"/>
                  </a:solidFill>
                  <a:latin typeface="Arial"/>
                  <a:ea typeface="Arial"/>
                  <a:cs typeface="Arial"/>
                  <a:sym typeface="Arial"/>
                </a:rPr>
                <a:t>ut</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at</a:t>
              </a:r>
              <a:r>
                <a:rPr baseline="30000" lang="en-US" sz="2400">
                  <a:solidFill>
                    <a:schemeClr val="dk1"/>
                  </a:solidFill>
                  <a:latin typeface="Arial"/>
                  <a:ea typeface="Arial"/>
                  <a:cs typeface="Arial"/>
                  <a:sym typeface="Arial"/>
                </a:rPr>
                <a:t>2</a:t>
              </a:r>
              <a:endParaRPr sz="2400">
                <a:solidFill>
                  <a:schemeClr val="dk1"/>
                </a:solidFill>
                <a:latin typeface="Arial"/>
                <a:ea typeface="Arial"/>
                <a:cs typeface="Arial"/>
                <a:sym typeface="Arial"/>
              </a:endParaRPr>
            </a:p>
          </p:txBody>
        </p:sp>
        <p:sp>
          <p:nvSpPr>
            <p:cNvPr id="1370" name="Google Shape;1370;p60"/>
            <p:cNvSpPr/>
            <p:nvPr/>
          </p:nvSpPr>
          <p:spPr>
            <a:xfrm>
              <a:off x="3419" y="3548"/>
              <a:ext cx="204" cy="264"/>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chemeClr val="dk1"/>
                </a:buClr>
                <a:buSzPts val="1600"/>
                <a:buFont typeface="Arial"/>
                <a:buNone/>
              </a:pPr>
              <a:r>
                <a:rPr b="1" lang="en-US" sz="1600" u="sng">
                  <a:solidFill>
                    <a:schemeClr val="dk1"/>
                  </a:solidFill>
                  <a:latin typeface="Arial"/>
                  <a:ea typeface="Arial"/>
                  <a:cs typeface="Arial"/>
                  <a:sym typeface="Arial"/>
                </a:rPr>
                <a:t>1</a:t>
              </a:r>
              <a:endParaRPr/>
            </a:p>
            <a:p>
              <a:pPr indent="0" lvl="0" marL="0" marR="0" rtl="0" algn="ctr">
                <a:lnSpc>
                  <a:spcPct val="90000"/>
                </a:lnSpc>
                <a:spcBef>
                  <a:spcPts val="0"/>
                </a:spcBef>
                <a:spcAft>
                  <a:spcPts val="0"/>
                </a:spcAft>
                <a:buClr>
                  <a:schemeClr val="dk1"/>
                </a:buClr>
                <a:buSzPts val="1600"/>
                <a:buFont typeface="Arial"/>
                <a:buNone/>
              </a:pPr>
              <a:r>
                <a:rPr b="1" lang="en-US" sz="1600">
                  <a:solidFill>
                    <a:schemeClr val="dk1"/>
                  </a:solidFill>
                  <a:latin typeface="Arial"/>
                  <a:ea typeface="Arial"/>
                  <a:cs typeface="Arial"/>
                  <a:sym typeface="Arial"/>
                </a:rPr>
                <a:t>2</a:t>
              </a:r>
              <a:endParaRPr b="1" sz="1600">
                <a:solidFill>
                  <a:schemeClr val="dk1"/>
                </a:solidFill>
                <a:latin typeface="Arial"/>
                <a:ea typeface="Arial"/>
                <a:cs typeface="Arial"/>
                <a:sym typeface="Arial"/>
              </a:endParaRPr>
            </a:p>
          </p:txBody>
        </p:sp>
      </p:grpSp>
      <p:grpSp>
        <p:nvGrpSpPr>
          <p:cNvPr id="1371" name="Google Shape;1371;p60"/>
          <p:cNvGrpSpPr/>
          <p:nvPr/>
        </p:nvGrpSpPr>
        <p:grpSpPr>
          <a:xfrm>
            <a:off x="3929063" y="6026150"/>
            <a:ext cx="3141662" cy="419100"/>
            <a:chOff x="2467" y="3788"/>
            <a:chExt cx="1979" cy="264"/>
          </a:xfrm>
        </p:grpSpPr>
        <p:sp>
          <p:nvSpPr>
            <p:cNvPr id="1372" name="Google Shape;1372;p60"/>
            <p:cNvSpPr/>
            <p:nvPr/>
          </p:nvSpPr>
          <p:spPr>
            <a:xfrm>
              <a:off x="2467" y="3817"/>
              <a:ext cx="1979" cy="202"/>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2400"/>
                <a:buFont typeface="Arial"/>
                <a:buNone/>
              </a:pPr>
              <a:r>
                <a:rPr lang="en-US" sz="2400">
                  <a:solidFill>
                    <a:schemeClr val="dk1"/>
                  </a:solidFill>
                  <a:latin typeface="Arial"/>
                  <a:ea typeface="Arial"/>
                  <a:cs typeface="Arial"/>
                  <a:sym typeface="Arial"/>
                </a:rPr>
                <a:t>-381</a:t>
              </a:r>
              <a:r>
                <a:rPr i="1"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 0</a:t>
              </a:r>
              <a:r>
                <a:rPr i="1" lang="en-US" sz="2400">
                  <a:solidFill>
                    <a:schemeClr val="dk1"/>
                  </a:solidFill>
                  <a:latin typeface="Arial"/>
                  <a:ea typeface="Arial"/>
                  <a:cs typeface="Arial"/>
                  <a:sym typeface="Arial"/>
                </a:rPr>
                <a:t>t</a:t>
              </a:r>
              <a:r>
                <a:rPr lang="en-US" sz="2400">
                  <a:solidFill>
                    <a:schemeClr val="dk1"/>
                  </a:solidFill>
                  <a:latin typeface="Arial"/>
                  <a:ea typeface="Arial"/>
                  <a:cs typeface="Arial"/>
                  <a:sym typeface="Arial"/>
                </a:rPr>
                <a:t> +  (-10)</a:t>
              </a:r>
              <a:r>
                <a:rPr i="1" lang="en-US" sz="2400">
                  <a:solidFill>
                    <a:schemeClr val="dk1"/>
                  </a:solidFill>
                  <a:latin typeface="Arial"/>
                  <a:ea typeface="Arial"/>
                  <a:cs typeface="Arial"/>
                  <a:sym typeface="Arial"/>
                </a:rPr>
                <a:t>t</a:t>
              </a:r>
              <a:r>
                <a:rPr baseline="30000" lang="en-US" sz="2400">
                  <a:solidFill>
                    <a:schemeClr val="dk1"/>
                  </a:solidFill>
                  <a:latin typeface="Arial"/>
                  <a:ea typeface="Arial"/>
                  <a:cs typeface="Arial"/>
                  <a:sym typeface="Arial"/>
                </a:rPr>
                <a:t>2</a:t>
              </a:r>
              <a:endParaRPr sz="2400">
                <a:solidFill>
                  <a:schemeClr val="dk1"/>
                </a:solidFill>
                <a:latin typeface="Arial"/>
                <a:ea typeface="Arial"/>
                <a:cs typeface="Arial"/>
                <a:sym typeface="Arial"/>
              </a:endParaRPr>
            </a:p>
          </p:txBody>
        </p:sp>
        <p:sp>
          <p:nvSpPr>
            <p:cNvPr id="1373" name="Google Shape;1373;p60"/>
            <p:cNvSpPr/>
            <p:nvPr/>
          </p:nvSpPr>
          <p:spPr>
            <a:xfrm>
              <a:off x="3415" y="3788"/>
              <a:ext cx="204" cy="264"/>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chemeClr val="dk1"/>
                </a:buClr>
                <a:buSzPts val="1600"/>
                <a:buFont typeface="Arial"/>
                <a:buNone/>
              </a:pPr>
              <a:r>
                <a:rPr b="1" lang="en-US" sz="1600" u="sng">
                  <a:solidFill>
                    <a:schemeClr val="dk1"/>
                  </a:solidFill>
                  <a:latin typeface="Arial"/>
                  <a:ea typeface="Arial"/>
                  <a:cs typeface="Arial"/>
                  <a:sym typeface="Arial"/>
                </a:rPr>
                <a:t>1</a:t>
              </a:r>
              <a:endParaRPr/>
            </a:p>
            <a:p>
              <a:pPr indent="0" lvl="0" marL="0" marR="0" rtl="0" algn="ctr">
                <a:lnSpc>
                  <a:spcPct val="90000"/>
                </a:lnSpc>
                <a:spcBef>
                  <a:spcPts val="0"/>
                </a:spcBef>
                <a:spcAft>
                  <a:spcPts val="0"/>
                </a:spcAft>
                <a:buClr>
                  <a:schemeClr val="dk1"/>
                </a:buClr>
                <a:buSzPts val="1600"/>
                <a:buFont typeface="Arial"/>
                <a:buNone/>
              </a:pPr>
              <a:r>
                <a:rPr b="1" lang="en-US" sz="1600">
                  <a:solidFill>
                    <a:schemeClr val="dk1"/>
                  </a:solidFill>
                  <a:latin typeface="Arial"/>
                  <a:ea typeface="Arial"/>
                  <a:cs typeface="Arial"/>
                  <a:sym typeface="Arial"/>
                </a:rPr>
                <a:t>2</a:t>
              </a:r>
              <a:endParaRPr b="1" sz="1600">
                <a:solidFill>
                  <a:schemeClr val="dk1"/>
                </a:solidFill>
                <a:latin typeface="Arial"/>
                <a:ea typeface="Arial"/>
                <a:cs typeface="Arial"/>
                <a:sym typeface="Arial"/>
              </a:endParaRPr>
            </a:p>
          </p:txBody>
        </p:sp>
      </p:grpSp>
      <p:sp>
        <p:nvSpPr>
          <p:cNvPr id="1374" name="Google Shape;1374;p60"/>
          <p:cNvSpPr/>
          <p:nvPr/>
        </p:nvSpPr>
        <p:spPr>
          <a:xfrm>
            <a:off x="4445000" y="6457950"/>
            <a:ext cx="1709738" cy="37465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2400"/>
              <a:buFont typeface="Arial"/>
              <a:buNone/>
            </a:pPr>
            <a:r>
              <a:rPr i="1" lang="en-US" sz="2400">
                <a:solidFill>
                  <a:schemeClr val="dk1"/>
                </a:solidFill>
                <a:latin typeface="Arial"/>
                <a:ea typeface="Arial"/>
                <a:cs typeface="Arial"/>
                <a:sym typeface="Arial"/>
              </a:rPr>
              <a:t>t</a:t>
            </a:r>
            <a:r>
              <a:rPr lang="en-US" sz="2400">
                <a:solidFill>
                  <a:schemeClr val="dk1"/>
                </a:solidFill>
                <a:latin typeface="Arial"/>
                <a:ea typeface="Arial"/>
                <a:cs typeface="Arial"/>
                <a:sym typeface="Arial"/>
              </a:rPr>
              <a:t> = 8.7 s</a:t>
            </a:r>
            <a:endParaRPr b="1" i="1" sz="2400">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46">
                                            <p:txEl>
                                              <p:pRg end="0" st="0"/>
                                            </p:txEl>
                                          </p:spTgt>
                                        </p:tgtEl>
                                        <p:attrNameLst>
                                          <p:attrName>style.visibility</p:attrName>
                                        </p:attrNameLst>
                                      </p:cBhvr>
                                      <p:to>
                                        <p:strVal val="visible"/>
                                      </p:to>
                                    </p:set>
                                    <p:anim calcmode="lin" valueType="num">
                                      <p:cBhvr additive="base">
                                        <p:cTn dur="500"/>
                                        <p:tgtEl>
                                          <p:spTgt spid="1346">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46">
                                            <p:txEl>
                                              <p:pRg end="1" st="1"/>
                                            </p:txEl>
                                          </p:spTgt>
                                        </p:tgtEl>
                                        <p:attrNameLst>
                                          <p:attrName>style.visibility</p:attrName>
                                        </p:attrNameLst>
                                      </p:cBhvr>
                                      <p:to>
                                        <p:strVal val="visible"/>
                                      </p:to>
                                    </p:set>
                                    <p:anim calcmode="lin" valueType="num">
                                      <p:cBhvr additive="base">
                                        <p:cTn dur="500"/>
                                        <p:tgtEl>
                                          <p:spTgt spid="1346">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46">
                                            <p:txEl>
                                              <p:pRg end="2" st="2"/>
                                            </p:txEl>
                                          </p:spTgt>
                                        </p:tgtEl>
                                        <p:attrNameLst>
                                          <p:attrName>style.visibility</p:attrName>
                                        </p:attrNameLst>
                                      </p:cBhvr>
                                      <p:to>
                                        <p:strVal val="visible"/>
                                      </p:to>
                                    </p:set>
                                    <p:anim calcmode="lin" valueType="num">
                                      <p:cBhvr additive="base">
                                        <p:cTn dur="500"/>
                                        <p:tgtEl>
                                          <p:spTgt spid="1346">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48"/>
                                        </p:tgtEl>
                                        <p:attrNameLst>
                                          <p:attrName>style.visibility</p:attrName>
                                        </p:attrNameLst>
                                      </p:cBhvr>
                                      <p:to>
                                        <p:strVal val="visible"/>
                                      </p:to>
                                    </p:set>
                                    <p:animEffect filter="fade" transition="in">
                                      <p:cBhvr>
                                        <p:cTn dur="500"/>
                                        <p:tgtEl>
                                          <p:spTgt spid="134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47"/>
                                        </p:tgtEl>
                                        <p:attrNameLst>
                                          <p:attrName>style.visibility</p:attrName>
                                        </p:attrNameLst>
                                      </p:cBhvr>
                                      <p:to>
                                        <p:strVal val="visible"/>
                                      </p:to>
                                    </p:set>
                                    <p:animEffect filter="fade" transition="in">
                                      <p:cBhvr>
                                        <p:cTn dur="500"/>
                                        <p:tgtEl>
                                          <p:spTgt spid="134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49"/>
                                        </p:tgtEl>
                                        <p:attrNameLst>
                                          <p:attrName>style.visibility</p:attrName>
                                        </p:attrNameLst>
                                      </p:cBhvr>
                                      <p:to>
                                        <p:strVal val="visible"/>
                                      </p:to>
                                    </p:set>
                                    <p:animEffect filter="fade" transition="in">
                                      <p:cBhvr>
                                        <p:cTn dur="500"/>
                                        <p:tgtEl>
                                          <p:spTgt spid="134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52"/>
                                        </p:tgtEl>
                                        <p:attrNameLst>
                                          <p:attrName>style.visibility</p:attrName>
                                        </p:attrNameLst>
                                      </p:cBhvr>
                                      <p:to>
                                        <p:strVal val="visible"/>
                                      </p:to>
                                    </p:set>
                                    <p:animEffect filter="fade" transition="in">
                                      <p:cBhvr>
                                        <p:cTn dur="500"/>
                                        <p:tgtEl>
                                          <p:spTgt spid="135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53"/>
                                        </p:tgtEl>
                                        <p:attrNameLst>
                                          <p:attrName>style.visibility</p:attrName>
                                        </p:attrNameLst>
                                      </p:cBhvr>
                                      <p:to>
                                        <p:strVal val="visible"/>
                                      </p:to>
                                    </p:set>
                                    <p:animEffect filter="fade" transition="in">
                                      <p:cBhvr>
                                        <p:cTn dur="500"/>
                                        <p:tgtEl>
                                          <p:spTgt spid="135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50"/>
                                        </p:tgtEl>
                                        <p:attrNameLst>
                                          <p:attrName>style.visibility</p:attrName>
                                        </p:attrNameLst>
                                      </p:cBhvr>
                                      <p:to>
                                        <p:strVal val="visible"/>
                                      </p:to>
                                    </p:set>
                                    <p:animEffect filter="fade" transition="in">
                                      <p:cBhvr>
                                        <p:cTn dur="500"/>
                                        <p:tgtEl>
                                          <p:spTgt spid="135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51"/>
                                        </p:tgtEl>
                                        <p:attrNameLst>
                                          <p:attrName>style.visibility</p:attrName>
                                        </p:attrNameLst>
                                      </p:cBhvr>
                                      <p:to>
                                        <p:strVal val="visible"/>
                                      </p:to>
                                    </p:set>
                                    <p:animEffect filter="fade" transition="in">
                                      <p:cBhvr>
                                        <p:cTn dur="500"/>
                                        <p:tgtEl>
                                          <p:spTgt spid="135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54"/>
                                        </p:tgtEl>
                                        <p:attrNameLst>
                                          <p:attrName>style.visibility</p:attrName>
                                        </p:attrNameLst>
                                      </p:cBhvr>
                                      <p:to>
                                        <p:strVal val="visible"/>
                                      </p:to>
                                    </p:set>
                                    <p:animEffect filter="fade" transition="in">
                                      <p:cBhvr>
                                        <p:cTn dur="500"/>
                                        <p:tgtEl>
                                          <p:spTgt spid="135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55"/>
                                        </p:tgtEl>
                                        <p:attrNameLst>
                                          <p:attrName>style.visibility</p:attrName>
                                        </p:attrNameLst>
                                      </p:cBhvr>
                                      <p:to>
                                        <p:strVal val="visible"/>
                                      </p:to>
                                    </p:set>
                                    <p:animEffect filter="fade" transition="in">
                                      <p:cBhvr>
                                        <p:cTn dur="500"/>
                                        <p:tgtEl>
                                          <p:spTgt spid="135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56"/>
                                        </p:tgtEl>
                                        <p:attrNameLst>
                                          <p:attrName>style.visibility</p:attrName>
                                        </p:attrNameLst>
                                      </p:cBhvr>
                                      <p:to>
                                        <p:strVal val="visible"/>
                                      </p:to>
                                    </p:set>
                                    <p:animEffect filter="fade" transition="in">
                                      <p:cBhvr>
                                        <p:cTn dur="500"/>
                                        <p:tgtEl>
                                          <p:spTgt spid="135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63"/>
                                        </p:tgtEl>
                                        <p:attrNameLst>
                                          <p:attrName>style.visibility</p:attrName>
                                        </p:attrNameLst>
                                      </p:cBhvr>
                                      <p:to>
                                        <p:strVal val="visible"/>
                                      </p:to>
                                    </p:set>
                                    <p:animEffect filter="fade" transition="in">
                                      <p:cBhvr>
                                        <p:cTn dur="500"/>
                                        <p:tgtEl>
                                          <p:spTgt spid="136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57"/>
                                        </p:tgtEl>
                                        <p:attrNameLst>
                                          <p:attrName>style.visibility</p:attrName>
                                        </p:attrNameLst>
                                      </p:cBhvr>
                                      <p:to>
                                        <p:strVal val="visible"/>
                                      </p:to>
                                    </p:set>
                                    <p:animEffect filter="fade" transition="in">
                                      <p:cBhvr>
                                        <p:cTn dur="500"/>
                                        <p:tgtEl>
                                          <p:spTgt spid="135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58"/>
                                        </p:tgtEl>
                                        <p:attrNameLst>
                                          <p:attrName>style.visibility</p:attrName>
                                        </p:attrNameLst>
                                      </p:cBhvr>
                                      <p:to>
                                        <p:strVal val="visible"/>
                                      </p:to>
                                    </p:set>
                                    <p:animEffect filter="fade" transition="in">
                                      <p:cBhvr>
                                        <p:cTn dur="500"/>
                                        <p:tgtEl>
                                          <p:spTgt spid="135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59"/>
                                        </p:tgtEl>
                                        <p:attrNameLst>
                                          <p:attrName>style.visibility</p:attrName>
                                        </p:attrNameLst>
                                      </p:cBhvr>
                                      <p:to>
                                        <p:strVal val="visible"/>
                                      </p:to>
                                    </p:set>
                                    <p:animEffect filter="fade" transition="in">
                                      <p:cBhvr>
                                        <p:cTn dur="500"/>
                                        <p:tgtEl>
                                          <p:spTgt spid="135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60"/>
                                        </p:tgtEl>
                                        <p:attrNameLst>
                                          <p:attrName>style.visibility</p:attrName>
                                        </p:attrNameLst>
                                      </p:cBhvr>
                                      <p:to>
                                        <p:strVal val="visible"/>
                                      </p:to>
                                    </p:set>
                                    <p:animEffect filter="fade" transition="in">
                                      <p:cBhvr>
                                        <p:cTn dur="500"/>
                                        <p:tgtEl>
                                          <p:spTgt spid="136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62"/>
                                        </p:tgtEl>
                                        <p:attrNameLst>
                                          <p:attrName>style.visibility</p:attrName>
                                        </p:attrNameLst>
                                      </p:cBhvr>
                                      <p:to>
                                        <p:strVal val="visible"/>
                                      </p:to>
                                    </p:set>
                                    <p:animEffect filter="fade" transition="in">
                                      <p:cBhvr>
                                        <p:cTn dur="500"/>
                                        <p:tgtEl>
                                          <p:spTgt spid="136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61"/>
                                        </p:tgtEl>
                                        <p:attrNameLst>
                                          <p:attrName>style.visibility</p:attrName>
                                        </p:attrNameLst>
                                      </p:cBhvr>
                                      <p:to>
                                        <p:strVal val="visible"/>
                                      </p:to>
                                    </p:set>
                                    <p:animEffect filter="fade" transition="in">
                                      <p:cBhvr>
                                        <p:cTn dur="500"/>
                                        <p:tgtEl>
                                          <p:spTgt spid="136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68"/>
                                        </p:tgtEl>
                                        <p:attrNameLst>
                                          <p:attrName>style.visibility</p:attrName>
                                        </p:attrNameLst>
                                      </p:cBhvr>
                                      <p:to>
                                        <p:strVal val="visible"/>
                                      </p:to>
                                    </p:set>
                                    <p:animEffect filter="fade" transition="in">
                                      <p:cBhvr>
                                        <p:cTn dur="500"/>
                                        <p:tgtEl>
                                          <p:spTgt spid="136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71"/>
                                        </p:tgtEl>
                                        <p:attrNameLst>
                                          <p:attrName>style.visibility</p:attrName>
                                        </p:attrNameLst>
                                      </p:cBhvr>
                                      <p:to>
                                        <p:strVal val="visible"/>
                                      </p:to>
                                    </p:set>
                                    <p:animEffect filter="fade" transition="in">
                                      <p:cBhvr>
                                        <p:cTn dur="500"/>
                                        <p:tgtEl>
                                          <p:spTgt spid="137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74"/>
                                        </p:tgtEl>
                                        <p:attrNameLst>
                                          <p:attrName>style.visibility</p:attrName>
                                        </p:attrNameLst>
                                      </p:cBhvr>
                                      <p:to>
                                        <p:strVal val="visible"/>
                                      </p:to>
                                    </p:set>
                                    <p:animEffect filter="fade" transition="in">
                                      <p:cBhvr>
                                        <p:cTn dur="500"/>
                                        <p:tgtEl>
                                          <p:spTgt spid="137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9" name="Shape 1379"/>
        <p:cNvGrpSpPr/>
        <p:nvPr/>
      </p:nvGrpSpPr>
      <p:grpSpPr>
        <a:xfrm>
          <a:off x="0" y="0"/>
          <a:ext cx="0" cy="0"/>
          <a:chOff x="0" y="0"/>
          <a:chExt cx="0" cy="0"/>
        </a:xfrm>
      </p:grpSpPr>
      <p:sp>
        <p:nvSpPr>
          <p:cNvPr id="1380" name="Google Shape;1380;p61"/>
          <p:cNvSpPr/>
          <p:nvPr/>
        </p:nvSpPr>
        <p:spPr>
          <a:xfrm>
            <a:off x="6616700" y="2178050"/>
            <a:ext cx="1865313" cy="4679950"/>
          </a:xfrm>
          <a:prstGeom prst="rect">
            <a:avLst/>
          </a:prstGeom>
          <a:solidFill>
            <a:srgbClr val="FFFFCC"/>
          </a:solidFill>
          <a:ln cap="flat" cmpd="sng" w="9525">
            <a:solidFill>
              <a:srgbClr val="FFFF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381" name="Google Shape;1381;p61"/>
          <p:cNvSpPr/>
          <p:nvPr/>
        </p:nvSpPr>
        <p:spPr>
          <a:xfrm>
            <a:off x="685800" y="1549400"/>
            <a:ext cx="6016625" cy="760413"/>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accent2"/>
              </a:buClr>
              <a:buSzPts val="2400"/>
              <a:buFont typeface="Arial"/>
              <a:buNone/>
            </a:pPr>
            <a:r>
              <a:rPr i="1" lang="en-US" sz="2400">
                <a:solidFill>
                  <a:schemeClr val="accent2"/>
                </a:solidFill>
                <a:latin typeface="Arial"/>
                <a:ea typeface="Arial"/>
                <a:cs typeface="Arial"/>
                <a:sym typeface="Arial"/>
              </a:rPr>
              <a:t>Solving problems using equations of motion for uniform acceleration</a:t>
            </a:r>
            <a:endParaRPr/>
          </a:p>
        </p:txBody>
      </p:sp>
      <p:sp>
        <p:nvSpPr>
          <p:cNvPr id="1382" name="Google Shape;1382;p61"/>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2: Mechanics</a:t>
            </a:r>
            <a:br>
              <a:rPr b="1" lang="en-US" sz="2800"/>
            </a:br>
            <a:r>
              <a:rPr lang="en-US" sz="2800">
                <a:solidFill>
                  <a:schemeClr val="dk1"/>
                </a:solidFill>
              </a:rPr>
              <a:t>2.1 – Motion</a:t>
            </a:r>
            <a:endParaRPr/>
          </a:p>
        </p:txBody>
      </p:sp>
      <p:sp>
        <p:nvSpPr>
          <p:cNvPr id="1383" name="Google Shape;1383;p61"/>
          <p:cNvSpPr/>
          <p:nvPr/>
        </p:nvSpPr>
        <p:spPr>
          <a:xfrm>
            <a:off x="674688" y="2314575"/>
            <a:ext cx="6015037" cy="4543425"/>
          </a:xfrm>
          <a:prstGeom prst="rect">
            <a:avLst/>
          </a:prstGeom>
          <a:solidFill>
            <a:srgbClr val="FFFFCC"/>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rPr lang="en-US" sz="2400">
                <a:solidFill>
                  <a:schemeClr val="dk1"/>
                </a:solidFill>
                <a:latin typeface="Arial"/>
                <a:ea typeface="Arial"/>
                <a:cs typeface="Arial"/>
                <a:sym typeface="Arial"/>
              </a:rPr>
              <a:t>EXAMPLE: A cheer leader is thrown up with an initial speed of 7 m</a:t>
            </a:r>
            <a:r>
              <a:rPr baseline="-25000"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s</a:t>
            </a:r>
            <a:r>
              <a:rPr baseline="30000" lang="en-US" sz="2400">
                <a:solidFill>
                  <a:schemeClr val="dk1"/>
                </a:solidFill>
                <a:latin typeface="Arial"/>
                <a:ea typeface="Arial"/>
                <a:cs typeface="Arial"/>
                <a:sym typeface="Arial"/>
              </a:rPr>
              <a:t>-1</a:t>
            </a:r>
            <a:r>
              <a:rPr lang="en-US" sz="2400">
                <a:solidFill>
                  <a:schemeClr val="dk1"/>
                </a:solidFill>
                <a:latin typeface="Arial"/>
                <a:ea typeface="Arial"/>
                <a:cs typeface="Arial"/>
                <a:sym typeface="Arial"/>
              </a:rPr>
              <a:t>. How high does she go?</a:t>
            </a:r>
            <a:endParaRPr sz="2400">
              <a:solidFill>
                <a:schemeClr val="dk1"/>
              </a:solidFill>
              <a:latin typeface="Arial"/>
              <a:ea typeface="Arial"/>
              <a:cs typeface="Arial"/>
              <a:sym typeface="Arial"/>
            </a:endParaRPr>
          </a:p>
          <a:p>
            <a:pPr indent="0" lvl="0" marL="0" marR="0" rtl="0" algn="l">
              <a:spcBef>
                <a:spcPts val="480"/>
              </a:spcBef>
              <a:spcAft>
                <a:spcPts val="0"/>
              </a:spcAft>
              <a:buClr>
                <a:schemeClr val="dk1"/>
              </a:buClr>
              <a:buSzPts val="2400"/>
              <a:buFont typeface="Arial"/>
              <a:buNone/>
            </a:pPr>
            <a:r>
              <a:t/>
            </a:r>
            <a:endParaRPr sz="2400">
              <a:solidFill>
                <a:schemeClr val="dk1"/>
              </a:solidFill>
              <a:latin typeface="Arial"/>
              <a:ea typeface="Arial"/>
              <a:cs typeface="Arial"/>
              <a:sym typeface="Arial"/>
            </a:endParaRPr>
          </a:p>
          <a:p>
            <a:pPr indent="0" lvl="0" marL="0" marR="0" rtl="0" algn="l">
              <a:spcBef>
                <a:spcPts val="480"/>
              </a:spcBef>
              <a:spcAft>
                <a:spcPts val="0"/>
              </a:spcAft>
              <a:buClr>
                <a:schemeClr val="dk1"/>
              </a:buClr>
              <a:buSzPts val="2400"/>
              <a:buFont typeface="Arial"/>
              <a:buNone/>
            </a:pPr>
            <a:r>
              <a:t/>
            </a:r>
            <a:endParaRPr sz="2400">
              <a:solidFill>
                <a:schemeClr val="dk1"/>
              </a:solidFill>
              <a:latin typeface="Arial"/>
              <a:ea typeface="Arial"/>
              <a:cs typeface="Arial"/>
              <a:sym typeface="Arial"/>
            </a:endParaRPr>
          </a:p>
          <a:p>
            <a:pPr indent="0" lvl="0" marL="0" marR="0" rtl="0" algn="l">
              <a:spcBef>
                <a:spcPts val="480"/>
              </a:spcBef>
              <a:spcAft>
                <a:spcPts val="0"/>
              </a:spcAft>
              <a:buClr>
                <a:schemeClr val="dk1"/>
              </a:buClr>
              <a:buSzPts val="2400"/>
              <a:buFont typeface="Arial"/>
              <a:buNone/>
            </a:pPr>
            <a:r>
              <a:t/>
            </a:r>
            <a:endParaRPr sz="2400">
              <a:solidFill>
                <a:schemeClr val="dk1"/>
              </a:solidFill>
              <a:latin typeface="Arial"/>
              <a:ea typeface="Arial"/>
              <a:cs typeface="Arial"/>
              <a:sym typeface="Arial"/>
            </a:endParaRPr>
          </a:p>
        </p:txBody>
      </p:sp>
      <p:sp>
        <p:nvSpPr>
          <p:cNvPr id="1384" name="Google Shape;1384;p61"/>
          <p:cNvSpPr/>
          <p:nvPr/>
        </p:nvSpPr>
        <p:spPr>
          <a:xfrm>
            <a:off x="933450" y="3922713"/>
            <a:ext cx="2109788" cy="37465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2400"/>
              <a:buFont typeface="Arial"/>
              <a:buNone/>
            </a:pPr>
            <a:r>
              <a:rPr i="1" lang="en-US" sz="2400">
                <a:solidFill>
                  <a:schemeClr val="dk1"/>
                </a:solidFill>
                <a:latin typeface="Arial"/>
                <a:ea typeface="Arial"/>
                <a:cs typeface="Arial"/>
                <a:sym typeface="Arial"/>
              </a:rPr>
              <a:t>a</a:t>
            </a:r>
            <a:r>
              <a:rPr lang="en-US" sz="2400">
                <a:solidFill>
                  <a:schemeClr val="dk1"/>
                </a:solidFill>
                <a:latin typeface="Arial"/>
                <a:ea typeface="Arial"/>
                <a:cs typeface="Arial"/>
                <a:sym typeface="Arial"/>
              </a:rPr>
              <a:t> = -10 m/s</a:t>
            </a:r>
            <a:r>
              <a:rPr baseline="30000" lang="en-US" sz="2400">
                <a:solidFill>
                  <a:schemeClr val="dk1"/>
                </a:solidFill>
                <a:latin typeface="Arial"/>
                <a:ea typeface="Arial"/>
                <a:cs typeface="Arial"/>
                <a:sym typeface="Arial"/>
              </a:rPr>
              <a:t>2</a:t>
            </a:r>
            <a:endParaRPr b="1" i="1" sz="2400">
              <a:solidFill>
                <a:schemeClr val="dk1"/>
              </a:solidFill>
              <a:latin typeface="Arial"/>
              <a:ea typeface="Arial"/>
              <a:cs typeface="Arial"/>
              <a:sym typeface="Arial"/>
            </a:endParaRPr>
          </a:p>
        </p:txBody>
      </p:sp>
      <p:sp>
        <p:nvSpPr>
          <p:cNvPr id="1385" name="Google Shape;1385;p61"/>
          <p:cNvSpPr/>
          <p:nvPr/>
        </p:nvSpPr>
        <p:spPr>
          <a:xfrm>
            <a:off x="757238" y="3506788"/>
            <a:ext cx="3340100" cy="374650"/>
          </a:xfrm>
          <a:prstGeom prst="rect">
            <a:avLst/>
          </a:prstGeom>
          <a:solidFill>
            <a:srgbClr val="D60093"/>
          </a:solid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chemeClr val="lt1"/>
              </a:buClr>
              <a:buSzPts val="2400"/>
              <a:buFont typeface="Arial"/>
              <a:buNone/>
            </a:pPr>
            <a:r>
              <a:rPr i="1" lang="en-US" sz="2400">
                <a:solidFill>
                  <a:schemeClr val="lt1"/>
                </a:solidFill>
                <a:latin typeface="Arial"/>
                <a:ea typeface="Arial"/>
                <a:cs typeface="Arial"/>
                <a:sym typeface="Arial"/>
              </a:rPr>
              <a:t>KNOWN</a:t>
            </a:r>
            <a:endParaRPr/>
          </a:p>
        </p:txBody>
      </p:sp>
      <p:sp>
        <p:nvSpPr>
          <p:cNvPr id="1386" name="Google Shape;1386;p61"/>
          <p:cNvSpPr/>
          <p:nvPr/>
        </p:nvSpPr>
        <p:spPr>
          <a:xfrm>
            <a:off x="2841625" y="3924300"/>
            <a:ext cx="1568450" cy="37465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accent2"/>
              </a:buClr>
              <a:buSzPts val="2400"/>
              <a:buFont typeface="Arial"/>
              <a:buNone/>
            </a:pPr>
            <a:r>
              <a:rPr lang="en-US" sz="2400">
                <a:solidFill>
                  <a:schemeClr val="accent2"/>
                </a:solidFill>
                <a:latin typeface="Arial"/>
                <a:ea typeface="Arial"/>
                <a:cs typeface="Arial"/>
                <a:sym typeface="Arial"/>
              </a:rPr>
              <a:t>Implicit</a:t>
            </a:r>
            <a:endParaRPr b="1" sz="2400">
              <a:solidFill>
                <a:schemeClr val="accent2"/>
              </a:solidFill>
              <a:latin typeface="Arial"/>
              <a:ea typeface="Arial"/>
              <a:cs typeface="Arial"/>
              <a:sym typeface="Arial"/>
            </a:endParaRPr>
          </a:p>
        </p:txBody>
      </p:sp>
      <p:sp>
        <p:nvSpPr>
          <p:cNvPr id="1387" name="Google Shape;1387;p61"/>
          <p:cNvSpPr/>
          <p:nvPr/>
        </p:nvSpPr>
        <p:spPr>
          <a:xfrm>
            <a:off x="941388" y="4646613"/>
            <a:ext cx="1728787" cy="37465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2400"/>
              <a:buFont typeface="Arial"/>
              <a:buNone/>
            </a:pPr>
            <a:r>
              <a:rPr i="1" lang="en-US" sz="2400">
                <a:solidFill>
                  <a:schemeClr val="dk1"/>
                </a:solidFill>
                <a:latin typeface="Arial"/>
                <a:ea typeface="Arial"/>
                <a:cs typeface="Arial"/>
                <a:sym typeface="Arial"/>
              </a:rPr>
              <a:t>v</a:t>
            </a:r>
            <a:r>
              <a:rPr lang="en-US" sz="2400">
                <a:solidFill>
                  <a:schemeClr val="dk1"/>
                </a:solidFill>
                <a:latin typeface="Arial"/>
                <a:ea typeface="Arial"/>
                <a:cs typeface="Arial"/>
                <a:sym typeface="Arial"/>
              </a:rPr>
              <a:t> = 0 m/s</a:t>
            </a:r>
            <a:endParaRPr b="1" i="1" sz="2400">
              <a:solidFill>
                <a:schemeClr val="dk1"/>
              </a:solidFill>
              <a:latin typeface="Arial"/>
              <a:ea typeface="Arial"/>
              <a:cs typeface="Arial"/>
              <a:sym typeface="Arial"/>
            </a:endParaRPr>
          </a:p>
        </p:txBody>
      </p:sp>
      <p:sp>
        <p:nvSpPr>
          <p:cNvPr id="1388" name="Google Shape;1388;p61"/>
          <p:cNvSpPr/>
          <p:nvPr/>
        </p:nvSpPr>
        <p:spPr>
          <a:xfrm>
            <a:off x="2847975" y="4641850"/>
            <a:ext cx="1674813" cy="37465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accent2"/>
              </a:buClr>
              <a:buSzPts val="2400"/>
              <a:buFont typeface="Arial"/>
              <a:buNone/>
            </a:pPr>
            <a:r>
              <a:rPr lang="en-US" sz="2400">
                <a:solidFill>
                  <a:schemeClr val="accent2"/>
                </a:solidFill>
                <a:latin typeface="Arial"/>
                <a:ea typeface="Arial"/>
                <a:cs typeface="Arial"/>
                <a:sym typeface="Arial"/>
              </a:rPr>
              <a:t>Implicit</a:t>
            </a:r>
            <a:endParaRPr b="1" sz="2400">
              <a:solidFill>
                <a:schemeClr val="accent2"/>
              </a:solidFill>
              <a:latin typeface="Arial"/>
              <a:ea typeface="Arial"/>
              <a:cs typeface="Arial"/>
              <a:sym typeface="Arial"/>
            </a:endParaRPr>
          </a:p>
        </p:txBody>
      </p:sp>
      <p:sp>
        <p:nvSpPr>
          <p:cNvPr id="1389" name="Google Shape;1389;p61"/>
          <p:cNvSpPr/>
          <p:nvPr/>
        </p:nvSpPr>
        <p:spPr>
          <a:xfrm>
            <a:off x="933450" y="4286250"/>
            <a:ext cx="2913063" cy="37465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2400"/>
              <a:buFont typeface="Arial"/>
              <a:buNone/>
            </a:pPr>
            <a:r>
              <a:rPr i="1" lang="en-US" sz="2400">
                <a:solidFill>
                  <a:schemeClr val="dk1"/>
                </a:solidFill>
                <a:latin typeface="Arial"/>
                <a:ea typeface="Arial"/>
                <a:cs typeface="Arial"/>
                <a:sym typeface="Arial"/>
              </a:rPr>
              <a:t>u</a:t>
            </a:r>
            <a:r>
              <a:rPr lang="en-US" sz="2400">
                <a:solidFill>
                  <a:schemeClr val="dk1"/>
                </a:solidFill>
                <a:latin typeface="Arial"/>
                <a:ea typeface="Arial"/>
                <a:cs typeface="Arial"/>
                <a:sym typeface="Arial"/>
              </a:rPr>
              <a:t> = 7 m</a:t>
            </a:r>
            <a:r>
              <a:rPr baseline="-25000"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s</a:t>
            </a:r>
            <a:r>
              <a:rPr baseline="30000" lang="en-US" sz="2400">
                <a:solidFill>
                  <a:schemeClr val="dk1"/>
                </a:solidFill>
                <a:latin typeface="Arial"/>
                <a:ea typeface="Arial"/>
                <a:cs typeface="Arial"/>
                <a:sym typeface="Arial"/>
              </a:rPr>
              <a:t>-1</a:t>
            </a:r>
            <a:endParaRPr b="1" i="1" sz="2400">
              <a:solidFill>
                <a:schemeClr val="dk1"/>
              </a:solidFill>
              <a:latin typeface="Arial"/>
              <a:ea typeface="Arial"/>
              <a:cs typeface="Arial"/>
              <a:sym typeface="Arial"/>
            </a:endParaRPr>
          </a:p>
        </p:txBody>
      </p:sp>
      <p:sp>
        <p:nvSpPr>
          <p:cNvPr id="1390" name="Google Shape;1390;p61"/>
          <p:cNvSpPr/>
          <p:nvPr/>
        </p:nvSpPr>
        <p:spPr>
          <a:xfrm>
            <a:off x="2825750" y="4275138"/>
            <a:ext cx="1195388" cy="37465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accent2"/>
              </a:buClr>
              <a:buSzPts val="2400"/>
              <a:buFont typeface="Arial"/>
              <a:buNone/>
            </a:pPr>
            <a:r>
              <a:rPr lang="en-US" sz="2400">
                <a:solidFill>
                  <a:schemeClr val="accent2"/>
                </a:solidFill>
                <a:latin typeface="Arial"/>
                <a:ea typeface="Arial"/>
                <a:cs typeface="Arial"/>
                <a:sym typeface="Arial"/>
              </a:rPr>
              <a:t>Given</a:t>
            </a:r>
            <a:endParaRPr b="1" sz="2400">
              <a:solidFill>
                <a:schemeClr val="accent2"/>
              </a:solidFill>
              <a:latin typeface="Arial"/>
              <a:ea typeface="Arial"/>
              <a:cs typeface="Arial"/>
              <a:sym typeface="Arial"/>
            </a:endParaRPr>
          </a:p>
        </p:txBody>
      </p:sp>
      <p:sp>
        <p:nvSpPr>
          <p:cNvPr id="1391" name="Google Shape;1391;p61"/>
          <p:cNvSpPr/>
          <p:nvPr/>
        </p:nvSpPr>
        <p:spPr>
          <a:xfrm>
            <a:off x="723900" y="5153025"/>
            <a:ext cx="3340100" cy="374650"/>
          </a:xfrm>
          <a:prstGeom prst="rect">
            <a:avLst/>
          </a:prstGeom>
          <a:solidFill>
            <a:srgbClr val="FF0000"/>
          </a:solid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i="1" lang="en-US" sz="2400">
                <a:solidFill>
                  <a:schemeClr val="lt1"/>
                </a:solidFill>
                <a:latin typeface="Arial"/>
                <a:ea typeface="Arial"/>
                <a:cs typeface="Arial"/>
                <a:sym typeface="Arial"/>
              </a:rPr>
              <a:t>WANTED</a:t>
            </a:r>
            <a:endParaRPr/>
          </a:p>
        </p:txBody>
      </p:sp>
      <p:sp>
        <p:nvSpPr>
          <p:cNvPr id="1392" name="Google Shape;1392;p61"/>
          <p:cNvSpPr/>
          <p:nvPr/>
        </p:nvSpPr>
        <p:spPr>
          <a:xfrm>
            <a:off x="2936875" y="5103813"/>
            <a:ext cx="1085850" cy="374650"/>
          </a:xfrm>
          <a:prstGeom prst="rect">
            <a:avLst/>
          </a:prstGeom>
          <a:noFill/>
          <a:ln>
            <a:noFill/>
          </a:ln>
        </p:spPr>
        <p:txBody>
          <a:bodyPr anchorCtr="0" anchor="t" bIns="45700" lIns="91425" spcFirstLastPara="1" rIns="91425" wrap="square" tIns="45700">
            <a:noAutofit/>
          </a:bodyPr>
          <a:lstStyle/>
          <a:p>
            <a:pPr indent="0" lvl="0" marL="0" marR="0" rtl="0" algn="r">
              <a:lnSpc>
                <a:spcPct val="90000"/>
              </a:lnSpc>
              <a:spcBef>
                <a:spcPts val="0"/>
              </a:spcBef>
              <a:spcAft>
                <a:spcPts val="0"/>
              </a:spcAft>
              <a:buClr>
                <a:schemeClr val="lt1"/>
              </a:buClr>
              <a:buSzPts val="2400"/>
              <a:buFont typeface="Arial"/>
              <a:buNone/>
            </a:pPr>
            <a:r>
              <a:rPr i="1" lang="en-US" sz="2400">
                <a:solidFill>
                  <a:schemeClr val="lt1"/>
                </a:solidFill>
                <a:latin typeface="Arial"/>
                <a:ea typeface="Arial"/>
                <a:cs typeface="Arial"/>
                <a:sym typeface="Arial"/>
              </a:rPr>
              <a:t>s</a:t>
            </a:r>
            <a:r>
              <a:rPr lang="en-US" sz="2400">
                <a:solidFill>
                  <a:schemeClr val="lt1"/>
                </a:solidFill>
                <a:latin typeface="Arial"/>
                <a:ea typeface="Arial"/>
                <a:cs typeface="Arial"/>
                <a:sym typeface="Arial"/>
              </a:rPr>
              <a:t> = ?</a:t>
            </a:r>
            <a:endParaRPr i="1" sz="2400">
              <a:solidFill>
                <a:schemeClr val="lt1"/>
              </a:solidFill>
              <a:latin typeface="Arial"/>
              <a:ea typeface="Arial"/>
              <a:cs typeface="Arial"/>
              <a:sym typeface="Arial"/>
            </a:endParaRPr>
          </a:p>
        </p:txBody>
      </p:sp>
      <p:sp>
        <p:nvSpPr>
          <p:cNvPr id="1393" name="Google Shape;1393;p61"/>
          <p:cNvSpPr/>
          <p:nvPr/>
        </p:nvSpPr>
        <p:spPr>
          <a:xfrm>
            <a:off x="4714875" y="4252913"/>
            <a:ext cx="1936750" cy="355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2400"/>
              <a:buFont typeface="Arial"/>
              <a:buNone/>
            </a:pPr>
            <a:r>
              <a:rPr i="1" lang="en-US" sz="2400">
                <a:solidFill>
                  <a:schemeClr val="dk1"/>
                </a:solidFill>
                <a:latin typeface="Arial"/>
                <a:ea typeface="Arial"/>
                <a:cs typeface="Arial"/>
                <a:sym typeface="Arial"/>
              </a:rPr>
              <a:t>v</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u </a:t>
            </a:r>
            <a:r>
              <a:rPr lang="en-US" sz="2400">
                <a:solidFill>
                  <a:schemeClr val="dk1"/>
                </a:solidFill>
                <a:latin typeface="Arial"/>
                <a:ea typeface="Arial"/>
                <a:cs typeface="Arial"/>
                <a:sym typeface="Arial"/>
              </a:rPr>
              <a:t>+ </a:t>
            </a:r>
            <a:r>
              <a:rPr i="1" lang="en-US" sz="2400">
                <a:solidFill>
                  <a:schemeClr val="dk1"/>
                </a:solidFill>
                <a:latin typeface="Arial"/>
                <a:ea typeface="Arial"/>
                <a:cs typeface="Arial"/>
                <a:sym typeface="Arial"/>
              </a:rPr>
              <a:t>at</a:t>
            </a:r>
            <a:endParaRPr b="1" sz="2400">
              <a:solidFill>
                <a:schemeClr val="dk1"/>
              </a:solidFill>
              <a:latin typeface="Arial"/>
              <a:ea typeface="Arial"/>
              <a:cs typeface="Arial"/>
              <a:sym typeface="Arial"/>
            </a:endParaRPr>
          </a:p>
        </p:txBody>
      </p:sp>
      <p:sp>
        <p:nvSpPr>
          <p:cNvPr id="1394" name="Google Shape;1394;p61"/>
          <p:cNvSpPr/>
          <p:nvPr/>
        </p:nvSpPr>
        <p:spPr>
          <a:xfrm>
            <a:off x="4614863" y="4640263"/>
            <a:ext cx="2960687" cy="39687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2400"/>
              <a:buFont typeface="Arial"/>
              <a:buNone/>
            </a:pPr>
            <a:r>
              <a:rPr i="1" lang="en-US" sz="2400">
                <a:solidFill>
                  <a:schemeClr val="dk1"/>
                </a:solidFill>
                <a:latin typeface="Arial"/>
                <a:ea typeface="Arial"/>
                <a:cs typeface="Arial"/>
                <a:sym typeface="Arial"/>
              </a:rPr>
              <a:t>v</a:t>
            </a:r>
            <a:r>
              <a:rPr baseline="30000" lang="en-US" sz="2400">
                <a:solidFill>
                  <a:schemeClr val="dk1"/>
                </a:solidFill>
                <a:latin typeface="Arial"/>
                <a:ea typeface="Arial"/>
                <a:cs typeface="Arial"/>
                <a:sym typeface="Arial"/>
              </a:rPr>
              <a:t>2</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u</a:t>
            </a:r>
            <a:r>
              <a:rPr baseline="30000" lang="en-US" sz="2400">
                <a:solidFill>
                  <a:schemeClr val="dk1"/>
                </a:solidFill>
                <a:latin typeface="Arial"/>
                <a:ea typeface="Arial"/>
                <a:cs typeface="Arial"/>
                <a:sym typeface="Arial"/>
              </a:rPr>
              <a:t>2</a:t>
            </a:r>
            <a:r>
              <a:rPr lang="en-US" sz="2400">
                <a:solidFill>
                  <a:schemeClr val="dk1"/>
                </a:solidFill>
                <a:latin typeface="Arial"/>
                <a:ea typeface="Arial"/>
                <a:cs typeface="Arial"/>
                <a:sym typeface="Arial"/>
              </a:rPr>
              <a:t> + 2</a:t>
            </a:r>
            <a:r>
              <a:rPr i="1" lang="en-US" sz="2400">
                <a:solidFill>
                  <a:schemeClr val="dk1"/>
                </a:solidFill>
                <a:latin typeface="Arial"/>
                <a:ea typeface="Arial"/>
                <a:cs typeface="Arial"/>
                <a:sym typeface="Arial"/>
              </a:rPr>
              <a:t>a</a:t>
            </a:r>
            <a:r>
              <a:rPr lang="en-US" sz="2400">
                <a:solidFill>
                  <a:schemeClr val="dk1"/>
                </a:solidFill>
                <a:latin typeface="Arial"/>
                <a:ea typeface="Arial"/>
                <a:cs typeface="Arial"/>
                <a:sym typeface="Arial"/>
              </a:rPr>
              <a:t>s</a:t>
            </a:r>
            <a:endParaRPr/>
          </a:p>
        </p:txBody>
      </p:sp>
      <p:sp>
        <p:nvSpPr>
          <p:cNvPr id="1395" name="Google Shape;1395;p61"/>
          <p:cNvSpPr/>
          <p:nvPr/>
        </p:nvSpPr>
        <p:spPr>
          <a:xfrm>
            <a:off x="801688" y="5524500"/>
            <a:ext cx="3638550" cy="744538"/>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2400"/>
              <a:buFont typeface="Arial"/>
              <a:buNone/>
            </a:pPr>
            <a:r>
              <a:rPr b="1" lang="en-US" sz="2400">
                <a:solidFill>
                  <a:schemeClr val="dk1"/>
                </a:solidFill>
                <a:latin typeface="Arial"/>
                <a:ea typeface="Arial"/>
                <a:cs typeface="Arial"/>
                <a:sym typeface="Arial"/>
              </a:rPr>
              <a:t>∙</a:t>
            </a:r>
            <a:r>
              <a:rPr lang="en-US" sz="2400">
                <a:solidFill>
                  <a:schemeClr val="dk1"/>
                </a:solidFill>
                <a:latin typeface="Arial"/>
                <a:ea typeface="Arial"/>
                <a:cs typeface="Arial"/>
                <a:sym typeface="Arial"/>
              </a:rPr>
              <a:t>Since </a:t>
            </a:r>
            <a:r>
              <a:rPr i="1" lang="en-US" sz="2400">
                <a:solidFill>
                  <a:schemeClr val="dk1"/>
                </a:solidFill>
                <a:latin typeface="Arial"/>
                <a:ea typeface="Arial"/>
                <a:cs typeface="Arial"/>
                <a:sym typeface="Arial"/>
              </a:rPr>
              <a:t>t</a:t>
            </a:r>
            <a:r>
              <a:rPr lang="en-US" sz="2400">
                <a:solidFill>
                  <a:schemeClr val="dk1"/>
                </a:solidFill>
                <a:latin typeface="Arial"/>
                <a:ea typeface="Arial"/>
                <a:cs typeface="Arial"/>
                <a:sym typeface="Arial"/>
              </a:rPr>
              <a:t> is not known - drop the two eq’ns which have time in them.</a:t>
            </a:r>
            <a:endParaRPr/>
          </a:p>
        </p:txBody>
      </p:sp>
      <p:cxnSp>
        <p:nvCxnSpPr>
          <p:cNvPr id="1396" name="Google Shape;1396;p61"/>
          <p:cNvCxnSpPr/>
          <p:nvPr/>
        </p:nvCxnSpPr>
        <p:spPr>
          <a:xfrm>
            <a:off x="4797425" y="4425950"/>
            <a:ext cx="1436688" cy="44450"/>
          </a:xfrm>
          <a:prstGeom prst="straightConnector1">
            <a:avLst/>
          </a:prstGeom>
          <a:noFill/>
          <a:ln cap="flat" cmpd="sng" w="19050">
            <a:solidFill>
              <a:srgbClr val="FF0000"/>
            </a:solidFill>
            <a:prstDash val="solid"/>
            <a:round/>
            <a:headEnd len="med" w="med" type="none"/>
            <a:tailEnd len="med" w="med" type="none"/>
          </a:ln>
        </p:spPr>
      </p:cxnSp>
      <p:sp>
        <p:nvSpPr>
          <p:cNvPr id="1397" name="Google Shape;1397;p61"/>
          <p:cNvSpPr/>
          <p:nvPr/>
        </p:nvSpPr>
        <p:spPr>
          <a:xfrm>
            <a:off x="4541838" y="5140325"/>
            <a:ext cx="3340100" cy="374650"/>
          </a:xfrm>
          <a:prstGeom prst="rect">
            <a:avLst/>
          </a:prstGeom>
          <a:solidFill>
            <a:srgbClr val="008000"/>
          </a:solid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chemeClr val="lt1"/>
              </a:buClr>
              <a:buSzPts val="2400"/>
              <a:buFont typeface="Arial"/>
              <a:buNone/>
            </a:pPr>
            <a:r>
              <a:rPr i="1" lang="en-US" sz="2400">
                <a:solidFill>
                  <a:schemeClr val="lt1"/>
                </a:solidFill>
                <a:latin typeface="Arial"/>
                <a:ea typeface="Arial"/>
                <a:cs typeface="Arial"/>
                <a:sym typeface="Arial"/>
              </a:rPr>
              <a:t>SOLUTION</a:t>
            </a:r>
            <a:endParaRPr/>
          </a:p>
        </p:txBody>
      </p:sp>
      <p:grpSp>
        <p:nvGrpSpPr>
          <p:cNvPr id="1398" name="Google Shape;1398;p61"/>
          <p:cNvGrpSpPr/>
          <p:nvPr/>
        </p:nvGrpSpPr>
        <p:grpSpPr>
          <a:xfrm>
            <a:off x="4724400" y="3851275"/>
            <a:ext cx="3141663" cy="419100"/>
            <a:chOff x="2976" y="2426"/>
            <a:chExt cx="1979" cy="264"/>
          </a:xfrm>
        </p:grpSpPr>
        <p:sp>
          <p:nvSpPr>
            <p:cNvPr id="1399" name="Google Shape;1399;p61"/>
            <p:cNvSpPr/>
            <p:nvPr/>
          </p:nvSpPr>
          <p:spPr>
            <a:xfrm>
              <a:off x="2976" y="2455"/>
              <a:ext cx="1979" cy="202"/>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2400"/>
                <a:buFont typeface="Arial"/>
                <a:buNone/>
              </a:pPr>
              <a:r>
                <a:rPr i="1" lang="en-US" sz="2400">
                  <a:solidFill>
                    <a:schemeClr val="dk1"/>
                  </a:solidFill>
                  <a:latin typeface="Arial"/>
                  <a:ea typeface="Arial"/>
                  <a:cs typeface="Arial"/>
                  <a:sym typeface="Arial"/>
                </a:rPr>
                <a:t>s </a:t>
              </a:r>
              <a:r>
                <a:rPr lang="en-US" sz="2400">
                  <a:solidFill>
                    <a:schemeClr val="dk1"/>
                  </a:solidFill>
                  <a:latin typeface="Arial"/>
                  <a:ea typeface="Arial"/>
                  <a:cs typeface="Arial"/>
                  <a:sym typeface="Arial"/>
                </a:rPr>
                <a:t>= </a:t>
              </a:r>
              <a:r>
                <a:rPr i="1" lang="en-US" sz="2400">
                  <a:solidFill>
                    <a:schemeClr val="dk1"/>
                  </a:solidFill>
                  <a:latin typeface="Arial"/>
                  <a:ea typeface="Arial"/>
                  <a:cs typeface="Arial"/>
                  <a:sym typeface="Arial"/>
                </a:rPr>
                <a:t>ut</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at</a:t>
              </a:r>
              <a:r>
                <a:rPr baseline="30000" lang="en-US" sz="2400">
                  <a:solidFill>
                    <a:schemeClr val="dk1"/>
                  </a:solidFill>
                  <a:latin typeface="Arial"/>
                  <a:ea typeface="Arial"/>
                  <a:cs typeface="Arial"/>
                  <a:sym typeface="Arial"/>
                </a:rPr>
                <a:t>2</a:t>
              </a:r>
              <a:endParaRPr sz="2400">
                <a:solidFill>
                  <a:schemeClr val="dk1"/>
                </a:solidFill>
                <a:latin typeface="Arial"/>
                <a:ea typeface="Arial"/>
                <a:cs typeface="Arial"/>
                <a:sym typeface="Arial"/>
              </a:endParaRPr>
            </a:p>
          </p:txBody>
        </p:sp>
        <p:sp>
          <p:nvSpPr>
            <p:cNvPr id="1400" name="Google Shape;1400;p61"/>
            <p:cNvSpPr/>
            <p:nvPr/>
          </p:nvSpPr>
          <p:spPr>
            <a:xfrm>
              <a:off x="3650" y="2426"/>
              <a:ext cx="204" cy="264"/>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chemeClr val="dk1"/>
                </a:buClr>
                <a:buSzPts val="1600"/>
                <a:buFont typeface="Arial"/>
                <a:buNone/>
              </a:pPr>
              <a:r>
                <a:rPr b="1" lang="en-US" sz="1600" u="sng">
                  <a:solidFill>
                    <a:schemeClr val="dk1"/>
                  </a:solidFill>
                  <a:latin typeface="Arial"/>
                  <a:ea typeface="Arial"/>
                  <a:cs typeface="Arial"/>
                  <a:sym typeface="Arial"/>
                </a:rPr>
                <a:t>1</a:t>
              </a:r>
              <a:endParaRPr/>
            </a:p>
            <a:p>
              <a:pPr indent="0" lvl="0" marL="0" marR="0" rtl="0" algn="ctr">
                <a:lnSpc>
                  <a:spcPct val="90000"/>
                </a:lnSpc>
                <a:spcBef>
                  <a:spcPts val="0"/>
                </a:spcBef>
                <a:spcAft>
                  <a:spcPts val="0"/>
                </a:spcAft>
                <a:buClr>
                  <a:schemeClr val="dk1"/>
                </a:buClr>
                <a:buSzPts val="1600"/>
                <a:buFont typeface="Arial"/>
                <a:buNone/>
              </a:pPr>
              <a:r>
                <a:rPr b="1" lang="en-US" sz="1600">
                  <a:solidFill>
                    <a:schemeClr val="dk1"/>
                  </a:solidFill>
                  <a:latin typeface="Arial"/>
                  <a:ea typeface="Arial"/>
                  <a:cs typeface="Arial"/>
                  <a:sym typeface="Arial"/>
                </a:rPr>
                <a:t>2</a:t>
              </a:r>
              <a:endParaRPr b="1" sz="1600">
                <a:solidFill>
                  <a:schemeClr val="dk1"/>
                </a:solidFill>
                <a:latin typeface="Arial"/>
                <a:ea typeface="Arial"/>
                <a:cs typeface="Arial"/>
                <a:sym typeface="Arial"/>
              </a:endParaRPr>
            </a:p>
          </p:txBody>
        </p:sp>
      </p:grpSp>
      <p:sp>
        <p:nvSpPr>
          <p:cNvPr id="1401" name="Google Shape;1401;p61"/>
          <p:cNvSpPr/>
          <p:nvPr/>
        </p:nvSpPr>
        <p:spPr>
          <a:xfrm>
            <a:off x="4654550" y="5586413"/>
            <a:ext cx="2960688" cy="39687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2400"/>
              <a:buFont typeface="Arial"/>
              <a:buNone/>
            </a:pPr>
            <a:r>
              <a:rPr i="1" lang="en-US" sz="2400">
                <a:solidFill>
                  <a:schemeClr val="dk1"/>
                </a:solidFill>
                <a:latin typeface="Arial"/>
                <a:ea typeface="Arial"/>
                <a:cs typeface="Arial"/>
                <a:sym typeface="Arial"/>
              </a:rPr>
              <a:t>v</a:t>
            </a:r>
            <a:r>
              <a:rPr baseline="30000" lang="en-US" sz="2400">
                <a:solidFill>
                  <a:schemeClr val="dk1"/>
                </a:solidFill>
                <a:latin typeface="Arial"/>
                <a:ea typeface="Arial"/>
                <a:cs typeface="Arial"/>
                <a:sym typeface="Arial"/>
              </a:rPr>
              <a:t>2</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u</a:t>
            </a:r>
            <a:r>
              <a:rPr baseline="30000" lang="en-US" sz="2400">
                <a:solidFill>
                  <a:schemeClr val="dk1"/>
                </a:solidFill>
                <a:latin typeface="Arial"/>
                <a:ea typeface="Arial"/>
                <a:cs typeface="Arial"/>
                <a:sym typeface="Arial"/>
              </a:rPr>
              <a:t>2</a:t>
            </a:r>
            <a:r>
              <a:rPr lang="en-US" sz="2400">
                <a:solidFill>
                  <a:schemeClr val="dk1"/>
                </a:solidFill>
                <a:latin typeface="Arial"/>
                <a:ea typeface="Arial"/>
                <a:cs typeface="Arial"/>
                <a:sym typeface="Arial"/>
              </a:rPr>
              <a:t> + 2</a:t>
            </a:r>
            <a:r>
              <a:rPr i="1" lang="en-US" sz="2400">
                <a:solidFill>
                  <a:schemeClr val="dk1"/>
                </a:solidFill>
                <a:latin typeface="Arial"/>
                <a:ea typeface="Arial"/>
                <a:cs typeface="Arial"/>
                <a:sym typeface="Arial"/>
              </a:rPr>
              <a:t>a</a:t>
            </a:r>
            <a:r>
              <a:rPr lang="en-US" sz="2400">
                <a:solidFill>
                  <a:schemeClr val="dk1"/>
                </a:solidFill>
                <a:latin typeface="Arial"/>
                <a:ea typeface="Arial"/>
                <a:cs typeface="Arial"/>
                <a:sym typeface="Arial"/>
              </a:rPr>
              <a:t>s</a:t>
            </a:r>
            <a:endParaRPr/>
          </a:p>
        </p:txBody>
      </p:sp>
      <p:sp>
        <p:nvSpPr>
          <p:cNvPr id="1402" name="Google Shape;1402;p61"/>
          <p:cNvSpPr/>
          <p:nvPr/>
        </p:nvSpPr>
        <p:spPr>
          <a:xfrm>
            <a:off x="4652963" y="6018213"/>
            <a:ext cx="3575050" cy="39687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2400"/>
              <a:buFont typeface="Arial"/>
              <a:buNone/>
            </a:pPr>
            <a:r>
              <a:rPr lang="en-US" sz="2400">
                <a:solidFill>
                  <a:schemeClr val="dk1"/>
                </a:solidFill>
                <a:latin typeface="Arial"/>
                <a:ea typeface="Arial"/>
                <a:cs typeface="Arial"/>
                <a:sym typeface="Arial"/>
              </a:rPr>
              <a:t>0</a:t>
            </a:r>
            <a:r>
              <a:rPr baseline="30000" lang="en-US" sz="2400">
                <a:solidFill>
                  <a:schemeClr val="dk1"/>
                </a:solidFill>
                <a:latin typeface="Arial"/>
                <a:ea typeface="Arial"/>
                <a:cs typeface="Arial"/>
                <a:sym typeface="Arial"/>
              </a:rPr>
              <a:t>2</a:t>
            </a:r>
            <a:r>
              <a:rPr lang="en-US" sz="2400">
                <a:solidFill>
                  <a:schemeClr val="dk1"/>
                </a:solidFill>
                <a:latin typeface="Arial"/>
                <a:ea typeface="Arial"/>
                <a:cs typeface="Arial"/>
                <a:sym typeface="Arial"/>
              </a:rPr>
              <a:t> = 7</a:t>
            </a:r>
            <a:r>
              <a:rPr baseline="30000" lang="en-US" sz="2400">
                <a:solidFill>
                  <a:schemeClr val="dk1"/>
                </a:solidFill>
                <a:latin typeface="Arial"/>
                <a:ea typeface="Arial"/>
                <a:cs typeface="Arial"/>
                <a:sym typeface="Arial"/>
              </a:rPr>
              <a:t>2</a:t>
            </a:r>
            <a:r>
              <a:rPr lang="en-US" sz="2400">
                <a:solidFill>
                  <a:schemeClr val="dk1"/>
                </a:solidFill>
                <a:latin typeface="Arial"/>
                <a:ea typeface="Arial"/>
                <a:cs typeface="Arial"/>
                <a:sym typeface="Arial"/>
              </a:rPr>
              <a:t> + 2(-10)</a:t>
            </a:r>
            <a:r>
              <a:rPr i="1" lang="en-US" sz="2400">
                <a:solidFill>
                  <a:schemeClr val="dk1"/>
                </a:solidFill>
                <a:latin typeface="Arial"/>
                <a:ea typeface="Arial"/>
                <a:cs typeface="Arial"/>
                <a:sym typeface="Arial"/>
              </a:rPr>
              <a:t>s</a:t>
            </a:r>
            <a:endParaRPr sz="2400">
              <a:solidFill>
                <a:schemeClr val="dk1"/>
              </a:solidFill>
              <a:latin typeface="Arial"/>
              <a:ea typeface="Arial"/>
              <a:cs typeface="Arial"/>
              <a:sym typeface="Arial"/>
            </a:endParaRPr>
          </a:p>
        </p:txBody>
      </p:sp>
      <p:sp>
        <p:nvSpPr>
          <p:cNvPr id="1403" name="Google Shape;1403;p61"/>
          <p:cNvSpPr/>
          <p:nvPr/>
        </p:nvSpPr>
        <p:spPr>
          <a:xfrm>
            <a:off x="4768850" y="6432550"/>
            <a:ext cx="3575050" cy="39687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2400"/>
              <a:buFont typeface="Arial"/>
              <a:buNone/>
            </a:pPr>
            <a:r>
              <a:rPr i="1" lang="en-US" sz="2400">
                <a:solidFill>
                  <a:schemeClr val="dk1"/>
                </a:solidFill>
                <a:latin typeface="Arial"/>
                <a:ea typeface="Arial"/>
                <a:cs typeface="Arial"/>
                <a:sym typeface="Arial"/>
              </a:rPr>
              <a:t>s</a:t>
            </a:r>
            <a:r>
              <a:rPr lang="en-US" sz="2400">
                <a:solidFill>
                  <a:schemeClr val="dk1"/>
                </a:solidFill>
                <a:latin typeface="Arial"/>
                <a:ea typeface="Arial"/>
                <a:cs typeface="Arial"/>
                <a:sym typeface="Arial"/>
              </a:rPr>
              <a:t> = 2.45 m</a:t>
            </a:r>
            <a:endParaRPr/>
          </a:p>
        </p:txBody>
      </p:sp>
      <p:pic>
        <p:nvPicPr>
          <p:cNvPr descr="ANd9GcQVpo3ZVBGVGoFpVUimEwvRbcHNkJLtz3IK3e59YpDOctDlpzzU" id="1404" name="Google Shape;1404;p61"/>
          <p:cNvPicPr preferRelativeResize="0"/>
          <p:nvPr/>
        </p:nvPicPr>
        <p:blipFill rotWithShape="1">
          <a:blip r:embed="rId3">
            <a:alphaModFix/>
          </a:blip>
          <a:srcRect b="0" l="0" r="0" t="0"/>
          <a:stretch/>
        </p:blipFill>
        <p:spPr>
          <a:xfrm>
            <a:off x="6705600" y="0"/>
            <a:ext cx="2438400" cy="3630613"/>
          </a:xfrm>
          <a:prstGeom prst="rect">
            <a:avLst/>
          </a:prstGeom>
          <a:noFill/>
          <a:ln>
            <a:noFill/>
          </a:ln>
        </p:spPr>
      </p:pic>
      <p:sp>
        <p:nvSpPr>
          <p:cNvPr id="1405" name="Google Shape;1405;p61"/>
          <p:cNvSpPr/>
          <p:nvPr/>
        </p:nvSpPr>
        <p:spPr>
          <a:xfrm>
            <a:off x="4551363" y="3506788"/>
            <a:ext cx="3340100" cy="374650"/>
          </a:xfrm>
          <a:prstGeom prst="rect">
            <a:avLst/>
          </a:prstGeom>
          <a:solidFill>
            <a:schemeClr val="accent2"/>
          </a:solid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chemeClr val="lt1"/>
              </a:buClr>
              <a:buSzPts val="2400"/>
              <a:buFont typeface="Arial"/>
              <a:buNone/>
            </a:pPr>
            <a:r>
              <a:rPr i="1" lang="en-US" sz="2400">
                <a:solidFill>
                  <a:schemeClr val="lt1"/>
                </a:solidFill>
                <a:latin typeface="Arial"/>
                <a:ea typeface="Arial"/>
                <a:cs typeface="Arial"/>
                <a:sym typeface="Arial"/>
              </a:rPr>
              <a:t>FORMULAS</a:t>
            </a:r>
            <a:endParaRPr/>
          </a:p>
        </p:txBody>
      </p:sp>
      <p:cxnSp>
        <p:nvCxnSpPr>
          <p:cNvPr id="1406" name="Google Shape;1406;p61"/>
          <p:cNvCxnSpPr/>
          <p:nvPr/>
        </p:nvCxnSpPr>
        <p:spPr>
          <a:xfrm flipH="1" rot="10800000">
            <a:off x="4779963" y="4056063"/>
            <a:ext cx="1789112" cy="7937"/>
          </a:xfrm>
          <a:prstGeom prst="straightConnector1">
            <a:avLst/>
          </a:prstGeom>
          <a:noFill/>
          <a:ln cap="flat" cmpd="sng" w="19050">
            <a:solidFill>
              <a:srgbClr val="FF0000"/>
            </a:solidFill>
            <a:prstDash val="solid"/>
            <a:round/>
            <a:headEnd len="med" w="med" type="none"/>
            <a:tailEnd len="med" w="med"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83">
                                            <p:txEl>
                                              <p:pRg end="0" st="0"/>
                                            </p:txEl>
                                          </p:spTgt>
                                        </p:tgtEl>
                                        <p:attrNameLst>
                                          <p:attrName>style.visibility</p:attrName>
                                        </p:attrNameLst>
                                      </p:cBhvr>
                                      <p:to>
                                        <p:strVal val="visible"/>
                                      </p:to>
                                    </p:set>
                                    <p:anim calcmode="lin" valueType="num">
                                      <p:cBhvr additive="base">
                                        <p:cTn dur="500"/>
                                        <p:tgtEl>
                                          <p:spTgt spid="1383">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83">
                                            <p:txEl>
                                              <p:pRg end="1" st="1"/>
                                            </p:txEl>
                                          </p:spTgt>
                                        </p:tgtEl>
                                        <p:attrNameLst>
                                          <p:attrName>style.visibility</p:attrName>
                                        </p:attrNameLst>
                                      </p:cBhvr>
                                      <p:to>
                                        <p:strVal val="visible"/>
                                      </p:to>
                                    </p:set>
                                    <p:anim calcmode="lin" valueType="num">
                                      <p:cBhvr additive="base">
                                        <p:cTn dur="500"/>
                                        <p:tgtEl>
                                          <p:spTgt spid="1383">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83">
                                            <p:txEl>
                                              <p:pRg end="2" st="2"/>
                                            </p:txEl>
                                          </p:spTgt>
                                        </p:tgtEl>
                                        <p:attrNameLst>
                                          <p:attrName>style.visibility</p:attrName>
                                        </p:attrNameLst>
                                      </p:cBhvr>
                                      <p:to>
                                        <p:strVal val="visible"/>
                                      </p:to>
                                    </p:set>
                                    <p:anim calcmode="lin" valueType="num">
                                      <p:cBhvr additive="base">
                                        <p:cTn dur="500"/>
                                        <p:tgtEl>
                                          <p:spTgt spid="1383">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83">
                                            <p:txEl>
                                              <p:pRg end="3" st="3"/>
                                            </p:txEl>
                                          </p:spTgt>
                                        </p:tgtEl>
                                        <p:attrNameLst>
                                          <p:attrName>style.visibility</p:attrName>
                                        </p:attrNameLst>
                                      </p:cBhvr>
                                      <p:to>
                                        <p:strVal val="visible"/>
                                      </p:to>
                                    </p:set>
                                    <p:anim calcmode="lin" valueType="num">
                                      <p:cBhvr additive="base">
                                        <p:cTn dur="500"/>
                                        <p:tgtEl>
                                          <p:spTgt spid="1383">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5"/>
                                        </p:tgtEl>
                                        <p:attrNameLst>
                                          <p:attrName>style.visibility</p:attrName>
                                        </p:attrNameLst>
                                      </p:cBhvr>
                                      <p:to>
                                        <p:strVal val="visible"/>
                                      </p:to>
                                    </p:set>
                                    <p:animEffect filter="fade" transition="in">
                                      <p:cBhvr>
                                        <p:cTn dur="500"/>
                                        <p:tgtEl>
                                          <p:spTgt spid="138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4"/>
                                        </p:tgtEl>
                                        <p:attrNameLst>
                                          <p:attrName>style.visibility</p:attrName>
                                        </p:attrNameLst>
                                      </p:cBhvr>
                                      <p:to>
                                        <p:strVal val="visible"/>
                                      </p:to>
                                    </p:set>
                                    <p:animEffect filter="fade" transition="in">
                                      <p:cBhvr>
                                        <p:cTn dur="500"/>
                                        <p:tgtEl>
                                          <p:spTgt spid="138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6"/>
                                        </p:tgtEl>
                                        <p:attrNameLst>
                                          <p:attrName>style.visibility</p:attrName>
                                        </p:attrNameLst>
                                      </p:cBhvr>
                                      <p:to>
                                        <p:strVal val="visible"/>
                                      </p:to>
                                    </p:set>
                                    <p:animEffect filter="fade" transition="in">
                                      <p:cBhvr>
                                        <p:cTn dur="500"/>
                                        <p:tgtEl>
                                          <p:spTgt spid="138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9"/>
                                        </p:tgtEl>
                                        <p:attrNameLst>
                                          <p:attrName>style.visibility</p:attrName>
                                        </p:attrNameLst>
                                      </p:cBhvr>
                                      <p:to>
                                        <p:strVal val="visible"/>
                                      </p:to>
                                    </p:set>
                                    <p:animEffect filter="fade" transition="in">
                                      <p:cBhvr>
                                        <p:cTn dur="500"/>
                                        <p:tgtEl>
                                          <p:spTgt spid="138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90"/>
                                        </p:tgtEl>
                                        <p:attrNameLst>
                                          <p:attrName>style.visibility</p:attrName>
                                        </p:attrNameLst>
                                      </p:cBhvr>
                                      <p:to>
                                        <p:strVal val="visible"/>
                                      </p:to>
                                    </p:set>
                                    <p:animEffect filter="fade" transition="in">
                                      <p:cBhvr>
                                        <p:cTn dur="500"/>
                                        <p:tgtEl>
                                          <p:spTgt spid="139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7"/>
                                        </p:tgtEl>
                                        <p:attrNameLst>
                                          <p:attrName>style.visibility</p:attrName>
                                        </p:attrNameLst>
                                      </p:cBhvr>
                                      <p:to>
                                        <p:strVal val="visible"/>
                                      </p:to>
                                    </p:set>
                                    <p:animEffect filter="fade" transition="in">
                                      <p:cBhvr>
                                        <p:cTn dur="500"/>
                                        <p:tgtEl>
                                          <p:spTgt spid="138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8"/>
                                        </p:tgtEl>
                                        <p:attrNameLst>
                                          <p:attrName>style.visibility</p:attrName>
                                        </p:attrNameLst>
                                      </p:cBhvr>
                                      <p:to>
                                        <p:strVal val="visible"/>
                                      </p:to>
                                    </p:set>
                                    <p:animEffect filter="fade" transition="in">
                                      <p:cBhvr>
                                        <p:cTn dur="500"/>
                                        <p:tgtEl>
                                          <p:spTgt spid="138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91"/>
                                        </p:tgtEl>
                                        <p:attrNameLst>
                                          <p:attrName>style.visibility</p:attrName>
                                        </p:attrNameLst>
                                      </p:cBhvr>
                                      <p:to>
                                        <p:strVal val="visible"/>
                                      </p:to>
                                    </p:set>
                                    <p:animEffect filter="fade" transition="in">
                                      <p:cBhvr>
                                        <p:cTn dur="500"/>
                                        <p:tgtEl>
                                          <p:spTgt spid="139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92"/>
                                        </p:tgtEl>
                                        <p:attrNameLst>
                                          <p:attrName>style.visibility</p:attrName>
                                        </p:attrNameLst>
                                      </p:cBhvr>
                                      <p:to>
                                        <p:strVal val="visible"/>
                                      </p:to>
                                    </p:set>
                                    <p:animEffect filter="fade" transition="in">
                                      <p:cBhvr>
                                        <p:cTn dur="500"/>
                                        <p:tgtEl>
                                          <p:spTgt spid="139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05"/>
                                        </p:tgtEl>
                                        <p:attrNameLst>
                                          <p:attrName>style.visibility</p:attrName>
                                        </p:attrNameLst>
                                      </p:cBhvr>
                                      <p:to>
                                        <p:strVal val="visible"/>
                                      </p:to>
                                    </p:set>
                                    <p:animEffect filter="fade" transition="in">
                                      <p:cBhvr>
                                        <p:cTn dur="500"/>
                                        <p:tgtEl>
                                          <p:spTgt spid="140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98"/>
                                        </p:tgtEl>
                                        <p:attrNameLst>
                                          <p:attrName>style.visibility</p:attrName>
                                        </p:attrNameLst>
                                      </p:cBhvr>
                                      <p:to>
                                        <p:strVal val="visible"/>
                                      </p:to>
                                    </p:set>
                                    <p:animEffect filter="fade" transition="in">
                                      <p:cBhvr>
                                        <p:cTn dur="500"/>
                                        <p:tgtEl>
                                          <p:spTgt spid="139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93"/>
                                        </p:tgtEl>
                                        <p:attrNameLst>
                                          <p:attrName>style.visibility</p:attrName>
                                        </p:attrNameLst>
                                      </p:cBhvr>
                                      <p:to>
                                        <p:strVal val="visible"/>
                                      </p:to>
                                    </p:set>
                                    <p:animEffect filter="fade" transition="in">
                                      <p:cBhvr>
                                        <p:cTn dur="500"/>
                                        <p:tgtEl>
                                          <p:spTgt spid="139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94"/>
                                        </p:tgtEl>
                                        <p:attrNameLst>
                                          <p:attrName>style.visibility</p:attrName>
                                        </p:attrNameLst>
                                      </p:cBhvr>
                                      <p:to>
                                        <p:strVal val="visible"/>
                                      </p:to>
                                    </p:set>
                                    <p:animEffect filter="fade" transition="in">
                                      <p:cBhvr>
                                        <p:cTn dur="500"/>
                                        <p:tgtEl>
                                          <p:spTgt spid="139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95"/>
                                        </p:tgtEl>
                                        <p:attrNameLst>
                                          <p:attrName>style.visibility</p:attrName>
                                        </p:attrNameLst>
                                      </p:cBhvr>
                                      <p:to>
                                        <p:strVal val="visible"/>
                                      </p:to>
                                    </p:set>
                                    <p:animEffect filter="fade" transition="in">
                                      <p:cBhvr>
                                        <p:cTn dur="500"/>
                                        <p:tgtEl>
                                          <p:spTgt spid="139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96"/>
                                        </p:tgtEl>
                                        <p:attrNameLst>
                                          <p:attrName>style.visibility</p:attrName>
                                        </p:attrNameLst>
                                      </p:cBhvr>
                                      <p:to>
                                        <p:strVal val="visible"/>
                                      </p:to>
                                    </p:set>
                                    <p:animEffect filter="fade" transition="in">
                                      <p:cBhvr>
                                        <p:cTn dur="500"/>
                                        <p:tgtEl>
                                          <p:spTgt spid="139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06"/>
                                        </p:tgtEl>
                                        <p:attrNameLst>
                                          <p:attrName>style.visibility</p:attrName>
                                        </p:attrNameLst>
                                      </p:cBhvr>
                                      <p:to>
                                        <p:strVal val="visible"/>
                                      </p:to>
                                    </p:set>
                                    <p:animEffect filter="fade" transition="in">
                                      <p:cBhvr>
                                        <p:cTn dur="500"/>
                                        <p:tgtEl>
                                          <p:spTgt spid="140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97"/>
                                        </p:tgtEl>
                                        <p:attrNameLst>
                                          <p:attrName>style.visibility</p:attrName>
                                        </p:attrNameLst>
                                      </p:cBhvr>
                                      <p:to>
                                        <p:strVal val="visible"/>
                                      </p:to>
                                    </p:set>
                                    <p:animEffect filter="fade" transition="in">
                                      <p:cBhvr>
                                        <p:cTn dur="500"/>
                                        <p:tgtEl>
                                          <p:spTgt spid="139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01"/>
                                        </p:tgtEl>
                                        <p:attrNameLst>
                                          <p:attrName>style.visibility</p:attrName>
                                        </p:attrNameLst>
                                      </p:cBhvr>
                                      <p:to>
                                        <p:strVal val="visible"/>
                                      </p:to>
                                    </p:set>
                                    <p:animEffect filter="fade" transition="in">
                                      <p:cBhvr>
                                        <p:cTn dur="500"/>
                                        <p:tgtEl>
                                          <p:spTgt spid="140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02"/>
                                        </p:tgtEl>
                                        <p:attrNameLst>
                                          <p:attrName>style.visibility</p:attrName>
                                        </p:attrNameLst>
                                      </p:cBhvr>
                                      <p:to>
                                        <p:strVal val="visible"/>
                                      </p:to>
                                    </p:set>
                                    <p:animEffect filter="fade" transition="in">
                                      <p:cBhvr>
                                        <p:cTn dur="500"/>
                                        <p:tgtEl>
                                          <p:spTgt spid="140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03"/>
                                        </p:tgtEl>
                                        <p:attrNameLst>
                                          <p:attrName>style.visibility</p:attrName>
                                        </p:attrNameLst>
                                      </p:cBhvr>
                                      <p:to>
                                        <p:strVal val="visible"/>
                                      </p:to>
                                    </p:set>
                                    <p:animEffect filter="fade" transition="in">
                                      <p:cBhvr>
                                        <p:cTn dur="500"/>
                                        <p:tgtEl>
                                          <p:spTgt spid="140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1" name="Shape 1411"/>
        <p:cNvGrpSpPr/>
        <p:nvPr/>
      </p:nvGrpSpPr>
      <p:grpSpPr>
        <a:xfrm>
          <a:off x="0" y="0"/>
          <a:ext cx="0" cy="0"/>
          <a:chOff x="0" y="0"/>
          <a:chExt cx="0" cy="0"/>
        </a:xfrm>
      </p:grpSpPr>
      <p:sp>
        <p:nvSpPr>
          <p:cNvPr id="1412" name="Google Shape;1412;p62"/>
          <p:cNvSpPr/>
          <p:nvPr/>
        </p:nvSpPr>
        <p:spPr>
          <a:xfrm>
            <a:off x="685800" y="1549400"/>
            <a:ext cx="6053138" cy="822325"/>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accent2"/>
              </a:buClr>
              <a:buSzPts val="2400"/>
              <a:buFont typeface="Arial"/>
              <a:buNone/>
            </a:pPr>
            <a:r>
              <a:rPr i="1" lang="en-US" sz="2400">
                <a:solidFill>
                  <a:schemeClr val="accent2"/>
                </a:solidFill>
                <a:latin typeface="Arial"/>
                <a:ea typeface="Arial"/>
                <a:cs typeface="Arial"/>
                <a:sym typeface="Arial"/>
              </a:rPr>
              <a:t>Solving problems using equations of motion for uniform acceleration</a:t>
            </a:r>
            <a:endParaRPr/>
          </a:p>
        </p:txBody>
      </p:sp>
      <p:sp>
        <p:nvSpPr>
          <p:cNvPr id="1413" name="Google Shape;1413;p62"/>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2: Mechanics</a:t>
            </a:r>
            <a:br>
              <a:rPr b="1" lang="en-US" sz="2800"/>
            </a:br>
            <a:r>
              <a:rPr lang="en-US" sz="2800">
                <a:solidFill>
                  <a:schemeClr val="dk1"/>
                </a:solidFill>
              </a:rPr>
              <a:t>2.1 – Motion</a:t>
            </a:r>
            <a:endParaRPr/>
          </a:p>
        </p:txBody>
      </p:sp>
      <p:sp>
        <p:nvSpPr>
          <p:cNvPr id="1414" name="Google Shape;1414;p62"/>
          <p:cNvSpPr/>
          <p:nvPr/>
        </p:nvSpPr>
        <p:spPr>
          <a:xfrm>
            <a:off x="674688" y="2339975"/>
            <a:ext cx="7797800" cy="4543425"/>
          </a:xfrm>
          <a:prstGeom prst="rect">
            <a:avLst/>
          </a:prstGeom>
          <a:solidFill>
            <a:srgbClr val="FFFFCC"/>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rPr lang="en-US" sz="2400">
                <a:solidFill>
                  <a:schemeClr val="dk1"/>
                </a:solidFill>
                <a:latin typeface="Arial"/>
                <a:ea typeface="Arial"/>
                <a:cs typeface="Arial"/>
                <a:sym typeface="Arial"/>
              </a:rPr>
              <a:t>EXAMPLE: A ball is thrown upward at 50 m</a:t>
            </a:r>
            <a:r>
              <a:rPr baseline="-25000"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s</a:t>
            </a:r>
            <a:r>
              <a:rPr baseline="30000" lang="en-US" sz="2400">
                <a:solidFill>
                  <a:schemeClr val="dk1"/>
                </a:solidFill>
                <a:latin typeface="Arial"/>
                <a:ea typeface="Arial"/>
                <a:cs typeface="Arial"/>
                <a:sym typeface="Arial"/>
              </a:rPr>
              <a:t>-1</a:t>
            </a:r>
            <a:r>
              <a:rPr baseline="-25000"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from the top of the 300-m Millau Viaduct, the highest bridge in the world. How fast is it moving when it hits ground?</a:t>
            </a:r>
            <a:endParaRPr sz="2400">
              <a:solidFill>
                <a:schemeClr val="dk1"/>
              </a:solidFill>
              <a:latin typeface="Arial"/>
              <a:ea typeface="Arial"/>
              <a:cs typeface="Arial"/>
              <a:sym typeface="Arial"/>
            </a:endParaRPr>
          </a:p>
          <a:p>
            <a:pPr indent="0" lvl="0" marL="0" marR="0" rtl="0" algn="l">
              <a:spcBef>
                <a:spcPts val="480"/>
              </a:spcBef>
              <a:spcAft>
                <a:spcPts val="0"/>
              </a:spcAft>
              <a:buClr>
                <a:schemeClr val="dk1"/>
              </a:buClr>
              <a:buSzPts val="2400"/>
              <a:buFont typeface="Arial"/>
              <a:buNone/>
            </a:pPr>
            <a:r>
              <a:t/>
            </a:r>
            <a:endParaRPr sz="2400">
              <a:solidFill>
                <a:schemeClr val="dk1"/>
              </a:solidFill>
              <a:latin typeface="Arial"/>
              <a:ea typeface="Arial"/>
              <a:cs typeface="Arial"/>
              <a:sym typeface="Arial"/>
            </a:endParaRPr>
          </a:p>
          <a:p>
            <a:pPr indent="0" lvl="0" marL="0" marR="0" rtl="0" algn="l">
              <a:spcBef>
                <a:spcPts val="480"/>
              </a:spcBef>
              <a:spcAft>
                <a:spcPts val="0"/>
              </a:spcAft>
              <a:buClr>
                <a:schemeClr val="dk1"/>
              </a:buClr>
              <a:buSzPts val="2400"/>
              <a:buFont typeface="Arial"/>
              <a:buNone/>
            </a:pPr>
            <a:r>
              <a:t/>
            </a:r>
            <a:endParaRPr sz="2400">
              <a:solidFill>
                <a:schemeClr val="dk1"/>
              </a:solidFill>
              <a:latin typeface="Arial"/>
              <a:ea typeface="Arial"/>
              <a:cs typeface="Arial"/>
              <a:sym typeface="Arial"/>
            </a:endParaRPr>
          </a:p>
        </p:txBody>
      </p:sp>
      <p:sp>
        <p:nvSpPr>
          <p:cNvPr id="1415" name="Google Shape;1415;p62"/>
          <p:cNvSpPr/>
          <p:nvPr/>
        </p:nvSpPr>
        <p:spPr>
          <a:xfrm>
            <a:off x="933450" y="3922713"/>
            <a:ext cx="2109788" cy="37465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2400"/>
              <a:buFont typeface="Arial"/>
              <a:buNone/>
            </a:pPr>
            <a:r>
              <a:rPr i="1" lang="en-US" sz="2400">
                <a:solidFill>
                  <a:schemeClr val="dk1"/>
                </a:solidFill>
                <a:latin typeface="Arial"/>
                <a:ea typeface="Arial"/>
                <a:cs typeface="Arial"/>
                <a:sym typeface="Arial"/>
              </a:rPr>
              <a:t>a</a:t>
            </a:r>
            <a:r>
              <a:rPr lang="en-US" sz="2400">
                <a:solidFill>
                  <a:schemeClr val="dk1"/>
                </a:solidFill>
                <a:latin typeface="Arial"/>
                <a:ea typeface="Arial"/>
                <a:cs typeface="Arial"/>
                <a:sym typeface="Arial"/>
              </a:rPr>
              <a:t> = -10 m s</a:t>
            </a:r>
            <a:r>
              <a:rPr baseline="30000" lang="en-US" sz="2400">
                <a:solidFill>
                  <a:schemeClr val="dk1"/>
                </a:solidFill>
                <a:latin typeface="Arial"/>
                <a:ea typeface="Arial"/>
                <a:cs typeface="Arial"/>
                <a:sym typeface="Arial"/>
              </a:rPr>
              <a:t>-2</a:t>
            </a:r>
            <a:endParaRPr b="1" i="1" sz="2400">
              <a:solidFill>
                <a:schemeClr val="dk1"/>
              </a:solidFill>
              <a:latin typeface="Arial"/>
              <a:ea typeface="Arial"/>
              <a:cs typeface="Arial"/>
              <a:sym typeface="Arial"/>
            </a:endParaRPr>
          </a:p>
        </p:txBody>
      </p:sp>
      <p:sp>
        <p:nvSpPr>
          <p:cNvPr id="1416" name="Google Shape;1416;p62"/>
          <p:cNvSpPr/>
          <p:nvPr/>
        </p:nvSpPr>
        <p:spPr>
          <a:xfrm>
            <a:off x="757238" y="3506788"/>
            <a:ext cx="3340100" cy="374650"/>
          </a:xfrm>
          <a:prstGeom prst="rect">
            <a:avLst/>
          </a:prstGeom>
          <a:solidFill>
            <a:srgbClr val="D60093"/>
          </a:solid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chemeClr val="lt1"/>
              </a:buClr>
              <a:buSzPts val="2400"/>
              <a:buFont typeface="Arial"/>
              <a:buNone/>
            </a:pPr>
            <a:r>
              <a:rPr i="1" lang="en-US" sz="2400">
                <a:solidFill>
                  <a:schemeClr val="lt1"/>
                </a:solidFill>
                <a:latin typeface="Arial"/>
                <a:ea typeface="Arial"/>
                <a:cs typeface="Arial"/>
                <a:sym typeface="Arial"/>
              </a:rPr>
              <a:t>KNOWN</a:t>
            </a:r>
            <a:endParaRPr/>
          </a:p>
        </p:txBody>
      </p:sp>
      <p:sp>
        <p:nvSpPr>
          <p:cNvPr id="1417" name="Google Shape;1417;p62"/>
          <p:cNvSpPr/>
          <p:nvPr/>
        </p:nvSpPr>
        <p:spPr>
          <a:xfrm>
            <a:off x="2841625" y="3924300"/>
            <a:ext cx="1568450" cy="37465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accent2"/>
              </a:buClr>
              <a:buSzPts val="2400"/>
              <a:buFont typeface="Arial"/>
              <a:buNone/>
            </a:pPr>
            <a:r>
              <a:rPr lang="en-US" sz="2400">
                <a:solidFill>
                  <a:schemeClr val="accent2"/>
                </a:solidFill>
                <a:latin typeface="Arial"/>
                <a:ea typeface="Arial"/>
                <a:cs typeface="Arial"/>
                <a:sym typeface="Arial"/>
              </a:rPr>
              <a:t>Implicit</a:t>
            </a:r>
            <a:endParaRPr b="1" sz="2400">
              <a:solidFill>
                <a:schemeClr val="accent2"/>
              </a:solidFill>
              <a:latin typeface="Arial"/>
              <a:ea typeface="Arial"/>
              <a:cs typeface="Arial"/>
              <a:sym typeface="Arial"/>
            </a:endParaRPr>
          </a:p>
        </p:txBody>
      </p:sp>
      <p:sp>
        <p:nvSpPr>
          <p:cNvPr id="1418" name="Google Shape;1418;p62"/>
          <p:cNvSpPr/>
          <p:nvPr/>
        </p:nvSpPr>
        <p:spPr>
          <a:xfrm>
            <a:off x="941388" y="4646613"/>
            <a:ext cx="1728787" cy="37465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2400"/>
              <a:buFont typeface="Arial"/>
              <a:buNone/>
            </a:pPr>
            <a:r>
              <a:rPr i="1" lang="en-US" sz="2400">
                <a:solidFill>
                  <a:schemeClr val="dk1"/>
                </a:solidFill>
                <a:latin typeface="Arial"/>
                <a:ea typeface="Arial"/>
                <a:cs typeface="Arial"/>
                <a:sym typeface="Arial"/>
              </a:rPr>
              <a:t>s</a:t>
            </a:r>
            <a:r>
              <a:rPr lang="en-US" sz="2400">
                <a:solidFill>
                  <a:schemeClr val="dk1"/>
                </a:solidFill>
                <a:latin typeface="Arial"/>
                <a:ea typeface="Arial"/>
                <a:cs typeface="Arial"/>
                <a:sym typeface="Arial"/>
              </a:rPr>
              <a:t> = -300 m</a:t>
            </a:r>
            <a:endParaRPr b="1" i="1" sz="2400">
              <a:solidFill>
                <a:schemeClr val="dk1"/>
              </a:solidFill>
              <a:latin typeface="Arial"/>
              <a:ea typeface="Arial"/>
              <a:cs typeface="Arial"/>
              <a:sym typeface="Arial"/>
            </a:endParaRPr>
          </a:p>
        </p:txBody>
      </p:sp>
      <p:sp>
        <p:nvSpPr>
          <p:cNvPr id="1419" name="Google Shape;1419;p62"/>
          <p:cNvSpPr/>
          <p:nvPr/>
        </p:nvSpPr>
        <p:spPr>
          <a:xfrm>
            <a:off x="2847975" y="4641850"/>
            <a:ext cx="1674813" cy="37465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accent2"/>
              </a:buClr>
              <a:buSzPts val="2400"/>
              <a:buFont typeface="Arial"/>
              <a:buNone/>
            </a:pPr>
            <a:r>
              <a:rPr lang="en-US" sz="2400">
                <a:solidFill>
                  <a:schemeClr val="accent2"/>
                </a:solidFill>
                <a:latin typeface="Arial"/>
                <a:ea typeface="Arial"/>
                <a:cs typeface="Arial"/>
                <a:sym typeface="Arial"/>
              </a:rPr>
              <a:t>Implicit</a:t>
            </a:r>
            <a:endParaRPr b="1" sz="2400">
              <a:solidFill>
                <a:schemeClr val="accent2"/>
              </a:solidFill>
              <a:latin typeface="Arial"/>
              <a:ea typeface="Arial"/>
              <a:cs typeface="Arial"/>
              <a:sym typeface="Arial"/>
            </a:endParaRPr>
          </a:p>
        </p:txBody>
      </p:sp>
      <p:sp>
        <p:nvSpPr>
          <p:cNvPr id="1420" name="Google Shape;1420;p62"/>
          <p:cNvSpPr/>
          <p:nvPr/>
        </p:nvSpPr>
        <p:spPr>
          <a:xfrm>
            <a:off x="933450" y="4286250"/>
            <a:ext cx="2913063" cy="37465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2400"/>
              <a:buFont typeface="Arial"/>
              <a:buNone/>
            </a:pPr>
            <a:r>
              <a:rPr i="1" lang="en-US" sz="2400">
                <a:solidFill>
                  <a:schemeClr val="dk1"/>
                </a:solidFill>
                <a:latin typeface="Arial"/>
                <a:ea typeface="Arial"/>
                <a:cs typeface="Arial"/>
                <a:sym typeface="Arial"/>
              </a:rPr>
              <a:t>u</a:t>
            </a:r>
            <a:r>
              <a:rPr lang="en-US" sz="2400">
                <a:solidFill>
                  <a:schemeClr val="dk1"/>
                </a:solidFill>
                <a:latin typeface="Arial"/>
                <a:ea typeface="Arial"/>
                <a:cs typeface="Arial"/>
                <a:sym typeface="Arial"/>
              </a:rPr>
              <a:t> = 50 m</a:t>
            </a:r>
            <a:r>
              <a:rPr baseline="-25000"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s</a:t>
            </a:r>
            <a:r>
              <a:rPr baseline="30000" lang="en-US" sz="2400">
                <a:solidFill>
                  <a:schemeClr val="dk1"/>
                </a:solidFill>
                <a:latin typeface="Arial"/>
                <a:ea typeface="Arial"/>
                <a:cs typeface="Arial"/>
                <a:sym typeface="Arial"/>
              </a:rPr>
              <a:t>-1</a:t>
            </a:r>
            <a:endParaRPr b="1" i="1" sz="2400">
              <a:solidFill>
                <a:schemeClr val="dk1"/>
              </a:solidFill>
              <a:latin typeface="Arial"/>
              <a:ea typeface="Arial"/>
              <a:cs typeface="Arial"/>
              <a:sym typeface="Arial"/>
            </a:endParaRPr>
          </a:p>
        </p:txBody>
      </p:sp>
      <p:sp>
        <p:nvSpPr>
          <p:cNvPr id="1421" name="Google Shape;1421;p62"/>
          <p:cNvSpPr/>
          <p:nvPr/>
        </p:nvSpPr>
        <p:spPr>
          <a:xfrm>
            <a:off x="2825750" y="4287838"/>
            <a:ext cx="1195388" cy="37465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accent2"/>
              </a:buClr>
              <a:buSzPts val="2400"/>
              <a:buFont typeface="Arial"/>
              <a:buNone/>
            </a:pPr>
            <a:r>
              <a:rPr lang="en-US" sz="2400">
                <a:solidFill>
                  <a:schemeClr val="accent2"/>
                </a:solidFill>
                <a:latin typeface="Arial"/>
                <a:ea typeface="Arial"/>
                <a:cs typeface="Arial"/>
                <a:sym typeface="Arial"/>
              </a:rPr>
              <a:t>Given</a:t>
            </a:r>
            <a:endParaRPr b="1" sz="2400">
              <a:solidFill>
                <a:schemeClr val="accent2"/>
              </a:solidFill>
              <a:latin typeface="Arial"/>
              <a:ea typeface="Arial"/>
              <a:cs typeface="Arial"/>
              <a:sym typeface="Arial"/>
            </a:endParaRPr>
          </a:p>
        </p:txBody>
      </p:sp>
      <p:sp>
        <p:nvSpPr>
          <p:cNvPr id="1422" name="Google Shape;1422;p62"/>
          <p:cNvSpPr/>
          <p:nvPr/>
        </p:nvSpPr>
        <p:spPr>
          <a:xfrm>
            <a:off x="723900" y="5153025"/>
            <a:ext cx="3340100" cy="374650"/>
          </a:xfrm>
          <a:prstGeom prst="rect">
            <a:avLst/>
          </a:prstGeom>
          <a:solidFill>
            <a:srgbClr val="FF0000"/>
          </a:solid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i="1" lang="en-US" sz="2400">
                <a:solidFill>
                  <a:schemeClr val="lt1"/>
                </a:solidFill>
                <a:latin typeface="Arial"/>
                <a:ea typeface="Arial"/>
                <a:cs typeface="Arial"/>
                <a:sym typeface="Arial"/>
              </a:rPr>
              <a:t>WANTED</a:t>
            </a:r>
            <a:endParaRPr/>
          </a:p>
        </p:txBody>
      </p:sp>
      <p:sp>
        <p:nvSpPr>
          <p:cNvPr id="1423" name="Google Shape;1423;p62"/>
          <p:cNvSpPr/>
          <p:nvPr/>
        </p:nvSpPr>
        <p:spPr>
          <a:xfrm>
            <a:off x="2936875" y="5103813"/>
            <a:ext cx="1085850" cy="374650"/>
          </a:xfrm>
          <a:prstGeom prst="rect">
            <a:avLst/>
          </a:prstGeom>
          <a:noFill/>
          <a:ln>
            <a:noFill/>
          </a:ln>
        </p:spPr>
        <p:txBody>
          <a:bodyPr anchorCtr="0" anchor="t" bIns="45700" lIns="91425" spcFirstLastPara="1" rIns="91425" wrap="square" tIns="45700">
            <a:noAutofit/>
          </a:bodyPr>
          <a:lstStyle/>
          <a:p>
            <a:pPr indent="0" lvl="0" marL="0" marR="0" rtl="0" algn="r">
              <a:lnSpc>
                <a:spcPct val="90000"/>
              </a:lnSpc>
              <a:spcBef>
                <a:spcPts val="0"/>
              </a:spcBef>
              <a:spcAft>
                <a:spcPts val="0"/>
              </a:spcAft>
              <a:buClr>
                <a:schemeClr val="lt1"/>
              </a:buClr>
              <a:buSzPts val="2400"/>
              <a:buFont typeface="Arial"/>
              <a:buNone/>
            </a:pPr>
            <a:r>
              <a:rPr i="1" lang="en-US" sz="2400">
                <a:solidFill>
                  <a:schemeClr val="lt1"/>
                </a:solidFill>
                <a:latin typeface="Arial"/>
                <a:ea typeface="Arial"/>
                <a:cs typeface="Arial"/>
                <a:sym typeface="Arial"/>
              </a:rPr>
              <a:t>v</a:t>
            </a:r>
            <a:r>
              <a:rPr lang="en-US" sz="2400">
                <a:solidFill>
                  <a:schemeClr val="lt1"/>
                </a:solidFill>
                <a:latin typeface="Arial"/>
                <a:ea typeface="Arial"/>
                <a:cs typeface="Arial"/>
                <a:sym typeface="Arial"/>
              </a:rPr>
              <a:t> = ?</a:t>
            </a:r>
            <a:endParaRPr i="1" sz="2400">
              <a:solidFill>
                <a:schemeClr val="lt1"/>
              </a:solidFill>
              <a:latin typeface="Arial"/>
              <a:ea typeface="Arial"/>
              <a:cs typeface="Arial"/>
              <a:sym typeface="Arial"/>
            </a:endParaRPr>
          </a:p>
        </p:txBody>
      </p:sp>
      <p:sp>
        <p:nvSpPr>
          <p:cNvPr id="1424" name="Google Shape;1424;p62"/>
          <p:cNvSpPr/>
          <p:nvPr/>
        </p:nvSpPr>
        <p:spPr>
          <a:xfrm>
            <a:off x="4714875" y="4252913"/>
            <a:ext cx="1936750" cy="355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2400"/>
              <a:buFont typeface="Arial"/>
              <a:buNone/>
            </a:pPr>
            <a:r>
              <a:rPr i="1" lang="en-US" sz="2400">
                <a:solidFill>
                  <a:schemeClr val="dk1"/>
                </a:solidFill>
                <a:latin typeface="Arial"/>
                <a:ea typeface="Arial"/>
                <a:cs typeface="Arial"/>
                <a:sym typeface="Arial"/>
              </a:rPr>
              <a:t>v</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u </a:t>
            </a:r>
            <a:r>
              <a:rPr lang="en-US" sz="2400">
                <a:solidFill>
                  <a:schemeClr val="dk1"/>
                </a:solidFill>
                <a:latin typeface="Arial"/>
                <a:ea typeface="Arial"/>
                <a:cs typeface="Arial"/>
                <a:sym typeface="Arial"/>
              </a:rPr>
              <a:t>+ </a:t>
            </a:r>
            <a:r>
              <a:rPr i="1" lang="en-US" sz="2400">
                <a:solidFill>
                  <a:schemeClr val="dk1"/>
                </a:solidFill>
                <a:latin typeface="Arial"/>
                <a:ea typeface="Arial"/>
                <a:cs typeface="Arial"/>
                <a:sym typeface="Arial"/>
              </a:rPr>
              <a:t>at</a:t>
            </a:r>
            <a:endParaRPr b="1" sz="2400">
              <a:solidFill>
                <a:schemeClr val="dk1"/>
              </a:solidFill>
              <a:latin typeface="Arial"/>
              <a:ea typeface="Arial"/>
              <a:cs typeface="Arial"/>
              <a:sym typeface="Arial"/>
            </a:endParaRPr>
          </a:p>
        </p:txBody>
      </p:sp>
      <p:sp>
        <p:nvSpPr>
          <p:cNvPr id="1425" name="Google Shape;1425;p62"/>
          <p:cNvSpPr/>
          <p:nvPr/>
        </p:nvSpPr>
        <p:spPr>
          <a:xfrm>
            <a:off x="4652963" y="4640263"/>
            <a:ext cx="2960687" cy="39687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2400"/>
              <a:buFont typeface="Arial"/>
              <a:buNone/>
            </a:pPr>
            <a:r>
              <a:rPr i="1" lang="en-US" sz="2400">
                <a:solidFill>
                  <a:schemeClr val="dk1"/>
                </a:solidFill>
                <a:latin typeface="Arial"/>
                <a:ea typeface="Arial"/>
                <a:cs typeface="Arial"/>
                <a:sym typeface="Arial"/>
              </a:rPr>
              <a:t>v</a:t>
            </a:r>
            <a:r>
              <a:rPr baseline="30000" lang="en-US" sz="2400">
                <a:solidFill>
                  <a:schemeClr val="dk1"/>
                </a:solidFill>
                <a:latin typeface="Arial"/>
                <a:ea typeface="Arial"/>
                <a:cs typeface="Arial"/>
                <a:sym typeface="Arial"/>
              </a:rPr>
              <a:t>2</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u</a:t>
            </a:r>
            <a:r>
              <a:rPr baseline="30000" lang="en-US" sz="2400">
                <a:solidFill>
                  <a:schemeClr val="dk1"/>
                </a:solidFill>
                <a:latin typeface="Arial"/>
                <a:ea typeface="Arial"/>
                <a:cs typeface="Arial"/>
                <a:sym typeface="Arial"/>
              </a:rPr>
              <a:t>2</a:t>
            </a:r>
            <a:r>
              <a:rPr lang="en-US" sz="2400">
                <a:solidFill>
                  <a:schemeClr val="dk1"/>
                </a:solidFill>
                <a:latin typeface="Arial"/>
                <a:ea typeface="Arial"/>
                <a:cs typeface="Arial"/>
                <a:sym typeface="Arial"/>
              </a:rPr>
              <a:t> + 2</a:t>
            </a:r>
            <a:r>
              <a:rPr i="1" lang="en-US" sz="2400">
                <a:solidFill>
                  <a:schemeClr val="dk1"/>
                </a:solidFill>
                <a:latin typeface="Arial"/>
                <a:ea typeface="Arial"/>
                <a:cs typeface="Arial"/>
                <a:sym typeface="Arial"/>
              </a:rPr>
              <a:t>a</a:t>
            </a:r>
            <a:r>
              <a:rPr lang="en-US" sz="2400">
                <a:solidFill>
                  <a:schemeClr val="dk1"/>
                </a:solidFill>
                <a:latin typeface="Arial"/>
                <a:ea typeface="Arial"/>
                <a:cs typeface="Arial"/>
                <a:sym typeface="Arial"/>
              </a:rPr>
              <a:t>s</a:t>
            </a:r>
            <a:endParaRPr/>
          </a:p>
        </p:txBody>
      </p:sp>
      <p:sp>
        <p:nvSpPr>
          <p:cNvPr id="1426" name="Google Shape;1426;p62"/>
          <p:cNvSpPr/>
          <p:nvPr/>
        </p:nvSpPr>
        <p:spPr>
          <a:xfrm>
            <a:off x="801688" y="5524500"/>
            <a:ext cx="3638550" cy="744538"/>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2400"/>
              <a:buFont typeface="Arial"/>
              <a:buNone/>
            </a:pPr>
            <a:r>
              <a:rPr b="1" lang="en-US" sz="2400">
                <a:solidFill>
                  <a:schemeClr val="dk1"/>
                </a:solidFill>
                <a:latin typeface="Arial"/>
                <a:ea typeface="Arial"/>
                <a:cs typeface="Arial"/>
                <a:sym typeface="Arial"/>
              </a:rPr>
              <a:t>∙</a:t>
            </a:r>
            <a:r>
              <a:rPr lang="en-US" sz="2400">
                <a:solidFill>
                  <a:schemeClr val="dk1"/>
                </a:solidFill>
                <a:latin typeface="Arial"/>
                <a:ea typeface="Arial"/>
                <a:cs typeface="Arial"/>
                <a:sym typeface="Arial"/>
              </a:rPr>
              <a:t>Since </a:t>
            </a:r>
            <a:r>
              <a:rPr i="1" lang="en-US" sz="2400">
                <a:solidFill>
                  <a:schemeClr val="dk1"/>
                </a:solidFill>
                <a:latin typeface="Arial"/>
                <a:ea typeface="Arial"/>
                <a:cs typeface="Arial"/>
                <a:sym typeface="Arial"/>
              </a:rPr>
              <a:t>t</a:t>
            </a:r>
            <a:r>
              <a:rPr lang="en-US" sz="2400">
                <a:solidFill>
                  <a:schemeClr val="dk1"/>
                </a:solidFill>
                <a:latin typeface="Arial"/>
                <a:ea typeface="Arial"/>
                <a:cs typeface="Arial"/>
                <a:sym typeface="Arial"/>
              </a:rPr>
              <a:t> is not known - drop the two eq’ns which have time in them.</a:t>
            </a:r>
            <a:endParaRPr/>
          </a:p>
        </p:txBody>
      </p:sp>
      <p:cxnSp>
        <p:nvCxnSpPr>
          <p:cNvPr id="1427" name="Google Shape;1427;p62"/>
          <p:cNvCxnSpPr/>
          <p:nvPr/>
        </p:nvCxnSpPr>
        <p:spPr>
          <a:xfrm>
            <a:off x="4797425" y="4425950"/>
            <a:ext cx="1425575" cy="20638"/>
          </a:xfrm>
          <a:prstGeom prst="straightConnector1">
            <a:avLst/>
          </a:prstGeom>
          <a:noFill/>
          <a:ln cap="flat" cmpd="sng" w="19050">
            <a:solidFill>
              <a:srgbClr val="FF0000"/>
            </a:solidFill>
            <a:prstDash val="solid"/>
            <a:round/>
            <a:headEnd len="med" w="med" type="none"/>
            <a:tailEnd len="med" w="med" type="none"/>
          </a:ln>
        </p:spPr>
      </p:cxnSp>
      <p:sp>
        <p:nvSpPr>
          <p:cNvPr id="1428" name="Google Shape;1428;p62"/>
          <p:cNvSpPr/>
          <p:nvPr/>
        </p:nvSpPr>
        <p:spPr>
          <a:xfrm>
            <a:off x="4541838" y="5140325"/>
            <a:ext cx="3340100" cy="374650"/>
          </a:xfrm>
          <a:prstGeom prst="rect">
            <a:avLst/>
          </a:prstGeom>
          <a:solidFill>
            <a:srgbClr val="008000"/>
          </a:solid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chemeClr val="lt1"/>
              </a:buClr>
              <a:buSzPts val="2400"/>
              <a:buFont typeface="Arial"/>
              <a:buNone/>
            </a:pPr>
            <a:r>
              <a:rPr i="1" lang="en-US" sz="2400">
                <a:solidFill>
                  <a:schemeClr val="lt1"/>
                </a:solidFill>
                <a:latin typeface="Arial"/>
                <a:ea typeface="Arial"/>
                <a:cs typeface="Arial"/>
                <a:sym typeface="Arial"/>
              </a:rPr>
              <a:t>SOLUTION</a:t>
            </a:r>
            <a:endParaRPr/>
          </a:p>
        </p:txBody>
      </p:sp>
      <p:sp>
        <p:nvSpPr>
          <p:cNvPr id="1429" name="Google Shape;1429;p62"/>
          <p:cNvSpPr/>
          <p:nvPr/>
        </p:nvSpPr>
        <p:spPr>
          <a:xfrm>
            <a:off x="4654550" y="5586413"/>
            <a:ext cx="2960688" cy="39687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2400"/>
              <a:buFont typeface="Arial"/>
              <a:buNone/>
            </a:pPr>
            <a:r>
              <a:rPr i="1" lang="en-US" sz="2400">
                <a:solidFill>
                  <a:schemeClr val="dk1"/>
                </a:solidFill>
                <a:latin typeface="Arial"/>
                <a:ea typeface="Arial"/>
                <a:cs typeface="Arial"/>
                <a:sym typeface="Arial"/>
              </a:rPr>
              <a:t>v</a:t>
            </a:r>
            <a:r>
              <a:rPr baseline="30000" lang="en-US" sz="2400">
                <a:solidFill>
                  <a:schemeClr val="dk1"/>
                </a:solidFill>
                <a:latin typeface="Arial"/>
                <a:ea typeface="Arial"/>
                <a:cs typeface="Arial"/>
                <a:sym typeface="Arial"/>
              </a:rPr>
              <a:t>2</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u</a:t>
            </a:r>
            <a:r>
              <a:rPr baseline="30000" lang="en-US" sz="2400">
                <a:solidFill>
                  <a:schemeClr val="dk1"/>
                </a:solidFill>
                <a:latin typeface="Arial"/>
                <a:ea typeface="Arial"/>
                <a:cs typeface="Arial"/>
                <a:sym typeface="Arial"/>
              </a:rPr>
              <a:t>2</a:t>
            </a:r>
            <a:r>
              <a:rPr lang="en-US" sz="2400">
                <a:solidFill>
                  <a:schemeClr val="dk1"/>
                </a:solidFill>
                <a:latin typeface="Arial"/>
                <a:ea typeface="Arial"/>
                <a:cs typeface="Arial"/>
                <a:sym typeface="Arial"/>
              </a:rPr>
              <a:t> + 2</a:t>
            </a:r>
            <a:r>
              <a:rPr i="1" lang="en-US" sz="2400">
                <a:solidFill>
                  <a:schemeClr val="dk1"/>
                </a:solidFill>
                <a:latin typeface="Arial"/>
                <a:ea typeface="Arial"/>
                <a:cs typeface="Arial"/>
                <a:sym typeface="Arial"/>
              </a:rPr>
              <a:t>a</a:t>
            </a:r>
            <a:r>
              <a:rPr lang="en-US" sz="2400">
                <a:solidFill>
                  <a:schemeClr val="dk1"/>
                </a:solidFill>
                <a:latin typeface="Arial"/>
                <a:ea typeface="Arial"/>
                <a:cs typeface="Arial"/>
                <a:sym typeface="Arial"/>
              </a:rPr>
              <a:t>s</a:t>
            </a:r>
            <a:endParaRPr/>
          </a:p>
        </p:txBody>
      </p:sp>
      <p:sp>
        <p:nvSpPr>
          <p:cNvPr id="1430" name="Google Shape;1430;p62"/>
          <p:cNvSpPr/>
          <p:nvPr/>
        </p:nvSpPr>
        <p:spPr>
          <a:xfrm>
            <a:off x="4665663" y="5992813"/>
            <a:ext cx="3740150" cy="39687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2400"/>
              <a:buFont typeface="Arial"/>
              <a:buNone/>
            </a:pPr>
            <a:r>
              <a:rPr i="1" lang="en-US" sz="2400">
                <a:solidFill>
                  <a:schemeClr val="dk1"/>
                </a:solidFill>
                <a:latin typeface="Arial"/>
                <a:ea typeface="Arial"/>
                <a:cs typeface="Arial"/>
                <a:sym typeface="Arial"/>
              </a:rPr>
              <a:t>v</a:t>
            </a:r>
            <a:r>
              <a:rPr baseline="30000" lang="en-US" sz="2400">
                <a:solidFill>
                  <a:schemeClr val="dk1"/>
                </a:solidFill>
                <a:latin typeface="Arial"/>
                <a:ea typeface="Arial"/>
                <a:cs typeface="Arial"/>
                <a:sym typeface="Arial"/>
              </a:rPr>
              <a:t>2</a:t>
            </a:r>
            <a:r>
              <a:rPr lang="en-US" sz="2400">
                <a:solidFill>
                  <a:schemeClr val="dk1"/>
                </a:solidFill>
                <a:latin typeface="Arial"/>
                <a:ea typeface="Arial"/>
                <a:cs typeface="Arial"/>
                <a:sym typeface="Arial"/>
              </a:rPr>
              <a:t> = 50</a:t>
            </a:r>
            <a:r>
              <a:rPr baseline="30000" lang="en-US" sz="2400">
                <a:solidFill>
                  <a:schemeClr val="dk1"/>
                </a:solidFill>
                <a:latin typeface="Arial"/>
                <a:ea typeface="Arial"/>
                <a:cs typeface="Arial"/>
                <a:sym typeface="Arial"/>
              </a:rPr>
              <a:t>2</a:t>
            </a:r>
            <a:r>
              <a:rPr lang="en-US" sz="2400">
                <a:solidFill>
                  <a:schemeClr val="dk1"/>
                </a:solidFill>
                <a:latin typeface="Arial"/>
                <a:ea typeface="Arial"/>
                <a:cs typeface="Arial"/>
                <a:sym typeface="Arial"/>
              </a:rPr>
              <a:t> + 2(-10)(-300)</a:t>
            </a:r>
            <a:endParaRPr/>
          </a:p>
        </p:txBody>
      </p:sp>
      <p:sp>
        <p:nvSpPr>
          <p:cNvPr id="1431" name="Google Shape;1431;p62"/>
          <p:cNvSpPr/>
          <p:nvPr/>
        </p:nvSpPr>
        <p:spPr>
          <a:xfrm>
            <a:off x="4765675" y="6369050"/>
            <a:ext cx="3575050" cy="39687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2400"/>
              <a:buFont typeface="Arial"/>
              <a:buNone/>
            </a:pPr>
            <a:r>
              <a:rPr i="1" lang="en-US" sz="2400">
                <a:solidFill>
                  <a:schemeClr val="dk1"/>
                </a:solidFill>
                <a:latin typeface="Arial"/>
                <a:ea typeface="Arial"/>
                <a:cs typeface="Arial"/>
                <a:sym typeface="Arial"/>
              </a:rPr>
              <a:t>v</a:t>
            </a:r>
            <a:r>
              <a:rPr lang="en-US" sz="2400">
                <a:solidFill>
                  <a:schemeClr val="dk1"/>
                </a:solidFill>
                <a:latin typeface="Arial"/>
                <a:ea typeface="Arial"/>
                <a:cs typeface="Arial"/>
                <a:sym typeface="Arial"/>
              </a:rPr>
              <a:t> = -90 m</a:t>
            </a:r>
            <a:r>
              <a:rPr baseline="-25000"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s</a:t>
            </a:r>
            <a:r>
              <a:rPr baseline="30000" lang="en-US" sz="2400">
                <a:solidFill>
                  <a:schemeClr val="dk1"/>
                </a:solidFill>
                <a:latin typeface="Arial"/>
                <a:ea typeface="Arial"/>
                <a:cs typeface="Arial"/>
                <a:sym typeface="Arial"/>
              </a:rPr>
              <a:t>-1</a:t>
            </a:r>
            <a:endParaRPr sz="2400">
              <a:solidFill>
                <a:schemeClr val="dk1"/>
              </a:solidFill>
              <a:latin typeface="Arial"/>
              <a:ea typeface="Arial"/>
              <a:cs typeface="Arial"/>
              <a:sym typeface="Arial"/>
            </a:endParaRPr>
          </a:p>
        </p:txBody>
      </p:sp>
      <p:sp>
        <p:nvSpPr>
          <p:cNvPr id="1432" name="Google Shape;1432;p62"/>
          <p:cNvSpPr/>
          <p:nvPr/>
        </p:nvSpPr>
        <p:spPr>
          <a:xfrm>
            <a:off x="4551363" y="3506788"/>
            <a:ext cx="3340100" cy="374650"/>
          </a:xfrm>
          <a:prstGeom prst="rect">
            <a:avLst/>
          </a:prstGeom>
          <a:solidFill>
            <a:schemeClr val="accent2"/>
          </a:solid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chemeClr val="lt1"/>
              </a:buClr>
              <a:buSzPts val="2400"/>
              <a:buFont typeface="Arial"/>
              <a:buNone/>
            </a:pPr>
            <a:r>
              <a:rPr i="1" lang="en-US" sz="2400">
                <a:solidFill>
                  <a:schemeClr val="lt1"/>
                </a:solidFill>
                <a:latin typeface="Arial"/>
                <a:ea typeface="Arial"/>
                <a:cs typeface="Arial"/>
                <a:sym typeface="Arial"/>
              </a:rPr>
              <a:t>FORMULAS</a:t>
            </a:r>
            <a:endParaRPr/>
          </a:p>
        </p:txBody>
      </p:sp>
      <p:pic>
        <p:nvPicPr>
          <p:cNvPr descr="Worlds Tallest Bridge France" id="1433" name="Google Shape;1433;p62"/>
          <p:cNvPicPr preferRelativeResize="0"/>
          <p:nvPr/>
        </p:nvPicPr>
        <p:blipFill rotWithShape="1">
          <a:blip r:embed="rId3">
            <a:alphaModFix/>
          </a:blip>
          <a:srcRect b="0" l="0" r="0" t="0"/>
          <a:stretch/>
        </p:blipFill>
        <p:spPr>
          <a:xfrm>
            <a:off x="5816600" y="0"/>
            <a:ext cx="3327400" cy="2176463"/>
          </a:xfrm>
          <a:prstGeom prst="rect">
            <a:avLst/>
          </a:prstGeom>
          <a:noFill/>
          <a:ln>
            <a:noFill/>
          </a:ln>
        </p:spPr>
      </p:pic>
      <p:sp>
        <p:nvSpPr>
          <p:cNvPr id="1434" name="Google Shape;1434;p62"/>
          <p:cNvSpPr/>
          <p:nvPr/>
        </p:nvSpPr>
        <p:spPr>
          <a:xfrm>
            <a:off x="8183563" y="530225"/>
            <a:ext cx="88900" cy="88900"/>
          </a:xfrm>
          <a:prstGeom prst="ellipse">
            <a:avLst/>
          </a:prstGeom>
          <a:solidFill>
            <a:srgbClr val="FF00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grpSp>
        <p:nvGrpSpPr>
          <p:cNvPr id="1435" name="Google Shape;1435;p62"/>
          <p:cNvGrpSpPr/>
          <p:nvPr/>
        </p:nvGrpSpPr>
        <p:grpSpPr>
          <a:xfrm>
            <a:off x="4724400" y="3851275"/>
            <a:ext cx="3141663" cy="419100"/>
            <a:chOff x="2976" y="2426"/>
            <a:chExt cx="1979" cy="264"/>
          </a:xfrm>
        </p:grpSpPr>
        <p:sp>
          <p:nvSpPr>
            <p:cNvPr id="1436" name="Google Shape;1436;p62"/>
            <p:cNvSpPr/>
            <p:nvPr/>
          </p:nvSpPr>
          <p:spPr>
            <a:xfrm>
              <a:off x="2976" y="2455"/>
              <a:ext cx="1979" cy="202"/>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2400"/>
                <a:buFont typeface="Arial"/>
                <a:buNone/>
              </a:pPr>
              <a:r>
                <a:rPr i="1" lang="en-US" sz="2400">
                  <a:solidFill>
                    <a:schemeClr val="dk1"/>
                  </a:solidFill>
                  <a:latin typeface="Arial"/>
                  <a:ea typeface="Arial"/>
                  <a:cs typeface="Arial"/>
                  <a:sym typeface="Arial"/>
                </a:rPr>
                <a:t>s </a:t>
              </a:r>
              <a:r>
                <a:rPr lang="en-US" sz="2400">
                  <a:solidFill>
                    <a:schemeClr val="dk1"/>
                  </a:solidFill>
                  <a:latin typeface="Arial"/>
                  <a:ea typeface="Arial"/>
                  <a:cs typeface="Arial"/>
                  <a:sym typeface="Arial"/>
                </a:rPr>
                <a:t>= </a:t>
              </a:r>
              <a:r>
                <a:rPr i="1" lang="en-US" sz="2400">
                  <a:solidFill>
                    <a:schemeClr val="dk1"/>
                  </a:solidFill>
                  <a:latin typeface="Arial"/>
                  <a:ea typeface="Arial"/>
                  <a:cs typeface="Arial"/>
                  <a:sym typeface="Arial"/>
                </a:rPr>
                <a:t>ut</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at</a:t>
              </a:r>
              <a:r>
                <a:rPr baseline="30000" lang="en-US" sz="2400">
                  <a:solidFill>
                    <a:schemeClr val="dk1"/>
                  </a:solidFill>
                  <a:latin typeface="Arial"/>
                  <a:ea typeface="Arial"/>
                  <a:cs typeface="Arial"/>
                  <a:sym typeface="Arial"/>
                </a:rPr>
                <a:t>2</a:t>
              </a:r>
              <a:endParaRPr sz="2400">
                <a:solidFill>
                  <a:schemeClr val="dk1"/>
                </a:solidFill>
                <a:latin typeface="Arial"/>
                <a:ea typeface="Arial"/>
                <a:cs typeface="Arial"/>
                <a:sym typeface="Arial"/>
              </a:endParaRPr>
            </a:p>
          </p:txBody>
        </p:sp>
        <p:sp>
          <p:nvSpPr>
            <p:cNvPr id="1437" name="Google Shape;1437;p62"/>
            <p:cNvSpPr/>
            <p:nvPr/>
          </p:nvSpPr>
          <p:spPr>
            <a:xfrm>
              <a:off x="3650" y="2426"/>
              <a:ext cx="204" cy="264"/>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chemeClr val="dk1"/>
                </a:buClr>
                <a:buSzPts val="1600"/>
                <a:buFont typeface="Arial"/>
                <a:buNone/>
              </a:pPr>
              <a:r>
                <a:rPr b="1" lang="en-US" sz="1600" u="sng">
                  <a:solidFill>
                    <a:schemeClr val="dk1"/>
                  </a:solidFill>
                  <a:latin typeface="Arial"/>
                  <a:ea typeface="Arial"/>
                  <a:cs typeface="Arial"/>
                  <a:sym typeface="Arial"/>
                </a:rPr>
                <a:t>1</a:t>
              </a:r>
              <a:endParaRPr/>
            </a:p>
            <a:p>
              <a:pPr indent="0" lvl="0" marL="0" marR="0" rtl="0" algn="ctr">
                <a:lnSpc>
                  <a:spcPct val="90000"/>
                </a:lnSpc>
                <a:spcBef>
                  <a:spcPts val="0"/>
                </a:spcBef>
                <a:spcAft>
                  <a:spcPts val="0"/>
                </a:spcAft>
                <a:buClr>
                  <a:schemeClr val="dk1"/>
                </a:buClr>
                <a:buSzPts val="1600"/>
                <a:buFont typeface="Arial"/>
                <a:buNone/>
              </a:pPr>
              <a:r>
                <a:rPr b="1" lang="en-US" sz="1600">
                  <a:solidFill>
                    <a:schemeClr val="dk1"/>
                  </a:solidFill>
                  <a:latin typeface="Arial"/>
                  <a:ea typeface="Arial"/>
                  <a:cs typeface="Arial"/>
                  <a:sym typeface="Arial"/>
                </a:rPr>
                <a:t>2</a:t>
              </a:r>
              <a:endParaRPr b="1" sz="1600">
                <a:solidFill>
                  <a:schemeClr val="dk1"/>
                </a:solidFill>
                <a:latin typeface="Arial"/>
                <a:ea typeface="Arial"/>
                <a:cs typeface="Arial"/>
                <a:sym typeface="Arial"/>
              </a:endParaRPr>
            </a:p>
          </p:txBody>
        </p:sp>
      </p:grpSp>
      <p:cxnSp>
        <p:nvCxnSpPr>
          <p:cNvPr id="1438" name="Google Shape;1438;p62"/>
          <p:cNvCxnSpPr/>
          <p:nvPr/>
        </p:nvCxnSpPr>
        <p:spPr>
          <a:xfrm>
            <a:off x="4779963" y="4064000"/>
            <a:ext cx="1766887" cy="15875"/>
          </a:xfrm>
          <a:prstGeom prst="straightConnector1">
            <a:avLst/>
          </a:prstGeom>
          <a:noFill/>
          <a:ln cap="flat" cmpd="sng" w="19050">
            <a:solidFill>
              <a:srgbClr val="FF0000"/>
            </a:solidFill>
            <a:prstDash val="solid"/>
            <a:round/>
            <a:headEnd len="med" w="med" type="none"/>
            <a:tailEnd len="med" w="med"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14">
                                            <p:txEl>
                                              <p:pRg end="0" st="0"/>
                                            </p:txEl>
                                          </p:spTgt>
                                        </p:tgtEl>
                                        <p:attrNameLst>
                                          <p:attrName>style.visibility</p:attrName>
                                        </p:attrNameLst>
                                      </p:cBhvr>
                                      <p:to>
                                        <p:strVal val="visible"/>
                                      </p:to>
                                    </p:set>
                                    <p:anim calcmode="lin" valueType="num">
                                      <p:cBhvr additive="base">
                                        <p:cTn dur="500"/>
                                        <p:tgtEl>
                                          <p:spTgt spid="1414">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14">
                                            <p:txEl>
                                              <p:pRg end="1" st="1"/>
                                            </p:txEl>
                                          </p:spTgt>
                                        </p:tgtEl>
                                        <p:attrNameLst>
                                          <p:attrName>style.visibility</p:attrName>
                                        </p:attrNameLst>
                                      </p:cBhvr>
                                      <p:to>
                                        <p:strVal val="visible"/>
                                      </p:to>
                                    </p:set>
                                    <p:anim calcmode="lin" valueType="num">
                                      <p:cBhvr additive="base">
                                        <p:cTn dur="500"/>
                                        <p:tgtEl>
                                          <p:spTgt spid="1414">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14">
                                            <p:txEl>
                                              <p:pRg end="2" st="2"/>
                                            </p:txEl>
                                          </p:spTgt>
                                        </p:tgtEl>
                                        <p:attrNameLst>
                                          <p:attrName>style.visibility</p:attrName>
                                        </p:attrNameLst>
                                      </p:cBhvr>
                                      <p:to>
                                        <p:strVal val="visible"/>
                                      </p:to>
                                    </p:set>
                                    <p:anim calcmode="lin" valueType="num">
                                      <p:cBhvr additive="base">
                                        <p:cTn dur="500"/>
                                        <p:tgtEl>
                                          <p:spTgt spid="1414">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16"/>
                                        </p:tgtEl>
                                        <p:attrNameLst>
                                          <p:attrName>style.visibility</p:attrName>
                                        </p:attrNameLst>
                                      </p:cBhvr>
                                      <p:to>
                                        <p:strVal val="visible"/>
                                      </p:to>
                                    </p:set>
                                    <p:animEffect filter="fade" transition="in">
                                      <p:cBhvr>
                                        <p:cTn dur="500"/>
                                        <p:tgtEl>
                                          <p:spTgt spid="141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15"/>
                                        </p:tgtEl>
                                        <p:attrNameLst>
                                          <p:attrName>style.visibility</p:attrName>
                                        </p:attrNameLst>
                                      </p:cBhvr>
                                      <p:to>
                                        <p:strVal val="visible"/>
                                      </p:to>
                                    </p:set>
                                    <p:animEffect filter="fade" transition="in">
                                      <p:cBhvr>
                                        <p:cTn dur="500"/>
                                        <p:tgtEl>
                                          <p:spTgt spid="141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17"/>
                                        </p:tgtEl>
                                        <p:attrNameLst>
                                          <p:attrName>style.visibility</p:attrName>
                                        </p:attrNameLst>
                                      </p:cBhvr>
                                      <p:to>
                                        <p:strVal val="visible"/>
                                      </p:to>
                                    </p:set>
                                    <p:animEffect filter="fade" transition="in">
                                      <p:cBhvr>
                                        <p:cTn dur="500"/>
                                        <p:tgtEl>
                                          <p:spTgt spid="141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20"/>
                                        </p:tgtEl>
                                        <p:attrNameLst>
                                          <p:attrName>style.visibility</p:attrName>
                                        </p:attrNameLst>
                                      </p:cBhvr>
                                      <p:to>
                                        <p:strVal val="visible"/>
                                      </p:to>
                                    </p:set>
                                    <p:animEffect filter="fade" transition="in">
                                      <p:cBhvr>
                                        <p:cTn dur="500"/>
                                        <p:tgtEl>
                                          <p:spTgt spid="142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21"/>
                                        </p:tgtEl>
                                        <p:attrNameLst>
                                          <p:attrName>style.visibility</p:attrName>
                                        </p:attrNameLst>
                                      </p:cBhvr>
                                      <p:to>
                                        <p:strVal val="visible"/>
                                      </p:to>
                                    </p:set>
                                    <p:animEffect filter="fade" transition="in">
                                      <p:cBhvr>
                                        <p:cTn dur="500"/>
                                        <p:tgtEl>
                                          <p:spTgt spid="142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18"/>
                                        </p:tgtEl>
                                        <p:attrNameLst>
                                          <p:attrName>style.visibility</p:attrName>
                                        </p:attrNameLst>
                                      </p:cBhvr>
                                      <p:to>
                                        <p:strVal val="visible"/>
                                      </p:to>
                                    </p:set>
                                    <p:animEffect filter="fade" transition="in">
                                      <p:cBhvr>
                                        <p:cTn dur="500"/>
                                        <p:tgtEl>
                                          <p:spTgt spid="141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19"/>
                                        </p:tgtEl>
                                        <p:attrNameLst>
                                          <p:attrName>style.visibility</p:attrName>
                                        </p:attrNameLst>
                                      </p:cBhvr>
                                      <p:to>
                                        <p:strVal val="visible"/>
                                      </p:to>
                                    </p:set>
                                    <p:animEffect filter="fade" transition="in">
                                      <p:cBhvr>
                                        <p:cTn dur="500"/>
                                        <p:tgtEl>
                                          <p:spTgt spid="141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22"/>
                                        </p:tgtEl>
                                        <p:attrNameLst>
                                          <p:attrName>style.visibility</p:attrName>
                                        </p:attrNameLst>
                                      </p:cBhvr>
                                      <p:to>
                                        <p:strVal val="visible"/>
                                      </p:to>
                                    </p:set>
                                    <p:animEffect filter="fade" transition="in">
                                      <p:cBhvr>
                                        <p:cTn dur="500"/>
                                        <p:tgtEl>
                                          <p:spTgt spid="142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23"/>
                                        </p:tgtEl>
                                        <p:attrNameLst>
                                          <p:attrName>style.visibility</p:attrName>
                                        </p:attrNameLst>
                                      </p:cBhvr>
                                      <p:to>
                                        <p:strVal val="visible"/>
                                      </p:to>
                                    </p:set>
                                    <p:animEffect filter="fade" transition="in">
                                      <p:cBhvr>
                                        <p:cTn dur="500"/>
                                        <p:tgtEl>
                                          <p:spTgt spid="142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32"/>
                                        </p:tgtEl>
                                        <p:attrNameLst>
                                          <p:attrName>style.visibility</p:attrName>
                                        </p:attrNameLst>
                                      </p:cBhvr>
                                      <p:to>
                                        <p:strVal val="visible"/>
                                      </p:to>
                                    </p:set>
                                    <p:animEffect filter="fade" transition="in">
                                      <p:cBhvr>
                                        <p:cTn dur="500"/>
                                        <p:tgtEl>
                                          <p:spTgt spid="143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35"/>
                                        </p:tgtEl>
                                        <p:attrNameLst>
                                          <p:attrName>style.visibility</p:attrName>
                                        </p:attrNameLst>
                                      </p:cBhvr>
                                      <p:to>
                                        <p:strVal val="visible"/>
                                      </p:to>
                                    </p:set>
                                    <p:animEffect filter="fade" transition="in">
                                      <p:cBhvr>
                                        <p:cTn dur="500"/>
                                        <p:tgtEl>
                                          <p:spTgt spid="143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24"/>
                                        </p:tgtEl>
                                        <p:attrNameLst>
                                          <p:attrName>style.visibility</p:attrName>
                                        </p:attrNameLst>
                                      </p:cBhvr>
                                      <p:to>
                                        <p:strVal val="visible"/>
                                      </p:to>
                                    </p:set>
                                    <p:animEffect filter="fade" transition="in">
                                      <p:cBhvr>
                                        <p:cTn dur="500"/>
                                        <p:tgtEl>
                                          <p:spTgt spid="142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25"/>
                                        </p:tgtEl>
                                        <p:attrNameLst>
                                          <p:attrName>style.visibility</p:attrName>
                                        </p:attrNameLst>
                                      </p:cBhvr>
                                      <p:to>
                                        <p:strVal val="visible"/>
                                      </p:to>
                                    </p:set>
                                    <p:animEffect filter="fade" transition="in">
                                      <p:cBhvr>
                                        <p:cTn dur="500"/>
                                        <p:tgtEl>
                                          <p:spTgt spid="142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26"/>
                                        </p:tgtEl>
                                        <p:attrNameLst>
                                          <p:attrName>style.visibility</p:attrName>
                                        </p:attrNameLst>
                                      </p:cBhvr>
                                      <p:to>
                                        <p:strVal val="visible"/>
                                      </p:to>
                                    </p:set>
                                    <p:animEffect filter="fade" transition="in">
                                      <p:cBhvr>
                                        <p:cTn dur="500"/>
                                        <p:tgtEl>
                                          <p:spTgt spid="142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27"/>
                                        </p:tgtEl>
                                        <p:attrNameLst>
                                          <p:attrName>style.visibility</p:attrName>
                                        </p:attrNameLst>
                                      </p:cBhvr>
                                      <p:to>
                                        <p:strVal val="visible"/>
                                      </p:to>
                                    </p:set>
                                    <p:animEffect filter="fade" transition="in">
                                      <p:cBhvr>
                                        <p:cTn dur="500"/>
                                        <p:tgtEl>
                                          <p:spTgt spid="142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38"/>
                                        </p:tgtEl>
                                        <p:attrNameLst>
                                          <p:attrName>style.visibility</p:attrName>
                                        </p:attrNameLst>
                                      </p:cBhvr>
                                      <p:to>
                                        <p:strVal val="visible"/>
                                      </p:to>
                                    </p:set>
                                    <p:animEffect filter="fade" transition="in">
                                      <p:cBhvr>
                                        <p:cTn dur="500"/>
                                        <p:tgtEl>
                                          <p:spTgt spid="143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28"/>
                                        </p:tgtEl>
                                        <p:attrNameLst>
                                          <p:attrName>style.visibility</p:attrName>
                                        </p:attrNameLst>
                                      </p:cBhvr>
                                      <p:to>
                                        <p:strVal val="visible"/>
                                      </p:to>
                                    </p:set>
                                    <p:animEffect filter="fade" transition="in">
                                      <p:cBhvr>
                                        <p:cTn dur="500"/>
                                        <p:tgtEl>
                                          <p:spTgt spid="142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29"/>
                                        </p:tgtEl>
                                        <p:attrNameLst>
                                          <p:attrName>style.visibility</p:attrName>
                                        </p:attrNameLst>
                                      </p:cBhvr>
                                      <p:to>
                                        <p:strVal val="visible"/>
                                      </p:to>
                                    </p:set>
                                    <p:animEffect filter="fade" transition="in">
                                      <p:cBhvr>
                                        <p:cTn dur="500"/>
                                        <p:tgtEl>
                                          <p:spTgt spid="142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30"/>
                                        </p:tgtEl>
                                        <p:attrNameLst>
                                          <p:attrName>style.visibility</p:attrName>
                                        </p:attrNameLst>
                                      </p:cBhvr>
                                      <p:to>
                                        <p:strVal val="visible"/>
                                      </p:to>
                                    </p:set>
                                    <p:animEffect filter="fade" transition="in">
                                      <p:cBhvr>
                                        <p:cTn dur="500"/>
                                        <p:tgtEl>
                                          <p:spTgt spid="143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31"/>
                                        </p:tgtEl>
                                        <p:attrNameLst>
                                          <p:attrName>style.visibility</p:attrName>
                                        </p:attrNameLst>
                                      </p:cBhvr>
                                      <p:to>
                                        <p:strVal val="visible"/>
                                      </p:to>
                                    </p:set>
                                    <p:animEffect filter="fade" transition="in">
                                      <p:cBhvr>
                                        <p:cTn dur="500"/>
                                        <p:tgtEl>
                                          <p:spTgt spid="143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3" name="Shape 1443"/>
        <p:cNvGrpSpPr/>
        <p:nvPr/>
      </p:nvGrpSpPr>
      <p:grpSpPr>
        <a:xfrm>
          <a:off x="0" y="0"/>
          <a:ext cx="0" cy="0"/>
          <a:chOff x="0" y="0"/>
          <a:chExt cx="0" cy="0"/>
        </a:xfrm>
      </p:grpSpPr>
      <p:sp>
        <p:nvSpPr>
          <p:cNvPr id="1444" name="Google Shape;1444;p63"/>
          <p:cNvSpPr/>
          <p:nvPr/>
        </p:nvSpPr>
        <p:spPr>
          <a:xfrm>
            <a:off x="685800" y="1549400"/>
            <a:ext cx="6053138" cy="762000"/>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accent2"/>
              </a:buClr>
              <a:buSzPts val="2400"/>
              <a:buFont typeface="Arial"/>
              <a:buNone/>
            </a:pPr>
            <a:r>
              <a:rPr i="1" lang="en-US" sz="2400">
                <a:solidFill>
                  <a:schemeClr val="accent2"/>
                </a:solidFill>
                <a:latin typeface="Arial"/>
                <a:ea typeface="Arial"/>
                <a:cs typeface="Arial"/>
                <a:sym typeface="Arial"/>
              </a:rPr>
              <a:t>Solving problems using equations of motion for uniform acceleration</a:t>
            </a:r>
            <a:endParaRPr sz="2000">
              <a:solidFill>
                <a:schemeClr val="dk1"/>
              </a:solidFill>
              <a:latin typeface="Courier New"/>
              <a:ea typeface="Courier New"/>
              <a:cs typeface="Courier New"/>
              <a:sym typeface="Courier New"/>
            </a:endParaRPr>
          </a:p>
        </p:txBody>
      </p:sp>
      <p:sp>
        <p:nvSpPr>
          <p:cNvPr id="1445" name="Google Shape;1445;p63"/>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2: Mechanics</a:t>
            </a:r>
            <a:br>
              <a:rPr b="1" lang="en-US" sz="2800"/>
            </a:br>
            <a:r>
              <a:rPr lang="en-US" sz="2800">
                <a:solidFill>
                  <a:schemeClr val="dk1"/>
                </a:solidFill>
              </a:rPr>
              <a:t>2.1 – Motion</a:t>
            </a:r>
            <a:endParaRPr/>
          </a:p>
        </p:txBody>
      </p:sp>
      <p:sp>
        <p:nvSpPr>
          <p:cNvPr id="1446" name="Google Shape;1446;p63"/>
          <p:cNvSpPr/>
          <p:nvPr/>
        </p:nvSpPr>
        <p:spPr>
          <a:xfrm>
            <a:off x="674688" y="2339975"/>
            <a:ext cx="7797800" cy="4518025"/>
          </a:xfrm>
          <a:prstGeom prst="rect">
            <a:avLst/>
          </a:prstGeom>
          <a:solidFill>
            <a:srgbClr val="FFFFCC"/>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rPr lang="en-US" sz="2400">
                <a:solidFill>
                  <a:schemeClr val="dk1"/>
                </a:solidFill>
                <a:latin typeface="Arial"/>
                <a:ea typeface="Arial"/>
                <a:cs typeface="Arial"/>
                <a:sym typeface="Arial"/>
              </a:rPr>
              <a:t>EXAMPLE: A ball is thrown upward at 50 m</a:t>
            </a:r>
            <a:r>
              <a:rPr baseline="-25000"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s</a:t>
            </a:r>
            <a:r>
              <a:rPr baseline="30000" lang="en-US" sz="2400">
                <a:solidFill>
                  <a:schemeClr val="dk1"/>
                </a:solidFill>
                <a:latin typeface="Arial"/>
                <a:ea typeface="Arial"/>
                <a:cs typeface="Arial"/>
                <a:sym typeface="Arial"/>
              </a:rPr>
              <a:t>-1</a:t>
            </a:r>
            <a:r>
              <a:rPr baseline="-25000"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from the top of the 300-m Millau Viaduct, the highest bridge in the world. How long is it in flight?</a:t>
            </a:r>
            <a:endParaRPr sz="2400">
              <a:solidFill>
                <a:schemeClr val="dk1"/>
              </a:solidFill>
              <a:latin typeface="Arial"/>
              <a:ea typeface="Arial"/>
              <a:cs typeface="Arial"/>
              <a:sym typeface="Arial"/>
            </a:endParaRPr>
          </a:p>
          <a:p>
            <a:pPr indent="0" lvl="0" marL="0" marR="0" rtl="0" algn="l">
              <a:spcBef>
                <a:spcPts val="480"/>
              </a:spcBef>
              <a:spcAft>
                <a:spcPts val="0"/>
              </a:spcAft>
              <a:buClr>
                <a:schemeClr val="dk1"/>
              </a:buClr>
              <a:buSzPts val="2400"/>
              <a:buFont typeface="Arial"/>
              <a:buNone/>
            </a:pPr>
            <a:r>
              <a:t/>
            </a:r>
            <a:endParaRPr sz="2400">
              <a:solidFill>
                <a:schemeClr val="dk1"/>
              </a:solidFill>
              <a:latin typeface="Arial"/>
              <a:ea typeface="Arial"/>
              <a:cs typeface="Arial"/>
              <a:sym typeface="Arial"/>
            </a:endParaRPr>
          </a:p>
          <a:p>
            <a:pPr indent="0" lvl="0" marL="0" marR="0" rtl="0" algn="l">
              <a:spcBef>
                <a:spcPts val="480"/>
              </a:spcBef>
              <a:spcAft>
                <a:spcPts val="0"/>
              </a:spcAft>
              <a:buClr>
                <a:schemeClr val="dk1"/>
              </a:buClr>
              <a:buSzPts val="2400"/>
              <a:buFont typeface="Arial"/>
              <a:buNone/>
            </a:pPr>
            <a:r>
              <a:t/>
            </a:r>
            <a:endParaRPr sz="2400">
              <a:solidFill>
                <a:schemeClr val="dk1"/>
              </a:solidFill>
              <a:latin typeface="Arial"/>
              <a:ea typeface="Arial"/>
              <a:cs typeface="Arial"/>
              <a:sym typeface="Arial"/>
            </a:endParaRPr>
          </a:p>
          <a:p>
            <a:pPr indent="0" lvl="0" marL="0" marR="0" rtl="0" algn="l">
              <a:spcBef>
                <a:spcPts val="400"/>
              </a:spcBef>
              <a:spcAft>
                <a:spcPts val="0"/>
              </a:spcAft>
              <a:buClr>
                <a:schemeClr val="dk1"/>
              </a:buClr>
              <a:buSzPts val="2000"/>
              <a:buFont typeface="Arial"/>
              <a:buNone/>
            </a:pPr>
            <a:r>
              <a:t/>
            </a:r>
            <a:endParaRPr sz="2000">
              <a:solidFill>
                <a:schemeClr val="dk1"/>
              </a:solidFill>
              <a:latin typeface="Courier New"/>
              <a:ea typeface="Courier New"/>
              <a:cs typeface="Courier New"/>
              <a:sym typeface="Courier New"/>
            </a:endParaRPr>
          </a:p>
        </p:txBody>
      </p:sp>
      <p:sp>
        <p:nvSpPr>
          <p:cNvPr id="1447" name="Google Shape;1447;p63"/>
          <p:cNvSpPr/>
          <p:nvPr/>
        </p:nvSpPr>
        <p:spPr>
          <a:xfrm>
            <a:off x="933450" y="3922713"/>
            <a:ext cx="2109788" cy="37465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2400"/>
              <a:buFont typeface="Arial"/>
              <a:buNone/>
            </a:pPr>
            <a:r>
              <a:rPr i="1" lang="en-US" sz="2400">
                <a:solidFill>
                  <a:schemeClr val="dk1"/>
                </a:solidFill>
                <a:latin typeface="Arial"/>
                <a:ea typeface="Arial"/>
                <a:cs typeface="Arial"/>
                <a:sym typeface="Arial"/>
              </a:rPr>
              <a:t>a</a:t>
            </a:r>
            <a:r>
              <a:rPr lang="en-US" sz="2400">
                <a:solidFill>
                  <a:schemeClr val="dk1"/>
                </a:solidFill>
                <a:latin typeface="Arial"/>
                <a:ea typeface="Arial"/>
                <a:cs typeface="Arial"/>
                <a:sym typeface="Arial"/>
              </a:rPr>
              <a:t> = -10 m/s</a:t>
            </a:r>
            <a:r>
              <a:rPr baseline="30000" lang="en-US" sz="2400">
                <a:solidFill>
                  <a:schemeClr val="dk1"/>
                </a:solidFill>
                <a:latin typeface="Arial"/>
                <a:ea typeface="Arial"/>
                <a:cs typeface="Arial"/>
                <a:sym typeface="Arial"/>
              </a:rPr>
              <a:t>2</a:t>
            </a:r>
            <a:endParaRPr b="1" i="1" sz="2400">
              <a:solidFill>
                <a:schemeClr val="dk1"/>
              </a:solidFill>
              <a:latin typeface="Arial"/>
              <a:ea typeface="Arial"/>
              <a:cs typeface="Arial"/>
              <a:sym typeface="Arial"/>
            </a:endParaRPr>
          </a:p>
        </p:txBody>
      </p:sp>
      <p:sp>
        <p:nvSpPr>
          <p:cNvPr id="1448" name="Google Shape;1448;p63"/>
          <p:cNvSpPr/>
          <p:nvPr/>
        </p:nvSpPr>
        <p:spPr>
          <a:xfrm>
            <a:off x="757238" y="3506788"/>
            <a:ext cx="4125912" cy="374650"/>
          </a:xfrm>
          <a:prstGeom prst="rect">
            <a:avLst/>
          </a:prstGeom>
          <a:solidFill>
            <a:srgbClr val="D60093"/>
          </a:solid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chemeClr val="lt1"/>
              </a:buClr>
              <a:buSzPts val="2400"/>
              <a:buFont typeface="Arial"/>
              <a:buNone/>
            </a:pPr>
            <a:r>
              <a:rPr i="1" lang="en-US" sz="2400">
                <a:solidFill>
                  <a:schemeClr val="lt1"/>
                </a:solidFill>
                <a:latin typeface="Arial"/>
                <a:ea typeface="Arial"/>
                <a:cs typeface="Arial"/>
                <a:sym typeface="Arial"/>
              </a:rPr>
              <a:t>KNOWN</a:t>
            </a:r>
            <a:endParaRPr/>
          </a:p>
        </p:txBody>
      </p:sp>
      <p:sp>
        <p:nvSpPr>
          <p:cNvPr id="1449" name="Google Shape;1449;p63"/>
          <p:cNvSpPr/>
          <p:nvPr/>
        </p:nvSpPr>
        <p:spPr>
          <a:xfrm>
            <a:off x="3098800" y="3924300"/>
            <a:ext cx="1568450" cy="37465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accent2"/>
              </a:buClr>
              <a:buSzPts val="2400"/>
              <a:buFont typeface="Arial"/>
              <a:buNone/>
            </a:pPr>
            <a:r>
              <a:rPr lang="en-US" sz="2400">
                <a:solidFill>
                  <a:schemeClr val="accent2"/>
                </a:solidFill>
                <a:latin typeface="Arial"/>
                <a:ea typeface="Arial"/>
                <a:cs typeface="Arial"/>
                <a:sym typeface="Arial"/>
              </a:rPr>
              <a:t>Implicit</a:t>
            </a:r>
            <a:endParaRPr b="1" sz="2400">
              <a:solidFill>
                <a:schemeClr val="accent2"/>
              </a:solidFill>
              <a:latin typeface="Arial"/>
              <a:ea typeface="Arial"/>
              <a:cs typeface="Arial"/>
              <a:sym typeface="Arial"/>
            </a:endParaRPr>
          </a:p>
        </p:txBody>
      </p:sp>
      <p:sp>
        <p:nvSpPr>
          <p:cNvPr id="1450" name="Google Shape;1450;p63"/>
          <p:cNvSpPr/>
          <p:nvPr/>
        </p:nvSpPr>
        <p:spPr>
          <a:xfrm>
            <a:off x="941388" y="4659313"/>
            <a:ext cx="2166937" cy="37465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2400"/>
              <a:buFont typeface="Arial"/>
              <a:buNone/>
            </a:pPr>
            <a:r>
              <a:rPr i="1" lang="en-US" sz="2400">
                <a:solidFill>
                  <a:schemeClr val="dk1"/>
                </a:solidFill>
                <a:latin typeface="Arial"/>
                <a:ea typeface="Arial"/>
                <a:cs typeface="Arial"/>
                <a:sym typeface="Arial"/>
              </a:rPr>
              <a:t>v</a:t>
            </a:r>
            <a:r>
              <a:rPr lang="en-US" sz="2400">
                <a:solidFill>
                  <a:schemeClr val="dk1"/>
                </a:solidFill>
                <a:latin typeface="Arial"/>
                <a:ea typeface="Arial"/>
                <a:cs typeface="Arial"/>
                <a:sym typeface="Arial"/>
              </a:rPr>
              <a:t> = -90 m s</a:t>
            </a:r>
            <a:r>
              <a:rPr baseline="30000" lang="en-US" sz="2400">
                <a:solidFill>
                  <a:schemeClr val="dk1"/>
                </a:solidFill>
                <a:latin typeface="Arial"/>
                <a:ea typeface="Arial"/>
                <a:cs typeface="Arial"/>
                <a:sym typeface="Arial"/>
              </a:rPr>
              <a:t>-1</a:t>
            </a:r>
            <a:endParaRPr b="1" i="1" sz="2400">
              <a:solidFill>
                <a:schemeClr val="dk1"/>
              </a:solidFill>
              <a:latin typeface="Arial"/>
              <a:ea typeface="Arial"/>
              <a:cs typeface="Arial"/>
              <a:sym typeface="Arial"/>
            </a:endParaRPr>
          </a:p>
        </p:txBody>
      </p:sp>
      <p:sp>
        <p:nvSpPr>
          <p:cNvPr id="1451" name="Google Shape;1451;p63"/>
          <p:cNvSpPr/>
          <p:nvPr/>
        </p:nvSpPr>
        <p:spPr>
          <a:xfrm>
            <a:off x="3086100" y="4667250"/>
            <a:ext cx="1785938" cy="37465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accent2"/>
              </a:buClr>
              <a:buSzPts val="2400"/>
              <a:buFont typeface="Arial"/>
              <a:buNone/>
            </a:pPr>
            <a:r>
              <a:rPr lang="en-US" sz="2400">
                <a:solidFill>
                  <a:schemeClr val="accent2"/>
                </a:solidFill>
                <a:latin typeface="Arial"/>
                <a:ea typeface="Arial"/>
                <a:cs typeface="Arial"/>
                <a:sym typeface="Arial"/>
              </a:rPr>
              <a:t>Calculated</a:t>
            </a:r>
            <a:endParaRPr b="1" sz="2400">
              <a:solidFill>
                <a:schemeClr val="accent2"/>
              </a:solidFill>
              <a:latin typeface="Arial"/>
              <a:ea typeface="Arial"/>
              <a:cs typeface="Arial"/>
              <a:sym typeface="Arial"/>
            </a:endParaRPr>
          </a:p>
        </p:txBody>
      </p:sp>
      <p:sp>
        <p:nvSpPr>
          <p:cNvPr id="1452" name="Google Shape;1452;p63"/>
          <p:cNvSpPr/>
          <p:nvPr/>
        </p:nvSpPr>
        <p:spPr>
          <a:xfrm>
            <a:off x="933450" y="4286250"/>
            <a:ext cx="2913063" cy="37465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2400"/>
              <a:buFont typeface="Arial"/>
              <a:buNone/>
            </a:pPr>
            <a:r>
              <a:rPr i="1" lang="en-US" sz="2400">
                <a:solidFill>
                  <a:schemeClr val="dk1"/>
                </a:solidFill>
                <a:latin typeface="Arial"/>
                <a:ea typeface="Arial"/>
                <a:cs typeface="Arial"/>
                <a:sym typeface="Arial"/>
              </a:rPr>
              <a:t>u</a:t>
            </a:r>
            <a:r>
              <a:rPr lang="en-US" sz="2400">
                <a:solidFill>
                  <a:schemeClr val="dk1"/>
                </a:solidFill>
                <a:latin typeface="Arial"/>
                <a:ea typeface="Arial"/>
                <a:cs typeface="Arial"/>
                <a:sym typeface="Arial"/>
              </a:rPr>
              <a:t> = 50 m</a:t>
            </a:r>
            <a:r>
              <a:rPr baseline="-25000"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s</a:t>
            </a:r>
            <a:r>
              <a:rPr baseline="30000" lang="en-US" sz="2400">
                <a:solidFill>
                  <a:schemeClr val="dk1"/>
                </a:solidFill>
                <a:latin typeface="Arial"/>
                <a:ea typeface="Arial"/>
                <a:cs typeface="Arial"/>
                <a:sym typeface="Arial"/>
              </a:rPr>
              <a:t>-1</a:t>
            </a:r>
            <a:endParaRPr b="1" i="1" sz="2400">
              <a:solidFill>
                <a:schemeClr val="dk1"/>
              </a:solidFill>
              <a:latin typeface="Arial"/>
              <a:ea typeface="Arial"/>
              <a:cs typeface="Arial"/>
              <a:sym typeface="Arial"/>
            </a:endParaRPr>
          </a:p>
        </p:txBody>
      </p:sp>
      <p:sp>
        <p:nvSpPr>
          <p:cNvPr id="1453" name="Google Shape;1453;p63"/>
          <p:cNvSpPr/>
          <p:nvPr/>
        </p:nvSpPr>
        <p:spPr>
          <a:xfrm>
            <a:off x="3079750" y="4287838"/>
            <a:ext cx="1195388" cy="37465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accent2"/>
              </a:buClr>
              <a:buSzPts val="2400"/>
              <a:buFont typeface="Arial"/>
              <a:buNone/>
            </a:pPr>
            <a:r>
              <a:rPr lang="en-US" sz="2400">
                <a:solidFill>
                  <a:schemeClr val="accent2"/>
                </a:solidFill>
                <a:latin typeface="Arial"/>
                <a:ea typeface="Arial"/>
                <a:cs typeface="Arial"/>
                <a:sym typeface="Arial"/>
              </a:rPr>
              <a:t>Given</a:t>
            </a:r>
            <a:endParaRPr b="1" sz="2400">
              <a:solidFill>
                <a:schemeClr val="accent2"/>
              </a:solidFill>
              <a:latin typeface="Arial"/>
              <a:ea typeface="Arial"/>
              <a:cs typeface="Arial"/>
              <a:sym typeface="Arial"/>
            </a:endParaRPr>
          </a:p>
        </p:txBody>
      </p:sp>
      <p:sp>
        <p:nvSpPr>
          <p:cNvPr id="1454" name="Google Shape;1454;p63"/>
          <p:cNvSpPr/>
          <p:nvPr/>
        </p:nvSpPr>
        <p:spPr>
          <a:xfrm>
            <a:off x="723900" y="5153025"/>
            <a:ext cx="4125913" cy="374650"/>
          </a:xfrm>
          <a:prstGeom prst="rect">
            <a:avLst/>
          </a:prstGeom>
          <a:solidFill>
            <a:srgbClr val="FF0000"/>
          </a:solid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i="1" lang="en-US" sz="2400">
                <a:solidFill>
                  <a:schemeClr val="lt1"/>
                </a:solidFill>
                <a:latin typeface="Arial"/>
                <a:ea typeface="Arial"/>
                <a:cs typeface="Arial"/>
                <a:sym typeface="Arial"/>
              </a:rPr>
              <a:t>WANTED</a:t>
            </a:r>
            <a:endParaRPr/>
          </a:p>
        </p:txBody>
      </p:sp>
      <p:sp>
        <p:nvSpPr>
          <p:cNvPr id="1455" name="Google Shape;1455;p63"/>
          <p:cNvSpPr/>
          <p:nvPr/>
        </p:nvSpPr>
        <p:spPr>
          <a:xfrm>
            <a:off x="3751263" y="5151438"/>
            <a:ext cx="1085850" cy="374650"/>
          </a:xfrm>
          <a:prstGeom prst="rect">
            <a:avLst/>
          </a:prstGeom>
          <a:noFill/>
          <a:ln>
            <a:noFill/>
          </a:ln>
        </p:spPr>
        <p:txBody>
          <a:bodyPr anchorCtr="0" anchor="t" bIns="45700" lIns="91425" spcFirstLastPara="1" rIns="91425" wrap="square" tIns="45700">
            <a:noAutofit/>
          </a:bodyPr>
          <a:lstStyle/>
          <a:p>
            <a:pPr indent="0" lvl="0" marL="0" marR="0" rtl="0" algn="r">
              <a:lnSpc>
                <a:spcPct val="90000"/>
              </a:lnSpc>
              <a:spcBef>
                <a:spcPts val="0"/>
              </a:spcBef>
              <a:spcAft>
                <a:spcPts val="0"/>
              </a:spcAft>
              <a:buClr>
                <a:schemeClr val="lt1"/>
              </a:buClr>
              <a:buSzPts val="2400"/>
              <a:buFont typeface="Arial"/>
              <a:buNone/>
            </a:pPr>
            <a:r>
              <a:rPr i="1" lang="en-US" sz="2400">
                <a:solidFill>
                  <a:schemeClr val="lt1"/>
                </a:solidFill>
                <a:latin typeface="Arial"/>
                <a:ea typeface="Arial"/>
                <a:cs typeface="Arial"/>
                <a:sym typeface="Arial"/>
              </a:rPr>
              <a:t>t</a:t>
            </a:r>
            <a:r>
              <a:rPr lang="en-US" sz="2400">
                <a:solidFill>
                  <a:schemeClr val="lt1"/>
                </a:solidFill>
                <a:latin typeface="Arial"/>
                <a:ea typeface="Arial"/>
                <a:cs typeface="Arial"/>
                <a:sym typeface="Arial"/>
              </a:rPr>
              <a:t> = ?</a:t>
            </a:r>
            <a:endParaRPr i="1" sz="2400">
              <a:solidFill>
                <a:schemeClr val="lt1"/>
              </a:solidFill>
              <a:latin typeface="Arial"/>
              <a:ea typeface="Arial"/>
              <a:cs typeface="Arial"/>
              <a:sym typeface="Arial"/>
            </a:endParaRPr>
          </a:p>
        </p:txBody>
      </p:sp>
      <p:sp>
        <p:nvSpPr>
          <p:cNvPr id="1456" name="Google Shape;1456;p63"/>
          <p:cNvSpPr/>
          <p:nvPr/>
        </p:nvSpPr>
        <p:spPr>
          <a:xfrm>
            <a:off x="5143500" y="4252913"/>
            <a:ext cx="1936750" cy="355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2400"/>
              <a:buFont typeface="Arial"/>
              <a:buNone/>
            </a:pPr>
            <a:r>
              <a:rPr i="1" lang="en-US" sz="2400">
                <a:solidFill>
                  <a:schemeClr val="dk1"/>
                </a:solidFill>
                <a:latin typeface="Arial"/>
                <a:ea typeface="Arial"/>
                <a:cs typeface="Arial"/>
                <a:sym typeface="Arial"/>
              </a:rPr>
              <a:t>v</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u </a:t>
            </a:r>
            <a:r>
              <a:rPr lang="en-US" sz="2400">
                <a:solidFill>
                  <a:schemeClr val="dk1"/>
                </a:solidFill>
                <a:latin typeface="Arial"/>
                <a:ea typeface="Arial"/>
                <a:cs typeface="Arial"/>
                <a:sym typeface="Arial"/>
              </a:rPr>
              <a:t>+ </a:t>
            </a:r>
            <a:r>
              <a:rPr i="1" lang="en-US" sz="2400">
                <a:solidFill>
                  <a:schemeClr val="dk1"/>
                </a:solidFill>
                <a:latin typeface="Arial"/>
                <a:ea typeface="Arial"/>
                <a:cs typeface="Arial"/>
                <a:sym typeface="Arial"/>
              </a:rPr>
              <a:t>at</a:t>
            </a:r>
            <a:endParaRPr b="1" sz="2400">
              <a:solidFill>
                <a:schemeClr val="dk1"/>
              </a:solidFill>
              <a:latin typeface="Arial"/>
              <a:ea typeface="Arial"/>
              <a:cs typeface="Arial"/>
              <a:sym typeface="Arial"/>
            </a:endParaRPr>
          </a:p>
        </p:txBody>
      </p:sp>
      <p:sp>
        <p:nvSpPr>
          <p:cNvPr id="1457" name="Google Shape;1457;p63"/>
          <p:cNvSpPr/>
          <p:nvPr/>
        </p:nvSpPr>
        <p:spPr>
          <a:xfrm>
            <a:off x="5081588" y="4640263"/>
            <a:ext cx="2960687" cy="39687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2400"/>
              <a:buFont typeface="Arial"/>
              <a:buNone/>
            </a:pPr>
            <a:r>
              <a:rPr i="1" lang="en-US" sz="2400">
                <a:solidFill>
                  <a:schemeClr val="dk1"/>
                </a:solidFill>
                <a:latin typeface="Arial"/>
                <a:ea typeface="Arial"/>
                <a:cs typeface="Arial"/>
                <a:sym typeface="Arial"/>
              </a:rPr>
              <a:t>v</a:t>
            </a:r>
            <a:r>
              <a:rPr baseline="30000" lang="en-US" sz="2400">
                <a:solidFill>
                  <a:schemeClr val="dk1"/>
                </a:solidFill>
                <a:latin typeface="Arial"/>
                <a:ea typeface="Arial"/>
                <a:cs typeface="Arial"/>
                <a:sym typeface="Arial"/>
              </a:rPr>
              <a:t>2</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u</a:t>
            </a:r>
            <a:r>
              <a:rPr baseline="30000" lang="en-US" sz="2400">
                <a:solidFill>
                  <a:schemeClr val="dk1"/>
                </a:solidFill>
                <a:latin typeface="Arial"/>
                <a:ea typeface="Arial"/>
                <a:cs typeface="Arial"/>
                <a:sym typeface="Arial"/>
              </a:rPr>
              <a:t>2</a:t>
            </a:r>
            <a:r>
              <a:rPr lang="en-US" sz="2400">
                <a:solidFill>
                  <a:schemeClr val="dk1"/>
                </a:solidFill>
                <a:latin typeface="Arial"/>
                <a:ea typeface="Arial"/>
                <a:cs typeface="Arial"/>
                <a:sym typeface="Arial"/>
              </a:rPr>
              <a:t> + 2</a:t>
            </a:r>
            <a:r>
              <a:rPr i="1" lang="en-US" sz="2400">
                <a:solidFill>
                  <a:schemeClr val="dk1"/>
                </a:solidFill>
                <a:latin typeface="Arial"/>
                <a:ea typeface="Arial"/>
                <a:cs typeface="Arial"/>
                <a:sym typeface="Arial"/>
              </a:rPr>
              <a:t>a</a:t>
            </a:r>
            <a:r>
              <a:rPr lang="en-US" sz="2400">
                <a:solidFill>
                  <a:schemeClr val="dk1"/>
                </a:solidFill>
                <a:latin typeface="Arial"/>
                <a:ea typeface="Arial"/>
                <a:cs typeface="Arial"/>
                <a:sym typeface="Arial"/>
              </a:rPr>
              <a:t>s</a:t>
            </a:r>
            <a:endParaRPr/>
          </a:p>
        </p:txBody>
      </p:sp>
      <p:sp>
        <p:nvSpPr>
          <p:cNvPr id="1458" name="Google Shape;1458;p63"/>
          <p:cNvSpPr/>
          <p:nvPr/>
        </p:nvSpPr>
        <p:spPr>
          <a:xfrm>
            <a:off x="801688" y="5524500"/>
            <a:ext cx="3638550" cy="744538"/>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2400"/>
              <a:buFont typeface="Arial"/>
              <a:buNone/>
            </a:pPr>
            <a:r>
              <a:rPr b="1" lang="en-US" sz="2400">
                <a:solidFill>
                  <a:schemeClr val="dk1"/>
                </a:solidFill>
                <a:latin typeface="Arial"/>
                <a:ea typeface="Arial"/>
                <a:cs typeface="Arial"/>
                <a:sym typeface="Arial"/>
              </a:rPr>
              <a:t>∙</a:t>
            </a:r>
            <a:r>
              <a:rPr lang="en-US" sz="2400">
                <a:solidFill>
                  <a:schemeClr val="dk1"/>
                </a:solidFill>
                <a:latin typeface="Arial"/>
                <a:ea typeface="Arial"/>
                <a:cs typeface="Arial"/>
                <a:sym typeface="Arial"/>
              </a:rPr>
              <a:t>Use the simplest </a:t>
            </a:r>
            <a:r>
              <a:rPr i="1" lang="en-US" sz="2400">
                <a:solidFill>
                  <a:schemeClr val="dk1"/>
                </a:solidFill>
                <a:latin typeface="Arial"/>
                <a:ea typeface="Arial"/>
                <a:cs typeface="Arial"/>
                <a:sym typeface="Arial"/>
              </a:rPr>
              <a:t>t</a:t>
            </a:r>
            <a:r>
              <a:rPr lang="en-US" sz="2400">
                <a:solidFill>
                  <a:schemeClr val="dk1"/>
                </a:solidFill>
                <a:latin typeface="Arial"/>
                <a:ea typeface="Arial"/>
                <a:cs typeface="Arial"/>
                <a:sym typeface="Arial"/>
              </a:rPr>
              <a:t> equation.</a:t>
            </a:r>
            <a:endParaRPr sz="2400">
              <a:solidFill>
                <a:schemeClr val="dk1"/>
              </a:solidFill>
              <a:latin typeface="Arial"/>
              <a:ea typeface="Arial"/>
              <a:cs typeface="Arial"/>
              <a:sym typeface="Arial"/>
            </a:endParaRPr>
          </a:p>
        </p:txBody>
      </p:sp>
      <p:cxnSp>
        <p:nvCxnSpPr>
          <p:cNvPr id="1459" name="Google Shape;1459;p63"/>
          <p:cNvCxnSpPr/>
          <p:nvPr/>
        </p:nvCxnSpPr>
        <p:spPr>
          <a:xfrm flipH="1" rot="10800000">
            <a:off x="5226050" y="4822825"/>
            <a:ext cx="1870075" cy="15875"/>
          </a:xfrm>
          <a:prstGeom prst="straightConnector1">
            <a:avLst/>
          </a:prstGeom>
          <a:noFill/>
          <a:ln cap="flat" cmpd="sng" w="19050">
            <a:solidFill>
              <a:srgbClr val="FF0000"/>
            </a:solidFill>
            <a:prstDash val="solid"/>
            <a:round/>
            <a:headEnd len="med" w="med" type="none"/>
            <a:tailEnd len="med" w="med" type="none"/>
          </a:ln>
        </p:spPr>
      </p:cxnSp>
      <p:sp>
        <p:nvSpPr>
          <p:cNvPr id="1460" name="Google Shape;1460;p63"/>
          <p:cNvSpPr/>
          <p:nvPr/>
        </p:nvSpPr>
        <p:spPr>
          <a:xfrm>
            <a:off x="4970463" y="5159375"/>
            <a:ext cx="3340100" cy="374650"/>
          </a:xfrm>
          <a:prstGeom prst="rect">
            <a:avLst/>
          </a:prstGeom>
          <a:solidFill>
            <a:srgbClr val="008000"/>
          </a:solid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chemeClr val="lt1"/>
              </a:buClr>
              <a:buSzPts val="2400"/>
              <a:buFont typeface="Arial"/>
              <a:buNone/>
            </a:pPr>
            <a:r>
              <a:rPr i="1" lang="en-US" sz="2400">
                <a:solidFill>
                  <a:schemeClr val="lt1"/>
                </a:solidFill>
                <a:latin typeface="Arial"/>
                <a:ea typeface="Arial"/>
                <a:cs typeface="Arial"/>
                <a:sym typeface="Arial"/>
              </a:rPr>
              <a:t>SOLUTION</a:t>
            </a:r>
            <a:endParaRPr/>
          </a:p>
        </p:txBody>
      </p:sp>
      <p:sp>
        <p:nvSpPr>
          <p:cNvPr id="1461" name="Google Shape;1461;p63"/>
          <p:cNvSpPr/>
          <p:nvPr/>
        </p:nvSpPr>
        <p:spPr>
          <a:xfrm>
            <a:off x="5384800" y="5554663"/>
            <a:ext cx="2960688" cy="39687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2400"/>
              <a:buFont typeface="Arial"/>
              <a:buNone/>
            </a:pPr>
            <a:r>
              <a:rPr i="1" lang="en-US" sz="2400">
                <a:solidFill>
                  <a:schemeClr val="dk1"/>
                </a:solidFill>
                <a:latin typeface="Arial"/>
                <a:ea typeface="Arial"/>
                <a:cs typeface="Arial"/>
                <a:sym typeface="Arial"/>
              </a:rPr>
              <a:t>v</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u</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at</a:t>
            </a:r>
            <a:endParaRPr/>
          </a:p>
        </p:txBody>
      </p:sp>
      <p:sp>
        <p:nvSpPr>
          <p:cNvPr id="1462" name="Google Shape;1462;p63"/>
          <p:cNvSpPr/>
          <p:nvPr/>
        </p:nvSpPr>
        <p:spPr>
          <a:xfrm>
            <a:off x="4979988" y="3506788"/>
            <a:ext cx="3340100" cy="374650"/>
          </a:xfrm>
          <a:prstGeom prst="rect">
            <a:avLst/>
          </a:prstGeom>
          <a:solidFill>
            <a:schemeClr val="accent2"/>
          </a:solid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chemeClr val="lt1"/>
              </a:buClr>
              <a:buSzPts val="2400"/>
              <a:buFont typeface="Arial"/>
              <a:buNone/>
            </a:pPr>
            <a:r>
              <a:rPr i="1" lang="en-US" sz="2400">
                <a:solidFill>
                  <a:schemeClr val="lt1"/>
                </a:solidFill>
                <a:latin typeface="Arial"/>
                <a:ea typeface="Arial"/>
                <a:cs typeface="Arial"/>
                <a:sym typeface="Arial"/>
              </a:rPr>
              <a:t>FORMULAS</a:t>
            </a:r>
            <a:endParaRPr/>
          </a:p>
        </p:txBody>
      </p:sp>
      <p:sp>
        <p:nvSpPr>
          <p:cNvPr id="1463" name="Google Shape;1463;p63"/>
          <p:cNvSpPr/>
          <p:nvPr/>
        </p:nvSpPr>
        <p:spPr>
          <a:xfrm>
            <a:off x="5105400" y="5943600"/>
            <a:ext cx="2960688" cy="39687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2400"/>
              <a:buFont typeface="Arial"/>
              <a:buNone/>
            </a:pPr>
            <a:r>
              <a:rPr lang="en-US" sz="2400">
                <a:solidFill>
                  <a:schemeClr val="dk1"/>
                </a:solidFill>
                <a:latin typeface="Arial"/>
                <a:ea typeface="Arial"/>
                <a:cs typeface="Arial"/>
                <a:sym typeface="Arial"/>
              </a:rPr>
              <a:t>-90 = 50 + (</a:t>
            </a:r>
            <a:r>
              <a:rPr baseline="30000" lang="en-US" sz="2400">
                <a:solidFill>
                  <a:schemeClr val="dk1"/>
                </a:solidFill>
                <a:latin typeface="Arial"/>
                <a:ea typeface="Arial"/>
                <a:cs typeface="Arial"/>
                <a:sym typeface="Arial"/>
              </a:rPr>
              <a:t>-</a:t>
            </a:r>
            <a:r>
              <a:rPr lang="en-US" sz="2400">
                <a:solidFill>
                  <a:schemeClr val="dk1"/>
                </a:solidFill>
                <a:latin typeface="Arial"/>
                <a:ea typeface="Arial"/>
                <a:cs typeface="Arial"/>
                <a:sym typeface="Arial"/>
              </a:rPr>
              <a:t>10)</a:t>
            </a:r>
            <a:r>
              <a:rPr i="1" lang="en-US" sz="2400">
                <a:solidFill>
                  <a:schemeClr val="dk1"/>
                </a:solidFill>
                <a:latin typeface="Arial"/>
                <a:ea typeface="Arial"/>
                <a:cs typeface="Arial"/>
                <a:sym typeface="Arial"/>
              </a:rPr>
              <a:t>t</a:t>
            </a:r>
            <a:endParaRPr/>
          </a:p>
        </p:txBody>
      </p:sp>
      <p:sp>
        <p:nvSpPr>
          <p:cNvPr id="1464" name="Google Shape;1464;p63"/>
          <p:cNvSpPr/>
          <p:nvPr/>
        </p:nvSpPr>
        <p:spPr>
          <a:xfrm>
            <a:off x="5464175" y="6335713"/>
            <a:ext cx="2960688" cy="39687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2400"/>
              <a:buFont typeface="Arial"/>
              <a:buNone/>
            </a:pPr>
            <a:r>
              <a:rPr i="1" lang="en-US" sz="2400">
                <a:solidFill>
                  <a:schemeClr val="dk1"/>
                </a:solidFill>
                <a:latin typeface="Arial"/>
                <a:ea typeface="Arial"/>
                <a:cs typeface="Arial"/>
                <a:sym typeface="Arial"/>
              </a:rPr>
              <a:t>t</a:t>
            </a:r>
            <a:r>
              <a:rPr lang="en-US" sz="2400">
                <a:solidFill>
                  <a:schemeClr val="dk1"/>
                </a:solidFill>
                <a:latin typeface="Arial"/>
                <a:ea typeface="Arial"/>
                <a:cs typeface="Arial"/>
                <a:sym typeface="Arial"/>
              </a:rPr>
              <a:t> = 14 s </a:t>
            </a:r>
            <a:endParaRPr i="1" sz="2400">
              <a:solidFill>
                <a:schemeClr val="dk1"/>
              </a:solidFill>
              <a:latin typeface="Arial"/>
              <a:ea typeface="Arial"/>
              <a:cs typeface="Arial"/>
              <a:sym typeface="Arial"/>
            </a:endParaRPr>
          </a:p>
        </p:txBody>
      </p:sp>
      <p:pic>
        <p:nvPicPr>
          <p:cNvPr descr="Worlds Tallest Bridge France" id="1465" name="Google Shape;1465;p63"/>
          <p:cNvPicPr preferRelativeResize="0"/>
          <p:nvPr/>
        </p:nvPicPr>
        <p:blipFill rotWithShape="1">
          <a:blip r:embed="rId3">
            <a:alphaModFix/>
          </a:blip>
          <a:srcRect b="0" l="0" r="0" t="0"/>
          <a:stretch/>
        </p:blipFill>
        <p:spPr>
          <a:xfrm>
            <a:off x="5816600" y="0"/>
            <a:ext cx="3327400" cy="2176463"/>
          </a:xfrm>
          <a:prstGeom prst="rect">
            <a:avLst/>
          </a:prstGeom>
          <a:noFill/>
          <a:ln>
            <a:noFill/>
          </a:ln>
        </p:spPr>
      </p:pic>
      <p:sp>
        <p:nvSpPr>
          <p:cNvPr id="1466" name="Google Shape;1466;p63"/>
          <p:cNvSpPr/>
          <p:nvPr/>
        </p:nvSpPr>
        <p:spPr>
          <a:xfrm>
            <a:off x="8183563" y="530225"/>
            <a:ext cx="88900" cy="88900"/>
          </a:xfrm>
          <a:prstGeom prst="ellipse">
            <a:avLst/>
          </a:prstGeom>
          <a:solidFill>
            <a:srgbClr val="FF0000"/>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grpSp>
        <p:nvGrpSpPr>
          <p:cNvPr id="1467" name="Google Shape;1467;p63"/>
          <p:cNvGrpSpPr/>
          <p:nvPr/>
        </p:nvGrpSpPr>
        <p:grpSpPr>
          <a:xfrm>
            <a:off x="5143500" y="3825875"/>
            <a:ext cx="3141663" cy="419100"/>
            <a:chOff x="2976" y="2426"/>
            <a:chExt cx="1979" cy="264"/>
          </a:xfrm>
        </p:grpSpPr>
        <p:sp>
          <p:nvSpPr>
            <p:cNvPr id="1468" name="Google Shape;1468;p63"/>
            <p:cNvSpPr/>
            <p:nvPr/>
          </p:nvSpPr>
          <p:spPr>
            <a:xfrm>
              <a:off x="2976" y="2455"/>
              <a:ext cx="1979" cy="202"/>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2400"/>
                <a:buFont typeface="Arial"/>
                <a:buNone/>
              </a:pPr>
              <a:r>
                <a:rPr i="1" lang="en-US" sz="2400">
                  <a:solidFill>
                    <a:schemeClr val="dk1"/>
                  </a:solidFill>
                  <a:latin typeface="Arial"/>
                  <a:ea typeface="Arial"/>
                  <a:cs typeface="Arial"/>
                  <a:sym typeface="Arial"/>
                </a:rPr>
                <a:t>s </a:t>
              </a:r>
              <a:r>
                <a:rPr lang="en-US" sz="2400">
                  <a:solidFill>
                    <a:schemeClr val="dk1"/>
                  </a:solidFill>
                  <a:latin typeface="Arial"/>
                  <a:ea typeface="Arial"/>
                  <a:cs typeface="Arial"/>
                  <a:sym typeface="Arial"/>
                </a:rPr>
                <a:t>= </a:t>
              </a:r>
              <a:r>
                <a:rPr i="1" lang="en-US" sz="2400">
                  <a:solidFill>
                    <a:schemeClr val="dk1"/>
                  </a:solidFill>
                  <a:latin typeface="Arial"/>
                  <a:ea typeface="Arial"/>
                  <a:cs typeface="Arial"/>
                  <a:sym typeface="Arial"/>
                </a:rPr>
                <a:t>ut</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at</a:t>
              </a:r>
              <a:r>
                <a:rPr baseline="30000" lang="en-US" sz="2400">
                  <a:solidFill>
                    <a:schemeClr val="dk1"/>
                  </a:solidFill>
                  <a:latin typeface="Arial"/>
                  <a:ea typeface="Arial"/>
                  <a:cs typeface="Arial"/>
                  <a:sym typeface="Arial"/>
                </a:rPr>
                <a:t>2</a:t>
              </a:r>
              <a:endParaRPr sz="2400">
                <a:solidFill>
                  <a:schemeClr val="dk1"/>
                </a:solidFill>
                <a:latin typeface="Arial"/>
                <a:ea typeface="Arial"/>
                <a:cs typeface="Arial"/>
                <a:sym typeface="Arial"/>
              </a:endParaRPr>
            </a:p>
          </p:txBody>
        </p:sp>
        <p:sp>
          <p:nvSpPr>
            <p:cNvPr id="1469" name="Google Shape;1469;p63"/>
            <p:cNvSpPr/>
            <p:nvPr/>
          </p:nvSpPr>
          <p:spPr>
            <a:xfrm>
              <a:off x="3650" y="2426"/>
              <a:ext cx="204" cy="264"/>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chemeClr val="dk1"/>
                </a:buClr>
                <a:buSzPts val="1600"/>
                <a:buFont typeface="Arial"/>
                <a:buNone/>
              </a:pPr>
              <a:r>
                <a:rPr b="1" lang="en-US" sz="1600" u="sng">
                  <a:solidFill>
                    <a:schemeClr val="dk1"/>
                  </a:solidFill>
                  <a:latin typeface="Arial"/>
                  <a:ea typeface="Arial"/>
                  <a:cs typeface="Arial"/>
                  <a:sym typeface="Arial"/>
                </a:rPr>
                <a:t>1</a:t>
              </a:r>
              <a:endParaRPr/>
            </a:p>
            <a:p>
              <a:pPr indent="0" lvl="0" marL="0" marR="0" rtl="0" algn="ctr">
                <a:lnSpc>
                  <a:spcPct val="90000"/>
                </a:lnSpc>
                <a:spcBef>
                  <a:spcPts val="0"/>
                </a:spcBef>
                <a:spcAft>
                  <a:spcPts val="0"/>
                </a:spcAft>
                <a:buClr>
                  <a:schemeClr val="dk1"/>
                </a:buClr>
                <a:buSzPts val="1600"/>
                <a:buFont typeface="Arial"/>
                <a:buNone/>
              </a:pPr>
              <a:r>
                <a:rPr b="1" lang="en-US" sz="1600">
                  <a:solidFill>
                    <a:schemeClr val="dk1"/>
                  </a:solidFill>
                  <a:latin typeface="Arial"/>
                  <a:ea typeface="Arial"/>
                  <a:cs typeface="Arial"/>
                  <a:sym typeface="Arial"/>
                </a:rPr>
                <a:t>2</a:t>
              </a:r>
              <a:endParaRPr b="1" sz="1600">
                <a:solidFill>
                  <a:schemeClr val="dk1"/>
                </a:solidFill>
                <a:latin typeface="Arial"/>
                <a:ea typeface="Arial"/>
                <a:cs typeface="Arial"/>
                <a:sym typeface="Arial"/>
              </a:endParaRPr>
            </a:p>
          </p:txBody>
        </p:sp>
      </p:grpSp>
      <p:cxnSp>
        <p:nvCxnSpPr>
          <p:cNvPr id="1470" name="Google Shape;1470;p63"/>
          <p:cNvCxnSpPr/>
          <p:nvPr/>
        </p:nvCxnSpPr>
        <p:spPr>
          <a:xfrm>
            <a:off x="5208588" y="4064000"/>
            <a:ext cx="1873250" cy="14288"/>
          </a:xfrm>
          <a:prstGeom prst="straightConnector1">
            <a:avLst/>
          </a:prstGeom>
          <a:noFill/>
          <a:ln cap="flat" cmpd="sng" w="19050">
            <a:solidFill>
              <a:srgbClr val="FF0000"/>
            </a:solidFill>
            <a:prstDash val="solid"/>
            <a:round/>
            <a:headEnd len="med" w="med" type="none"/>
            <a:tailEnd len="med" w="med"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46">
                                            <p:txEl>
                                              <p:pRg end="0" st="0"/>
                                            </p:txEl>
                                          </p:spTgt>
                                        </p:tgtEl>
                                        <p:attrNameLst>
                                          <p:attrName>style.visibility</p:attrName>
                                        </p:attrNameLst>
                                      </p:cBhvr>
                                      <p:to>
                                        <p:strVal val="visible"/>
                                      </p:to>
                                    </p:set>
                                    <p:anim calcmode="lin" valueType="num">
                                      <p:cBhvr additive="base">
                                        <p:cTn dur="500"/>
                                        <p:tgtEl>
                                          <p:spTgt spid="1446">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46">
                                            <p:txEl>
                                              <p:pRg end="1" st="1"/>
                                            </p:txEl>
                                          </p:spTgt>
                                        </p:tgtEl>
                                        <p:attrNameLst>
                                          <p:attrName>style.visibility</p:attrName>
                                        </p:attrNameLst>
                                      </p:cBhvr>
                                      <p:to>
                                        <p:strVal val="visible"/>
                                      </p:to>
                                    </p:set>
                                    <p:anim calcmode="lin" valueType="num">
                                      <p:cBhvr additive="base">
                                        <p:cTn dur="500"/>
                                        <p:tgtEl>
                                          <p:spTgt spid="1446">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46">
                                            <p:txEl>
                                              <p:pRg end="2" st="2"/>
                                            </p:txEl>
                                          </p:spTgt>
                                        </p:tgtEl>
                                        <p:attrNameLst>
                                          <p:attrName>style.visibility</p:attrName>
                                        </p:attrNameLst>
                                      </p:cBhvr>
                                      <p:to>
                                        <p:strVal val="visible"/>
                                      </p:to>
                                    </p:set>
                                    <p:anim calcmode="lin" valueType="num">
                                      <p:cBhvr additive="base">
                                        <p:cTn dur="500"/>
                                        <p:tgtEl>
                                          <p:spTgt spid="1446">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46">
                                            <p:txEl>
                                              <p:pRg end="3" st="3"/>
                                            </p:txEl>
                                          </p:spTgt>
                                        </p:tgtEl>
                                        <p:attrNameLst>
                                          <p:attrName>style.visibility</p:attrName>
                                        </p:attrNameLst>
                                      </p:cBhvr>
                                      <p:to>
                                        <p:strVal val="visible"/>
                                      </p:to>
                                    </p:set>
                                    <p:anim calcmode="lin" valueType="num">
                                      <p:cBhvr additive="base">
                                        <p:cTn dur="500"/>
                                        <p:tgtEl>
                                          <p:spTgt spid="1446">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48"/>
                                        </p:tgtEl>
                                        <p:attrNameLst>
                                          <p:attrName>style.visibility</p:attrName>
                                        </p:attrNameLst>
                                      </p:cBhvr>
                                      <p:to>
                                        <p:strVal val="visible"/>
                                      </p:to>
                                    </p:set>
                                    <p:animEffect filter="fade" transition="in">
                                      <p:cBhvr>
                                        <p:cTn dur="500"/>
                                        <p:tgtEl>
                                          <p:spTgt spid="144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47"/>
                                        </p:tgtEl>
                                        <p:attrNameLst>
                                          <p:attrName>style.visibility</p:attrName>
                                        </p:attrNameLst>
                                      </p:cBhvr>
                                      <p:to>
                                        <p:strVal val="visible"/>
                                      </p:to>
                                    </p:set>
                                    <p:animEffect filter="fade" transition="in">
                                      <p:cBhvr>
                                        <p:cTn dur="500"/>
                                        <p:tgtEl>
                                          <p:spTgt spid="144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49"/>
                                        </p:tgtEl>
                                        <p:attrNameLst>
                                          <p:attrName>style.visibility</p:attrName>
                                        </p:attrNameLst>
                                      </p:cBhvr>
                                      <p:to>
                                        <p:strVal val="visible"/>
                                      </p:to>
                                    </p:set>
                                    <p:animEffect filter="fade" transition="in">
                                      <p:cBhvr>
                                        <p:cTn dur="500"/>
                                        <p:tgtEl>
                                          <p:spTgt spid="144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52"/>
                                        </p:tgtEl>
                                        <p:attrNameLst>
                                          <p:attrName>style.visibility</p:attrName>
                                        </p:attrNameLst>
                                      </p:cBhvr>
                                      <p:to>
                                        <p:strVal val="visible"/>
                                      </p:to>
                                    </p:set>
                                    <p:animEffect filter="fade" transition="in">
                                      <p:cBhvr>
                                        <p:cTn dur="500"/>
                                        <p:tgtEl>
                                          <p:spTgt spid="145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53"/>
                                        </p:tgtEl>
                                        <p:attrNameLst>
                                          <p:attrName>style.visibility</p:attrName>
                                        </p:attrNameLst>
                                      </p:cBhvr>
                                      <p:to>
                                        <p:strVal val="visible"/>
                                      </p:to>
                                    </p:set>
                                    <p:animEffect filter="fade" transition="in">
                                      <p:cBhvr>
                                        <p:cTn dur="500"/>
                                        <p:tgtEl>
                                          <p:spTgt spid="145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50"/>
                                        </p:tgtEl>
                                        <p:attrNameLst>
                                          <p:attrName>style.visibility</p:attrName>
                                        </p:attrNameLst>
                                      </p:cBhvr>
                                      <p:to>
                                        <p:strVal val="visible"/>
                                      </p:to>
                                    </p:set>
                                    <p:animEffect filter="fade" transition="in">
                                      <p:cBhvr>
                                        <p:cTn dur="500"/>
                                        <p:tgtEl>
                                          <p:spTgt spid="145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51"/>
                                        </p:tgtEl>
                                        <p:attrNameLst>
                                          <p:attrName>style.visibility</p:attrName>
                                        </p:attrNameLst>
                                      </p:cBhvr>
                                      <p:to>
                                        <p:strVal val="visible"/>
                                      </p:to>
                                    </p:set>
                                    <p:animEffect filter="fade" transition="in">
                                      <p:cBhvr>
                                        <p:cTn dur="500"/>
                                        <p:tgtEl>
                                          <p:spTgt spid="145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54"/>
                                        </p:tgtEl>
                                        <p:attrNameLst>
                                          <p:attrName>style.visibility</p:attrName>
                                        </p:attrNameLst>
                                      </p:cBhvr>
                                      <p:to>
                                        <p:strVal val="visible"/>
                                      </p:to>
                                    </p:set>
                                    <p:animEffect filter="fade" transition="in">
                                      <p:cBhvr>
                                        <p:cTn dur="500"/>
                                        <p:tgtEl>
                                          <p:spTgt spid="145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55"/>
                                        </p:tgtEl>
                                        <p:attrNameLst>
                                          <p:attrName>style.visibility</p:attrName>
                                        </p:attrNameLst>
                                      </p:cBhvr>
                                      <p:to>
                                        <p:strVal val="visible"/>
                                      </p:to>
                                    </p:set>
                                    <p:animEffect filter="fade" transition="in">
                                      <p:cBhvr>
                                        <p:cTn dur="500"/>
                                        <p:tgtEl>
                                          <p:spTgt spid="145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2"/>
                                        </p:tgtEl>
                                        <p:attrNameLst>
                                          <p:attrName>style.visibility</p:attrName>
                                        </p:attrNameLst>
                                      </p:cBhvr>
                                      <p:to>
                                        <p:strVal val="visible"/>
                                      </p:to>
                                    </p:set>
                                    <p:animEffect filter="fade" transition="in">
                                      <p:cBhvr>
                                        <p:cTn dur="500"/>
                                        <p:tgtEl>
                                          <p:spTgt spid="146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7"/>
                                        </p:tgtEl>
                                        <p:attrNameLst>
                                          <p:attrName>style.visibility</p:attrName>
                                        </p:attrNameLst>
                                      </p:cBhvr>
                                      <p:to>
                                        <p:strVal val="visible"/>
                                      </p:to>
                                    </p:set>
                                    <p:animEffect filter="fade" transition="in">
                                      <p:cBhvr>
                                        <p:cTn dur="500"/>
                                        <p:tgtEl>
                                          <p:spTgt spid="146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56"/>
                                        </p:tgtEl>
                                        <p:attrNameLst>
                                          <p:attrName>style.visibility</p:attrName>
                                        </p:attrNameLst>
                                      </p:cBhvr>
                                      <p:to>
                                        <p:strVal val="visible"/>
                                      </p:to>
                                    </p:set>
                                    <p:animEffect filter="fade" transition="in">
                                      <p:cBhvr>
                                        <p:cTn dur="500"/>
                                        <p:tgtEl>
                                          <p:spTgt spid="145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57"/>
                                        </p:tgtEl>
                                        <p:attrNameLst>
                                          <p:attrName>style.visibility</p:attrName>
                                        </p:attrNameLst>
                                      </p:cBhvr>
                                      <p:to>
                                        <p:strVal val="visible"/>
                                      </p:to>
                                    </p:set>
                                    <p:animEffect filter="fade" transition="in">
                                      <p:cBhvr>
                                        <p:cTn dur="500"/>
                                        <p:tgtEl>
                                          <p:spTgt spid="145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58"/>
                                        </p:tgtEl>
                                        <p:attrNameLst>
                                          <p:attrName>style.visibility</p:attrName>
                                        </p:attrNameLst>
                                      </p:cBhvr>
                                      <p:to>
                                        <p:strVal val="visible"/>
                                      </p:to>
                                    </p:set>
                                    <p:animEffect filter="fade" transition="in">
                                      <p:cBhvr>
                                        <p:cTn dur="500"/>
                                        <p:tgtEl>
                                          <p:spTgt spid="145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59"/>
                                        </p:tgtEl>
                                        <p:attrNameLst>
                                          <p:attrName>style.visibility</p:attrName>
                                        </p:attrNameLst>
                                      </p:cBhvr>
                                      <p:to>
                                        <p:strVal val="visible"/>
                                      </p:to>
                                    </p:set>
                                    <p:animEffect filter="fade" transition="in">
                                      <p:cBhvr>
                                        <p:cTn dur="500"/>
                                        <p:tgtEl>
                                          <p:spTgt spid="145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70"/>
                                        </p:tgtEl>
                                        <p:attrNameLst>
                                          <p:attrName>style.visibility</p:attrName>
                                        </p:attrNameLst>
                                      </p:cBhvr>
                                      <p:to>
                                        <p:strVal val="visible"/>
                                      </p:to>
                                    </p:set>
                                    <p:animEffect filter="fade" transition="in">
                                      <p:cBhvr>
                                        <p:cTn dur="500"/>
                                        <p:tgtEl>
                                          <p:spTgt spid="147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0"/>
                                        </p:tgtEl>
                                        <p:attrNameLst>
                                          <p:attrName>style.visibility</p:attrName>
                                        </p:attrNameLst>
                                      </p:cBhvr>
                                      <p:to>
                                        <p:strVal val="visible"/>
                                      </p:to>
                                    </p:set>
                                    <p:animEffect filter="fade" transition="in">
                                      <p:cBhvr>
                                        <p:cTn dur="500"/>
                                        <p:tgtEl>
                                          <p:spTgt spid="146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1"/>
                                        </p:tgtEl>
                                        <p:attrNameLst>
                                          <p:attrName>style.visibility</p:attrName>
                                        </p:attrNameLst>
                                      </p:cBhvr>
                                      <p:to>
                                        <p:strVal val="visible"/>
                                      </p:to>
                                    </p:set>
                                    <p:animEffect filter="fade" transition="in">
                                      <p:cBhvr>
                                        <p:cTn dur="500"/>
                                        <p:tgtEl>
                                          <p:spTgt spid="146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3"/>
                                        </p:tgtEl>
                                        <p:attrNameLst>
                                          <p:attrName>style.visibility</p:attrName>
                                        </p:attrNameLst>
                                      </p:cBhvr>
                                      <p:to>
                                        <p:strVal val="visible"/>
                                      </p:to>
                                    </p:set>
                                    <p:animEffect filter="fade" transition="in">
                                      <p:cBhvr>
                                        <p:cTn dur="500"/>
                                        <p:tgtEl>
                                          <p:spTgt spid="146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4"/>
                                        </p:tgtEl>
                                        <p:attrNameLst>
                                          <p:attrName>style.visibility</p:attrName>
                                        </p:attrNameLst>
                                      </p:cBhvr>
                                      <p:to>
                                        <p:strVal val="visible"/>
                                      </p:to>
                                    </p:set>
                                    <p:animEffect filter="fade" transition="in">
                                      <p:cBhvr>
                                        <p:cTn dur="500"/>
                                        <p:tgtEl>
                                          <p:spTgt spid="146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5" name="Shape 1475"/>
        <p:cNvGrpSpPr/>
        <p:nvPr/>
      </p:nvGrpSpPr>
      <p:grpSpPr>
        <a:xfrm>
          <a:off x="0" y="0"/>
          <a:ext cx="0" cy="0"/>
          <a:chOff x="0" y="0"/>
          <a:chExt cx="0" cy="0"/>
        </a:xfrm>
      </p:grpSpPr>
      <p:sp>
        <p:nvSpPr>
          <p:cNvPr id="1476" name="Google Shape;1476;p64"/>
          <p:cNvSpPr/>
          <p:nvPr/>
        </p:nvSpPr>
        <p:spPr>
          <a:xfrm>
            <a:off x="685800" y="1549400"/>
            <a:ext cx="7772400" cy="3216275"/>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accent2"/>
              </a:buClr>
              <a:buSzPts val="2400"/>
              <a:buFont typeface="Arial"/>
              <a:buNone/>
            </a:pPr>
            <a:r>
              <a:rPr i="1" lang="en-US" sz="2400">
                <a:solidFill>
                  <a:schemeClr val="accent2"/>
                </a:solidFill>
                <a:latin typeface="Arial"/>
                <a:ea typeface="Arial"/>
                <a:cs typeface="Arial"/>
                <a:sym typeface="Arial"/>
              </a:rPr>
              <a:t>Sketching and interpreting motion graphs</a:t>
            </a:r>
            <a:r>
              <a:rPr lang="en-US" sz="2000">
                <a:solidFill>
                  <a:schemeClr val="dk1"/>
                </a:solidFill>
                <a:latin typeface="Courier New"/>
                <a:ea typeface="Courier New"/>
                <a:cs typeface="Courier New"/>
                <a:sym typeface="Courier New"/>
              </a:rPr>
              <a:t> </a:t>
            </a:r>
            <a:endParaRPr/>
          </a:p>
          <a:p>
            <a:pPr indent="0" lvl="0" marL="0" marR="0" rtl="0" algn="l">
              <a:spcBef>
                <a:spcPts val="0"/>
              </a:spcBef>
              <a:spcAft>
                <a:spcPts val="0"/>
              </a:spcAft>
              <a:buClr>
                <a:schemeClr val="dk1"/>
              </a:buClr>
              <a:buSzPts val="2400"/>
              <a:buFont typeface="Arial"/>
              <a:buNone/>
            </a:pPr>
            <a:r>
              <a:rPr lang="en-US" sz="2400">
                <a:solidFill>
                  <a:schemeClr val="dk1"/>
                </a:solidFill>
                <a:latin typeface="Arial"/>
                <a:ea typeface="Arial"/>
                <a:cs typeface="Arial"/>
                <a:sym typeface="Arial"/>
              </a:rPr>
              <a:t>∙The </a:t>
            </a:r>
            <a:r>
              <a:rPr b="1" lang="en-US" sz="2400">
                <a:solidFill>
                  <a:schemeClr val="dk1"/>
                </a:solidFill>
                <a:latin typeface="Arial"/>
                <a:ea typeface="Arial"/>
                <a:cs typeface="Arial"/>
                <a:sym typeface="Arial"/>
              </a:rPr>
              <a:t>slope</a:t>
            </a:r>
            <a:r>
              <a:rPr lang="en-US" sz="2400">
                <a:solidFill>
                  <a:schemeClr val="dk1"/>
                </a:solidFill>
                <a:latin typeface="Arial"/>
                <a:ea typeface="Arial"/>
                <a:cs typeface="Arial"/>
                <a:sym typeface="Arial"/>
              </a:rPr>
              <a:t> of a displacement-time graph is the velocity.</a:t>
            </a:r>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∙The </a:t>
            </a:r>
            <a:r>
              <a:rPr b="1" lang="en-US" sz="2400">
                <a:solidFill>
                  <a:schemeClr val="dk1"/>
                </a:solidFill>
                <a:latin typeface="Arial"/>
                <a:ea typeface="Arial"/>
                <a:cs typeface="Arial"/>
                <a:sym typeface="Arial"/>
              </a:rPr>
              <a:t>slope</a:t>
            </a:r>
            <a:r>
              <a:rPr lang="en-US" sz="2400">
                <a:solidFill>
                  <a:schemeClr val="dk1"/>
                </a:solidFill>
                <a:latin typeface="Arial"/>
                <a:ea typeface="Arial"/>
                <a:cs typeface="Arial"/>
                <a:sym typeface="Arial"/>
              </a:rPr>
              <a:t> of the velocity-time graph is the acceleration. We already did this example with the falling feather/apple presentation.</a:t>
            </a:r>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∙You will have ample opportunity to find the slopes of distance-time, displacement-time and velocity-time graphs in your labs. 	</a:t>
            </a:r>
            <a:endParaRPr/>
          </a:p>
        </p:txBody>
      </p:sp>
      <p:sp>
        <p:nvSpPr>
          <p:cNvPr id="1477" name="Google Shape;1477;p64"/>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2: Mechanics</a:t>
            </a:r>
            <a:br>
              <a:rPr b="1" lang="en-US" sz="2800"/>
            </a:br>
            <a:r>
              <a:rPr lang="en-US" sz="2800">
                <a:solidFill>
                  <a:schemeClr val="dk1"/>
                </a:solidFill>
              </a:rPr>
              <a:t>2.1 – Motion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76">
                                            <p:txEl>
                                              <p:pRg end="0" st="0"/>
                                            </p:txEl>
                                          </p:spTgt>
                                        </p:tgtEl>
                                        <p:attrNameLst>
                                          <p:attrName>style.visibility</p:attrName>
                                        </p:attrNameLst>
                                      </p:cBhvr>
                                      <p:to>
                                        <p:strVal val="visible"/>
                                      </p:to>
                                    </p:set>
                                    <p:anim calcmode="lin" valueType="num">
                                      <p:cBhvr additive="base">
                                        <p:cTn dur="500"/>
                                        <p:tgtEl>
                                          <p:spTgt spid="1476">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76">
                                            <p:txEl>
                                              <p:pRg end="1" st="1"/>
                                            </p:txEl>
                                          </p:spTgt>
                                        </p:tgtEl>
                                        <p:attrNameLst>
                                          <p:attrName>style.visibility</p:attrName>
                                        </p:attrNameLst>
                                      </p:cBhvr>
                                      <p:to>
                                        <p:strVal val="visible"/>
                                      </p:to>
                                    </p:set>
                                    <p:anim calcmode="lin" valueType="num">
                                      <p:cBhvr additive="base">
                                        <p:cTn dur="500"/>
                                        <p:tgtEl>
                                          <p:spTgt spid="1476">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76">
                                            <p:txEl>
                                              <p:pRg end="2" st="2"/>
                                            </p:txEl>
                                          </p:spTgt>
                                        </p:tgtEl>
                                        <p:attrNameLst>
                                          <p:attrName>style.visibility</p:attrName>
                                        </p:attrNameLst>
                                      </p:cBhvr>
                                      <p:to>
                                        <p:strVal val="visible"/>
                                      </p:to>
                                    </p:set>
                                    <p:anim calcmode="lin" valueType="num">
                                      <p:cBhvr additive="base">
                                        <p:cTn dur="500"/>
                                        <p:tgtEl>
                                          <p:spTgt spid="1476">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76">
                                            <p:txEl>
                                              <p:pRg end="3" st="3"/>
                                            </p:txEl>
                                          </p:spTgt>
                                        </p:tgtEl>
                                        <p:attrNameLst>
                                          <p:attrName>style.visibility</p:attrName>
                                        </p:attrNameLst>
                                      </p:cBhvr>
                                      <p:to>
                                        <p:strVal val="visible"/>
                                      </p:to>
                                    </p:set>
                                    <p:anim calcmode="lin" valueType="num">
                                      <p:cBhvr additive="base">
                                        <p:cTn dur="500"/>
                                        <p:tgtEl>
                                          <p:spTgt spid="1476">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2" name="Shape 1482"/>
        <p:cNvGrpSpPr/>
        <p:nvPr/>
      </p:nvGrpSpPr>
      <p:grpSpPr>
        <a:xfrm>
          <a:off x="0" y="0"/>
          <a:ext cx="0" cy="0"/>
          <a:chOff x="0" y="0"/>
          <a:chExt cx="0" cy="0"/>
        </a:xfrm>
      </p:grpSpPr>
      <p:sp>
        <p:nvSpPr>
          <p:cNvPr id="1483" name="Google Shape;1483;p65"/>
          <p:cNvSpPr/>
          <p:nvPr/>
        </p:nvSpPr>
        <p:spPr>
          <a:xfrm>
            <a:off x="685800" y="1549400"/>
            <a:ext cx="7772400" cy="1012825"/>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accent2"/>
              </a:buClr>
              <a:buSzPts val="2400"/>
              <a:buFont typeface="Arial"/>
              <a:buNone/>
            </a:pPr>
            <a:r>
              <a:rPr i="1" lang="en-US" sz="2400">
                <a:solidFill>
                  <a:schemeClr val="accent2"/>
                </a:solidFill>
                <a:latin typeface="Arial"/>
                <a:ea typeface="Arial"/>
                <a:cs typeface="Arial"/>
                <a:sym typeface="Arial"/>
              </a:rPr>
              <a:t>Sketching and interpreting motion graphs</a:t>
            </a:r>
            <a:endParaRPr/>
          </a:p>
        </p:txBody>
      </p:sp>
      <p:sp>
        <p:nvSpPr>
          <p:cNvPr id="1484" name="Google Shape;1484;p65"/>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2: Mechanics</a:t>
            </a:r>
            <a:br>
              <a:rPr b="1" lang="en-US" sz="2800"/>
            </a:br>
            <a:r>
              <a:rPr lang="en-US" sz="2800">
                <a:solidFill>
                  <a:schemeClr val="dk1"/>
                </a:solidFill>
              </a:rPr>
              <a:t>2.1 – Motion</a:t>
            </a:r>
            <a:endParaRPr/>
          </a:p>
        </p:txBody>
      </p:sp>
      <p:sp>
        <p:nvSpPr>
          <p:cNvPr id="1485" name="Google Shape;1485;p65"/>
          <p:cNvSpPr/>
          <p:nvPr/>
        </p:nvSpPr>
        <p:spPr>
          <a:xfrm>
            <a:off x="674688" y="2062163"/>
            <a:ext cx="7772400" cy="4795837"/>
          </a:xfrm>
          <a:prstGeom prst="rect">
            <a:avLst/>
          </a:prstGeom>
          <a:solidFill>
            <a:srgbClr val="FFFFCC"/>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rPr lang="en-US" sz="2400">
                <a:solidFill>
                  <a:schemeClr val="dk1"/>
                </a:solidFill>
                <a:latin typeface="Arial"/>
                <a:ea typeface="Arial"/>
                <a:cs typeface="Arial"/>
                <a:sym typeface="Arial"/>
              </a:rPr>
              <a:t>EXAMPLE: Suppose Freddie the Fly begins at </a:t>
            </a:r>
            <a:r>
              <a:rPr i="1" lang="en-US" sz="2400">
                <a:solidFill>
                  <a:schemeClr val="dk1"/>
                </a:solidFill>
                <a:latin typeface="Arial"/>
                <a:ea typeface="Arial"/>
                <a:cs typeface="Arial"/>
                <a:sym typeface="Arial"/>
              </a:rPr>
              <a:t>x</a:t>
            </a:r>
            <a:r>
              <a:rPr lang="en-US" sz="2400">
                <a:solidFill>
                  <a:schemeClr val="dk1"/>
                </a:solidFill>
                <a:latin typeface="Arial"/>
                <a:ea typeface="Arial"/>
                <a:cs typeface="Arial"/>
                <a:sym typeface="Arial"/>
              </a:rPr>
              <a:t> = 0 m, and travels at a constant velocity for 6 seconds as shown. Find two points, sketch a displacement vs. time graph, and then find and interpret the slope and the area of your graph.</a:t>
            </a:r>
            <a:endParaRPr/>
          </a:p>
          <a:p>
            <a:pPr indent="0" lvl="0" marL="0" marR="0" rtl="0" algn="l">
              <a:spcBef>
                <a:spcPts val="480"/>
              </a:spcBef>
              <a:spcAft>
                <a:spcPts val="0"/>
              </a:spcAft>
              <a:buClr>
                <a:schemeClr val="dk1"/>
              </a:buClr>
              <a:buSzPts val="2400"/>
              <a:buFont typeface="Arial"/>
              <a:buNone/>
            </a:pPr>
            <a:r>
              <a:t/>
            </a:r>
            <a:endParaRPr sz="2400">
              <a:solidFill>
                <a:schemeClr val="dk1"/>
              </a:solidFill>
              <a:latin typeface="Arial"/>
              <a:ea typeface="Arial"/>
              <a:cs typeface="Arial"/>
              <a:sym typeface="Arial"/>
            </a:endParaRPr>
          </a:p>
          <a:p>
            <a:pPr indent="0" lvl="0" marL="0" marR="0" rtl="0" algn="l">
              <a:spcBef>
                <a:spcPts val="480"/>
              </a:spcBef>
              <a:spcAft>
                <a:spcPts val="0"/>
              </a:spcAft>
              <a:buClr>
                <a:schemeClr val="dk1"/>
              </a:buClr>
              <a:buSzPts val="2400"/>
              <a:buFont typeface="Arial"/>
              <a:buNone/>
            </a:pPr>
            <a:r>
              <a:t/>
            </a:r>
            <a:endParaRPr sz="2400">
              <a:solidFill>
                <a:schemeClr val="dk1"/>
              </a:solidFill>
              <a:latin typeface="Arial"/>
              <a:ea typeface="Arial"/>
              <a:cs typeface="Arial"/>
              <a:sym typeface="Arial"/>
            </a:endParaRPr>
          </a:p>
          <a:p>
            <a:pPr indent="0" lvl="0" marL="0" marR="0" rtl="0" algn="l">
              <a:spcBef>
                <a:spcPts val="480"/>
              </a:spcBef>
              <a:spcAft>
                <a:spcPts val="0"/>
              </a:spcAft>
              <a:buClr>
                <a:schemeClr val="dk1"/>
              </a:buClr>
              <a:buSzPts val="2400"/>
              <a:buFont typeface="Arial"/>
              <a:buNone/>
            </a:pPr>
            <a:r>
              <a:t/>
            </a:r>
            <a:endParaRPr sz="2400">
              <a:solidFill>
                <a:schemeClr val="dk1"/>
              </a:solidFill>
              <a:latin typeface="Arial"/>
              <a:ea typeface="Arial"/>
              <a:cs typeface="Arial"/>
              <a:sym typeface="Arial"/>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SOLUTION:</a:t>
            </a:r>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∙The two points are (</a:t>
            </a:r>
            <a:r>
              <a:rPr lang="en-US" sz="2400">
                <a:solidFill>
                  <a:schemeClr val="accent2"/>
                </a:solidFill>
                <a:latin typeface="Arial"/>
                <a:ea typeface="Arial"/>
                <a:cs typeface="Arial"/>
                <a:sym typeface="Arial"/>
              </a:rPr>
              <a:t>0 s</a:t>
            </a:r>
            <a:r>
              <a:rPr lang="en-US" sz="2400">
                <a:solidFill>
                  <a:schemeClr val="dk1"/>
                </a:solidFill>
                <a:latin typeface="Arial"/>
                <a:ea typeface="Arial"/>
                <a:cs typeface="Arial"/>
                <a:sym typeface="Arial"/>
              </a:rPr>
              <a:t>, 0 m) and (</a:t>
            </a:r>
            <a:r>
              <a:rPr lang="en-US" sz="2400">
                <a:solidFill>
                  <a:schemeClr val="accent2"/>
                </a:solidFill>
                <a:latin typeface="Arial"/>
                <a:ea typeface="Arial"/>
                <a:cs typeface="Arial"/>
                <a:sym typeface="Arial"/>
              </a:rPr>
              <a:t>6 s</a:t>
            </a:r>
            <a:r>
              <a:rPr lang="en-US" sz="2400">
                <a:solidFill>
                  <a:schemeClr val="dk1"/>
                </a:solidFill>
                <a:latin typeface="Arial"/>
                <a:ea typeface="Arial"/>
                <a:cs typeface="Arial"/>
                <a:sym typeface="Arial"/>
              </a:rPr>
              <a:t>, 18 m).</a:t>
            </a:r>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∙The sketch is on the next slide.</a:t>
            </a:r>
            <a:endParaRPr/>
          </a:p>
        </p:txBody>
      </p:sp>
      <p:grpSp>
        <p:nvGrpSpPr>
          <p:cNvPr id="1486" name="Google Shape;1486;p65"/>
          <p:cNvGrpSpPr/>
          <p:nvPr/>
        </p:nvGrpSpPr>
        <p:grpSpPr>
          <a:xfrm>
            <a:off x="693738" y="4173404"/>
            <a:ext cx="7769358" cy="1119321"/>
            <a:chOff x="442" y="2411"/>
            <a:chExt cx="4894" cy="705"/>
          </a:xfrm>
        </p:grpSpPr>
        <p:grpSp>
          <p:nvGrpSpPr>
            <p:cNvPr id="1487" name="Google Shape;1487;p65"/>
            <p:cNvGrpSpPr/>
            <p:nvPr/>
          </p:nvGrpSpPr>
          <p:grpSpPr>
            <a:xfrm>
              <a:off x="442" y="2411"/>
              <a:ext cx="4894" cy="335"/>
              <a:chOff x="442" y="2411"/>
              <a:chExt cx="4894" cy="335"/>
            </a:xfrm>
          </p:grpSpPr>
          <p:grpSp>
            <p:nvGrpSpPr>
              <p:cNvPr id="1488" name="Google Shape;1488;p65"/>
              <p:cNvGrpSpPr/>
              <p:nvPr/>
            </p:nvGrpSpPr>
            <p:grpSpPr>
              <a:xfrm>
                <a:off x="442" y="2504"/>
                <a:ext cx="4723" cy="157"/>
                <a:chOff x="1582" y="2361"/>
                <a:chExt cx="3934" cy="64"/>
              </a:xfrm>
            </p:grpSpPr>
            <p:sp>
              <p:nvSpPr>
                <p:cNvPr id="1489" name="Google Shape;1489;p65"/>
                <p:cNvSpPr/>
                <p:nvPr/>
              </p:nvSpPr>
              <p:spPr>
                <a:xfrm>
                  <a:off x="1582" y="2361"/>
                  <a:ext cx="158" cy="64"/>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490" name="Google Shape;1490;p65"/>
                <p:cNvSpPr/>
                <p:nvPr/>
              </p:nvSpPr>
              <p:spPr>
                <a:xfrm>
                  <a:off x="1740" y="2361"/>
                  <a:ext cx="157" cy="64"/>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491" name="Google Shape;1491;p65"/>
                <p:cNvSpPr/>
                <p:nvPr/>
              </p:nvSpPr>
              <p:spPr>
                <a:xfrm>
                  <a:off x="1897" y="2361"/>
                  <a:ext cx="157" cy="64"/>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492" name="Google Shape;1492;p65"/>
                <p:cNvSpPr/>
                <p:nvPr/>
              </p:nvSpPr>
              <p:spPr>
                <a:xfrm>
                  <a:off x="2054" y="2361"/>
                  <a:ext cx="158" cy="64"/>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493" name="Google Shape;1493;p65"/>
                <p:cNvSpPr/>
                <p:nvPr/>
              </p:nvSpPr>
              <p:spPr>
                <a:xfrm>
                  <a:off x="2212" y="2361"/>
                  <a:ext cx="157" cy="64"/>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494" name="Google Shape;1494;p65"/>
                <p:cNvSpPr/>
                <p:nvPr/>
              </p:nvSpPr>
              <p:spPr>
                <a:xfrm>
                  <a:off x="2369" y="2361"/>
                  <a:ext cx="157" cy="64"/>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495" name="Google Shape;1495;p65"/>
                <p:cNvSpPr/>
                <p:nvPr/>
              </p:nvSpPr>
              <p:spPr>
                <a:xfrm>
                  <a:off x="2526" y="2361"/>
                  <a:ext cx="158" cy="64"/>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496" name="Google Shape;1496;p65"/>
                <p:cNvSpPr/>
                <p:nvPr/>
              </p:nvSpPr>
              <p:spPr>
                <a:xfrm>
                  <a:off x="2684" y="2361"/>
                  <a:ext cx="157" cy="64"/>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497" name="Google Shape;1497;p65"/>
                <p:cNvSpPr/>
                <p:nvPr/>
              </p:nvSpPr>
              <p:spPr>
                <a:xfrm>
                  <a:off x="2841" y="2361"/>
                  <a:ext cx="158" cy="64"/>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498" name="Google Shape;1498;p65"/>
                <p:cNvSpPr/>
                <p:nvPr/>
              </p:nvSpPr>
              <p:spPr>
                <a:xfrm>
                  <a:off x="2999" y="2361"/>
                  <a:ext cx="157" cy="64"/>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499" name="Google Shape;1499;p65"/>
                <p:cNvSpPr/>
                <p:nvPr/>
              </p:nvSpPr>
              <p:spPr>
                <a:xfrm>
                  <a:off x="3156" y="2361"/>
                  <a:ext cx="157" cy="64"/>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500" name="Google Shape;1500;p65"/>
                <p:cNvSpPr/>
                <p:nvPr/>
              </p:nvSpPr>
              <p:spPr>
                <a:xfrm>
                  <a:off x="3313" y="2361"/>
                  <a:ext cx="158" cy="64"/>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501" name="Google Shape;1501;p65"/>
                <p:cNvSpPr/>
                <p:nvPr/>
              </p:nvSpPr>
              <p:spPr>
                <a:xfrm>
                  <a:off x="3471" y="2361"/>
                  <a:ext cx="157" cy="64"/>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502" name="Google Shape;1502;p65"/>
                <p:cNvSpPr/>
                <p:nvPr/>
              </p:nvSpPr>
              <p:spPr>
                <a:xfrm>
                  <a:off x="3628" y="2361"/>
                  <a:ext cx="157" cy="64"/>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503" name="Google Shape;1503;p65"/>
                <p:cNvSpPr/>
                <p:nvPr/>
              </p:nvSpPr>
              <p:spPr>
                <a:xfrm>
                  <a:off x="3785" y="2361"/>
                  <a:ext cx="158" cy="64"/>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504" name="Google Shape;1504;p65"/>
                <p:cNvSpPr/>
                <p:nvPr/>
              </p:nvSpPr>
              <p:spPr>
                <a:xfrm>
                  <a:off x="3943" y="2361"/>
                  <a:ext cx="157" cy="64"/>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505" name="Google Shape;1505;p65"/>
                <p:cNvSpPr/>
                <p:nvPr/>
              </p:nvSpPr>
              <p:spPr>
                <a:xfrm>
                  <a:off x="4100" y="2361"/>
                  <a:ext cx="157" cy="64"/>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506" name="Google Shape;1506;p65"/>
                <p:cNvSpPr/>
                <p:nvPr/>
              </p:nvSpPr>
              <p:spPr>
                <a:xfrm>
                  <a:off x="4257" y="2361"/>
                  <a:ext cx="158" cy="64"/>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507" name="Google Shape;1507;p65"/>
                <p:cNvSpPr/>
                <p:nvPr/>
              </p:nvSpPr>
              <p:spPr>
                <a:xfrm>
                  <a:off x="4415" y="2361"/>
                  <a:ext cx="157" cy="64"/>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508" name="Google Shape;1508;p65"/>
                <p:cNvSpPr/>
                <p:nvPr/>
              </p:nvSpPr>
              <p:spPr>
                <a:xfrm>
                  <a:off x="4572" y="2361"/>
                  <a:ext cx="157" cy="64"/>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509" name="Google Shape;1509;p65"/>
                <p:cNvSpPr/>
                <p:nvPr/>
              </p:nvSpPr>
              <p:spPr>
                <a:xfrm>
                  <a:off x="4729" y="2361"/>
                  <a:ext cx="158" cy="64"/>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510" name="Google Shape;1510;p65"/>
                <p:cNvSpPr/>
                <p:nvPr/>
              </p:nvSpPr>
              <p:spPr>
                <a:xfrm>
                  <a:off x="4887" y="2361"/>
                  <a:ext cx="157" cy="64"/>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511" name="Google Shape;1511;p65"/>
                <p:cNvSpPr/>
                <p:nvPr/>
              </p:nvSpPr>
              <p:spPr>
                <a:xfrm>
                  <a:off x="5044" y="2361"/>
                  <a:ext cx="157" cy="64"/>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512" name="Google Shape;1512;p65"/>
                <p:cNvSpPr/>
                <p:nvPr/>
              </p:nvSpPr>
              <p:spPr>
                <a:xfrm>
                  <a:off x="5201" y="2361"/>
                  <a:ext cx="158" cy="64"/>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513" name="Google Shape;1513;p65"/>
                <p:cNvSpPr/>
                <p:nvPr/>
              </p:nvSpPr>
              <p:spPr>
                <a:xfrm>
                  <a:off x="5359" y="2361"/>
                  <a:ext cx="157" cy="64"/>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grpSp>
          <p:sp>
            <p:nvSpPr>
              <p:cNvPr id="1514" name="Google Shape;1514;p65"/>
              <p:cNvSpPr/>
              <p:nvPr/>
            </p:nvSpPr>
            <p:spPr>
              <a:xfrm flipH="1" rot="-2700000">
                <a:off x="5050" y="2460"/>
                <a:ext cx="237" cy="237"/>
              </a:xfrm>
              <a:prstGeom prst="rtTriangle">
                <a:avLst/>
              </a:prstGeom>
              <a:solidFill>
                <a:schemeClr val="lt1"/>
              </a:solidFill>
              <a:ln cap="flat" cmpd="sng" w="9525">
                <a:solidFill>
                  <a:schemeClr val="dk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5" name="Google Shape;1515;p65"/>
              <p:cNvSpPr txBox="1"/>
              <p:nvPr/>
            </p:nvSpPr>
            <p:spPr>
              <a:xfrm flipH="1" rot="2700000">
                <a:off x="5199" y="2523"/>
                <a:ext cx="79" cy="11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grpSp>
        <p:sp>
          <p:nvSpPr>
            <p:cNvPr id="1516" name="Google Shape;1516;p65"/>
            <p:cNvSpPr txBox="1"/>
            <p:nvPr/>
          </p:nvSpPr>
          <p:spPr>
            <a:xfrm>
              <a:off x="534" y="2828"/>
              <a:ext cx="576" cy="28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2400">
                  <a:solidFill>
                    <a:schemeClr val="dk1"/>
                  </a:solidFill>
                  <a:latin typeface="Arial"/>
                  <a:ea typeface="Arial"/>
                  <a:cs typeface="Arial"/>
                  <a:sym typeface="Arial"/>
                </a:rPr>
                <a:t>x</a:t>
              </a:r>
              <a:r>
                <a:rPr lang="en-US" sz="2400">
                  <a:solidFill>
                    <a:schemeClr val="dk1"/>
                  </a:solidFill>
                  <a:latin typeface="Arial"/>
                  <a:ea typeface="Arial"/>
                  <a:cs typeface="Arial"/>
                  <a:sym typeface="Arial"/>
                </a:rPr>
                <a:t> = 0</a:t>
              </a:r>
              <a:endParaRPr/>
            </a:p>
          </p:txBody>
        </p:sp>
        <p:sp>
          <p:nvSpPr>
            <p:cNvPr id="1517" name="Google Shape;1517;p65"/>
            <p:cNvSpPr txBox="1"/>
            <p:nvPr/>
          </p:nvSpPr>
          <p:spPr>
            <a:xfrm>
              <a:off x="2598" y="2810"/>
              <a:ext cx="502"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chemeClr val="dk1"/>
                  </a:solidFill>
                  <a:latin typeface="Arial"/>
                  <a:ea typeface="Arial"/>
                  <a:cs typeface="Arial"/>
                  <a:sym typeface="Arial"/>
                </a:rPr>
                <a:t>x</a:t>
              </a:r>
              <a:r>
                <a:rPr lang="en-US" sz="2400">
                  <a:solidFill>
                    <a:schemeClr val="dk1"/>
                  </a:solidFill>
                  <a:latin typeface="Arial"/>
                  <a:ea typeface="Arial"/>
                  <a:cs typeface="Arial"/>
                  <a:sym typeface="Arial"/>
                </a:rPr>
                <a:t>/m</a:t>
              </a:r>
              <a:endParaRPr/>
            </a:p>
          </p:txBody>
        </p:sp>
        <p:cxnSp>
          <p:nvCxnSpPr>
            <p:cNvPr id="1518" name="Google Shape;1518;p65"/>
            <p:cNvCxnSpPr/>
            <p:nvPr/>
          </p:nvCxnSpPr>
          <p:spPr>
            <a:xfrm>
              <a:off x="817" y="2472"/>
              <a:ext cx="0" cy="401"/>
            </a:xfrm>
            <a:prstGeom prst="straightConnector1">
              <a:avLst/>
            </a:prstGeom>
            <a:noFill/>
            <a:ln cap="flat" cmpd="sng" w="9525">
              <a:solidFill>
                <a:schemeClr val="dk1"/>
              </a:solidFill>
              <a:prstDash val="solid"/>
              <a:round/>
              <a:headEnd len="med" w="med" type="none"/>
              <a:tailEnd len="med" w="med" type="none"/>
            </a:ln>
          </p:spPr>
        </p:cxnSp>
      </p:grpSp>
      <p:pic>
        <p:nvPicPr>
          <p:cNvPr id="1519" name="Google Shape;1519;p65"/>
          <p:cNvPicPr preferRelativeResize="0"/>
          <p:nvPr/>
        </p:nvPicPr>
        <p:blipFill rotWithShape="1">
          <a:blip r:embed="rId3">
            <a:alphaModFix/>
          </a:blip>
          <a:srcRect b="0" l="0" r="0" t="0"/>
          <a:stretch/>
        </p:blipFill>
        <p:spPr>
          <a:xfrm rot="-4226565">
            <a:off x="960437" y="3819526"/>
            <a:ext cx="728663" cy="728662"/>
          </a:xfrm>
          <a:prstGeom prst="rect">
            <a:avLst/>
          </a:prstGeom>
          <a:noFill/>
          <a:ln>
            <a:noFill/>
          </a:ln>
        </p:spPr>
      </p:pic>
      <p:cxnSp>
        <p:nvCxnSpPr>
          <p:cNvPr id="1520" name="Google Shape;1520;p65"/>
          <p:cNvCxnSpPr/>
          <p:nvPr/>
        </p:nvCxnSpPr>
        <p:spPr>
          <a:xfrm>
            <a:off x="6681788" y="4178300"/>
            <a:ext cx="0" cy="701675"/>
          </a:xfrm>
          <a:prstGeom prst="straightConnector1">
            <a:avLst/>
          </a:prstGeom>
          <a:noFill/>
          <a:ln cap="flat" cmpd="sng" w="9525">
            <a:solidFill>
              <a:schemeClr val="dk1"/>
            </a:solidFill>
            <a:prstDash val="solid"/>
            <a:round/>
            <a:headEnd len="med" w="med" type="none"/>
            <a:tailEnd len="med" w="med" type="none"/>
          </a:ln>
        </p:spPr>
      </p:cxnSp>
      <p:sp>
        <p:nvSpPr>
          <p:cNvPr id="1521" name="Google Shape;1521;p65"/>
          <p:cNvSpPr txBox="1"/>
          <p:nvPr/>
        </p:nvSpPr>
        <p:spPr>
          <a:xfrm>
            <a:off x="5965825" y="4811713"/>
            <a:ext cx="10223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chemeClr val="dk1"/>
                </a:solidFill>
                <a:latin typeface="Arial"/>
                <a:ea typeface="Arial"/>
                <a:cs typeface="Arial"/>
                <a:sym typeface="Arial"/>
              </a:rPr>
              <a:t>x</a:t>
            </a:r>
            <a:r>
              <a:rPr lang="en-US" sz="2400">
                <a:solidFill>
                  <a:schemeClr val="dk1"/>
                </a:solidFill>
                <a:latin typeface="Arial"/>
                <a:ea typeface="Arial"/>
                <a:cs typeface="Arial"/>
                <a:sym typeface="Arial"/>
              </a:rPr>
              <a:t> = 18</a:t>
            </a:r>
            <a:endParaRPr i="1" sz="2400">
              <a:solidFill>
                <a:schemeClr val="dk1"/>
              </a:solidFill>
              <a:latin typeface="Arial"/>
              <a:ea typeface="Arial"/>
              <a:cs typeface="Arial"/>
              <a:sym typeface="Arial"/>
            </a:endParaRPr>
          </a:p>
        </p:txBody>
      </p:sp>
      <p:sp>
        <p:nvSpPr>
          <p:cNvPr id="1522" name="Google Shape;1522;p65"/>
          <p:cNvSpPr txBox="1"/>
          <p:nvPr/>
        </p:nvSpPr>
        <p:spPr>
          <a:xfrm>
            <a:off x="114300" y="4841875"/>
            <a:ext cx="868363"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chemeClr val="accent2"/>
                </a:solidFill>
                <a:latin typeface="Arial"/>
                <a:ea typeface="Arial"/>
                <a:cs typeface="Arial"/>
                <a:sym typeface="Arial"/>
              </a:rPr>
              <a:t>t</a:t>
            </a:r>
            <a:r>
              <a:rPr lang="en-US" sz="2400">
                <a:solidFill>
                  <a:schemeClr val="accent2"/>
                </a:solidFill>
                <a:latin typeface="Arial"/>
                <a:ea typeface="Arial"/>
                <a:cs typeface="Arial"/>
                <a:sym typeface="Arial"/>
              </a:rPr>
              <a:t> = 0,</a:t>
            </a:r>
            <a:endParaRPr/>
          </a:p>
        </p:txBody>
      </p:sp>
      <p:sp>
        <p:nvSpPr>
          <p:cNvPr id="1523" name="Google Shape;1523;p65"/>
          <p:cNvSpPr txBox="1"/>
          <p:nvPr/>
        </p:nvSpPr>
        <p:spPr>
          <a:xfrm>
            <a:off x="4997450" y="4806950"/>
            <a:ext cx="11049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chemeClr val="accent2"/>
                </a:solidFill>
                <a:latin typeface="Arial"/>
                <a:ea typeface="Arial"/>
                <a:cs typeface="Arial"/>
                <a:sym typeface="Arial"/>
              </a:rPr>
              <a:t>t</a:t>
            </a:r>
            <a:r>
              <a:rPr lang="en-US" sz="2400">
                <a:solidFill>
                  <a:schemeClr val="accent2"/>
                </a:solidFill>
                <a:latin typeface="Arial"/>
                <a:ea typeface="Arial"/>
                <a:cs typeface="Arial"/>
                <a:sym typeface="Arial"/>
              </a:rPr>
              <a:t> = 6 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85">
                                            <p:txEl>
                                              <p:pRg end="0" st="0"/>
                                            </p:txEl>
                                          </p:spTgt>
                                        </p:tgtEl>
                                        <p:attrNameLst>
                                          <p:attrName>style.visibility</p:attrName>
                                        </p:attrNameLst>
                                      </p:cBhvr>
                                      <p:to>
                                        <p:strVal val="visible"/>
                                      </p:to>
                                    </p:set>
                                    <p:anim calcmode="lin" valueType="num">
                                      <p:cBhvr additive="base">
                                        <p:cTn dur="500"/>
                                        <p:tgtEl>
                                          <p:spTgt spid="1485">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85">
                                            <p:txEl>
                                              <p:pRg end="1" st="1"/>
                                            </p:txEl>
                                          </p:spTgt>
                                        </p:tgtEl>
                                        <p:attrNameLst>
                                          <p:attrName>style.visibility</p:attrName>
                                        </p:attrNameLst>
                                      </p:cBhvr>
                                      <p:to>
                                        <p:strVal val="visible"/>
                                      </p:to>
                                    </p:set>
                                    <p:anim calcmode="lin" valueType="num">
                                      <p:cBhvr additive="base">
                                        <p:cTn dur="500"/>
                                        <p:tgtEl>
                                          <p:spTgt spid="1485">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85">
                                            <p:txEl>
                                              <p:pRg end="2" st="2"/>
                                            </p:txEl>
                                          </p:spTgt>
                                        </p:tgtEl>
                                        <p:attrNameLst>
                                          <p:attrName>style.visibility</p:attrName>
                                        </p:attrNameLst>
                                      </p:cBhvr>
                                      <p:to>
                                        <p:strVal val="visible"/>
                                      </p:to>
                                    </p:set>
                                    <p:anim calcmode="lin" valueType="num">
                                      <p:cBhvr additive="base">
                                        <p:cTn dur="500"/>
                                        <p:tgtEl>
                                          <p:spTgt spid="1485">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85">
                                            <p:txEl>
                                              <p:pRg end="3" st="3"/>
                                            </p:txEl>
                                          </p:spTgt>
                                        </p:tgtEl>
                                        <p:attrNameLst>
                                          <p:attrName>style.visibility</p:attrName>
                                        </p:attrNameLst>
                                      </p:cBhvr>
                                      <p:to>
                                        <p:strVal val="visible"/>
                                      </p:to>
                                    </p:set>
                                    <p:anim calcmode="lin" valueType="num">
                                      <p:cBhvr additive="base">
                                        <p:cTn dur="500"/>
                                        <p:tgtEl>
                                          <p:spTgt spid="1485">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85">
                                            <p:txEl>
                                              <p:pRg end="4" st="4"/>
                                            </p:txEl>
                                          </p:spTgt>
                                        </p:tgtEl>
                                        <p:attrNameLst>
                                          <p:attrName>style.visibility</p:attrName>
                                        </p:attrNameLst>
                                      </p:cBhvr>
                                      <p:to>
                                        <p:strVal val="visible"/>
                                      </p:to>
                                    </p:set>
                                    <p:anim calcmode="lin" valueType="num">
                                      <p:cBhvr additive="base">
                                        <p:cTn dur="500"/>
                                        <p:tgtEl>
                                          <p:spTgt spid="1485">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85">
                                            <p:txEl>
                                              <p:pRg end="5" st="5"/>
                                            </p:txEl>
                                          </p:spTgt>
                                        </p:tgtEl>
                                        <p:attrNameLst>
                                          <p:attrName>style.visibility</p:attrName>
                                        </p:attrNameLst>
                                      </p:cBhvr>
                                      <p:to>
                                        <p:strVal val="visible"/>
                                      </p:to>
                                    </p:set>
                                    <p:anim calcmode="lin" valueType="num">
                                      <p:cBhvr additive="base">
                                        <p:cTn dur="500"/>
                                        <p:tgtEl>
                                          <p:spTgt spid="1485">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85">
                                            <p:txEl>
                                              <p:pRg end="6" st="6"/>
                                            </p:txEl>
                                          </p:spTgt>
                                        </p:tgtEl>
                                        <p:attrNameLst>
                                          <p:attrName>style.visibility</p:attrName>
                                        </p:attrNameLst>
                                      </p:cBhvr>
                                      <p:to>
                                        <p:strVal val="visible"/>
                                      </p:to>
                                    </p:set>
                                    <p:anim calcmode="lin" valueType="num">
                                      <p:cBhvr additive="base">
                                        <p:cTn dur="500"/>
                                        <p:tgtEl>
                                          <p:spTgt spid="1485">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86"/>
                                        </p:tgtEl>
                                        <p:attrNameLst>
                                          <p:attrName>style.visibility</p:attrName>
                                        </p:attrNameLst>
                                      </p:cBhvr>
                                      <p:to>
                                        <p:strVal val="visible"/>
                                      </p:to>
                                    </p:set>
                                    <p:animEffect filter="fade" transition="in">
                                      <p:cBhvr>
                                        <p:cTn dur="1000"/>
                                        <p:tgtEl>
                                          <p:spTgt spid="148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19"/>
                                        </p:tgtEl>
                                        <p:attrNameLst>
                                          <p:attrName>style.visibility</p:attrName>
                                        </p:attrNameLst>
                                      </p:cBhvr>
                                      <p:to>
                                        <p:strVal val="visible"/>
                                      </p:to>
                                    </p:set>
                                    <p:animEffect filter="fade" transition="in">
                                      <p:cBhvr>
                                        <p:cTn dur="2000"/>
                                        <p:tgtEl>
                                          <p:spTgt spid="151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20"/>
                                        </p:tgtEl>
                                        <p:attrNameLst>
                                          <p:attrName>style.visibility</p:attrName>
                                        </p:attrNameLst>
                                      </p:cBhvr>
                                      <p:to>
                                        <p:strVal val="visible"/>
                                      </p:to>
                                    </p:set>
                                    <p:animEffect filter="fade" transition="in">
                                      <p:cBhvr>
                                        <p:cTn dur="500"/>
                                        <p:tgtEl>
                                          <p:spTgt spid="1520"/>
                                        </p:tgtEl>
                                      </p:cBhvr>
                                    </p:animEffect>
                                  </p:childTnLst>
                                </p:cTn>
                              </p:par>
                            </p:childTnLst>
                          </p:cTn>
                        </p:par>
                        <p:par>
                          <p:cTn fill="hold">
                            <p:stCondLst>
                              <p:cond delay="500"/>
                            </p:stCondLst>
                            <p:childTnLst>
                              <p:par>
                                <p:cTn fill="hold" nodeType="afterEffect" presetClass="entr" presetID="2" presetSubtype="4">
                                  <p:stCondLst>
                                    <p:cond delay="0"/>
                                  </p:stCondLst>
                                  <p:childTnLst>
                                    <p:set>
                                      <p:cBhvr>
                                        <p:cTn dur="1" fill="hold">
                                          <p:stCondLst>
                                            <p:cond delay="0"/>
                                          </p:stCondLst>
                                        </p:cTn>
                                        <p:tgtEl>
                                          <p:spTgt spid="1521"/>
                                        </p:tgtEl>
                                        <p:attrNameLst>
                                          <p:attrName>style.visibility</p:attrName>
                                        </p:attrNameLst>
                                      </p:cBhvr>
                                      <p:to>
                                        <p:strVal val="visible"/>
                                      </p:to>
                                    </p:set>
                                    <p:anim calcmode="lin" valueType="num">
                                      <p:cBhvr additive="base">
                                        <p:cTn dur="500"/>
                                        <p:tgtEl>
                                          <p:spTgt spid="1521"/>
                                        </p:tgtEl>
                                        <p:attrNameLst>
                                          <p:attrName>ppt_y</p:attrName>
                                        </p:attrNameLst>
                                      </p:cBhvr>
                                      <p:tavLst>
                                        <p:tav fmla="" tm="0">
                                          <p:val>
                                            <p:strVal val="#ppt_y+1"/>
                                          </p:val>
                                        </p:tav>
                                        <p:tav fmla="" tm="100000">
                                          <p:val>
                                            <p:strVal val="#ppt_y"/>
                                          </p:val>
                                        </p:tav>
                                      </p:tavLst>
                                    </p:anim>
                                  </p:childTnLst>
                                </p:cTn>
                              </p:par>
                            </p:childTnLst>
                          </p:cTn>
                        </p:par>
                        <p:par>
                          <p:cTn fill="hold">
                            <p:stCondLst>
                              <p:cond delay="1000"/>
                            </p:stCondLst>
                            <p:childTnLst>
                              <p:par>
                                <p:cTn fill="hold" nodeType="afterEffect" presetClass="entr" presetID="23" presetSubtype="16">
                                  <p:stCondLst>
                                    <p:cond delay="0"/>
                                  </p:stCondLst>
                                  <p:childTnLst>
                                    <p:set>
                                      <p:cBhvr>
                                        <p:cTn dur="1" fill="hold">
                                          <p:stCondLst>
                                            <p:cond delay="0"/>
                                          </p:stCondLst>
                                        </p:cTn>
                                        <p:tgtEl>
                                          <p:spTgt spid="1522"/>
                                        </p:tgtEl>
                                        <p:attrNameLst>
                                          <p:attrName>style.visibility</p:attrName>
                                        </p:attrNameLst>
                                      </p:cBhvr>
                                      <p:to>
                                        <p:strVal val="visible"/>
                                      </p:to>
                                    </p:set>
                                    <p:anim calcmode="lin" valueType="num">
                                      <p:cBhvr additive="base">
                                        <p:cTn dur="500"/>
                                        <p:tgtEl>
                                          <p:spTgt spid="1522"/>
                                        </p:tgtEl>
                                        <p:attrNameLst>
                                          <p:attrName>ppt_w</p:attrName>
                                        </p:attrNameLst>
                                      </p:cBhvr>
                                      <p:tavLst>
                                        <p:tav fmla="" tm="0">
                                          <p:val>
                                            <p:strVal val="0"/>
                                          </p:val>
                                        </p:tav>
                                        <p:tav fmla="" tm="100000">
                                          <p:val>
                                            <p:strVal val="#ppt_w"/>
                                          </p:val>
                                        </p:tav>
                                      </p:tavLst>
                                    </p:anim>
                                    <p:anim calcmode="lin" valueType="num">
                                      <p:cBhvr additive="base">
                                        <p:cTn dur="500"/>
                                        <p:tgtEl>
                                          <p:spTgt spid="1522"/>
                                        </p:tgtEl>
                                        <p:attrNameLst>
                                          <p:attrName>ppt_h</p:attrName>
                                        </p:attrNameLst>
                                      </p:cBhvr>
                                      <p:tavLst>
                                        <p:tav fmla="" tm="0">
                                          <p:val>
                                            <p:strVal val="0"/>
                                          </p:val>
                                        </p:tav>
                                        <p:tav fmla="" tm="100000">
                                          <p:val>
                                            <p:strVal val="#ppt_h"/>
                                          </p:val>
                                        </p:tav>
                                      </p:tavLst>
                                    </p:anim>
                                  </p:childTnLst>
                                </p:cTn>
                              </p:par>
                            </p:childTnLst>
                          </p:cTn>
                        </p:par>
                        <p:par>
                          <p:cTn fill="hold">
                            <p:stCondLst>
                              <p:cond delay="1500"/>
                            </p:stCondLst>
                            <p:childTnLst>
                              <p:par>
                                <p:cTn fill="hold" nodeType="afterEffect" presetClass="entr" presetID="23" presetSubtype="16">
                                  <p:stCondLst>
                                    <p:cond delay="0"/>
                                  </p:stCondLst>
                                  <p:childTnLst>
                                    <p:set>
                                      <p:cBhvr>
                                        <p:cTn dur="1" fill="hold">
                                          <p:stCondLst>
                                            <p:cond delay="0"/>
                                          </p:stCondLst>
                                        </p:cTn>
                                        <p:tgtEl>
                                          <p:spTgt spid="1523"/>
                                        </p:tgtEl>
                                        <p:attrNameLst>
                                          <p:attrName>style.visibility</p:attrName>
                                        </p:attrNameLst>
                                      </p:cBhvr>
                                      <p:to>
                                        <p:strVal val="visible"/>
                                      </p:to>
                                    </p:set>
                                    <p:anim calcmode="lin" valueType="num">
                                      <p:cBhvr additive="base">
                                        <p:cTn dur="500"/>
                                        <p:tgtEl>
                                          <p:spTgt spid="1523"/>
                                        </p:tgtEl>
                                        <p:attrNameLst>
                                          <p:attrName>ppt_w</p:attrName>
                                        </p:attrNameLst>
                                      </p:cBhvr>
                                      <p:tavLst>
                                        <p:tav fmla="" tm="0">
                                          <p:val>
                                            <p:strVal val="0"/>
                                          </p:val>
                                        </p:tav>
                                        <p:tav fmla="" tm="100000">
                                          <p:val>
                                            <p:strVal val="#ppt_w"/>
                                          </p:val>
                                        </p:tav>
                                      </p:tavLst>
                                    </p:anim>
                                    <p:anim calcmode="lin" valueType="num">
                                      <p:cBhvr additive="base">
                                        <p:cTn dur="500"/>
                                        <p:tgtEl>
                                          <p:spTgt spid="1523"/>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8" name="Shape 1528"/>
        <p:cNvGrpSpPr/>
        <p:nvPr/>
      </p:nvGrpSpPr>
      <p:grpSpPr>
        <a:xfrm>
          <a:off x="0" y="0"/>
          <a:ext cx="0" cy="0"/>
          <a:chOff x="0" y="0"/>
          <a:chExt cx="0" cy="0"/>
        </a:xfrm>
      </p:grpSpPr>
      <p:sp>
        <p:nvSpPr>
          <p:cNvPr id="1529" name="Google Shape;1529;p66"/>
          <p:cNvSpPr/>
          <p:nvPr/>
        </p:nvSpPr>
        <p:spPr>
          <a:xfrm>
            <a:off x="685800" y="1549400"/>
            <a:ext cx="7772400" cy="1012825"/>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accent2"/>
              </a:buClr>
              <a:buSzPts val="2400"/>
              <a:buFont typeface="Arial"/>
              <a:buNone/>
            </a:pPr>
            <a:r>
              <a:rPr i="1" lang="en-US" sz="2400">
                <a:solidFill>
                  <a:schemeClr val="accent2"/>
                </a:solidFill>
                <a:latin typeface="Arial"/>
                <a:ea typeface="Arial"/>
                <a:cs typeface="Arial"/>
                <a:sym typeface="Arial"/>
              </a:rPr>
              <a:t>Sketching and interpreting motion graphs</a:t>
            </a:r>
            <a:endParaRPr i="1" sz="2000">
              <a:solidFill>
                <a:schemeClr val="dk1"/>
              </a:solidFill>
              <a:latin typeface="Courier New"/>
              <a:ea typeface="Courier New"/>
              <a:cs typeface="Courier New"/>
              <a:sym typeface="Courier New"/>
            </a:endParaRPr>
          </a:p>
        </p:txBody>
      </p:sp>
      <p:sp>
        <p:nvSpPr>
          <p:cNvPr id="1530" name="Google Shape;1530;p66"/>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2: Mechanics</a:t>
            </a:r>
            <a:br>
              <a:rPr b="1" lang="en-US" sz="2800"/>
            </a:br>
            <a:r>
              <a:rPr lang="en-US" sz="2800">
                <a:solidFill>
                  <a:schemeClr val="dk1"/>
                </a:solidFill>
              </a:rPr>
              <a:t>2.1 – Motion</a:t>
            </a:r>
            <a:endParaRPr/>
          </a:p>
        </p:txBody>
      </p:sp>
      <p:sp>
        <p:nvSpPr>
          <p:cNvPr id="1531" name="Google Shape;1531;p66"/>
          <p:cNvSpPr/>
          <p:nvPr/>
        </p:nvSpPr>
        <p:spPr>
          <a:xfrm>
            <a:off x="674688" y="2025650"/>
            <a:ext cx="7772400" cy="4832350"/>
          </a:xfrm>
          <a:prstGeom prst="rect">
            <a:avLst/>
          </a:prstGeom>
          <a:solidFill>
            <a:srgbClr val="FFFFCC"/>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rPr lang="en-US" sz="2400">
                <a:solidFill>
                  <a:schemeClr val="dk1"/>
                </a:solidFill>
                <a:latin typeface="Arial"/>
                <a:ea typeface="Arial"/>
                <a:cs typeface="Arial"/>
                <a:sym typeface="Arial"/>
              </a:rPr>
              <a:t>SOLUTION:</a:t>
            </a:r>
            <a:endParaRPr/>
          </a:p>
          <a:p>
            <a:pPr indent="0" lvl="0" marL="0" marR="0" rtl="0" algn="l">
              <a:spcBef>
                <a:spcPts val="480"/>
              </a:spcBef>
              <a:spcAft>
                <a:spcPts val="0"/>
              </a:spcAft>
              <a:buClr>
                <a:schemeClr val="dk1"/>
              </a:buClr>
              <a:buSzPts val="2400"/>
              <a:buFont typeface="Arial"/>
              <a:buNone/>
            </a:pPr>
            <a:r>
              <a:t/>
            </a:r>
            <a:endParaRPr sz="2400">
              <a:solidFill>
                <a:schemeClr val="dk1"/>
              </a:solidFill>
              <a:latin typeface="Arial"/>
              <a:ea typeface="Arial"/>
              <a:cs typeface="Arial"/>
              <a:sym typeface="Arial"/>
            </a:endParaRPr>
          </a:p>
          <a:p>
            <a:pPr indent="0" lvl="0" marL="0" marR="0" rtl="0" algn="l">
              <a:spcBef>
                <a:spcPts val="480"/>
              </a:spcBef>
              <a:spcAft>
                <a:spcPts val="0"/>
              </a:spcAft>
              <a:buClr>
                <a:schemeClr val="dk1"/>
              </a:buClr>
              <a:buSzPts val="2400"/>
              <a:buFont typeface="Arial"/>
              <a:buNone/>
            </a:pPr>
            <a:r>
              <a:t/>
            </a:r>
            <a:endParaRPr sz="2400">
              <a:solidFill>
                <a:schemeClr val="dk1"/>
              </a:solidFill>
              <a:latin typeface="Arial"/>
              <a:ea typeface="Arial"/>
              <a:cs typeface="Arial"/>
              <a:sym typeface="Arial"/>
            </a:endParaRPr>
          </a:p>
          <a:p>
            <a:pPr indent="0" lvl="0" marL="0" marR="0" rtl="0" algn="l">
              <a:spcBef>
                <a:spcPts val="480"/>
              </a:spcBef>
              <a:spcAft>
                <a:spcPts val="0"/>
              </a:spcAft>
              <a:buClr>
                <a:schemeClr val="dk1"/>
              </a:buClr>
              <a:buSzPts val="2400"/>
              <a:buFont typeface="Arial"/>
              <a:buNone/>
            </a:pPr>
            <a:r>
              <a:t/>
            </a:r>
            <a:endParaRPr sz="2400">
              <a:solidFill>
                <a:schemeClr val="dk1"/>
              </a:solidFill>
              <a:latin typeface="Arial"/>
              <a:ea typeface="Arial"/>
              <a:cs typeface="Arial"/>
              <a:sym typeface="Arial"/>
            </a:endParaRPr>
          </a:p>
          <a:p>
            <a:pPr indent="0" lvl="0" marL="0" marR="0" rtl="0" algn="l">
              <a:spcBef>
                <a:spcPts val="480"/>
              </a:spcBef>
              <a:spcAft>
                <a:spcPts val="0"/>
              </a:spcAft>
              <a:buClr>
                <a:schemeClr val="dk1"/>
              </a:buClr>
              <a:buSzPts val="2400"/>
              <a:buFont typeface="Arial"/>
              <a:buNone/>
            </a:pPr>
            <a:r>
              <a:t/>
            </a:r>
            <a:endParaRPr sz="2400">
              <a:solidFill>
                <a:schemeClr val="dk1"/>
              </a:solidFill>
              <a:latin typeface="Arial"/>
              <a:ea typeface="Arial"/>
              <a:cs typeface="Arial"/>
              <a:sym typeface="Arial"/>
            </a:endParaRPr>
          </a:p>
          <a:p>
            <a:pPr indent="0" lvl="0" marL="0" marR="0" rtl="0" algn="l">
              <a:spcBef>
                <a:spcPts val="480"/>
              </a:spcBef>
              <a:spcAft>
                <a:spcPts val="0"/>
              </a:spcAft>
              <a:buClr>
                <a:schemeClr val="dk1"/>
              </a:buClr>
              <a:buSzPts val="2400"/>
              <a:buFont typeface="Arial"/>
              <a:buNone/>
            </a:pPr>
            <a:r>
              <a:t/>
            </a:r>
            <a:endParaRPr sz="2400">
              <a:solidFill>
                <a:schemeClr val="dk1"/>
              </a:solidFill>
              <a:latin typeface="Arial"/>
              <a:ea typeface="Arial"/>
              <a:cs typeface="Arial"/>
              <a:sym typeface="Arial"/>
            </a:endParaRPr>
          </a:p>
          <a:p>
            <a:pPr indent="0" lvl="0" marL="0" marR="0" rtl="0" algn="l">
              <a:spcBef>
                <a:spcPts val="480"/>
              </a:spcBef>
              <a:spcAft>
                <a:spcPts val="0"/>
              </a:spcAft>
              <a:buClr>
                <a:schemeClr val="dk1"/>
              </a:buClr>
              <a:buSzPts val="2400"/>
              <a:buFont typeface="Arial"/>
              <a:buNone/>
            </a:pPr>
            <a:r>
              <a:t/>
            </a:r>
            <a:endParaRPr sz="2400">
              <a:solidFill>
                <a:schemeClr val="dk1"/>
              </a:solidFill>
              <a:latin typeface="Arial"/>
              <a:ea typeface="Arial"/>
              <a:cs typeface="Arial"/>
              <a:sym typeface="Arial"/>
            </a:endParaRPr>
          </a:p>
          <a:p>
            <a:pPr indent="0" lvl="0" marL="0" marR="0" rtl="0" algn="l">
              <a:spcBef>
                <a:spcPts val="480"/>
              </a:spcBef>
              <a:spcAft>
                <a:spcPts val="0"/>
              </a:spcAft>
              <a:buClr>
                <a:schemeClr val="dk1"/>
              </a:buClr>
              <a:buSzPts val="2400"/>
              <a:buFont typeface="Arial"/>
              <a:buNone/>
            </a:pPr>
            <a:r>
              <a:t/>
            </a:r>
            <a:endParaRPr sz="2400">
              <a:solidFill>
                <a:schemeClr val="dk1"/>
              </a:solidFill>
              <a:latin typeface="Arial"/>
              <a:ea typeface="Arial"/>
              <a:cs typeface="Arial"/>
              <a:sym typeface="Arial"/>
            </a:endParaRPr>
          </a:p>
          <a:p>
            <a:pPr indent="0" lvl="0" marL="0" marR="0" rtl="0" algn="l">
              <a:spcBef>
                <a:spcPts val="960"/>
              </a:spcBef>
              <a:spcAft>
                <a:spcPts val="0"/>
              </a:spcAft>
              <a:buClr>
                <a:schemeClr val="dk1"/>
              </a:buClr>
              <a:buSzPts val="2400"/>
              <a:buFont typeface="Arial"/>
              <a:buNone/>
            </a:pPr>
            <a:r>
              <a:rPr lang="en-US" sz="2400">
                <a:solidFill>
                  <a:schemeClr val="dk1"/>
                </a:solidFill>
                <a:latin typeface="Arial"/>
                <a:ea typeface="Arial"/>
                <a:cs typeface="Arial"/>
                <a:sym typeface="Arial"/>
              </a:rPr>
              <a:t>∙The slope is rise over run or 18 m / 6 s = 3 m / 1 s </a:t>
            </a:r>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∙Thus the slope is 3 m</a:t>
            </a:r>
            <a:r>
              <a:rPr baseline="-25000"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s</a:t>
            </a:r>
            <a:r>
              <a:rPr baseline="30000" lang="en-US" sz="2400">
                <a:solidFill>
                  <a:schemeClr val="dk1"/>
                </a:solidFill>
                <a:latin typeface="Arial"/>
                <a:ea typeface="Arial"/>
                <a:cs typeface="Arial"/>
                <a:sym typeface="Arial"/>
              </a:rPr>
              <a:t>-1</a:t>
            </a:r>
            <a:r>
              <a:rPr lang="en-US" sz="2400">
                <a:solidFill>
                  <a:schemeClr val="dk1"/>
                </a:solidFill>
                <a:latin typeface="Arial"/>
                <a:ea typeface="Arial"/>
                <a:cs typeface="Arial"/>
                <a:sym typeface="Arial"/>
              </a:rPr>
              <a:t>, which is interpreted as Freddie’s velocity.</a:t>
            </a:r>
            <a:endParaRPr/>
          </a:p>
        </p:txBody>
      </p:sp>
      <p:grpSp>
        <p:nvGrpSpPr>
          <p:cNvPr id="1532" name="Google Shape;1532;p66"/>
          <p:cNvGrpSpPr/>
          <p:nvPr/>
        </p:nvGrpSpPr>
        <p:grpSpPr>
          <a:xfrm>
            <a:off x="2153444" y="1947863"/>
            <a:ext cx="6760369" cy="3789362"/>
            <a:chOff x="1013" y="1707"/>
            <a:chExt cx="4258" cy="2387"/>
          </a:xfrm>
        </p:grpSpPr>
        <p:cxnSp>
          <p:nvCxnSpPr>
            <p:cNvPr id="1533" name="Google Shape;1533;p66"/>
            <p:cNvCxnSpPr/>
            <p:nvPr/>
          </p:nvCxnSpPr>
          <p:spPr>
            <a:xfrm rot="10800000">
              <a:off x="1533" y="1707"/>
              <a:ext cx="0" cy="1913"/>
            </a:xfrm>
            <a:prstGeom prst="straightConnector1">
              <a:avLst/>
            </a:prstGeom>
            <a:noFill/>
            <a:ln cap="flat" cmpd="sng" w="9525">
              <a:solidFill>
                <a:schemeClr val="dk1"/>
              </a:solidFill>
              <a:prstDash val="solid"/>
              <a:round/>
              <a:headEnd len="med" w="med" type="none"/>
              <a:tailEnd len="med" w="med" type="triangle"/>
            </a:ln>
          </p:spPr>
        </p:cxnSp>
        <p:cxnSp>
          <p:nvCxnSpPr>
            <p:cNvPr id="1534" name="Google Shape;1534;p66"/>
            <p:cNvCxnSpPr/>
            <p:nvPr/>
          </p:nvCxnSpPr>
          <p:spPr>
            <a:xfrm>
              <a:off x="1489" y="3317"/>
              <a:ext cx="88" cy="0"/>
            </a:xfrm>
            <a:prstGeom prst="straightConnector1">
              <a:avLst/>
            </a:prstGeom>
            <a:noFill/>
            <a:ln cap="flat" cmpd="sng" w="9525">
              <a:solidFill>
                <a:schemeClr val="dk1"/>
              </a:solidFill>
              <a:prstDash val="solid"/>
              <a:round/>
              <a:headEnd len="med" w="med" type="none"/>
              <a:tailEnd len="med" w="med" type="none"/>
            </a:ln>
          </p:spPr>
        </p:cxnSp>
        <p:cxnSp>
          <p:nvCxnSpPr>
            <p:cNvPr id="1535" name="Google Shape;1535;p66"/>
            <p:cNvCxnSpPr/>
            <p:nvPr/>
          </p:nvCxnSpPr>
          <p:spPr>
            <a:xfrm>
              <a:off x="1483" y="3143"/>
              <a:ext cx="88" cy="0"/>
            </a:xfrm>
            <a:prstGeom prst="straightConnector1">
              <a:avLst/>
            </a:prstGeom>
            <a:noFill/>
            <a:ln cap="flat" cmpd="sng" w="9525">
              <a:solidFill>
                <a:schemeClr val="dk1"/>
              </a:solidFill>
              <a:prstDash val="solid"/>
              <a:round/>
              <a:headEnd len="med" w="med" type="none"/>
              <a:tailEnd len="med" w="med" type="none"/>
            </a:ln>
          </p:spPr>
        </p:cxnSp>
        <p:cxnSp>
          <p:nvCxnSpPr>
            <p:cNvPr id="1536" name="Google Shape;1536;p66"/>
            <p:cNvCxnSpPr/>
            <p:nvPr/>
          </p:nvCxnSpPr>
          <p:spPr>
            <a:xfrm>
              <a:off x="1491" y="2969"/>
              <a:ext cx="88" cy="0"/>
            </a:xfrm>
            <a:prstGeom prst="straightConnector1">
              <a:avLst/>
            </a:prstGeom>
            <a:noFill/>
            <a:ln cap="flat" cmpd="sng" w="9525">
              <a:solidFill>
                <a:schemeClr val="dk1"/>
              </a:solidFill>
              <a:prstDash val="solid"/>
              <a:round/>
              <a:headEnd len="med" w="med" type="none"/>
              <a:tailEnd len="med" w="med" type="none"/>
            </a:ln>
          </p:spPr>
        </p:cxnSp>
        <p:cxnSp>
          <p:nvCxnSpPr>
            <p:cNvPr id="1537" name="Google Shape;1537;p66"/>
            <p:cNvCxnSpPr/>
            <p:nvPr/>
          </p:nvCxnSpPr>
          <p:spPr>
            <a:xfrm>
              <a:off x="1489" y="2795"/>
              <a:ext cx="88" cy="0"/>
            </a:xfrm>
            <a:prstGeom prst="straightConnector1">
              <a:avLst/>
            </a:prstGeom>
            <a:noFill/>
            <a:ln cap="flat" cmpd="sng" w="9525">
              <a:solidFill>
                <a:schemeClr val="dk1"/>
              </a:solidFill>
              <a:prstDash val="solid"/>
              <a:round/>
              <a:headEnd len="med" w="med" type="none"/>
              <a:tailEnd len="med" w="med" type="none"/>
            </a:ln>
          </p:spPr>
        </p:cxnSp>
        <p:cxnSp>
          <p:nvCxnSpPr>
            <p:cNvPr id="1538" name="Google Shape;1538;p66"/>
            <p:cNvCxnSpPr/>
            <p:nvPr/>
          </p:nvCxnSpPr>
          <p:spPr>
            <a:xfrm>
              <a:off x="1491" y="2621"/>
              <a:ext cx="88" cy="0"/>
            </a:xfrm>
            <a:prstGeom prst="straightConnector1">
              <a:avLst/>
            </a:prstGeom>
            <a:noFill/>
            <a:ln cap="flat" cmpd="sng" w="9525">
              <a:solidFill>
                <a:schemeClr val="dk1"/>
              </a:solidFill>
              <a:prstDash val="solid"/>
              <a:round/>
              <a:headEnd len="med" w="med" type="none"/>
              <a:tailEnd len="med" w="med" type="none"/>
            </a:ln>
          </p:spPr>
        </p:cxnSp>
        <p:cxnSp>
          <p:nvCxnSpPr>
            <p:cNvPr id="1539" name="Google Shape;1539;p66"/>
            <p:cNvCxnSpPr/>
            <p:nvPr/>
          </p:nvCxnSpPr>
          <p:spPr>
            <a:xfrm>
              <a:off x="1483" y="2447"/>
              <a:ext cx="88" cy="0"/>
            </a:xfrm>
            <a:prstGeom prst="straightConnector1">
              <a:avLst/>
            </a:prstGeom>
            <a:noFill/>
            <a:ln cap="flat" cmpd="sng" w="9525">
              <a:solidFill>
                <a:schemeClr val="dk1"/>
              </a:solidFill>
              <a:prstDash val="solid"/>
              <a:round/>
              <a:headEnd len="med" w="med" type="none"/>
              <a:tailEnd len="med" w="med" type="none"/>
            </a:ln>
          </p:spPr>
        </p:cxnSp>
        <p:cxnSp>
          <p:nvCxnSpPr>
            <p:cNvPr id="1540" name="Google Shape;1540;p66"/>
            <p:cNvCxnSpPr/>
            <p:nvPr/>
          </p:nvCxnSpPr>
          <p:spPr>
            <a:xfrm>
              <a:off x="1483" y="2272"/>
              <a:ext cx="88" cy="0"/>
            </a:xfrm>
            <a:prstGeom prst="straightConnector1">
              <a:avLst/>
            </a:prstGeom>
            <a:noFill/>
            <a:ln cap="flat" cmpd="sng" w="9525">
              <a:solidFill>
                <a:schemeClr val="dk1"/>
              </a:solidFill>
              <a:prstDash val="solid"/>
              <a:round/>
              <a:headEnd len="med" w="med" type="none"/>
              <a:tailEnd len="med" w="med" type="none"/>
            </a:ln>
          </p:spPr>
        </p:cxnSp>
        <p:cxnSp>
          <p:nvCxnSpPr>
            <p:cNvPr id="1541" name="Google Shape;1541;p66"/>
            <p:cNvCxnSpPr/>
            <p:nvPr/>
          </p:nvCxnSpPr>
          <p:spPr>
            <a:xfrm>
              <a:off x="1489" y="2098"/>
              <a:ext cx="88" cy="0"/>
            </a:xfrm>
            <a:prstGeom prst="straightConnector1">
              <a:avLst/>
            </a:prstGeom>
            <a:noFill/>
            <a:ln cap="flat" cmpd="sng" w="9525">
              <a:solidFill>
                <a:schemeClr val="dk1"/>
              </a:solidFill>
              <a:prstDash val="solid"/>
              <a:round/>
              <a:headEnd len="med" w="med" type="none"/>
              <a:tailEnd len="med" w="med" type="none"/>
            </a:ln>
          </p:spPr>
        </p:cxnSp>
        <p:cxnSp>
          <p:nvCxnSpPr>
            <p:cNvPr id="1542" name="Google Shape;1542;p66"/>
            <p:cNvCxnSpPr/>
            <p:nvPr/>
          </p:nvCxnSpPr>
          <p:spPr>
            <a:xfrm>
              <a:off x="1489" y="1924"/>
              <a:ext cx="88" cy="0"/>
            </a:xfrm>
            <a:prstGeom prst="straightConnector1">
              <a:avLst/>
            </a:prstGeom>
            <a:noFill/>
            <a:ln cap="flat" cmpd="sng" w="9525">
              <a:solidFill>
                <a:schemeClr val="dk1"/>
              </a:solidFill>
              <a:prstDash val="solid"/>
              <a:round/>
              <a:headEnd len="med" w="med" type="none"/>
              <a:tailEnd len="med" w="med" type="none"/>
            </a:ln>
          </p:spPr>
        </p:cxnSp>
        <p:cxnSp>
          <p:nvCxnSpPr>
            <p:cNvPr id="1543" name="Google Shape;1543;p66"/>
            <p:cNvCxnSpPr/>
            <p:nvPr/>
          </p:nvCxnSpPr>
          <p:spPr>
            <a:xfrm>
              <a:off x="1479" y="3491"/>
              <a:ext cx="88" cy="0"/>
            </a:xfrm>
            <a:prstGeom prst="straightConnector1">
              <a:avLst/>
            </a:prstGeom>
            <a:noFill/>
            <a:ln cap="flat" cmpd="sng" w="9525">
              <a:solidFill>
                <a:schemeClr val="dk1"/>
              </a:solidFill>
              <a:prstDash val="solid"/>
              <a:round/>
              <a:headEnd len="med" w="med" type="none"/>
              <a:tailEnd len="med" w="med" type="none"/>
            </a:ln>
          </p:spPr>
        </p:cxnSp>
        <p:sp>
          <p:nvSpPr>
            <p:cNvPr id="1544" name="Google Shape;1544;p66"/>
            <p:cNvSpPr txBox="1"/>
            <p:nvPr/>
          </p:nvSpPr>
          <p:spPr>
            <a:xfrm>
              <a:off x="1283" y="3389"/>
              <a:ext cx="196" cy="2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0</a:t>
              </a:r>
              <a:endParaRPr/>
            </a:p>
          </p:txBody>
        </p:sp>
        <p:sp>
          <p:nvSpPr>
            <p:cNvPr id="1545" name="Google Shape;1545;p66"/>
            <p:cNvSpPr txBox="1"/>
            <p:nvPr/>
          </p:nvSpPr>
          <p:spPr>
            <a:xfrm>
              <a:off x="1281" y="3203"/>
              <a:ext cx="196" cy="2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3</a:t>
              </a:r>
              <a:endParaRPr/>
            </a:p>
          </p:txBody>
        </p:sp>
        <p:sp>
          <p:nvSpPr>
            <p:cNvPr id="1546" name="Google Shape;1546;p66"/>
            <p:cNvSpPr txBox="1"/>
            <p:nvPr/>
          </p:nvSpPr>
          <p:spPr>
            <a:xfrm>
              <a:off x="1290" y="3027"/>
              <a:ext cx="196" cy="2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6</a:t>
              </a:r>
              <a:endParaRPr/>
            </a:p>
          </p:txBody>
        </p:sp>
        <p:sp>
          <p:nvSpPr>
            <p:cNvPr id="1547" name="Google Shape;1547;p66"/>
            <p:cNvSpPr txBox="1"/>
            <p:nvPr/>
          </p:nvSpPr>
          <p:spPr>
            <a:xfrm>
              <a:off x="1295" y="2853"/>
              <a:ext cx="196" cy="2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9</a:t>
              </a:r>
              <a:endParaRPr/>
            </a:p>
          </p:txBody>
        </p:sp>
        <p:sp>
          <p:nvSpPr>
            <p:cNvPr id="1548" name="Google Shape;1548;p66"/>
            <p:cNvSpPr txBox="1"/>
            <p:nvPr/>
          </p:nvSpPr>
          <p:spPr>
            <a:xfrm>
              <a:off x="1229" y="2679"/>
              <a:ext cx="276" cy="2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12</a:t>
              </a:r>
              <a:endParaRPr/>
            </a:p>
          </p:txBody>
        </p:sp>
        <p:sp>
          <p:nvSpPr>
            <p:cNvPr id="1549" name="Google Shape;1549;p66"/>
            <p:cNvSpPr txBox="1"/>
            <p:nvPr/>
          </p:nvSpPr>
          <p:spPr>
            <a:xfrm>
              <a:off x="1229" y="2505"/>
              <a:ext cx="276" cy="2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15</a:t>
              </a:r>
              <a:endParaRPr/>
            </a:p>
          </p:txBody>
        </p:sp>
        <p:sp>
          <p:nvSpPr>
            <p:cNvPr id="1550" name="Google Shape;1550;p66"/>
            <p:cNvSpPr txBox="1"/>
            <p:nvPr/>
          </p:nvSpPr>
          <p:spPr>
            <a:xfrm>
              <a:off x="1229" y="2334"/>
              <a:ext cx="276" cy="2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18</a:t>
              </a:r>
              <a:endParaRPr/>
            </a:p>
          </p:txBody>
        </p:sp>
        <p:sp>
          <p:nvSpPr>
            <p:cNvPr id="1551" name="Google Shape;1551;p66"/>
            <p:cNvSpPr txBox="1"/>
            <p:nvPr/>
          </p:nvSpPr>
          <p:spPr>
            <a:xfrm>
              <a:off x="1257" y="2149"/>
              <a:ext cx="276" cy="2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21</a:t>
              </a:r>
              <a:endParaRPr/>
            </a:p>
          </p:txBody>
        </p:sp>
        <p:sp>
          <p:nvSpPr>
            <p:cNvPr id="1552" name="Google Shape;1552;p66"/>
            <p:cNvSpPr txBox="1"/>
            <p:nvPr/>
          </p:nvSpPr>
          <p:spPr>
            <a:xfrm>
              <a:off x="1257" y="1982"/>
              <a:ext cx="276" cy="2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24</a:t>
              </a:r>
              <a:endParaRPr/>
            </a:p>
          </p:txBody>
        </p:sp>
        <p:sp>
          <p:nvSpPr>
            <p:cNvPr id="1553" name="Google Shape;1553;p66"/>
            <p:cNvSpPr txBox="1"/>
            <p:nvPr/>
          </p:nvSpPr>
          <p:spPr>
            <a:xfrm>
              <a:off x="1257" y="1808"/>
              <a:ext cx="276" cy="2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27</a:t>
              </a:r>
              <a:endParaRPr/>
            </a:p>
          </p:txBody>
        </p:sp>
        <p:sp>
          <p:nvSpPr>
            <p:cNvPr id="1554" name="Google Shape;1554;p66"/>
            <p:cNvSpPr txBox="1"/>
            <p:nvPr/>
          </p:nvSpPr>
          <p:spPr>
            <a:xfrm rot="-5400000">
              <a:off x="891" y="2501"/>
              <a:ext cx="531"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chemeClr val="dk1"/>
                  </a:solidFill>
                  <a:latin typeface="Arial"/>
                  <a:ea typeface="Arial"/>
                  <a:cs typeface="Arial"/>
                  <a:sym typeface="Arial"/>
                </a:rPr>
                <a:t>x</a:t>
              </a:r>
              <a:r>
                <a:rPr lang="en-US" sz="2400">
                  <a:solidFill>
                    <a:schemeClr val="dk1"/>
                  </a:solidFill>
                  <a:latin typeface="Arial"/>
                  <a:ea typeface="Arial"/>
                  <a:cs typeface="Arial"/>
                  <a:sym typeface="Arial"/>
                </a:rPr>
                <a:t> / m</a:t>
              </a:r>
              <a:endParaRPr i="1" sz="2400">
                <a:solidFill>
                  <a:schemeClr val="dk1"/>
                </a:solidFill>
                <a:latin typeface="Arial"/>
                <a:ea typeface="Arial"/>
                <a:cs typeface="Arial"/>
                <a:sym typeface="Arial"/>
              </a:endParaRPr>
            </a:p>
          </p:txBody>
        </p:sp>
        <p:cxnSp>
          <p:nvCxnSpPr>
            <p:cNvPr id="1555" name="Google Shape;1555;p66"/>
            <p:cNvCxnSpPr/>
            <p:nvPr/>
          </p:nvCxnSpPr>
          <p:spPr>
            <a:xfrm>
              <a:off x="1523" y="3491"/>
              <a:ext cx="3748" cy="0"/>
            </a:xfrm>
            <a:prstGeom prst="straightConnector1">
              <a:avLst/>
            </a:prstGeom>
            <a:noFill/>
            <a:ln cap="flat" cmpd="sng" w="9525">
              <a:solidFill>
                <a:schemeClr val="dk1"/>
              </a:solidFill>
              <a:prstDash val="solid"/>
              <a:round/>
              <a:headEnd len="med" w="med" type="none"/>
              <a:tailEnd len="med" w="med" type="triangle"/>
            </a:ln>
          </p:spPr>
        </p:cxnSp>
        <p:cxnSp>
          <p:nvCxnSpPr>
            <p:cNvPr id="1556" name="Google Shape;1556;p66"/>
            <p:cNvCxnSpPr/>
            <p:nvPr/>
          </p:nvCxnSpPr>
          <p:spPr>
            <a:xfrm>
              <a:off x="1533" y="3428"/>
              <a:ext cx="0" cy="144"/>
            </a:xfrm>
            <a:prstGeom prst="straightConnector1">
              <a:avLst/>
            </a:prstGeom>
            <a:noFill/>
            <a:ln cap="flat" cmpd="sng" w="9525">
              <a:solidFill>
                <a:schemeClr val="dk1"/>
              </a:solidFill>
              <a:prstDash val="solid"/>
              <a:round/>
              <a:headEnd len="med" w="med" type="none"/>
              <a:tailEnd len="med" w="med" type="none"/>
            </a:ln>
          </p:spPr>
        </p:cxnSp>
        <p:cxnSp>
          <p:nvCxnSpPr>
            <p:cNvPr id="1557" name="Google Shape;1557;p66"/>
            <p:cNvCxnSpPr/>
            <p:nvPr/>
          </p:nvCxnSpPr>
          <p:spPr>
            <a:xfrm>
              <a:off x="1917" y="3430"/>
              <a:ext cx="0" cy="144"/>
            </a:xfrm>
            <a:prstGeom prst="straightConnector1">
              <a:avLst/>
            </a:prstGeom>
            <a:noFill/>
            <a:ln cap="flat" cmpd="sng" w="9525">
              <a:solidFill>
                <a:schemeClr val="dk1"/>
              </a:solidFill>
              <a:prstDash val="solid"/>
              <a:round/>
              <a:headEnd len="med" w="med" type="none"/>
              <a:tailEnd len="med" w="med" type="none"/>
            </a:ln>
          </p:spPr>
        </p:cxnSp>
        <p:cxnSp>
          <p:nvCxnSpPr>
            <p:cNvPr id="1558" name="Google Shape;1558;p66"/>
            <p:cNvCxnSpPr/>
            <p:nvPr/>
          </p:nvCxnSpPr>
          <p:spPr>
            <a:xfrm>
              <a:off x="2301" y="3428"/>
              <a:ext cx="0" cy="144"/>
            </a:xfrm>
            <a:prstGeom prst="straightConnector1">
              <a:avLst/>
            </a:prstGeom>
            <a:noFill/>
            <a:ln cap="flat" cmpd="sng" w="9525">
              <a:solidFill>
                <a:schemeClr val="dk1"/>
              </a:solidFill>
              <a:prstDash val="solid"/>
              <a:round/>
              <a:headEnd len="med" w="med" type="none"/>
              <a:tailEnd len="med" w="med" type="none"/>
            </a:ln>
          </p:spPr>
        </p:cxnSp>
        <p:cxnSp>
          <p:nvCxnSpPr>
            <p:cNvPr id="1559" name="Google Shape;1559;p66"/>
            <p:cNvCxnSpPr/>
            <p:nvPr/>
          </p:nvCxnSpPr>
          <p:spPr>
            <a:xfrm>
              <a:off x="2685" y="3430"/>
              <a:ext cx="0" cy="144"/>
            </a:xfrm>
            <a:prstGeom prst="straightConnector1">
              <a:avLst/>
            </a:prstGeom>
            <a:noFill/>
            <a:ln cap="flat" cmpd="sng" w="9525">
              <a:solidFill>
                <a:schemeClr val="dk1"/>
              </a:solidFill>
              <a:prstDash val="solid"/>
              <a:round/>
              <a:headEnd len="med" w="med" type="none"/>
              <a:tailEnd len="med" w="med" type="none"/>
            </a:ln>
          </p:spPr>
        </p:cxnSp>
        <p:cxnSp>
          <p:nvCxnSpPr>
            <p:cNvPr id="1560" name="Google Shape;1560;p66"/>
            <p:cNvCxnSpPr/>
            <p:nvPr/>
          </p:nvCxnSpPr>
          <p:spPr>
            <a:xfrm>
              <a:off x="3069" y="3434"/>
              <a:ext cx="0" cy="144"/>
            </a:xfrm>
            <a:prstGeom prst="straightConnector1">
              <a:avLst/>
            </a:prstGeom>
            <a:noFill/>
            <a:ln cap="flat" cmpd="sng" w="9525">
              <a:solidFill>
                <a:schemeClr val="dk1"/>
              </a:solidFill>
              <a:prstDash val="solid"/>
              <a:round/>
              <a:headEnd len="med" w="med" type="none"/>
              <a:tailEnd len="med" w="med" type="none"/>
            </a:ln>
          </p:spPr>
        </p:cxnSp>
        <p:cxnSp>
          <p:nvCxnSpPr>
            <p:cNvPr id="1561" name="Google Shape;1561;p66"/>
            <p:cNvCxnSpPr/>
            <p:nvPr/>
          </p:nvCxnSpPr>
          <p:spPr>
            <a:xfrm>
              <a:off x="3453" y="3434"/>
              <a:ext cx="0" cy="144"/>
            </a:xfrm>
            <a:prstGeom prst="straightConnector1">
              <a:avLst/>
            </a:prstGeom>
            <a:noFill/>
            <a:ln cap="flat" cmpd="sng" w="9525">
              <a:solidFill>
                <a:schemeClr val="dk1"/>
              </a:solidFill>
              <a:prstDash val="solid"/>
              <a:round/>
              <a:headEnd len="med" w="med" type="none"/>
              <a:tailEnd len="med" w="med" type="none"/>
            </a:ln>
          </p:spPr>
        </p:cxnSp>
        <p:cxnSp>
          <p:nvCxnSpPr>
            <p:cNvPr id="1562" name="Google Shape;1562;p66"/>
            <p:cNvCxnSpPr/>
            <p:nvPr/>
          </p:nvCxnSpPr>
          <p:spPr>
            <a:xfrm>
              <a:off x="3837" y="3434"/>
              <a:ext cx="0" cy="144"/>
            </a:xfrm>
            <a:prstGeom prst="straightConnector1">
              <a:avLst/>
            </a:prstGeom>
            <a:noFill/>
            <a:ln cap="flat" cmpd="sng" w="9525">
              <a:solidFill>
                <a:schemeClr val="dk1"/>
              </a:solidFill>
              <a:prstDash val="solid"/>
              <a:round/>
              <a:headEnd len="med" w="med" type="none"/>
              <a:tailEnd len="med" w="med" type="none"/>
            </a:ln>
          </p:spPr>
        </p:cxnSp>
        <p:cxnSp>
          <p:nvCxnSpPr>
            <p:cNvPr id="1563" name="Google Shape;1563;p66"/>
            <p:cNvCxnSpPr/>
            <p:nvPr/>
          </p:nvCxnSpPr>
          <p:spPr>
            <a:xfrm>
              <a:off x="4221" y="3434"/>
              <a:ext cx="0" cy="144"/>
            </a:xfrm>
            <a:prstGeom prst="straightConnector1">
              <a:avLst/>
            </a:prstGeom>
            <a:noFill/>
            <a:ln cap="flat" cmpd="sng" w="9525">
              <a:solidFill>
                <a:schemeClr val="dk1"/>
              </a:solidFill>
              <a:prstDash val="solid"/>
              <a:round/>
              <a:headEnd len="med" w="med" type="none"/>
              <a:tailEnd len="med" w="med" type="none"/>
            </a:ln>
          </p:spPr>
        </p:cxnSp>
        <p:cxnSp>
          <p:nvCxnSpPr>
            <p:cNvPr id="1564" name="Google Shape;1564;p66"/>
            <p:cNvCxnSpPr/>
            <p:nvPr/>
          </p:nvCxnSpPr>
          <p:spPr>
            <a:xfrm>
              <a:off x="4605" y="3434"/>
              <a:ext cx="0" cy="144"/>
            </a:xfrm>
            <a:prstGeom prst="straightConnector1">
              <a:avLst/>
            </a:prstGeom>
            <a:noFill/>
            <a:ln cap="flat" cmpd="sng" w="9525">
              <a:solidFill>
                <a:schemeClr val="dk1"/>
              </a:solidFill>
              <a:prstDash val="solid"/>
              <a:round/>
              <a:headEnd len="med" w="med" type="none"/>
              <a:tailEnd len="med" w="med" type="none"/>
            </a:ln>
          </p:spPr>
        </p:cxnSp>
        <p:cxnSp>
          <p:nvCxnSpPr>
            <p:cNvPr id="1565" name="Google Shape;1565;p66"/>
            <p:cNvCxnSpPr/>
            <p:nvPr/>
          </p:nvCxnSpPr>
          <p:spPr>
            <a:xfrm>
              <a:off x="4989" y="3434"/>
              <a:ext cx="0" cy="144"/>
            </a:xfrm>
            <a:prstGeom prst="straightConnector1">
              <a:avLst/>
            </a:prstGeom>
            <a:noFill/>
            <a:ln cap="flat" cmpd="sng" w="9525">
              <a:solidFill>
                <a:schemeClr val="dk1"/>
              </a:solidFill>
              <a:prstDash val="solid"/>
              <a:round/>
              <a:headEnd len="med" w="med" type="none"/>
              <a:tailEnd len="med" w="med" type="none"/>
            </a:ln>
          </p:spPr>
        </p:cxnSp>
        <p:sp>
          <p:nvSpPr>
            <p:cNvPr id="1566" name="Google Shape;1566;p66"/>
            <p:cNvSpPr txBox="1"/>
            <p:nvPr/>
          </p:nvSpPr>
          <p:spPr>
            <a:xfrm>
              <a:off x="3021" y="3806"/>
              <a:ext cx="42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chemeClr val="dk1"/>
                  </a:solidFill>
                  <a:latin typeface="Arial"/>
                  <a:ea typeface="Arial"/>
                  <a:cs typeface="Arial"/>
                  <a:sym typeface="Arial"/>
                </a:rPr>
                <a:t>t </a:t>
              </a:r>
              <a:r>
                <a:rPr lang="en-US" sz="2400">
                  <a:solidFill>
                    <a:schemeClr val="dk1"/>
                  </a:solidFill>
                  <a:latin typeface="Arial"/>
                  <a:ea typeface="Arial"/>
                  <a:cs typeface="Arial"/>
                  <a:sym typeface="Arial"/>
                </a:rPr>
                <a:t>/ s</a:t>
              </a:r>
              <a:endParaRPr i="1" sz="2400">
                <a:solidFill>
                  <a:schemeClr val="dk1"/>
                </a:solidFill>
                <a:latin typeface="Arial"/>
                <a:ea typeface="Arial"/>
                <a:cs typeface="Arial"/>
                <a:sym typeface="Arial"/>
              </a:endParaRPr>
            </a:p>
          </p:txBody>
        </p:sp>
        <p:sp>
          <p:nvSpPr>
            <p:cNvPr id="1567" name="Google Shape;1567;p66"/>
            <p:cNvSpPr txBox="1"/>
            <p:nvPr/>
          </p:nvSpPr>
          <p:spPr>
            <a:xfrm>
              <a:off x="1435" y="3623"/>
              <a:ext cx="196" cy="2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0</a:t>
              </a:r>
              <a:endParaRPr/>
            </a:p>
          </p:txBody>
        </p:sp>
        <p:sp>
          <p:nvSpPr>
            <p:cNvPr id="1568" name="Google Shape;1568;p66"/>
            <p:cNvSpPr txBox="1"/>
            <p:nvPr/>
          </p:nvSpPr>
          <p:spPr>
            <a:xfrm>
              <a:off x="1832" y="3623"/>
              <a:ext cx="196" cy="2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1</a:t>
              </a:r>
              <a:endParaRPr/>
            </a:p>
          </p:txBody>
        </p:sp>
        <p:sp>
          <p:nvSpPr>
            <p:cNvPr id="1569" name="Google Shape;1569;p66"/>
            <p:cNvSpPr txBox="1"/>
            <p:nvPr/>
          </p:nvSpPr>
          <p:spPr>
            <a:xfrm>
              <a:off x="2203" y="3623"/>
              <a:ext cx="196" cy="2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2</a:t>
              </a:r>
              <a:endParaRPr/>
            </a:p>
          </p:txBody>
        </p:sp>
        <p:sp>
          <p:nvSpPr>
            <p:cNvPr id="1570" name="Google Shape;1570;p66"/>
            <p:cNvSpPr txBox="1"/>
            <p:nvPr/>
          </p:nvSpPr>
          <p:spPr>
            <a:xfrm>
              <a:off x="2587" y="3629"/>
              <a:ext cx="196" cy="2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3</a:t>
              </a:r>
              <a:endParaRPr/>
            </a:p>
          </p:txBody>
        </p:sp>
        <p:sp>
          <p:nvSpPr>
            <p:cNvPr id="1571" name="Google Shape;1571;p66"/>
            <p:cNvSpPr txBox="1"/>
            <p:nvPr/>
          </p:nvSpPr>
          <p:spPr>
            <a:xfrm>
              <a:off x="2971" y="3623"/>
              <a:ext cx="196" cy="2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4</a:t>
              </a:r>
              <a:endParaRPr/>
            </a:p>
          </p:txBody>
        </p:sp>
        <p:sp>
          <p:nvSpPr>
            <p:cNvPr id="1572" name="Google Shape;1572;p66"/>
            <p:cNvSpPr txBox="1"/>
            <p:nvPr/>
          </p:nvSpPr>
          <p:spPr>
            <a:xfrm>
              <a:off x="3355" y="3623"/>
              <a:ext cx="196" cy="2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5</a:t>
              </a:r>
              <a:endParaRPr/>
            </a:p>
          </p:txBody>
        </p:sp>
        <p:sp>
          <p:nvSpPr>
            <p:cNvPr id="1573" name="Google Shape;1573;p66"/>
            <p:cNvSpPr txBox="1"/>
            <p:nvPr/>
          </p:nvSpPr>
          <p:spPr>
            <a:xfrm>
              <a:off x="3737" y="3620"/>
              <a:ext cx="196" cy="2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6</a:t>
              </a:r>
              <a:endParaRPr/>
            </a:p>
          </p:txBody>
        </p:sp>
        <p:sp>
          <p:nvSpPr>
            <p:cNvPr id="1574" name="Google Shape;1574;p66"/>
            <p:cNvSpPr txBox="1"/>
            <p:nvPr/>
          </p:nvSpPr>
          <p:spPr>
            <a:xfrm>
              <a:off x="4130" y="3620"/>
              <a:ext cx="196" cy="2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7</a:t>
              </a:r>
              <a:endParaRPr/>
            </a:p>
          </p:txBody>
        </p:sp>
        <p:sp>
          <p:nvSpPr>
            <p:cNvPr id="1575" name="Google Shape;1575;p66"/>
            <p:cNvSpPr txBox="1"/>
            <p:nvPr/>
          </p:nvSpPr>
          <p:spPr>
            <a:xfrm>
              <a:off x="4507" y="3620"/>
              <a:ext cx="196" cy="2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8</a:t>
              </a:r>
              <a:endParaRPr/>
            </a:p>
          </p:txBody>
        </p:sp>
        <p:sp>
          <p:nvSpPr>
            <p:cNvPr id="1576" name="Google Shape;1576;p66"/>
            <p:cNvSpPr txBox="1"/>
            <p:nvPr/>
          </p:nvSpPr>
          <p:spPr>
            <a:xfrm>
              <a:off x="4879" y="3629"/>
              <a:ext cx="196" cy="2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9</a:t>
              </a:r>
              <a:endParaRPr/>
            </a:p>
          </p:txBody>
        </p:sp>
      </p:grpSp>
      <p:sp>
        <p:nvSpPr>
          <p:cNvPr id="1577" name="Google Shape;1577;p66"/>
          <p:cNvSpPr/>
          <p:nvPr/>
        </p:nvSpPr>
        <p:spPr>
          <a:xfrm>
            <a:off x="2928938" y="4741863"/>
            <a:ext cx="93662" cy="93662"/>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cxnSp>
        <p:nvCxnSpPr>
          <p:cNvPr id="1578" name="Google Shape;1578;p66"/>
          <p:cNvCxnSpPr/>
          <p:nvPr/>
        </p:nvCxnSpPr>
        <p:spPr>
          <a:xfrm>
            <a:off x="2989263" y="3111500"/>
            <a:ext cx="5545137" cy="0"/>
          </a:xfrm>
          <a:prstGeom prst="straightConnector1">
            <a:avLst/>
          </a:prstGeom>
          <a:noFill/>
          <a:ln cap="flat" cmpd="sng" w="9525">
            <a:solidFill>
              <a:schemeClr val="dk1"/>
            </a:solidFill>
            <a:prstDash val="dash"/>
            <a:round/>
            <a:headEnd len="med" w="med" type="none"/>
            <a:tailEnd len="med" w="med" type="none"/>
          </a:ln>
        </p:spPr>
      </p:cxnSp>
      <p:cxnSp>
        <p:nvCxnSpPr>
          <p:cNvPr id="1579" name="Google Shape;1579;p66"/>
          <p:cNvCxnSpPr/>
          <p:nvPr/>
        </p:nvCxnSpPr>
        <p:spPr>
          <a:xfrm rot="10800000">
            <a:off x="6634163" y="2979738"/>
            <a:ext cx="0" cy="1792287"/>
          </a:xfrm>
          <a:prstGeom prst="straightConnector1">
            <a:avLst/>
          </a:prstGeom>
          <a:noFill/>
          <a:ln cap="flat" cmpd="sng" w="9525">
            <a:solidFill>
              <a:schemeClr val="dk1"/>
            </a:solidFill>
            <a:prstDash val="dash"/>
            <a:round/>
            <a:headEnd len="med" w="med" type="none"/>
            <a:tailEnd len="med" w="med" type="none"/>
          </a:ln>
        </p:spPr>
      </p:cxnSp>
      <p:sp>
        <p:nvSpPr>
          <p:cNvPr id="1580" name="Google Shape;1580;p66"/>
          <p:cNvSpPr/>
          <p:nvPr/>
        </p:nvSpPr>
        <p:spPr>
          <a:xfrm>
            <a:off x="6594475" y="3048000"/>
            <a:ext cx="93663" cy="93663"/>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cxnSp>
        <p:nvCxnSpPr>
          <p:cNvPr id="1581" name="Google Shape;1581;p66"/>
          <p:cNvCxnSpPr/>
          <p:nvPr/>
        </p:nvCxnSpPr>
        <p:spPr>
          <a:xfrm flipH="1" rot="10800000">
            <a:off x="2976563" y="2606675"/>
            <a:ext cx="4716462" cy="2178050"/>
          </a:xfrm>
          <a:prstGeom prst="straightConnector1">
            <a:avLst/>
          </a:prstGeom>
          <a:noFill/>
          <a:ln cap="flat" cmpd="sng" w="19050">
            <a:solidFill>
              <a:srgbClr val="FF0000"/>
            </a:solidFill>
            <a:prstDash val="solid"/>
            <a:round/>
            <a:headEnd len="med" w="med" type="none"/>
            <a:tailEnd len="med" w="med" type="none"/>
          </a:ln>
        </p:spPr>
      </p:cxnSp>
      <p:sp>
        <p:nvSpPr>
          <p:cNvPr id="1582" name="Google Shape;1582;p66"/>
          <p:cNvSpPr txBox="1"/>
          <p:nvPr/>
        </p:nvSpPr>
        <p:spPr>
          <a:xfrm>
            <a:off x="7158038" y="3586163"/>
            <a:ext cx="16446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rgbClr val="008000"/>
                </a:solidFill>
                <a:latin typeface="Arial"/>
                <a:ea typeface="Arial"/>
                <a:cs typeface="Arial"/>
                <a:sym typeface="Arial"/>
              </a:rPr>
              <a:t>s = </a:t>
            </a:r>
            <a:r>
              <a:rPr lang="en-US" sz="2400">
                <a:solidFill>
                  <a:srgbClr val="008000"/>
                </a:solidFill>
                <a:latin typeface="Arial"/>
                <a:ea typeface="Arial"/>
                <a:cs typeface="Arial"/>
                <a:sym typeface="Arial"/>
              </a:rPr>
              <a:t>18 - 0</a:t>
            </a:r>
            <a:endParaRPr/>
          </a:p>
        </p:txBody>
      </p:sp>
      <p:sp>
        <p:nvSpPr>
          <p:cNvPr id="1583" name="Google Shape;1583;p66"/>
          <p:cNvSpPr txBox="1"/>
          <p:nvPr/>
        </p:nvSpPr>
        <p:spPr>
          <a:xfrm>
            <a:off x="7158038" y="3938588"/>
            <a:ext cx="16446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rgbClr val="008000"/>
                </a:solidFill>
                <a:latin typeface="Arial"/>
                <a:ea typeface="Arial"/>
                <a:cs typeface="Arial"/>
                <a:sym typeface="Arial"/>
              </a:rPr>
              <a:t>s = </a:t>
            </a:r>
            <a:r>
              <a:rPr lang="en-US" sz="2400">
                <a:solidFill>
                  <a:srgbClr val="008000"/>
                </a:solidFill>
                <a:latin typeface="Arial"/>
                <a:ea typeface="Arial"/>
                <a:cs typeface="Arial"/>
                <a:sym typeface="Arial"/>
              </a:rPr>
              <a:t>18 m</a:t>
            </a:r>
            <a:endParaRPr/>
          </a:p>
        </p:txBody>
      </p:sp>
      <p:sp>
        <p:nvSpPr>
          <p:cNvPr id="1584" name="Google Shape;1584;p66"/>
          <p:cNvSpPr/>
          <p:nvPr/>
        </p:nvSpPr>
        <p:spPr>
          <a:xfrm flipH="1">
            <a:off x="6643688" y="3124200"/>
            <a:ext cx="411162" cy="1647825"/>
          </a:xfrm>
          <a:prstGeom prst="leftBrace">
            <a:avLst>
              <a:gd fmla="val 33398" name="adj1"/>
              <a:gd fmla="val 50000" name="adj2"/>
            </a:avLst>
          </a:prstGeom>
          <a:noFill/>
          <a:ln cap="flat" cmpd="sng" w="9525">
            <a:solidFill>
              <a:srgbClr val="008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585" name="Google Shape;1585;p66"/>
          <p:cNvSpPr txBox="1"/>
          <p:nvPr/>
        </p:nvSpPr>
        <p:spPr>
          <a:xfrm>
            <a:off x="7153275" y="3252788"/>
            <a:ext cx="862013"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008000"/>
                </a:solidFill>
                <a:latin typeface="Arial"/>
                <a:ea typeface="Arial"/>
                <a:cs typeface="Arial"/>
                <a:sym typeface="Arial"/>
              </a:rPr>
              <a:t>Rise</a:t>
            </a:r>
            <a:endParaRPr sz="2400">
              <a:solidFill>
                <a:srgbClr val="008000"/>
              </a:solidFill>
              <a:latin typeface="Arial"/>
              <a:ea typeface="Arial"/>
              <a:cs typeface="Arial"/>
              <a:sym typeface="Arial"/>
            </a:endParaRPr>
          </a:p>
        </p:txBody>
      </p:sp>
      <p:sp>
        <p:nvSpPr>
          <p:cNvPr id="1586" name="Google Shape;1586;p66"/>
          <p:cNvSpPr txBox="1"/>
          <p:nvPr/>
        </p:nvSpPr>
        <p:spPr>
          <a:xfrm>
            <a:off x="4479925" y="4167188"/>
            <a:ext cx="744538"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accent2"/>
                </a:solidFill>
                <a:latin typeface="Arial"/>
                <a:ea typeface="Arial"/>
                <a:cs typeface="Arial"/>
                <a:sym typeface="Arial"/>
              </a:rPr>
              <a:t>Run</a:t>
            </a:r>
            <a:endParaRPr/>
          </a:p>
        </p:txBody>
      </p:sp>
      <p:sp>
        <p:nvSpPr>
          <p:cNvPr id="1587" name="Google Shape;1587;p66"/>
          <p:cNvSpPr txBox="1"/>
          <p:nvPr/>
        </p:nvSpPr>
        <p:spPr>
          <a:xfrm>
            <a:off x="5178425" y="3959225"/>
            <a:ext cx="16446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chemeClr val="accent2"/>
                </a:solidFill>
                <a:latin typeface="Arial"/>
                <a:ea typeface="Arial"/>
                <a:cs typeface="Arial"/>
                <a:sym typeface="Arial"/>
              </a:rPr>
              <a:t>t = </a:t>
            </a:r>
            <a:r>
              <a:rPr lang="en-US" sz="2400">
                <a:solidFill>
                  <a:schemeClr val="accent2"/>
                </a:solidFill>
                <a:latin typeface="Arial"/>
                <a:ea typeface="Arial"/>
                <a:cs typeface="Arial"/>
                <a:sym typeface="Arial"/>
              </a:rPr>
              <a:t>6 - 0</a:t>
            </a:r>
            <a:endParaRPr/>
          </a:p>
        </p:txBody>
      </p:sp>
      <p:sp>
        <p:nvSpPr>
          <p:cNvPr id="1588" name="Google Shape;1588;p66"/>
          <p:cNvSpPr txBox="1"/>
          <p:nvPr/>
        </p:nvSpPr>
        <p:spPr>
          <a:xfrm>
            <a:off x="5178425" y="4306888"/>
            <a:ext cx="16446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chemeClr val="accent2"/>
                </a:solidFill>
                <a:latin typeface="Arial"/>
                <a:ea typeface="Arial"/>
                <a:cs typeface="Arial"/>
                <a:sym typeface="Arial"/>
              </a:rPr>
              <a:t>t = </a:t>
            </a:r>
            <a:r>
              <a:rPr lang="en-US" sz="2400">
                <a:solidFill>
                  <a:schemeClr val="accent2"/>
                </a:solidFill>
                <a:latin typeface="Arial"/>
                <a:ea typeface="Arial"/>
                <a:cs typeface="Arial"/>
                <a:sym typeface="Arial"/>
              </a:rPr>
              <a:t>6 s</a:t>
            </a:r>
            <a:endParaRPr/>
          </a:p>
        </p:txBody>
      </p:sp>
      <p:sp>
        <p:nvSpPr>
          <p:cNvPr id="1589" name="Google Shape;1589;p66"/>
          <p:cNvSpPr/>
          <p:nvPr/>
        </p:nvSpPr>
        <p:spPr>
          <a:xfrm rot="5400000">
            <a:off x="4685506" y="2874169"/>
            <a:ext cx="227013" cy="3590925"/>
          </a:xfrm>
          <a:prstGeom prst="leftBrace">
            <a:avLst>
              <a:gd fmla="val 131818" name="adj1"/>
              <a:gd fmla="val 50000" name="adj2"/>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0" name="Google Shape;1590;p66"/>
          <p:cNvSpPr txBox="1"/>
          <p:nvPr/>
        </p:nvSpPr>
        <p:spPr>
          <a:xfrm>
            <a:off x="3091191" y="4702858"/>
            <a:ext cx="3415632" cy="80261"/>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77"/>
                                        </p:tgtEl>
                                        <p:attrNameLst>
                                          <p:attrName>style.visibility</p:attrName>
                                        </p:attrNameLst>
                                      </p:cBhvr>
                                      <p:to>
                                        <p:strVal val="visible"/>
                                      </p:to>
                                    </p:set>
                                    <p:animEffect filter="fade" transition="in">
                                      <p:cBhvr>
                                        <p:cTn dur="500"/>
                                        <p:tgtEl>
                                          <p:spTgt spid="157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78"/>
                                        </p:tgtEl>
                                        <p:attrNameLst>
                                          <p:attrName>style.visibility</p:attrName>
                                        </p:attrNameLst>
                                      </p:cBhvr>
                                      <p:to>
                                        <p:strVal val="visible"/>
                                      </p:to>
                                    </p:set>
                                    <p:animEffect filter="fade" transition="in">
                                      <p:cBhvr>
                                        <p:cTn dur="1000"/>
                                        <p:tgtEl>
                                          <p:spTgt spid="157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79"/>
                                        </p:tgtEl>
                                        <p:attrNameLst>
                                          <p:attrName>style.visibility</p:attrName>
                                        </p:attrNameLst>
                                      </p:cBhvr>
                                      <p:to>
                                        <p:strVal val="visible"/>
                                      </p:to>
                                    </p:set>
                                    <p:animEffect filter="fade" transition="in">
                                      <p:cBhvr>
                                        <p:cTn dur="1000"/>
                                        <p:tgtEl>
                                          <p:spTgt spid="157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80"/>
                                        </p:tgtEl>
                                        <p:attrNameLst>
                                          <p:attrName>style.visibility</p:attrName>
                                        </p:attrNameLst>
                                      </p:cBhvr>
                                      <p:to>
                                        <p:strVal val="visible"/>
                                      </p:to>
                                    </p:set>
                                    <p:animEffect filter="fade" transition="in">
                                      <p:cBhvr>
                                        <p:cTn dur="2000"/>
                                        <p:tgtEl>
                                          <p:spTgt spid="158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81"/>
                                        </p:tgtEl>
                                        <p:attrNameLst>
                                          <p:attrName>style.visibility</p:attrName>
                                        </p:attrNameLst>
                                      </p:cBhvr>
                                      <p:to>
                                        <p:strVal val="visible"/>
                                      </p:to>
                                    </p:set>
                                    <p:animEffect filter="fade" transition="in">
                                      <p:cBhvr>
                                        <p:cTn dur="2000"/>
                                        <p:tgtEl>
                                          <p:spTgt spid="158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84"/>
                                        </p:tgtEl>
                                        <p:attrNameLst>
                                          <p:attrName>style.visibility</p:attrName>
                                        </p:attrNameLst>
                                      </p:cBhvr>
                                      <p:to>
                                        <p:strVal val="visible"/>
                                      </p:to>
                                    </p:set>
                                    <p:animEffect filter="fade" transition="in">
                                      <p:cBhvr>
                                        <p:cTn dur="500"/>
                                        <p:tgtEl>
                                          <p:spTgt spid="158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85"/>
                                        </p:tgtEl>
                                        <p:attrNameLst>
                                          <p:attrName>style.visibility</p:attrName>
                                        </p:attrNameLst>
                                      </p:cBhvr>
                                      <p:to>
                                        <p:strVal val="visible"/>
                                      </p:to>
                                    </p:set>
                                    <p:anim calcmode="lin" valueType="num">
                                      <p:cBhvr additive="base">
                                        <p:cTn dur="500"/>
                                        <p:tgtEl>
                                          <p:spTgt spid="1585"/>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82"/>
                                        </p:tgtEl>
                                        <p:attrNameLst>
                                          <p:attrName>style.visibility</p:attrName>
                                        </p:attrNameLst>
                                      </p:cBhvr>
                                      <p:to>
                                        <p:strVal val="visible"/>
                                      </p:to>
                                    </p:set>
                                    <p:anim calcmode="lin" valueType="num">
                                      <p:cBhvr additive="base">
                                        <p:cTn dur="500"/>
                                        <p:tgtEl>
                                          <p:spTgt spid="1582"/>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83"/>
                                        </p:tgtEl>
                                        <p:attrNameLst>
                                          <p:attrName>style.visibility</p:attrName>
                                        </p:attrNameLst>
                                      </p:cBhvr>
                                      <p:to>
                                        <p:strVal val="visible"/>
                                      </p:to>
                                    </p:set>
                                    <p:anim calcmode="lin" valueType="num">
                                      <p:cBhvr additive="base">
                                        <p:cTn dur="500"/>
                                        <p:tgtEl>
                                          <p:spTgt spid="1583"/>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86"/>
                                        </p:tgtEl>
                                        <p:attrNameLst>
                                          <p:attrName>style.visibility</p:attrName>
                                        </p:attrNameLst>
                                      </p:cBhvr>
                                      <p:to>
                                        <p:strVal val="visible"/>
                                      </p:to>
                                    </p:set>
                                    <p:anim calcmode="lin" valueType="num">
                                      <p:cBhvr additive="base">
                                        <p:cTn dur="500"/>
                                        <p:tgtEl>
                                          <p:spTgt spid="1586"/>
                                        </p:tgtEl>
                                        <p:attrNameLst>
                                          <p:attrName>ppt_y</p:attrName>
                                        </p:attrNameLst>
                                      </p:cBhvr>
                                      <p:tavLst>
                                        <p:tav fmla="" tm="0">
                                          <p:val>
                                            <p:strVal val="#ppt_y+1"/>
                                          </p:val>
                                        </p:tav>
                                        <p:tav fmla="" tm="100000">
                                          <p:val>
                                            <p:strVal val="#ppt_y"/>
                                          </p:val>
                                        </p:tav>
                                      </p:tavLst>
                                    </p:anim>
                                  </p:childTnLst>
                                </p:cTn>
                              </p:par>
                              <p:par>
                                <p:cTn fill="hold" nodeType="withEffect" presetClass="entr" presetID="10" presetSubtype="0">
                                  <p:stCondLst>
                                    <p:cond delay="0"/>
                                  </p:stCondLst>
                                  <p:childTnLst>
                                    <p:set>
                                      <p:cBhvr>
                                        <p:cTn dur="1" fill="hold">
                                          <p:stCondLst>
                                            <p:cond delay="0"/>
                                          </p:stCondLst>
                                        </p:cTn>
                                        <p:tgtEl>
                                          <p:spTgt spid="1589"/>
                                        </p:tgtEl>
                                        <p:attrNameLst>
                                          <p:attrName>style.visibility</p:attrName>
                                        </p:attrNameLst>
                                      </p:cBhvr>
                                      <p:to>
                                        <p:strVal val="visible"/>
                                      </p:to>
                                    </p:set>
                                    <p:animEffect filter="fade" transition="in">
                                      <p:cBhvr>
                                        <p:cTn dur="500"/>
                                        <p:tgtEl>
                                          <p:spTgt spid="158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87"/>
                                        </p:tgtEl>
                                        <p:attrNameLst>
                                          <p:attrName>style.visibility</p:attrName>
                                        </p:attrNameLst>
                                      </p:cBhvr>
                                      <p:to>
                                        <p:strVal val="visible"/>
                                      </p:to>
                                    </p:set>
                                    <p:anim calcmode="lin" valueType="num">
                                      <p:cBhvr additive="base">
                                        <p:cTn dur="500"/>
                                        <p:tgtEl>
                                          <p:spTgt spid="1587"/>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88"/>
                                        </p:tgtEl>
                                        <p:attrNameLst>
                                          <p:attrName>style.visibility</p:attrName>
                                        </p:attrNameLst>
                                      </p:cBhvr>
                                      <p:to>
                                        <p:strVal val="visible"/>
                                      </p:to>
                                    </p:set>
                                    <p:anim calcmode="lin" valueType="num">
                                      <p:cBhvr additive="base">
                                        <p:cTn dur="500"/>
                                        <p:tgtEl>
                                          <p:spTgt spid="1588"/>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5" name="Shape 1595"/>
        <p:cNvGrpSpPr/>
        <p:nvPr/>
      </p:nvGrpSpPr>
      <p:grpSpPr>
        <a:xfrm>
          <a:off x="0" y="0"/>
          <a:ext cx="0" cy="0"/>
          <a:chOff x="0" y="0"/>
          <a:chExt cx="0" cy="0"/>
        </a:xfrm>
      </p:grpSpPr>
      <p:sp>
        <p:nvSpPr>
          <p:cNvPr id="1596" name="Google Shape;1596;p67"/>
          <p:cNvSpPr/>
          <p:nvPr/>
        </p:nvSpPr>
        <p:spPr>
          <a:xfrm>
            <a:off x="685800" y="1549400"/>
            <a:ext cx="7772400" cy="3262313"/>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accent2"/>
              </a:buClr>
              <a:buSzPts val="2400"/>
              <a:buFont typeface="Arial"/>
              <a:buNone/>
            </a:pPr>
            <a:r>
              <a:rPr i="1" lang="en-US" sz="2400">
                <a:solidFill>
                  <a:schemeClr val="accent2"/>
                </a:solidFill>
                <a:latin typeface="Arial"/>
                <a:ea typeface="Arial"/>
                <a:cs typeface="Arial"/>
                <a:sym typeface="Arial"/>
              </a:rPr>
              <a:t>Sketching and interpreting motion graphs</a:t>
            </a:r>
            <a:endParaRPr sz="2000">
              <a:solidFill>
                <a:schemeClr val="dk1"/>
              </a:solidFill>
              <a:latin typeface="Courier New"/>
              <a:ea typeface="Courier New"/>
              <a:cs typeface="Courier New"/>
              <a:sym typeface="Courier New"/>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∙The </a:t>
            </a:r>
            <a:r>
              <a:rPr b="1" lang="en-US" sz="2400">
                <a:solidFill>
                  <a:schemeClr val="dk1"/>
                </a:solidFill>
                <a:latin typeface="Arial"/>
                <a:ea typeface="Arial"/>
                <a:cs typeface="Arial"/>
                <a:sym typeface="Arial"/>
              </a:rPr>
              <a:t>area</a:t>
            </a:r>
            <a:r>
              <a:rPr lang="en-US" sz="2400">
                <a:solidFill>
                  <a:schemeClr val="dk1"/>
                </a:solidFill>
                <a:latin typeface="Arial"/>
                <a:ea typeface="Arial"/>
                <a:cs typeface="Arial"/>
                <a:sym typeface="Arial"/>
              </a:rPr>
              <a:t> under a velocity-time graph is the displacement.</a:t>
            </a:r>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∙The </a:t>
            </a:r>
            <a:r>
              <a:rPr b="1" lang="en-US" sz="2400">
                <a:solidFill>
                  <a:schemeClr val="dk1"/>
                </a:solidFill>
                <a:latin typeface="Arial"/>
                <a:ea typeface="Arial"/>
                <a:cs typeface="Arial"/>
                <a:sym typeface="Arial"/>
              </a:rPr>
              <a:t>area</a:t>
            </a:r>
            <a:r>
              <a:rPr lang="en-US" sz="2400">
                <a:solidFill>
                  <a:schemeClr val="dk1"/>
                </a:solidFill>
                <a:latin typeface="Arial"/>
                <a:ea typeface="Arial"/>
                <a:cs typeface="Arial"/>
                <a:sym typeface="Arial"/>
              </a:rPr>
              <a:t> under an acceleration-time graph is the change in velocity.</a:t>
            </a:r>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∙You will have ample opportunity to draw distance-time, displacement-time and velocity-time graphs in your labs.	</a:t>
            </a:r>
            <a:endParaRPr/>
          </a:p>
        </p:txBody>
      </p:sp>
      <p:sp>
        <p:nvSpPr>
          <p:cNvPr id="1597" name="Google Shape;1597;p67"/>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2: Mechanics</a:t>
            </a:r>
            <a:br>
              <a:rPr b="1" lang="en-US" sz="2800"/>
            </a:br>
            <a:r>
              <a:rPr lang="en-US" sz="2800">
                <a:solidFill>
                  <a:schemeClr val="dk1"/>
                </a:solidFill>
              </a:rPr>
              <a:t>2.1 – Motion</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2" name="Shape 1602"/>
        <p:cNvGrpSpPr/>
        <p:nvPr/>
      </p:nvGrpSpPr>
      <p:grpSpPr>
        <a:xfrm>
          <a:off x="0" y="0"/>
          <a:ext cx="0" cy="0"/>
          <a:chOff x="0" y="0"/>
          <a:chExt cx="0" cy="0"/>
        </a:xfrm>
      </p:grpSpPr>
      <p:sp>
        <p:nvSpPr>
          <p:cNvPr id="1603" name="Google Shape;1603;p68"/>
          <p:cNvSpPr/>
          <p:nvPr/>
        </p:nvSpPr>
        <p:spPr>
          <a:xfrm>
            <a:off x="685800" y="1549400"/>
            <a:ext cx="7772400" cy="758825"/>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accent2"/>
              </a:buClr>
              <a:buSzPts val="2400"/>
              <a:buFont typeface="Arial"/>
              <a:buNone/>
            </a:pPr>
            <a:r>
              <a:rPr i="1" lang="en-US" sz="2400">
                <a:solidFill>
                  <a:schemeClr val="accent2"/>
                </a:solidFill>
                <a:latin typeface="Arial"/>
                <a:ea typeface="Arial"/>
                <a:cs typeface="Arial"/>
                <a:sym typeface="Arial"/>
              </a:rPr>
              <a:t>Sketching and interpreting motion graphs</a:t>
            </a:r>
            <a:endParaRPr/>
          </a:p>
        </p:txBody>
      </p:sp>
      <p:sp>
        <p:nvSpPr>
          <p:cNvPr id="1604" name="Google Shape;1604;p68"/>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2: Mechanics</a:t>
            </a:r>
            <a:br>
              <a:rPr b="1" lang="en-US" sz="2800"/>
            </a:br>
            <a:r>
              <a:rPr lang="en-US" sz="2800">
                <a:solidFill>
                  <a:schemeClr val="dk1"/>
                </a:solidFill>
              </a:rPr>
              <a:t>2.1 – Motion</a:t>
            </a:r>
            <a:endParaRPr/>
          </a:p>
        </p:txBody>
      </p:sp>
      <p:sp>
        <p:nvSpPr>
          <p:cNvPr id="1605" name="Google Shape;1605;p68"/>
          <p:cNvSpPr/>
          <p:nvPr/>
        </p:nvSpPr>
        <p:spPr>
          <a:xfrm>
            <a:off x="674688" y="2038350"/>
            <a:ext cx="7772400" cy="4819650"/>
          </a:xfrm>
          <a:prstGeom prst="rect">
            <a:avLst/>
          </a:prstGeom>
          <a:solidFill>
            <a:srgbClr val="FFFFCC"/>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rPr lang="en-US" sz="2400">
                <a:solidFill>
                  <a:schemeClr val="dk1"/>
                </a:solidFill>
                <a:latin typeface="Arial"/>
                <a:ea typeface="Arial"/>
                <a:cs typeface="Arial"/>
                <a:sym typeface="Arial"/>
              </a:rPr>
              <a:t>EXAMPLE: Calculate and interpret the area under the given </a:t>
            </a:r>
            <a:r>
              <a:rPr i="1" lang="en-US" sz="2400">
                <a:solidFill>
                  <a:schemeClr val="dk1"/>
                </a:solidFill>
                <a:latin typeface="Arial"/>
                <a:ea typeface="Arial"/>
                <a:cs typeface="Arial"/>
                <a:sym typeface="Arial"/>
              </a:rPr>
              <a:t>v</a:t>
            </a:r>
            <a:r>
              <a:rPr lang="en-US" sz="2400">
                <a:solidFill>
                  <a:schemeClr val="dk1"/>
                </a:solidFill>
                <a:latin typeface="Arial"/>
                <a:ea typeface="Arial"/>
                <a:cs typeface="Arial"/>
                <a:sym typeface="Arial"/>
              </a:rPr>
              <a:t> vs. </a:t>
            </a:r>
            <a:r>
              <a:rPr i="1" lang="en-US" sz="2400">
                <a:solidFill>
                  <a:schemeClr val="dk1"/>
                </a:solidFill>
                <a:latin typeface="Arial"/>
                <a:ea typeface="Arial"/>
                <a:cs typeface="Arial"/>
                <a:sym typeface="Arial"/>
              </a:rPr>
              <a:t>t</a:t>
            </a:r>
            <a:r>
              <a:rPr lang="en-US" sz="2400">
                <a:solidFill>
                  <a:schemeClr val="dk1"/>
                </a:solidFill>
                <a:latin typeface="Arial"/>
                <a:ea typeface="Arial"/>
                <a:cs typeface="Arial"/>
                <a:sym typeface="Arial"/>
              </a:rPr>
              <a:t> graph. Find and interpret the slope.</a:t>
            </a:r>
            <a:endParaRPr/>
          </a:p>
          <a:p>
            <a:pPr indent="0" lvl="0" marL="0" marR="0" rtl="0" algn="l">
              <a:spcBef>
                <a:spcPts val="1200"/>
              </a:spcBef>
              <a:spcAft>
                <a:spcPts val="0"/>
              </a:spcAft>
              <a:buClr>
                <a:schemeClr val="dk1"/>
              </a:buClr>
              <a:buSzPts val="2400"/>
              <a:buFont typeface="Arial"/>
              <a:buNone/>
            </a:pPr>
            <a:r>
              <a:rPr lang="en-US" sz="2400">
                <a:solidFill>
                  <a:schemeClr val="dk1"/>
                </a:solidFill>
                <a:latin typeface="Arial"/>
                <a:ea typeface="Arial"/>
                <a:cs typeface="Arial"/>
                <a:sym typeface="Arial"/>
              </a:rPr>
              <a:t>SOLUTION:</a:t>
            </a:r>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∙The area of a                                                             triangle is                                                                          </a:t>
            </a:r>
            <a:r>
              <a:rPr i="1" lang="en-US" sz="2400">
                <a:solidFill>
                  <a:schemeClr val="dk1"/>
                </a:solidFill>
                <a:latin typeface="Arial"/>
                <a:ea typeface="Arial"/>
                <a:cs typeface="Arial"/>
                <a:sym typeface="Arial"/>
              </a:rPr>
              <a:t>A</a:t>
            </a:r>
            <a:r>
              <a:rPr lang="en-US" sz="2400">
                <a:solidFill>
                  <a:schemeClr val="dk1"/>
                </a:solidFill>
                <a:latin typeface="Arial"/>
                <a:ea typeface="Arial"/>
                <a:cs typeface="Arial"/>
                <a:sym typeface="Arial"/>
              </a:rPr>
              <a:t> = (1/2)</a:t>
            </a:r>
            <a:r>
              <a:rPr i="1" lang="en-US" sz="2400">
                <a:solidFill>
                  <a:schemeClr val="dk1"/>
                </a:solidFill>
                <a:latin typeface="Arial"/>
                <a:ea typeface="Arial"/>
                <a:cs typeface="Arial"/>
                <a:sym typeface="Arial"/>
              </a:rPr>
              <a:t>bh.</a:t>
            </a:r>
            <a:endParaRPr sz="2400">
              <a:solidFill>
                <a:schemeClr val="dk1"/>
              </a:solidFill>
              <a:latin typeface="Arial"/>
              <a:ea typeface="Arial"/>
              <a:cs typeface="Arial"/>
              <a:sym typeface="Arial"/>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∙Thus </a:t>
            </a:r>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       </a:t>
            </a:r>
            <a:r>
              <a:rPr i="1" lang="en-US" sz="2400">
                <a:solidFill>
                  <a:schemeClr val="dk1"/>
                </a:solidFill>
                <a:latin typeface="Arial"/>
                <a:ea typeface="Arial"/>
                <a:cs typeface="Arial"/>
                <a:sym typeface="Arial"/>
              </a:rPr>
              <a:t>A</a:t>
            </a:r>
            <a:r>
              <a:rPr lang="en-US" sz="2400">
                <a:solidFill>
                  <a:schemeClr val="dk1"/>
                </a:solidFill>
                <a:latin typeface="Arial"/>
                <a:ea typeface="Arial"/>
                <a:cs typeface="Arial"/>
                <a:sym typeface="Arial"/>
              </a:rPr>
              <a:t> = (1/2)(20 s)(30 m/s) = 300 m.</a:t>
            </a:r>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∙This is the displacement of the object in 20 s.</a:t>
            </a:r>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∙The slope is (30 m/s) / 20 s = 1.5 m s</a:t>
            </a:r>
            <a:r>
              <a:rPr baseline="30000" lang="en-US" sz="2400">
                <a:solidFill>
                  <a:schemeClr val="dk1"/>
                </a:solidFill>
                <a:latin typeface="Arial"/>
                <a:ea typeface="Arial"/>
                <a:cs typeface="Arial"/>
                <a:sym typeface="Arial"/>
              </a:rPr>
              <a:t>-2</a:t>
            </a:r>
            <a:r>
              <a:rPr lang="en-US" sz="2400">
                <a:solidFill>
                  <a:schemeClr val="dk1"/>
                </a:solidFill>
                <a:latin typeface="Arial"/>
                <a:ea typeface="Arial"/>
                <a:cs typeface="Arial"/>
                <a:sym typeface="Arial"/>
              </a:rPr>
              <a:t>.</a:t>
            </a:r>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∙This is the acceleration of the object.</a:t>
            </a:r>
            <a:endParaRPr/>
          </a:p>
        </p:txBody>
      </p:sp>
      <p:grpSp>
        <p:nvGrpSpPr>
          <p:cNvPr id="1606" name="Google Shape;1606;p68"/>
          <p:cNvGrpSpPr/>
          <p:nvPr/>
        </p:nvGrpSpPr>
        <p:grpSpPr>
          <a:xfrm>
            <a:off x="3184525" y="2790825"/>
            <a:ext cx="5867400" cy="2355850"/>
            <a:chOff x="1574" y="2014"/>
            <a:chExt cx="3696" cy="1484"/>
          </a:xfrm>
        </p:grpSpPr>
        <p:grpSp>
          <p:nvGrpSpPr>
            <p:cNvPr id="1607" name="Google Shape;1607;p68"/>
            <p:cNvGrpSpPr/>
            <p:nvPr/>
          </p:nvGrpSpPr>
          <p:grpSpPr>
            <a:xfrm>
              <a:off x="1574" y="2014"/>
              <a:ext cx="3696" cy="1484"/>
              <a:chOff x="1536" y="2400"/>
              <a:chExt cx="3696" cy="1484"/>
            </a:xfrm>
          </p:grpSpPr>
          <p:sp>
            <p:nvSpPr>
              <p:cNvPr id="1608" name="Google Shape;1608;p68"/>
              <p:cNvSpPr txBox="1"/>
              <p:nvPr/>
            </p:nvSpPr>
            <p:spPr>
              <a:xfrm rot="-5400000">
                <a:off x="1011" y="2925"/>
                <a:ext cx="1281" cy="2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VELOCITY (ms</a:t>
                </a:r>
                <a:r>
                  <a:rPr baseline="30000" lang="en-US" sz="1800">
                    <a:solidFill>
                      <a:schemeClr val="dk1"/>
                    </a:solidFill>
                    <a:latin typeface="Arial"/>
                    <a:ea typeface="Arial"/>
                    <a:cs typeface="Arial"/>
                    <a:sym typeface="Arial"/>
                  </a:rPr>
                  <a:t>-1</a:t>
                </a:r>
                <a:r>
                  <a:rPr lang="en-US" sz="1800">
                    <a:solidFill>
                      <a:schemeClr val="dk1"/>
                    </a:solidFill>
                    <a:latin typeface="Arial"/>
                    <a:ea typeface="Arial"/>
                    <a:cs typeface="Arial"/>
                    <a:sym typeface="Arial"/>
                  </a:rPr>
                  <a:t> )</a:t>
                </a:r>
                <a:endParaRPr/>
              </a:p>
            </p:txBody>
          </p:sp>
          <p:cxnSp>
            <p:nvCxnSpPr>
              <p:cNvPr id="1609" name="Google Shape;1609;p68"/>
              <p:cNvCxnSpPr/>
              <p:nvPr/>
            </p:nvCxnSpPr>
            <p:spPr>
              <a:xfrm rot="10800000">
                <a:off x="2038" y="2495"/>
                <a:ext cx="0" cy="1140"/>
              </a:xfrm>
              <a:prstGeom prst="straightConnector1">
                <a:avLst/>
              </a:prstGeom>
              <a:noFill/>
              <a:ln cap="flat" cmpd="sng" w="19050">
                <a:solidFill>
                  <a:schemeClr val="dk1"/>
                </a:solidFill>
                <a:prstDash val="solid"/>
                <a:round/>
                <a:headEnd len="med" w="med" type="none"/>
                <a:tailEnd len="med" w="med" type="triangle"/>
              </a:ln>
            </p:spPr>
          </p:cxnSp>
          <p:sp>
            <p:nvSpPr>
              <p:cNvPr id="1610" name="Google Shape;1610;p68"/>
              <p:cNvSpPr txBox="1"/>
              <p:nvPr/>
            </p:nvSpPr>
            <p:spPr>
              <a:xfrm>
                <a:off x="1832" y="3431"/>
                <a:ext cx="196" cy="231"/>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800">
                    <a:solidFill>
                      <a:schemeClr val="dk1"/>
                    </a:solidFill>
                    <a:latin typeface="Arial"/>
                    <a:ea typeface="Arial"/>
                    <a:cs typeface="Arial"/>
                    <a:sym typeface="Arial"/>
                  </a:rPr>
                  <a:t>0</a:t>
                </a:r>
                <a:endParaRPr/>
              </a:p>
            </p:txBody>
          </p:sp>
          <p:sp>
            <p:nvSpPr>
              <p:cNvPr id="1611" name="Google Shape;1611;p68"/>
              <p:cNvSpPr txBox="1"/>
              <p:nvPr/>
            </p:nvSpPr>
            <p:spPr>
              <a:xfrm>
                <a:off x="1740" y="2463"/>
                <a:ext cx="276" cy="231"/>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800">
                    <a:solidFill>
                      <a:schemeClr val="dk1"/>
                    </a:solidFill>
                    <a:latin typeface="Arial"/>
                    <a:ea typeface="Arial"/>
                    <a:cs typeface="Arial"/>
                    <a:sym typeface="Arial"/>
                  </a:rPr>
                  <a:t>50</a:t>
                </a:r>
                <a:endParaRPr/>
              </a:p>
            </p:txBody>
          </p:sp>
          <p:sp>
            <p:nvSpPr>
              <p:cNvPr id="1612" name="Google Shape;1612;p68"/>
              <p:cNvSpPr txBox="1"/>
              <p:nvPr/>
            </p:nvSpPr>
            <p:spPr>
              <a:xfrm>
                <a:off x="1740" y="2655"/>
                <a:ext cx="276" cy="231"/>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800">
                    <a:solidFill>
                      <a:schemeClr val="dk1"/>
                    </a:solidFill>
                    <a:latin typeface="Arial"/>
                    <a:ea typeface="Arial"/>
                    <a:cs typeface="Arial"/>
                    <a:sym typeface="Arial"/>
                  </a:rPr>
                  <a:t>40</a:t>
                </a:r>
                <a:endParaRPr/>
              </a:p>
            </p:txBody>
          </p:sp>
          <p:sp>
            <p:nvSpPr>
              <p:cNvPr id="1613" name="Google Shape;1613;p68"/>
              <p:cNvSpPr txBox="1"/>
              <p:nvPr/>
            </p:nvSpPr>
            <p:spPr>
              <a:xfrm>
                <a:off x="1740" y="2847"/>
                <a:ext cx="276" cy="231"/>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800">
                    <a:solidFill>
                      <a:schemeClr val="dk1"/>
                    </a:solidFill>
                    <a:latin typeface="Arial"/>
                    <a:ea typeface="Arial"/>
                    <a:cs typeface="Arial"/>
                    <a:sym typeface="Arial"/>
                  </a:rPr>
                  <a:t>30</a:t>
                </a:r>
                <a:endParaRPr/>
              </a:p>
            </p:txBody>
          </p:sp>
          <p:sp>
            <p:nvSpPr>
              <p:cNvPr id="1614" name="Google Shape;1614;p68"/>
              <p:cNvSpPr txBox="1"/>
              <p:nvPr/>
            </p:nvSpPr>
            <p:spPr>
              <a:xfrm>
                <a:off x="1746" y="3039"/>
                <a:ext cx="276" cy="231"/>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800">
                    <a:solidFill>
                      <a:schemeClr val="dk1"/>
                    </a:solidFill>
                    <a:latin typeface="Arial"/>
                    <a:ea typeface="Arial"/>
                    <a:cs typeface="Arial"/>
                    <a:sym typeface="Arial"/>
                  </a:rPr>
                  <a:t>20</a:t>
                </a:r>
                <a:endParaRPr/>
              </a:p>
            </p:txBody>
          </p:sp>
          <p:sp>
            <p:nvSpPr>
              <p:cNvPr id="1615" name="Google Shape;1615;p68"/>
              <p:cNvSpPr txBox="1"/>
              <p:nvPr/>
            </p:nvSpPr>
            <p:spPr>
              <a:xfrm>
                <a:off x="1746" y="3231"/>
                <a:ext cx="276" cy="231"/>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800">
                    <a:solidFill>
                      <a:schemeClr val="dk1"/>
                    </a:solidFill>
                    <a:latin typeface="Arial"/>
                    <a:ea typeface="Arial"/>
                    <a:cs typeface="Arial"/>
                    <a:sym typeface="Arial"/>
                  </a:rPr>
                  <a:t>10</a:t>
                </a:r>
                <a:endParaRPr/>
              </a:p>
            </p:txBody>
          </p:sp>
          <p:grpSp>
            <p:nvGrpSpPr>
              <p:cNvPr id="1616" name="Google Shape;1616;p68"/>
              <p:cNvGrpSpPr/>
              <p:nvPr/>
            </p:nvGrpSpPr>
            <p:grpSpPr>
              <a:xfrm>
                <a:off x="2044" y="2594"/>
                <a:ext cx="2880" cy="960"/>
                <a:chOff x="2044" y="2594"/>
                <a:chExt cx="2880" cy="960"/>
              </a:xfrm>
            </p:grpSpPr>
            <p:sp>
              <p:nvSpPr>
                <p:cNvPr id="1617" name="Google Shape;1617;p68"/>
                <p:cNvSpPr/>
                <p:nvPr/>
              </p:nvSpPr>
              <p:spPr>
                <a:xfrm>
                  <a:off x="2044" y="3362"/>
                  <a:ext cx="720" cy="192"/>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618" name="Google Shape;1618;p68"/>
                <p:cNvSpPr/>
                <p:nvPr/>
              </p:nvSpPr>
              <p:spPr>
                <a:xfrm>
                  <a:off x="2764" y="3362"/>
                  <a:ext cx="720" cy="192"/>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619" name="Google Shape;1619;p68"/>
                <p:cNvSpPr/>
                <p:nvPr/>
              </p:nvSpPr>
              <p:spPr>
                <a:xfrm>
                  <a:off x="3484" y="3362"/>
                  <a:ext cx="720" cy="192"/>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620" name="Google Shape;1620;p68"/>
                <p:cNvSpPr/>
                <p:nvPr/>
              </p:nvSpPr>
              <p:spPr>
                <a:xfrm>
                  <a:off x="4204" y="3362"/>
                  <a:ext cx="720" cy="192"/>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621" name="Google Shape;1621;p68"/>
                <p:cNvSpPr/>
                <p:nvPr/>
              </p:nvSpPr>
              <p:spPr>
                <a:xfrm>
                  <a:off x="2044" y="3170"/>
                  <a:ext cx="720" cy="192"/>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622" name="Google Shape;1622;p68"/>
                <p:cNvSpPr/>
                <p:nvPr/>
              </p:nvSpPr>
              <p:spPr>
                <a:xfrm>
                  <a:off x="2764" y="3170"/>
                  <a:ext cx="720" cy="192"/>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623" name="Google Shape;1623;p68"/>
                <p:cNvSpPr/>
                <p:nvPr/>
              </p:nvSpPr>
              <p:spPr>
                <a:xfrm>
                  <a:off x="3484" y="3170"/>
                  <a:ext cx="720" cy="192"/>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624" name="Google Shape;1624;p68"/>
                <p:cNvSpPr/>
                <p:nvPr/>
              </p:nvSpPr>
              <p:spPr>
                <a:xfrm>
                  <a:off x="4204" y="3170"/>
                  <a:ext cx="720" cy="192"/>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625" name="Google Shape;1625;p68"/>
                <p:cNvSpPr/>
                <p:nvPr/>
              </p:nvSpPr>
              <p:spPr>
                <a:xfrm>
                  <a:off x="2044" y="2978"/>
                  <a:ext cx="720" cy="192"/>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626" name="Google Shape;1626;p68"/>
                <p:cNvSpPr/>
                <p:nvPr/>
              </p:nvSpPr>
              <p:spPr>
                <a:xfrm>
                  <a:off x="2764" y="2978"/>
                  <a:ext cx="720" cy="192"/>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627" name="Google Shape;1627;p68"/>
                <p:cNvSpPr/>
                <p:nvPr/>
              </p:nvSpPr>
              <p:spPr>
                <a:xfrm>
                  <a:off x="3484" y="2978"/>
                  <a:ext cx="720" cy="192"/>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628" name="Google Shape;1628;p68"/>
                <p:cNvSpPr/>
                <p:nvPr/>
              </p:nvSpPr>
              <p:spPr>
                <a:xfrm>
                  <a:off x="4204" y="2978"/>
                  <a:ext cx="720" cy="192"/>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629" name="Google Shape;1629;p68"/>
                <p:cNvSpPr/>
                <p:nvPr/>
              </p:nvSpPr>
              <p:spPr>
                <a:xfrm>
                  <a:off x="2044" y="2786"/>
                  <a:ext cx="720" cy="192"/>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630" name="Google Shape;1630;p68"/>
                <p:cNvSpPr/>
                <p:nvPr/>
              </p:nvSpPr>
              <p:spPr>
                <a:xfrm>
                  <a:off x="2764" y="2786"/>
                  <a:ext cx="720" cy="192"/>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631" name="Google Shape;1631;p68"/>
                <p:cNvSpPr/>
                <p:nvPr/>
              </p:nvSpPr>
              <p:spPr>
                <a:xfrm>
                  <a:off x="3484" y="2786"/>
                  <a:ext cx="720" cy="192"/>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632" name="Google Shape;1632;p68"/>
                <p:cNvSpPr/>
                <p:nvPr/>
              </p:nvSpPr>
              <p:spPr>
                <a:xfrm>
                  <a:off x="4204" y="2786"/>
                  <a:ext cx="720" cy="192"/>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633" name="Google Shape;1633;p68"/>
                <p:cNvSpPr/>
                <p:nvPr/>
              </p:nvSpPr>
              <p:spPr>
                <a:xfrm>
                  <a:off x="2044" y="2594"/>
                  <a:ext cx="720" cy="192"/>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634" name="Google Shape;1634;p68"/>
                <p:cNvSpPr/>
                <p:nvPr/>
              </p:nvSpPr>
              <p:spPr>
                <a:xfrm>
                  <a:off x="2764" y="2594"/>
                  <a:ext cx="720" cy="192"/>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635" name="Google Shape;1635;p68"/>
                <p:cNvSpPr/>
                <p:nvPr/>
              </p:nvSpPr>
              <p:spPr>
                <a:xfrm>
                  <a:off x="3484" y="2594"/>
                  <a:ext cx="720" cy="192"/>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636" name="Google Shape;1636;p68"/>
                <p:cNvSpPr/>
                <p:nvPr/>
              </p:nvSpPr>
              <p:spPr>
                <a:xfrm>
                  <a:off x="4204" y="2594"/>
                  <a:ext cx="720" cy="192"/>
                </a:xfrm>
                <a:prstGeom prst="rect">
                  <a:avLst/>
                </a:prstGeom>
                <a:solidFill>
                  <a:srgbClr val="EAEAEA"/>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grpSp>
          <p:cxnSp>
            <p:nvCxnSpPr>
              <p:cNvPr id="1637" name="Google Shape;1637;p68"/>
              <p:cNvCxnSpPr/>
              <p:nvPr/>
            </p:nvCxnSpPr>
            <p:spPr>
              <a:xfrm>
                <a:off x="2052" y="3555"/>
                <a:ext cx="3024" cy="0"/>
              </a:xfrm>
              <a:prstGeom prst="straightConnector1">
                <a:avLst/>
              </a:prstGeom>
              <a:noFill/>
              <a:ln cap="flat" cmpd="sng" w="19050">
                <a:solidFill>
                  <a:schemeClr val="dk1"/>
                </a:solidFill>
                <a:prstDash val="solid"/>
                <a:round/>
                <a:headEnd len="med" w="med" type="none"/>
                <a:tailEnd len="med" w="med" type="triangle"/>
              </a:ln>
            </p:spPr>
          </p:cxnSp>
          <p:sp>
            <p:nvSpPr>
              <p:cNvPr id="1638" name="Google Shape;1638;p68"/>
              <p:cNvSpPr txBox="1"/>
              <p:nvPr/>
            </p:nvSpPr>
            <p:spPr>
              <a:xfrm>
                <a:off x="5076" y="3439"/>
                <a:ext cx="156" cy="2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800">
                    <a:solidFill>
                      <a:schemeClr val="dk1"/>
                    </a:solidFill>
                    <a:latin typeface="Arial"/>
                    <a:ea typeface="Arial"/>
                    <a:cs typeface="Arial"/>
                    <a:sym typeface="Arial"/>
                  </a:rPr>
                  <a:t>t</a:t>
                </a:r>
                <a:endParaRPr/>
              </a:p>
            </p:txBody>
          </p:sp>
          <p:sp>
            <p:nvSpPr>
              <p:cNvPr id="1639" name="Google Shape;1639;p68"/>
              <p:cNvSpPr txBox="1"/>
              <p:nvPr/>
            </p:nvSpPr>
            <p:spPr>
              <a:xfrm>
                <a:off x="3031" y="3653"/>
                <a:ext cx="820" cy="2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TIME (sec)</a:t>
                </a:r>
                <a:endParaRPr/>
              </a:p>
            </p:txBody>
          </p:sp>
          <p:sp>
            <p:nvSpPr>
              <p:cNvPr id="1640" name="Google Shape;1640;p68"/>
              <p:cNvSpPr txBox="1"/>
              <p:nvPr/>
            </p:nvSpPr>
            <p:spPr>
              <a:xfrm>
                <a:off x="2009" y="3520"/>
                <a:ext cx="196" cy="231"/>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800">
                    <a:solidFill>
                      <a:schemeClr val="dk1"/>
                    </a:solidFill>
                    <a:latin typeface="Arial"/>
                    <a:ea typeface="Arial"/>
                    <a:cs typeface="Arial"/>
                    <a:sym typeface="Arial"/>
                  </a:rPr>
                  <a:t>0</a:t>
                </a:r>
                <a:endParaRPr/>
              </a:p>
            </p:txBody>
          </p:sp>
          <p:sp>
            <p:nvSpPr>
              <p:cNvPr id="1641" name="Google Shape;1641;p68"/>
              <p:cNvSpPr txBox="1"/>
              <p:nvPr/>
            </p:nvSpPr>
            <p:spPr>
              <a:xfrm>
                <a:off x="2660" y="3521"/>
                <a:ext cx="196" cy="231"/>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800">
                    <a:solidFill>
                      <a:schemeClr val="dk1"/>
                    </a:solidFill>
                    <a:latin typeface="Arial"/>
                    <a:ea typeface="Arial"/>
                    <a:cs typeface="Arial"/>
                    <a:sym typeface="Arial"/>
                  </a:rPr>
                  <a:t>5</a:t>
                </a:r>
                <a:endParaRPr/>
              </a:p>
            </p:txBody>
          </p:sp>
          <p:sp>
            <p:nvSpPr>
              <p:cNvPr id="1642" name="Google Shape;1642;p68"/>
              <p:cNvSpPr txBox="1"/>
              <p:nvPr/>
            </p:nvSpPr>
            <p:spPr>
              <a:xfrm>
                <a:off x="3330" y="3514"/>
                <a:ext cx="276" cy="231"/>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800">
                    <a:solidFill>
                      <a:schemeClr val="dk1"/>
                    </a:solidFill>
                    <a:latin typeface="Arial"/>
                    <a:ea typeface="Arial"/>
                    <a:cs typeface="Arial"/>
                    <a:sym typeface="Arial"/>
                  </a:rPr>
                  <a:t>10</a:t>
                </a:r>
                <a:endParaRPr/>
              </a:p>
            </p:txBody>
          </p:sp>
          <p:sp>
            <p:nvSpPr>
              <p:cNvPr id="1643" name="Google Shape;1643;p68"/>
              <p:cNvSpPr txBox="1"/>
              <p:nvPr/>
            </p:nvSpPr>
            <p:spPr>
              <a:xfrm>
                <a:off x="4058" y="3513"/>
                <a:ext cx="276" cy="231"/>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800">
                    <a:solidFill>
                      <a:schemeClr val="dk1"/>
                    </a:solidFill>
                    <a:latin typeface="Arial"/>
                    <a:ea typeface="Arial"/>
                    <a:cs typeface="Arial"/>
                    <a:sym typeface="Arial"/>
                  </a:rPr>
                  <a:t>15</a:t>
                </a:r>
                <a:endParaRPr/>
              </a:p>
            </p:txBody>
          </p:sp>
          <p:sp>
            <p:nvSpPr>
              <p:cNvPr id="1644" name="Google Shape;1644;p68"/>
              <p:cNvSpPr txBox="1"/>
              <p:nvPr/>
            </p:nvSpPr>
            <p:spPr>
              <a:xfrm>
                <a:off x="4770" y="3511"/>
                <a:ext cx="276" cy="231"/>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800">
                    <a:solidFill>
                      <a:schemeClr val="dk1"/>
                    </a:solidFill>
                    <a:latin typeface="Arial"/>
                    <a:ea typeface="Arial"/>
                    <a:cs typeface="Arial"/>
                    <a:sym typeface="Arial"/>
                  </a:rPr>
                  <a:t>20</a:t>
                </a:r>
                <a:endParaRPr/>
              </a:p>
            </p:txBody>
          </p:sp>
        </p:grpSp>
        <p:cxnSp>
          <p:nvCxnSpPr>
            <p:cNvPr id="1645" name="Google Shape;1645;p68"/>
            <p:cNvCxnSpPr/>
            <p:nvPr/>
          </p:nvCxnSpPr>
          <p:spPr>
            <a:xfrm flipH="1">
              <a:off x="2079" y="2593"/>
              <a:ext cx="2880" cy="568"/>
            </a:xfrm>
            <a:prstGeom prst="straightConnector1">
              <a:avLst/>
            </a:prstGeom>
            <a:noFill/>
            <a:ln cap="flat" cmpd="sng" w="28575">
              <a:solidFill>
                <a:srgbClr val="FF0000"/>
              </a:solidFill>
              <a:prstDash val="solid"/>
              <a:round/>
              <a:headEnd len="med" w="med" type="none"/>
              <a:tailEnd len="med" w="med" type="none"/>
            </a:ln>
          </p:spPr>
        </p:cxnSp>
      </p:grpSp>
      <p:sp>
        <p:nvSpPr>
          <p:cNvPr id="1646" name="Google Shape;1646;p68"/>
          <p:cNvSpPr/>
          <p:nvPr/>
        </p:nvSpPr>
        <p:spPr>
          <a:xfrm>
            <a:off x="3983038" y="3708400"/>
            <a:ext cx="4572000" cy="901700"/>
          </a:xfrm>
          <a:custGeom>
            <a:rect b="b" l="l" r="r" t="t"/>
            <a:pathLst>
              <a:path extrusionOk="0" h="568" w="2880">
                <a:moveTo>
                  <a:pt x="0" y="568"/>
                </a:moveTo>
                <a:lnTo>
                  <a:pt x="2880" y="0"/>
                </a:lnTo>
                <a:lnTo>
                  <a:pt x="2880" y="568"/>
                </a:lnTo>
                <a:lnTo>
                  <a:pt x="0" y="568"/>
                </a:lnTo>
                <a:close/>
              </a:path>
            </a:pathLst>
          </a:custGeom>
          <a:solidFill>
            <a:srgbClr val="FFC000">
              <a:alpha val="46666"/>
            </a:srgbClr>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05">
                                            <p:txEl>
                                              <p:pRg end="0" st="0"/>
                                            </p:txEl>
                                          </p:spTgt>
                                        </p:tgtEl>
                                        <p:attrNameLst>
                                          <p:attrName>style.visibility</p:attrName>
                                        </p:attrNameLst>
                                      </p:cBhvr>
                                      <p:to>
                                        <p:strVal val="visible"/>
                                      </p:to>
                                    </p:set>
                                    <p:anim calcmode="lin" valueType="num">
                                      <p:cBhvr additive="base">
                                        <p:cTn dur="500"/>
                                        <p:tgtEl>
                                          <p:spTgt spid="1605">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05">
                                            <p:txEl>
                                              <p:pRg end="1" st="1"/>
                                            </p:txEl>
                                          </p:spTgt>
                                        </p:tgtEl>
                                        <p:attrNameLst>
                                          <p:attrName>style.visibility</p:attrName>
                                        </p:attrNameLst>
                                      </p:cBhvr>
                                      <p:to>
                                        <p:strVal val="visible"/>
                                      </p:to>
                                    </p:set>
                                    <p:anim calcmode="lin" valueType="num">
                                      <p:cBhvr additive="base">
                                        <p:cTn dur="500"/>
                                        <p:tgtEl>
                                          <p:spTgt spid="1605">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05">
                                            <p:txEl>
                                              <p:pRg end="2" st="2"/>
                                            </p:txEl>
                                          </p:spTgt>
                                        </p:tgtEl>
                                        <p:attrNameLst>
                                          <p:attrName>style.visibility</p:attrName>
                                        </p:attrNameLst>
                                      </p:cBhvr>
                                      <p:to>
                                        <p:strVal val="visible"/>
                                      </p:to>
                                    </p:set>
                                    <p:anim calcmode="lin" valueType="num">
                                      <p:cBhvr additive="base">
                                        <p:cTn dur="500"/>
                                        <p:tgtEl>
                                          <p:spTgt spid="1605">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05">
                                            <p:txEl>
                                              <p:pRg end="3" st="3"/>
                                            </p:txEl>
                                          </p:spTgt>
                                        </p:tgtEl>
                                        <p:attrNameLst>
                                          <p:attrName>style.visibility</p:attrName>
                                        </p:attrNameLst>
                                      </p:cBhvr>
                                      <p:to>
                                        <p:strVal val="visible"/>
                                      </p:to>
                                    </p:set>
                                    <p:anim calcmode="lin" valueType="num">
                                      <p:cBhvr additive="base">
                                        <p:cTn dur="500"/>
                                        <p:tgtEl>
                                          <p:spTgt spid="1605">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05">
                                            <p:txEl>
                                              <p:pRg end="4" st="4"/>
                                            </p:txEl>
                                          </p:spTgt>
                                        </p:tgtEl>
                                        <p:attrNameLst>
                                          <p:attrName>style.visibility</p:attrName>
                                        </p:attrNameLst>
                                      </p:cBhvr>
                                      <p:to>
                                        <p:strVal val="visible"/>
                                      </p:to>
                                    </p:set>
                                    <p:anim calcmode="lin" valueType="num">
                                      <p:cBhvr additive="base">
                                        <p:cTn dur="500"/>
                                        <p:tgtEl>
                                          <p:spTgt spid="1605">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05">
                                            <p:txEl>
                                              <p:pRg end="5" st="5"/>
                                            </p:txEl>
                                          </p:spTgt>
                                        </p:tgtEl>
                                        <p:attrNameLst>
                                          <p:attrName>style.visibility</p:attrName>
                                        </p:attrNameLst>
                                      </p:cBhvr>
                                      <p:to>
                                        <p:strVal val="visible"/>
                                      </p:to>
                                    </p:set>
                                    <p:anim calcmode="lin" valueType="num">
                                      <p:cBhvr additive="base">
                                        <p:cTn dur="500"/>
                                        <p:tgtEl>
                                          <p:spTgt spid="1605">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05">
                                            <p:txEl>
                                              <p:pRg end="6" st="6"/>
                                            </p:txEl>
                                          </p:spTgt>
                                        </p:tgtEl>
                                        <p:attrNameLst>
                                          <p:attrName>style.visibility</p:attrName>
                                        </p:attrNameLst>
                                      </p:cBhvr>
                                      <p:to>
                                        <p:strVal val="visible"/>
                                      </p:to>
                                    </p:set>
                                    <p:anim calcmode="lin" valueType="num">
                                      <p:cBhvr additive="base">
                                        <p:cTn dur="500"/>
                                        <p:tgtEl>
                                          <p:spTgt spid="1605">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05">
                                            <p:txEl>
                                              <p:pRg end="7" st="7"/>
                                            </p:txEl>
                                          </p:spTgt>
                                        </p:tgtEl>
                                        <p:attrNameLst>
                                          <p:attrName>style.visibility</p:attrName>
                                        </p:attrNameLst>
                                      </p:cBhvr>
                                      <p:to>
                                        <p:strVal val="visible"/>
                                      </p:to>
                                    </p:set>
                                    <p:anim calcmode="lin" valueType="num">
                                      <p:cBhvr additive="base">
                                        <p:cTn dur="500"/>
                                        <p:tgtEl>
                                          <p:spTgt spid="1605">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606"/>
                                        </p:tgtEl>
                                        <p:attrNameLst>
                                          <p:attrName>style.visibility</p:attrName>
                                        </p:attrNameLst>
                                      </p:cBhvr>
                                      <p:to>
                                        <p:strVal val="visible"/>
                                      </p:to>
                                    </p:set>
                                    <p:anim calcmode="lin" valueType="num">
                                      <p:cBhvr additive="base">
                                        <p:cTn dur="500"/>
                                        <p:tgtEl>
                                          <p:spTgt spid="1606"/>
                                        </p:tgtEl>
                                        <p:attrNameLst>
                                          <p:attrName>ppt_w</p:attrName>
                                        </p:attrNameLst>
                                      </p:cBhvr>
                                      <p:tavLst>
                                        <p:tav fmla="" tm="0">
                                          <p:val>
                                            <p:strVal val="0"/>
                                          </p:val>
                                        </p:tav>
                                        <p:tav fmla="" tm="100000">
                                          <p:val>
                                            <p:strVal val="#ppt_w"/>
                                          </p:val>
                                        </p:tav>
                                      </p:tavLst>
                                    </p:anim>
                                    <p:anim calcmode="lin" valueType="num">
                                      <p:cBhvr additive="base">
                                        <p:cTn dur="500"/>
                                        <p:tgtEl>
                                          <p:spTgt spid="1606"/>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46"/>
                                        </p:tgtEl>
                                        <p:attrNameLst>
                                          <p:attrName>style.visibility</p:attrName>
                                        </p:attrNameLst>
                                      </p:cBhvr>
                                      <p:to>
                                        <p:strVal val="visible"/>
                                      </p:to>
                                    </p:set>
                                    <p:animEffect filter="fade" transition="in">
                                      <p:cBhvr>
                                        <p:cTn dur="2000"/>
                                        <p:tgtEl>
                                          <p:spTgt spid="164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1" name="Shape 1651"/>
        <p:cNvGrpSpPr/>
        <p:nvPr/>
      </p:nvGrpSpPr>
      <p:grpSpPr>
        <a:xfrm>
          <a:off x="0" y="0"/>
          <a:ext cx="0" cy="0"/>
          <a:chOff x="0" y="0"/>
          <a:chExt cx="0" cy="0"/>
        </a:xfrm>
      </p:grpSpPr>
      <p:sp>
        <p:nvSpPr>
          <p:cNvPr id="1652" name="Google Shape;1652;p69"/>
          <p:cNvSpPr/>
          <p:nvPr/>
        </p:nvSpPr>
        <p:spPr>
          <a:xfrm>
            <a:off x="685800" y="1549400"/>
            <a:ext cx="7772400" cy="2792413"/>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accent2"/>
              </a:buClr>
              <a:buSzPts val="2400"/>
              <a:buFont typeface="Arial"/>
              <a:buNone/>
            </a:pPr>
            <a:r>
              <a:rPr i="1" lang="en-US" sz="2400">
                <a:solidFill>
                  <a:schemeClr val="accent2"/>
                </a:solidFill>
                <a:latin typeface="Arial"/>
                <a:ea typeface="Arial"/>
                <a:cs typeface="Arial"/>
                <a:sym typeface="Arial"/>
              </a:rPr>
              <a:t>Qualitatively describing the effect of fluid resistance on falling objects or projectiles, including reaching terminal speed</a:t>
            </a:r>
            <a:r>
              <a:rPr i="1" lang="en-US" sz="2000">
                <a:solidFill>
                  <a:schemeClr val="dk1"/>
                </a:solidFill>
                <a:latin typeface="Courier New"/>
                <a:ea typeface="Courier New"/>
                <a:cs typeface="Courier New"/>
                <a:sym typeface="Courier New"/>
              </a:rPr>
              <a:t>	</a:t>
            </a:r>
            <a:endParaRPr/>
          </a:p>
          <a:p>
            <a:pPr indent="0" lvl="0" marL="0" marR="0" rtl="0" algn="l">
              <a:spcBef>
                <a:spcPts val="480"/>
              </a:spcBef>
              <a:spcAft>
                <a:spcPts val="0"/>
              </a:spcAft>
              <a:buClr>
                <a:schemeClr val="dk1"/>
              </a:buClr>
              <a:buSzPts val="2000"/>
              <a:buFont typeface="Courier New"/>
              <a:buNone/>
            </a:pPr>
            <a:r>
              <a:rPr lang="en-US" sz="2000">
                <a:solidFill>
                  <a:schemeClr val="dk1"/>
                </a:solidFill>
                <a:latin typeface="Courier New"/>
                <a:ea typeface="Courier New"/>
                <a:cs typeface="Courier New"/>
                <a:sym typeface="Courier New"/>
              </a:rPr>
              <a:t>	</a:t>
            </a:r>
            <a:r>
              <a:rPr lang="en-US" sz="2400">
                <a:solidFill>
                  <a:schemeClr val="dk1"/>
                </a:solidFill>
                <a:latin typeface="Arial"/>
                <a:ea typeface="Arial"/>
                <a:cs typeface="Arial"/>
                <a:sym typeface="Arial"/>
              </a:rPr>
              <a:t>-Students should know what is meant by 	terminal speed. </a:t>
            </a:r>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	-This is when the drag force exactly 	balances the weight.</a:t>
            </a:r>
            <a:endParaRPr/>
          </a:p>
        </p:txBody>
      </p:sp>
      <p:sp>
        <p:nvSpPr>
          <p:cNvPr id="1653" name="Google Shape;1653;p69"/>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2: Mechanics</a:t>
            </a:r>
            <a:br>
              <a:rPr b="1" lang="en-US" sz="2800"/>
            </a:br>
            <a:r>
              <a:rPr lang="en-US" sz="2800">
                <a:solidFill>
                  <a:schemeClr val="dk1"/>
                </a:solidFill>
              </a:rPr>
              <a:t>2.1 – Motion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52">
                                            <p:txEl>
                                              <p:pRg end="0" st="0"/>
                                            </p:txEl>
                                          </p:spTgt>
                                        </p:tgtEl>
                                        <p:attrNameLst>
                                          <p:attrName>style.visibility</p:attrName>
                                        </p:attrNameLst>
                                      </p:cBhvr>
                                      <p:to>
                                        <p:strVal val="visible"/>
                                      </p:to>
                                    </p:set>
                                    <p:anim calcmode="lin" valueType="num">
                                      <p:cBhvr additive="base">
                                        <p:cTn dur="500"/>
                                        <p:tgtEl>
                                          <p:spTgt spid="1652">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52">
                                            <p:txEl>
                                              <p:pRg end="1" st="1"/>
                                            </p:txEl>
                                          </p:spTgt>
                                        </p:tgtEl>
                                        <p:attrNameLst>
                                          <p:attrName>style.visibility</p:attrName>
                                        </p:attrNameLst>
                                      </p:cBhvr>
                                      <p:to>
                                        <p:strVal val="visible"/>
                                      </p:to>
                                    </p:set>
                                    <p:anim calcmode="lin" valueType="num">
                                      <p:cBhvr additive="base">
                                        <p:cTn dur="500"/>
                                        <p:tgtEl>
                                          <p:spTgt spid="1652">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52">
                                            <p:txEl>
                                              <p:pRg end="2" st="2"/>
                                            </p:txEl>
                                          </p:spTgt>
                                        </p:tgtEl>
                                        <p:attrNameLst>
                                          <p:attrName>style.visibility</p:attrName>
                                        </p:attrNameLst>
                                      </p:cBhvr>
                                      <p:to>
                                        <p:strVal val="visible"/>
                                      </p:to>
                                    </p:set>
                                    <p:anim calcmode="lin" valueType="num">
                                      <p:cBhvr additive="base">
                                        <p:cTn dur="500"/>
                                        <p:tgtEl>
                                          <p:spTgt spid="1652">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8" name="Shape 1658"/>
        <p:cNvGrpSpPr/>
        <p:nvPr/>
      </p:nvGrpSpPr>
      <p:grpSpPr>
        <a:xfrm>
          <a:off x="0" y="0"/>
          <a:ext cx="0" cy="0"/>
          <a:chOff x="0" y="0"/>
          <a:chExt cx="0" cy="0"/>
        </a:xfrm>
      </p:grpSpPr>
      <p:sp>
        <p:nvSpPr>
          <p:cNvPr id="1659" name="Google Shape;1659;p70"/>
          <p:cNvSpPr/>
          <p:nvPr/>
        </p:nvSpPr>
        <p:spPr>
          <a:xfrm>
            <a:off x="685800" y="1549400"/>
            <a:ext cx="5834063" cy="5308600"/>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accent2"/>
              </a:buClr>
              <a:buSzPts val="2400"/>
              <a:buFont typeface="Arial"/>
              <a:buNone/>
            </a:pPr>
            <a:r>
              <a:rPr i="1" lang="en-US" sz="2400">
                <a:solidFill>
                  <a:schemeClr val="accent2"/>
                </a:solidFill>
                <a:latin typeface="Arial"/>
                <a:ea typeface="Arial"/>
                <a:cs typeface="Arial"/>
                <a:sym typeface="Arial"/>
              </a:rPr>
              <a:t>Qualitatively describing the effect of fluid resistance on falling objects or projectiles, including reaching terminal speed</a:t>
            </a:r>
            <a:endParaRPr sz="2000">
              <a:solidFill>
                <a:schemeClr val="dk1"/>
              </a:solidFill>
              <a:latin typeface="Courier New"/>
              <a:ea typeface="Courier New"/>
              <a:cs typeface="Courier New"/>
              <a:sym typeface="Courier New"/>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∙Suppose a blue whale suddenly materializes high above the ground.</a:t>
            </a:r>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∙The drag force </a:t>
            </a:r>
            <a:r>
              <a:rPr i="1" lang="en-US" sz="2400">
                <a:solidFill>
                  <a:schemeClr val="dk1"/>
                </a:solidFill>
                <a:latin typeface="Arial"/>
                <a:ea typeface="Arial"/>
                <a:cs typeface="Arial"/>
                <a:sym typeface="Arial"/>
              </a:rPr>
              <a:t>D</a:t>
            </a:r>
            <a:r>
              <a:rPr lang="en-US" sz="2400">
                <a:solidFill>
                  <a:schemeClr val="dk1"/>
                </a:solidFill>
                <a:latin typeface="Arial"/>
                <a:ea typeface="Arial"/>
                <a:cs typeface="Arial"/>
                <a:sym typeface="Arial"/>
              </a:rPr>
              <a:t> is proportional to            the speed squared.</a:t>
            </a:r>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∙Thus, as the whale picks up speed,           the drag force increases.</a:t>
            </a:r>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∙Once the drag force equals the              whale’s weight, the whale will stop accelerating.</a:t>
            </a:r>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∙It has reached </a:t>
            </a:r>
            <a:r>
              <a:rPr b="1" lang="en-US" sz="2400">
                <a:solidFill>
                  <a:schemeClr val="dk1"/>
                </a:solidFill>
                <a:latin typeface="Arial"/>
                <a:ea typeface="Arial"/>
                <a:cs typeface="Arial"/>
                <a:sym typeface="Arial"/>
              </a:rPr>
              <a:t>terminal speed</a:t>
            </a:r>
            <a:r>
              <a:rPr lang="en-US" sz="2400">
                <a:solidFill>
                  <a:schemeClr val="dk1"/>
                </a:solidFill>
                <a:latin typeface="Arial"/>
                <a:ea typeface="Arial"/>
                <a:cs typeface="Arial"/>
                <a:sym typeface="Arial"/>
              </a:rPr>
              <a:t>.</a:t>
            </a:r>
            <a:endParaRPr/>
          </a:p>
        </p:txBody>
      </p:sp>
      <p:sp>
        <p:nvSpPr>
          <p:cNvPr id="1660" name="Google Shape;1660;p70"/>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2: Mechanics</a:t>
            </a:r>
            <a:br>
              <a:rPr b="1" lang="en-US" sz="2800"/>
            </a:br>
            <a:r>
              <a:rPr lang="en-US" sz="2800">
                <a:solidFill>
                  <a:schemeClr val="dk1"/>
                </a:solidFill>
              </a:rPr>
              <a:t>2.1 – Motion</a:t>
            </a:r>
            <a:endParaRPr/>
          </a:p>
        </p:txBody>
      </p:sp>
      <p:grpSp>
        <p:nvGrpSpPr>
          <p:cNvPr id="1661" name="Google Shape;1661;p70"/>
          <p:cNvGrpSpPr/>
          <p:nvPr/>
        </p:nvGrpSpPr>
        <p:grpSpPr>
          <a:xfrm>
            <a:off x="6140450" y="4352925"/>
            <a:ext cx="2724150" cy="2505075"/>
            <a:chOff x="3868" y="2742"/>
            <a:chExt cx="1716" cy="1578"/>
          </a:xfrm>
        </p:grpSpPr>
        <p:grpSp>
          <p:nvGrpSpPr>
            <p:cNvPr id="1662" name="Google Shape;1662;p70"/>
            <p:cNvGrpSpPr/>
            <p:nvPr/>
          </p:nvGrpSpPr>
          <p:grpSpPr>
            <a:xfrm>
              <a:off x="4329" y="3108"/>
              <a:ext cx="1255" cy="1188"/>
              <a:chOff x="4132" y="3132"/>
              <a:chExt cx="1255" cy="1188"/>
            </a:xfrm>
          </p:grpSpPr>
          <p:sp>
            <p:nvSpPr>
              <p:cNvPr id="1663" name="Google Shape;1663;p70"/>
              <p:cNvSpPr/>
              <p:nvPr/>
            </p:nvSpPr>
            <p:spPr>
              <a:xfrm>
                <a:off x="5108" y="3770"/>
                <a:ext cx="77" cy="77"/>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grpSp>
            <p:nvGrpSpPr>
              <p:cNvPr id="1664" name="Google Shape;1664;p70"/>
              <p:cNvGrpSpPr/>
              <p:nvPr/>
            </p:nvGrpSpPr>
            <p:grpSpPr>
              <a:xfrm>
                <a:off x="5146" y="3235"/>
                <a:ext cx="216" cy="938"/>
                <a:chOff x="960" y="2902"/>
                <a:chExt cx="216" cy="938"/>
              </a:xfrm>
            </p:grpSpPr>
            <p:cxnSp>
              <p:nvCxnSpPr>
                <p:cNvPr id="1665" name="Google Shape;1665;p70"/>
                <p:cNvCxnSpPr/>
                <p:nvPr/>
              </p:nvCxnSpPr>
              <p:spPr>
                <a:xfrm rot="10800000">
                  <a:off x="960" y="2995"/>
                  <a:ext cx="0" cy="845"/>
                </a:xfrm>
                <a:prstGeom prst="straightConnector1">
                  <a:avLst/>
                </a:prstGeom>
                <a:noFill/>
                <a:ln cap="flat" cmpd="sng" w="9525">
                  <a:solidFill>
                    <a:schemeClr val="dk1"/>
                  </a:solidFill>
                  <a:prstDash val="solid"/>
                  <a:round/>
                  <a:headEnd len="med" w="med" type="none"/>
                  <a:tailEnd len="med" w="med" type="triangle"/>
                </a:ln>
              </p:spPr>
            </p:cxnSp>
            <p:sp>
              <p:nvSpPr>
                <p:cNvPr id="1666" name="Google Shape;1666;p70"/>
                <p:cNvSpPr txBox="1"/>
                <p:nvPr/>
              </p:nvSpPr>
              <p:spPr>
                <a:xfrm>
                  <a:off x="988" y="2902"/>
                  <a:ext cx="188" cy="2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800">
                      <a:solidFill>
                        <a:schemeClr val="dk1"/>
                      </a:solidFill>
                      <a:latin typeface="Arial"/>
                      <a:ea typeface="Arial"/>
                      <a:cs typeface="Arial"/>
                      <a:sym typeface="Arial"/>
                    </a:rPr>
                    <a:t>y</a:t>
                  </a:r>
                  <a:endParaRPr/>
                </a:p>
              </p:txBody>
            </p:sp>
          </p:grpSp>
          <p:cxnSp>
            <p:nvCxnSpPr>
              <p:cNvPr id="1667" name="Google Shape;1667;p70"/>
              <p:cNvCxnSpPr/>
              <p:nvPr/>
            </p:nvCxnSpPr>
            <p:spPr>
              <a:xfrm>
                <a:off x="5146" y="3808"/>
                <a:ext cx="0" cy="423"/>
              </a:xfrm>
              <a:prstGeom prst="straightConnector1">
                <a:avLst/>
              </a:prstGeom>
              <a:noFill/>
              <a:ln cap="flat" cmpd="sng" w="57150">
                <a:solidFill>
                  <a:schemeClr val="dk1"/>
                </a:solidFill>
                <a:prstDash val="solid"/>
                <a:round/>
                <a:headEnd len="med" w="med" type="none"/>
                <a:tailEnd len="med" w="med" type="triangle"/>
              </a:ln>
            </p:spPr>
          </p:cxnSp>
          <p:sp>
            <p:nvSpPr>
              <p:cNvPr id="1668" name="Google Shape;1668;p70"/>
              <p:cNvSpPr txBox="1"/>
              <p:nvPr/>
            </p:nvSpPr>
            <p:spPr>
              <a:xfrm>
                <a:off x="5175" y="4070"/>
                <a:ext cx="212"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dk1"/>
                    </a:solidFill>
                    <a:latin typeface="Courier New"/>
                    <a:ea typeface="Courier New"/>
                    <a:cs typeface="Courier New"/>
                    <a:sym typeface="Courier New"/>
                  </a:rPr>
                  <a:t>W</a:t>
                </a:r>
                <a:endParaRPr/>
              </a:p>
            </p:txBody>
          </p:sp>
          <p:sp>
            <p:nvSpPr>
              <p:cNvPr id="1669" name="Google Shape;1669;p70"/>
              <p:cNvSpPr txBox="1"/>
              <p:nvPr/>
            </p:nvSpPr>
            <p:spPr>
              <a:xfrm>
                <a:off x="5069" y="3132"/>
                <a:ext cx="212"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3300"/>
                    </a:solidFill>
                    <a:latin typeface="Courier New"/>
                    <a:ea typeface="Courier New"/>
                    <a:cs typeface="Courier New"/>
                    <a:sym typeface="Courier New"/>
                  </a:rPr>
                  <a:t>D</a:t>
                </a:r>
                <a:endParaRPr/>
              </a:p>
            </p:txBody>
          </p:sp>
          <p:cxnSp>
            <p:nvCxnSpPr>
              <p:cNvPr id="1670" name="Google Shape;1670;p70"/>
              <p:cNvCxnSpPr/>
              <p:nvPr/>
            </p:nvCxnSpPr>
            <p:spPr>
              <a:xfrm rot="10800000">
                <a:off x="5147" y="3348"/>
                <a:ext cx="0" cy="461"/>
              </a:xfrm>
              <a:prstGeom prst="straightConnector1">
                <a:avLst/>
              </a:prstGeom>
              <a:noFill/>
              <a:ln cap="flat" cmpd="sng" w="76200">
                <a:solidFill>
                  <a:srgbClr val="FF3300"/>
                </a:solidFill>
                <a:prstDash val="solid"/>
                <a:round/>
                <a:headEnd len="med" w="med" type="none"/>
                <a:tailEnd len="med" w="med" type="triangle"/>
              </a:ln>
            </p:spPr>
          </p:cxnSp>
          <p:pic>
            <p:nvPicPr>
              <p:cNvPr descr="an00765_[1]" id="1671" name="Google Shape;1671;p70"/>
              <p:cNvPicPr preferRelativeResize="0"/>
              <p:nvPr/>
            </p:nvPicPr>
            <p:blipFill rotWithShape="1">
              <a:blip r:embed="rId3">
                <a:alphaModFix/>
              </a:blip>
              <a:srcRect b="0" l="0" r="0" t="0"/>
              <a:stretch/>
            </p:blipFill>
            <p:spPr>
              <a:xfrm>
                <a:off x="4132" y="3502"/>
                <a:ext cx="911" cy="655"/>
              </a:xfrm>
              <a:prstGeom prst="rect">
                <a:avLst/>
              </a:prstGeom>
              <a:noFill/>
              <a:ln>
                <a:noFill/>
              </a:ln>
            </p:spPr>
          </p:pic>
        </p:grpSp>
        <p:sp>
          <p:nvSpPr>
            <p:cNvPr id="1672" name="Google Shape;1672;p70"/>
            <p:cNvSpPr txBox="1"/>
            <p:nvPr/>
          </p:nvSpPr>
          <p:spPr>
            <a:xfrm>
              <a:off x="3868" y="2742"/>
              <a:ext cx="1520" cy="120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008000"/>
                  </a:solidFill>
                  <a:latin typeface="Arial"/>
                  <a:ea typeface="Arial"/>
                  <a:cs typeface="Arial"/>
                  <a:sym typeface="Arial"/>
                </a:rPr>
                <a:t>v</a:t>
              </a:r>
              <a:r>
                <a:rPr lang="en-US" sz="2400">
                  <a:solidFill>
                    <a:schemeClr val="accent2"/>
                  </a:solidFill>
                  <a:latin typeface="Arial"/>
                  <a:ea typeface="Arial"/>
                  <a:cs typeface="Arial"/>
                  <a:sym typeface="Arial"/>
                </a:rPr>
                <a:t> reaches a maximum value, called </a:t>
              </a:r>
              <a:r>
                <a:rPr b="1" lang="en-US" sz="2400">
                  <a:solidFill>
                    <a:schemeClr val="accent2"/>
                  </a:solidFill>
                  <a:latin typeface="Arial"/>
                  <a:ea typeface="Arial"/>
                  <a:cs typeface="Arial"/>
                  <a:sym typeface="Arial"/>
                </a:rPr>
                <a:t>terminal speed</a:t>
              </a:r>
              <a:r>
                <a:rPr lang="en-US" sz="2400">
                  <a:solidFill>
                    <a:schemeClr val="accent2"/>
                  </a:solidFill>
                  <a:latin typeface="Arial"/>
                  <a:ea typeface="Arial"/>
                  <a:cs typeface="Arial"/>
                  <a:sym typeface="Arial"/>
                </a:rPr>
                <a:t>.                </a:t>
              </a:r>
              <a:r>
                <a:rPr b="1" lang="en-US" sz="2400">
                  <a:solidFill>
                    <a:srgbClr val="FF0000"/>
                  </a:solidFill>
                  <a:latin typeface="Arial"/>
                  <a:ea typeface="Arial"/>
                  <a:cs typeface="Arial"/>
                  <a:sym typeface="Arial"/>
                </a:rPr>
                <a:t>D</a:t>
              </a:r>
              <a:r>
                <a:rPr lang="en-US" sz="2400">
                  <a:solidFill>
                    <a:schemeClr val="accent2"/>
                  </a:solidFill>
                  <a:latin typeface="Arial"/>
                  <a:ea typeface="Arial"/>
                  <a:cs typeface="Arial"/>
                  <a:sym typeface="Arial"/>
                </a:rPr>
                <a:t> = </a:t>
              </a:r>
              <a:r>
                <a:rPr b="1" lang="en-US" sz="2400">
                  <a:solidFill>
                    <a:schemeClr val="dk1"/>
                  </a:solidFill>
                  <a:latin typeface="Arial"/>
                  <a:ea typeface="Arial"/>
                  <a:cs typeface="Arial"/>
                  <a:sym typeface="Arial"/>
                </a:rPr>
                <a:t>W</a:t>
              </a:r>
              <a:r>
                <a:rPr lang="en-US" sz="2400">
                  <a:solidFill>
                    <a:schemeClr val="accent2"/>
                  </a:solidFill>
                  <a:latin typeface="Arial"/>
                  <a:ea typeface="Arial"/>
                  <a:cs typeface="Arial"/>
                  <a:sym typeface="Arial"/>
                </a:rPr>
                <a:t>.</a:t>
              </a:r>
              <a:endParaRPr/>
            </a:p>
          </p:txBody>
        </p:sp>
        <p:cxnSp>
          <p:nvCxnSpPr>
            <p:cNvPr id="1673" name="Google Shape;1673;p70"/>
            <p:cNvCxnSpPr/>
            <p:nvPr/>
          </p:nvCxnSpPr>
          <p:spPr>
            <a:xfrm>
              <a:off x="4698" y="3933"/>
              <a:ext cx="0" cy="375"/>
            </a:xfrm>
            <a:prstGeom prst="straightConnector1">
              <a:avLst/>
            </a:prstGeom>
            <a:noFill/>
            <a:ln cap="flat" cmpd="sng" w="57150">
              <a:solidFill>
                <a:srgbClr val="008000"/>
              </a:solidFill>
              <a:prstDash val="solid"/>
              <a:round/>
              <a:headEnd len="med" w="med" type="none"/>
              <a:tailEnd len="med" w="med" type="triangle"/>
            </a:ln>
          </p:spPr>
        </p:cxnSp>
        <p:sp>
          <p:nvSpPr>
            <p:cNvPr id="1674" name="Google Shape;1674;p70"/>
            <p:cNvSpPr txBox="1"/>
            <p:nvPr/>
          </p:nvSpPr>
          <p:spPr>
            <a:xfrm>
              <a:off x="4124" y="4089"/>
              <a:ext cx="594" cy="2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800">
                  <a:solidFill>
                    <a:srgbClr val="008000"/>
                  </a:solidFill>
                  <a:latin typeface="Arial"/>
                  <a:ea typeface="Arial"/>
                  <a:cs typeface="Arial"/>
                  <a:sym typeface="Arial"/>
                </a:rPr>
                <a:t>v</a:t>
              </a:r>
              <a:r>
                <a:rPr b="1" baseline="-25000" i="1" lang="en-US" sz="1800">
                  <a:solidFill>
                    <a:srgbClr val="008000"/>
                  </a:solidFill>
                  <a:latin typeface="Arial"/>
                  <a:ea typeface="Arial"/>
                  <a:cs typeface="Arial"/>
                  <a:sym typeface="Arial"/>
                </a:rPr>
                <a:t>terminal</a:t>
              </a:r>
              <a:endParaRPr b="1" i="1" sz="1800">
                <a:solidFill>
                  <a:srgbClr val="008000"/>
                </a:solidFill>
                <a:latin typeface="Arial"/>
                <a:ea typeface="Arial"/>
                <a:cs typeface="Arial"/>
                <a:sym typeface="Arial"/>
              </a:endParaRPr>
            </a:p>
          </p:txBody>
        </p:sp>
      </p:grpSp>
      <p:grpSp>
        <p:nvGrpSpPr>
          <p:cNvPr id="1675" name="Google Shape;1675;p70"/>
          <p:cNvGrpSpPr/>
          <p:nvPr/>
        </p:nvGrpSpPr>
        <p:grpSpPr>
          <a:xfrm>
            <a:off x="6119813" y="2511425"/>
            <a:ext cx="2757487" cy="2044700"/>
            <a:chOff x="3855" y="1654"/>
            <a:chExt cx="1737" cy="1288"/>
          </a:xfrm>
        </p:grpSpPr>
        <p:grpSp>
          <p:nvGrpSpPr>
            <p:cNvPr id="1676" name="Google Shape;1676;p70"/>
            <p:cNvGrpSpPr/>
            <p:nvPr/>
          </p:nvGrpSpPr>
          <p:grpSpPr>
            <a:xfrm>
              <a:off x="4327" y="1788"/>
              <a:ext cx="1265" cy="1085"/>
              <a:chOff x="4189" y="1748"/>
              <a:chExt cx="1265" cy="1085"/>
            </a:xfrm>
          </p:grpSpPr>
          <p:sp>
            <p:nvSpPr>
              <p:cNvPr id="1677" name="Google Shape;1677;p70"/>
              <p:cNvSpPr/>
              <p:nvPr/>
            </p:nvSpPr>
            <p:spPr>
              <a:xfrm>
                <a:off x="5165" y="2283"/>
                <a:ext cx="77" cy="77"/>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grpSp>
            <p:nvGrpSpPr>
              <p:cNvPr id="1678" name="Google Shape;1678;p70"/>
              <p:cNvGrpSpPr/>
              <p:nvPr/>
            </p:nvGrpSpPr>
            <p:grpSpPr>
              <a:xfrm>
                <a:off x="5203" y="1748"/>
                <a:ext cx="216" cy="938"/>
                <a:chOff x="960" y="2902"/>
                <a:chExt cx="216" cy="938"/>
              </a:xfrm>
            </p:grpSpPr>
            <p:cxnSp>
              <p:nvCxnSpPr>
                <p:cNvPr id="1679" name="Google Shape;1679;p70"/>
                <p:cNvCxnSpPr/>
                <p:nvPr/>
              </p:nvCxnSpPr>
              <p:spPr>
                <a:xfrm rot="10800000">
                  <a:off x="960" y="2995"/>
                  <a:ext cx="0" cy="845"/>
                </a:xfrm>
                <a:prstGeom prst="straightConnector1">
                  <a:avLst/>
                </a:prstGeom>
                <a:noFill/>
                <a:ln cap="flat" cmpd="sng" w="9525">
                  <a:solidFill>
                    <a:schemeClr val="dk1"/>
                  </a:solidFill>
                  <a:prstDash val="solid"/>
                  <a:round/>
                  <a:headEnd len="med" w="med" type="none"/>
                  <a:tailEnd len="med" w="med" type="triangle"/>
                </a:ln>
              </p:spPr>
            </p:cxnSp>
            <p:sp>
              <p:nvSpPr>
                <p:cNvPr id="1680" name="Google Shape;1680;p70"/>
                <p:cNvSpPr txBox="1"/>
                <p:nvPr/>
              </p:nvSpPr>
              <p:spPr>
                <a:xfrm>
                  <a:off x="988" y="2902"/>
                  <a:ext cx="188" cy="2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800">
                      <a:solidFill>
                        <a:schemeClr val="dk1"/>
                      </a:solidFill>
                      <a:latin typeface="Arial"/>
                      <a:ea typeface="Arial"/>
                      <a:cs typeface="Arial"/>
                      <a:sym typeface="Arial"/>
                    </a:rPr>
                    <a:t>y</a:t>
                  </a:r>
                  <a:endParaRPr/>
                </a:p>
              </p:txBody>
            </p:sp>
          </p:grpSp>
          <p:cxnSp>
            <p:nvCxnSpPr>
              <p:cNvPr id="1681" name="Google Shape;1681;p70"/>
              <p:cNvCxnSpPr/>
              <p:nvPr/>
            </p:nvCxnSpPr>
            <p:spPr>
              <a:xfrm>
                <a:off x="5203" y="2321"/>
                <a:ext cx="0" cy="423"/>
              </a:xfrm>
              <a:prstGeom prst="straightConnector1">
                <a:avLst/>
              </a:prstGeom>
              <a:noFill/>
              <a:ln cap="flat" cmpd="sng" w="57150">
                <a:solidFill>
                  <a:schemeClr val="dk1"/>
                </a:solidFill>
                <a:prstDash val="solid"/>
                <a:round/>
                <a:headEnd len="med" w="med" type="none"/>
                <a:tailEnd len="med" w="med" type="triangle"/>
              </a:ln>
            </p:spPr>
          </p:cxnSp>
          <p:sp>
            <p:nvSpPr>
              <p:cNvPr id="1682" name="Google Shape;1682;p70"/>
              <p:cNvSpPr txBox="1"/>
              <p:nvPr/>
            </p:nvSpPr>
            <p:spPr>
              <a:xfrm>
                <a:off x="5232" y="2583"/>
                <a:ext cx="212"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dk1"/>
                    </a:solidFill>
                    <a:latin typeface="Courier New"/>
                    <a:ea typeface="Courier New"/>
                    <a:cs typeface="Courier New"/>
                    <a:sym typeface="Courier New"/>
                  </a:rPr>
                  <a:t>W</a:t>
                </a:r>
                <a:endParaRPr/>
              </a:p>
            </p:txBody>
          </p:sp>
          <p:sp>
            <p:nvSpPr>
              <p:cNvPr id="1683" name="Google Shape;1683;p70"/>
              <p:cNvSpPr txBox="1"/>
              <p:nvPr/>
            </p:nvSpPr>
            <p:spPr>
              <a:xfrm>
                <a:off x="5242" y="1981"/>
                <a:ext cx="212"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3300"/>
                    </a:solidFill>
                    <a:latin typeface="Courier New"/>
                    <a:ea typeface="Courier New"/>
                    <a:cs typeface="Courier New"/>
                    <a:sym typeface="Courier New"/>
                  </a:rPr>
                  <a:t>D</a:t>
                </a:r>
                <a:endParaRPr/>
              </a:p>
            </p:txBody>
          </p:sp>
          <p:cxnSp>
            <p:nvCxnSpPr>
              <p:cNvPr id="1684" name="Google Shape;1684;p70"/>
              <p:cNvCxnSpPr/>
              <p:nvPr/>
            </p:nvCxnSpPr>
            <p:spPr>
              <a:xfrm rot="10800000">
                <a:off x="5204" y="2073"/>
                <a:ext cx="0" cy="249"/>
              </a:xfrm>
              <a:prstGeom prst="straightConnector1">
                <a:avLst/>
              </a:prstGeom>
              <a:noFill/>
              <a:ln cap="flat" cmpd="sng" w="76200">
                <a:solidFill>
                  <a:srgbClr val="FF3300"/>
                </a:solidFill>
                <a:prstDash val="solid"/>
                <a:round/>
                <a:headEnd len="med" w="med" type="none"/>
                <a:tailEnd len="med" w="med" type="triangle"/>
              </a:ln>
            </p:spPr>
          </p:cxnSp>
          <p:pic>
            <p:nvPicPr>
              <p:cNvPr descr="an00765_[1]" id="1685" name="Google Shape;1685;p70"/>
              <p:cNvPicPr preferRelativeResize="0"/>
              <p:nvPr/>
            </p:nvPicPr>
            <p:blipFill rotWithShape="1">
              <a:blip r:embed="rId3">
                <a:alphaModFix/>
              </a:blip>
              <a:srcRect b="0" l="0" r="0" t="0"/>
              <a:stretch/>
            </p:blipFill>
            <p:spPr>
              <a:xfrm>
                <a:off x="4189" y="2015"/>
                <a:ext cx="911" cy="655"/>
              </a:xfrm>
              <a:prstGeom prst="rect">
                <a:avLst/>
              </a:prstGeom>
              <a:noFill/>
              <a:ln>
                <a:noFill/>
              </a:ln>
            </p:spPr>
          </p:pic>
        </p:grpSp>
        <p:sp>
          <p:nvSpPr>
            <p:cNvPr id="1686" name="Google Shape;1686;p70"/>
            <p:cNvSpPr txBox="1"/>
            <p:nvPr/>
          </p:nvSpPr>
          <p:spPr>
            <a:xfrm>
              <a:off x="3855" y="1654"/>
              <a:ext cx="1280" cy="74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accent2"/>
                  </a:solidFill>
                  <a:latin typeface="Arial"/>
                  <a:ea typeface="Arial"/>
                  <a:cs typeface="Arial"/>
                  <a:sym typeface="Arial"/>
                </a:rPr>
                <a:t>Then, as </a:t>
              </a:r>
              <a:r>
                <a:rPr b="1" lang="en-US" sz="2400">
                  <a:solidFill>
                    <a:srgbClr val="008000"/>
                  </a:solidFill>
                  <a:latin typeface="Arial"/>
                  <a:ea typeface="Arial"/>
                  <a:cs typeface="Arial"/>
                  <a:sym typeface="Arial"/>
                </a:rPr>
                <a:t>v</a:t>
              </a:r>
              <a:r>
                <a:rPr lang="en-US" sz="2400">
                  <a:solidFill>
                    <a:schemeClr val="accent2"/>
                  </a:solidFill>
                  <a:latin typeface="Arial"/>
                  <a:ea typeface="Arial"/>
                  <a:cs typeface="Arial"/>
                  <a:sym typeface="Arial"/>
                </a:rPr>
                <a:t> increases, so  does </a:t>
              </a:r>
              <a:r>
                <a:rPr b="1" lang="en-US" sz="2400">
                  <a:solidFill>
                    <a:srgbClr val="FF0000"/>
                  </a:solidFill>
                  <a:latin typeface="Arial"/>
                  <a:ea typeface="Arial"/>
                  <a:cs typeface="Arial"/>
                  <a:sym typeface="Arial"/>
                </a:rPr>
                <a:t>D</a:t>
              </a:r>
              <a:r>
                <a:rPr lang="en-US" sz="2400">
                  <a:solidFill>
                    <a:schemeClr val="accent2"/>
                  </a:solidFill>
                  <a:latin typeface="Arial"/>
                  <a:ea typeface="Arial"/>
                  <a:cs typeface="Arial"/>
                  <a:sym typeface="Arial"/>
                </a:rPr>
                <a:t>.</a:t>
              </a:r>
              <a:endParaRPr/>
            </a:p>
          </p:txBody>
        </p:sp>
        <p:cxnSp>
          <p:nvCxnSpPr>
            <p:cNvPr id="1687" name="Google Shape;1687;p70"/>
            <p:cNvCxnSpPr/>
            <p:nvPr/>
          </p:nvCxnSpPr>
          <p:spPr>
            <a:xfrm>
              <a:off x="4659" y="2486"/>
              <a:ext cx="0" cy="336"/>
            </a:xfrm>
            <a:prstGeom prst="straightConnector1">
              <a:avLst/>
            </a:prstGeom>
            <a:noFill/>
            <a:ln cap="flat" cmpd="sng" w="57150">
              <a:solidFill>
                <a:srgbClr val="008000"/>
              </a:solidFill>
              <a:prstDash val="solid"/>
              <a:round/>
              <a:headEnd len="med" w="med" type="none"/>
              <a:tailEnd len="med" w="med" type="triangle"/>
            </a:ln>
          </p:spPr>
        </p:cxnSp>
        <p:sp>
          <p:nvSpPr>
            <p:cNvPr id="1688" name="Google Shape;1688;p70"/>
            <p:cNvSpPr txBox="1"/>
            <p:nvPr/>
          </p:nvSpPr>
          <p:spPr>
            <a:xfrm>
              <a:off x="4468" y="2711"/>
              <a:ext cx="196" cy="2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800">
                  <a:solidFill>
                    <a:srgbClr val="008000"/>
                  </a:solidFill>
                  <a:latin typeface="Arial"/>
                  <a:ea typeface="Arial"/>
                  <a:cs typeface="Arial"/>
                  <a:sym typeface="Arial"/>
                </a:rPr>
                <a:t>v</a:t>
              </a:r>
              <a:endParaRPr/>
            </a:p>
          </p:txBody>
        </p:sp>
      </p:grpSp>
      <p:grpSp>
        <p:nvGrpSpPr>
          <p:cNvPr id="1689" name="Google Shape;1689;p70"/>
          <p:cNvGrpSpPr/>
          <p:nvPr/>
        </p:nvGrpSpPr>
        <p:grpSpPr>
          <a:xfrm>
            <a:off x="2147888" y="0"/>
            <a:ext cx="6996112" cy="1635125"/>
            <a:chOff x="1353" y="0"/>
            <a:chExt cx="4407" cy="1030"/>
          </a:xfrm>
        </p:grpSpPr>
        <p:sp>
          <p:nvSpPr>
            <p:cNvPr id="1690" name="Google Shape;1690;p70"/>
            <p:cNvSpPr txBox="1"/>
            <p:nvPr/>
          </p:nvSpPr>
          <p:spPr>
            <a:xfrm>
              <a:off x="2610" y="0"/>
              <a:ext cx="3150" cy="7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lt2"/>
                  </a:solidFill>
                  <a:latin typeface="Arial"/>
                  <a:ea typeface="Arial"/>
                  <a:cs typeface="Arial"/>
                  <a:sym typeface="Arial"/>
                </a:rPr>
                <a:t>"A female Blue Whale weighing 190 metric tonnes (418,877lb) and measuring 27.6m (90ft 5in) in length suddenly materialized above the Southern Ocean on 20 March 1947."</a:t>
              </a:r>
              <a:r>
                <a:rPr lang="en-US" sz="1800">
                  <a:solidFill>
                    <a:schemeClr val="dk1"/>
                  </a:solidFill>
                  <a:latin typeface="Arial"/>
                  <a:ea typeface="Arial"/>
                  <a:cs typeface="Arial"/>
                  <a:sym typeface="Arial"/>
                </a:rPr>
                <a:t> </a:t>
              </a:r>
              <a:endParaRPr/>
            </a:p>
          </p:txBody>
        </p:sp>
        <p:sp>
          <p:nvSpPr>
            <p:cNvPr id="1691" name="Google Shape;1691;p70"/>
            <p:cNvSpPr txBox="1"/>
            <p:nvPr/>
          </p:nvSpPr>
          <p:spPr>
            <a:xfrm>
              <a:off x="1353" y="704"/>
              <a:ext cx="2652" cy="326"/>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i="1" lang="en-US" sz="1400" u="sng">
                  <a:solidFill>
                    <a:schemeClr val="hlink"/>
                  </a:solidFill>
                  <a:latin typeface="Arial"/>
                  <a:ea typeface="Arial"/>
                  <a:cs typeface="Arial"/>
                  <a:sym typeface="Arial"/>
                  <a:hlinkClick r:id="rId4"/>
                </a:rPr>
                <a:t>Guinness World Records</a:t>
              </a:r>
              <a:r>
                <a:rPr i="1" lang="en-US" sz="1400">
                  <a:solidFill>
                    <a:schemeClr val="dk1"/>
                  </a:solidFill>
                  <a:latin typeface="Arial"/>
                  <a:ea typeface="Arial"/>
                  <a:cs typeface="Arial"/>
                  <a:sym typeface="Arial"/>
                </a:rPr>
                <a:t>. </a:t>
              </a:r>
              <a:endParaRPr/>
            </a:p>
            <a:p>
              <a:pPr indent="0" lvl="0" marL="0" marR="0" rtl="0" algn="r">
                <a:spcBef>
                  <a:spcPts val="0"/>
                </a:spcBef>
                <a:spcAft>
                  <a:spcPts val="0"/>
                </a:spcAft>
                <a:buNone/>
              </a:pPr>
              <a:r>
                <a:rPr i="1" lang="en-US" sz="1400">
                  <a:solidFill>
                    <a:schemeClr val="dk1"/>
                  </a:solidFill>
                  <a:latin typeface="Arial"/>
                  <a:ea typeface="Arial"/>
                  <a:cs typeface="Arial"/>
                  <a:sym typeface="Arial"/>
                </a:rPr>
                <a:t>Falkland Islands Philatelic Bureau. 2 March 2002.</a:t>
              </a:r>
              <a:r>
                <a:rPr i="1" lang="en-US" sz="1200">
                  <a:solidFill>
                    <a:schemeClr val="dk1"/>
                  </a:solidFill>
                  <a:latin typeface="Arial"/>
                  <a:ea typeface="Arial"/>
                  <a:cs typeface="Arial"/>
                  <a:sym typeface="Arial"/>
                </a:rPr>
                <a:t> </a:t>
              </a:r>
              <a:endParaRPr/>
            </a:p>
          </p:txBody>
        </p:sp>
      </p:grpSp>
      <p:grpSp>
        <p:nvGrpSpPr>
          <p:cNvPr id="1692" name="Google Shape;1692;p70"/>
          <p:cNvGrpSpPr/>
          <p:nvPr/>
        </p:nvGrpSpPr>
        <p:grpSpPr>
          <a:xfrm>
            <a:off x="6742113" y="923925"/>
            <a:ext cx="2092325" cy="1722438"/>
            <a:chOff x="4263" y="855"/>
            <a:chExt cx="1318" cy="1085"/>
          </a:xfrm>
        </p:grpSpPr>
        <p:pic>
          <p:nvPicPr>
            <p:cNvPr descr="an00765_[1]" id="1693" name="Google Shape;1693;p70"/>
            <p:cNvPicPr preferRelativeResize="0"/>
            <p:nvPr/>
          </p:nvPicPr>
          <p:blipFill rotWithShape="1">
            <a:blip r:embed="rId3">
              <a:alphaModFix/>
            </a:blip>
            <a:srcRect b="0" l="0" r="0" t="0"/>
            <a:stretch/>
          </p:blipFill>
          <p:spPr>
            <a:xfrm>
              <a:off x="4299" y="1170"/>
              <a:ext cx="911" cy="655"/>
            </a:xfrm>
            <a:prstGeom prst="rect">
              <a:avLst/>
            </a:prstGeom>
            <a:noFill/>
            <a:ln>
              <a:noFill/>
            </a:ln>
          </p:spPr>
        </p:pic>
        <p:grpSp>
          <p:nvGrpSpPr>
            <p:cNvPr id="1694" name="Google Shape;1694;p70"/>
            <p:cNvGrpSpPr/>
            <p:nvPr/>
          </p:nvGrpSpPr>
          <p:grpSpPr>
            <a:xfrm>
              <a:off x="4298" y="855"/>
              <a:ext cx="1283" cy="1085"/>
              <a:chOff x="4170" y="855"/>
              <a:chExt cx="1283" cy="1085"/>
            </a:xfrm>
          </p:grpSpPr>
          <p:pic>
            <p:nvPicPr>
              <p:cNvPr descr="an00765_[1]" id="1695" name="Google Shape;1695;p70"/>
              <p:cNvPicPr preferRelativeResize="0"/>
              <p:nvPr/>
            </p:nvPicPr>
            <p:blipFill rotWithShape="1">
              <a:blip r:embed="rId3">
                <a:alphaModFix/>
              </a:blip>
              <a:srcRect b="0" l="0" r="0" t="0"/>
              <a:stretch/>
            </p:blipFill>
            <p:spPr>
              <a:xfrm>
                <a:off x="4170" y="1170"/>
                <a:ext cx="911" cy="655"/>
              </a:xfrm>
              <a:prstGeom prst="rect">
                <a:avLst/>
              </a:prstGeom>
              <a:noFill/>
              <a:ln>
                <a:noFill/>
              </a:ln>
            </p:spPr>
          </p:pic>
          <p:grpSp>
            <p:nvGrpSpPr>
              <p:cNvPr id="1696" name="Google Shape;1696;p70"/>
              <p:cNvGrpSpPr/>
              <p:nvPr/>
            </p:nvGrpSpPr>
            <p:grpSpPr>
              <a:xfrm>
                <a:off x="5174" y="855"/>
                <a:ext cx="279" cy="1085"/>
                <a:chOff x="5261" y="1018"/>
                <a:chExt cx="279" cy="1085"/>
              </a:xfrm>
            </p:grpSpPr>
            <p:sp>
              <p:nvSpPr>
                <p:cNvPr id="1697" name="Google Shape;1697;p70"/>
                <p:cNvSpPr/>
                <p:nvPr/>
              </p:nvSpPr>
              <p:spPr>
                <a:xfrm>
                  <a:off x="5261" y="1553"/>
                  <a:ext cx="77" cy="77"/>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grpSp>
              <p:nvGrpSpPr>
                <p:cNvPr id="1698" name="Google Shape;1698;p70"/>
                <p:cNvGrpSpPr/>
                <p:nvPr/>
              </p:nvGrpSpPr>
              <p:grpSpPr>
                <a:xfrm>
                  <a:off x="5299" y="1018"/>
                  <a:ext cx="216" cy="938"/>
                  <a:chOff x="960" y="2902"/>
                  <a:chExt cx="216" cy="938"/>
                </a:xfrm>
              </p:grpSpPr>
              <p:cxnSp>
                <p:nvCxnSpPr>
                  <p:cNvPr id="1699" name="Google Shape;1699;p70"/>
                  <p:cNvCxnSpPr/>
                  <p:nvPr/>
                </p:nvCxnSpPr>
                <p:spPr>
                  <a:xfrm rot="10800000">
                    <a:off x="960" y="2995"/>
                    <a:ext cx="0" cy="845"/>
                  </a:xfrm>
                  <a:prstGeom prst="straightConnector1">
                    <a:avLst/>
                  </a:prstGeom>
                  <a:noFill/>
                  <a:ln cap="flat" cmpd="sng" w="9525">
                    <a:solidFill>
                      <a:schemeClr val="dk1"/>
                    </a:solidFill>
                    <a:prstDash val="solid"/>
                    <a:round/>
                    <a:headEnd len="med" w="med" type="none"/>
                    <a:tailEnd len="med" w="med" type="triangle"/>
                  </a:ln>
                </p:spPr>
              </p:cxnSp>
              <p:sp>
                <p:nvSpPr>
                  <p:cNvPr id="1700" name="Google Shape;1700;p70"/>
                  <p:cNvSpPr txBox="1"/>
                  <p:nvPr/>
                </p:nvSpPr>
                <p:spPr>
                  <a:xfrm>
                    <a:off x="988" y="2902"/>
                    <a:ext cx="188" cy="2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800">
                        <a:solidFill>
                          <a:schemeClr val="dk1"/>
                        </a:solidFill>
                        <a:latin typeface="Arial"/>
                        <a:ea typeface="Arial"/>
                        <a:cs typeface="Arial"/>
                        <a:sym typeface="Arial"/>
                      </a:rPr>
                      <a:t>y</a:t>
                    </a:r>
                    <a:endParaRPr/>
                  </a:p>
                </p:txBody>
              </p:sp>
            </p:grpSp>
            <p:cxnSp>
              <p:nvCxnSpPr>
                <p:cNvPr id="1701" name="Google Shape;1701;p70"/>
                <p:cNvCxnSpPr/>
                <p:nvPr/>
              </p:nvCxnSpPr>
              <p:spPr>
                <a:xfrm>
                  <a:off x="5299" y="1591"/>
                  <a:ext cx="0" cy="423"/>
                </a:xfrm>
                <a:prstGeom prst="straightConnector1">
                  <a:avLst/>
                </a:prstGeom>
                <a:noFill/>
                <a:ln cap="flat" cmpd="sng" w="57150">
                  <a:solidFill>
                    <a:schemeClr val="dk1"/>
                  </a:solidFill>
                  <a:prstDash val="solid"/>
                  <a:round/>
                  <a:headEnd len="med" w="med" type="none"/>
                  <a:tailEnd len="med" w="med" type="triangle"/>
                </a:ln>
              </p:spPr>
            </p:cxnSp>
            <p:sp>
              <p:nvSpPr>
                <p:cNvPr id="1702" name="Google Shape;1702;p70"/>
                <p:cNvSpPr txBox="1"/>
                <p:nvPr/>
              </p:nvSpPr>
              <p:spPr>
                <a:xfrm>
                  <a:off x="5328" y="1853"/>
                  <a:ext cx="212"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dk1"/>
                      </a:solidFill>
                      <a:latin typeface="Courier New"/>
                      <a:ea typeface="Courier New"/>
                      <a:cs typeface="Courier New"/>
                      <a:sym typeface="Courier New"/>
                    </a:rPr>
                    <a:t>W</a:t>
                  </a:r>
                  <a:endParaRPr/>
                </a:p>
              </p:txBody>
            </p:sp>
          </p:grpSp>
        </p:grpSp>
        <p:sp>
          <p:nvSpPr>
            <p:cNvPr id="1703" name="Google Shape;1703;p70"/>
            <p:cNvSpPr txBox="1"/>
            <p:nvPr/>
          </p:nvSpPr>
          <p:spPr>
            <a:xfrm>
              <a:off x="4263" y="962"/>
              <a:ext cx="816" cy="51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accent2"/>
                  </a:solidFill>
                  <a:latin typeface="Arial"/>
                  <a:ea typeface="Arial"/>
                  <a:cs typeface="Arial"/>
                  <a:sym typeface="Arial"/>
                </a:rPr>
                <a:t>At first,       </a:t>
              </a:r>
              <a:r>
                <a:rPr b="1" lang="en-US" sz="2400">
                  <a:solidFill>
                    <a:srgbClr val="008000"/>
                  </a:solidFill>
                  <a:latin typeface="Arial"/>
                  <a:ea typeface="Arial"/>
                  <a:cs typeface="Arial"/>
                  <a:sym typeface="Arial"/>
                </a:rPr>
                <a:t>v</a:t>
              </a:r>
              <a:r>
                <a:rPr lang="en-US" sz="2400">
                  <a:solidFill>
                    <a:schemeClr val="accent2"/>
                  </a:solidFill>
                  <a:latin typeface="Arial"/>
                  <a:ea typeface="Arial"/>
                  <a:cs typeface="Arial"/>
                  <a:sym typeface="Arial"/>
                </a:rPr>
                <a:t> = 0.</a:t>
              </a:r>
              <a:endParaRPr/>
            </a:p>
          </p:txBody>
        </p:sp>
      </p:grpSp>
      <p:pic>
        <p:nvPicPr>
          <p:cNvPr descr="an00765_[1]" id="1704" name="Google Shape;1704;p70"/>
          <p:cNvPicPr preferRelativeResize="0"/>
          <p:nvPr/>
        </p:nvPicPr>
        <p:blipFill rotWithShape="1">
          <a:blip r:embed="rId3">
            <a:alphaModFix/>
          </a:blip>
          <a:srcRect b="0" l="0" r="0" t="0"/>
          <a:stretch/>
        </p:blipFill>
        <p:spPr>
          <a:xfrm>
            <a:off x="6802438" y="1427163"/>
            <a:ext cx="1446212" cy="103981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04"/>
                                        </p:tgtEl>
                                        <p:attrNameLst>
                                          <p:attrName>style.visibility</p:attrName>
                                        </p:attrNameLst>
                                      </p:cBhvr>
                                      <p:to>
                                        <p:strVal val="visible"/>
                                      </p:to>
                                    </p:set>
                                    <p:animEffect filter="fade" transition="in">
                                      <p:cBhvr>
                                        <p:cTn dur="2000"/>
                                        <p:tgtEl>
                                          <p:spTgt spid="170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89"/>
                                        </p:tgtEl>
                                        <p:attrNameLst>
                                          <p:attrName>style.visibility</p:attrName>
                                        </p:attrNameLst>
                                      </p:cBhvr>
                                      <p:to>
                                        <p:strVal val="visible"/>
                                      </p:to>
                                    </p:set>
                                    <p:animEffect filter="fade" transition="in">
                                      <p:cBhvr>
                                        <p:cTn dur="1000"/>
                                        <p:tgtEl>
                                          <p:spTgt spid="168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2" presetSubtype="4">
                                  <p:stCondLst>
                                    <p:cond delay="0"/>
                                  </p:stCondLst>
                                  <p:childTnLst>
                                    <p:anim calcmode="lin" valueType="num">
                                      <p:cBhvr additive="base">
                                        <p:cTn dur="2000"/>
                                        <p:tgtEl>
                                          <p:spTgt spid="1704"/>
                                        </p:tgtEl>
                                        <p:attrNameLst>
                                          <p:attrName>ppt_y</p:attrName>
                                        </p:attrNameLst>
                                      </p:cBhvr>
                                      <p:tavLst>
                                        <p:tav fmla="" tm="0">
                                          <p:val>
                                            <p:strVal val="#ppt_y"/>
                                          </p:val>
                                        </p:tav>
                                        <p:tav fmla="" tm="100000">
                                          <p:val>
                                            <p:strVal val="#ppt_y+1"/>
                                          </p:val>
                                        </p:tav>
                                      </p:tavLst>
                                    </p:anim>
                                    <p:set>
                                      <p:cBhvr>
                                        <p:cTn dur="1" fill="hold">
                                          <p:stCondLst>
                                            <p:cond delay="2000"/>
                                          </p:stCondLst>
                                        </p:cTn>
                                        <p:tgtEl>
                                          <p:spTgt spid="1704"/>
                                        </p:tgtEl>
                                        <p:attrNameLst>
                                          <p:attrName>style.visibility</p:attrName>
                                        </p:attrNameLst>
                                      </p:cBhvr>
                                      <p:to>
                                        <p:strVal val="hidden"/>
                                      </p:to>
                                    </p:set>
                                  </p:childTnLst>
                                </p:cTn>
                              </p:par>
                            </p:childTnLst>
                          </p:cTn>
                        </p:par>
                        <p:par>
                          <p:cTn fill="hold">
                            <p:stCondLst>
                              <p:cond delay="2000"/>
                            </p:stCondLst>
                            <p:childTnLst>
                              <p:par>
                                <p:cTn fill="hold" nodeType="afterEffect" presetClass="entr" presetID="23" presetSubtype="16">
                                  <p:stCondLst>
                                    <p:cond delay="0"/>
                                  </p:stCondLst>
                                  <p:childTnLst>
                                    <p:set>
                                      <p:cBhvr>
                                        <p:cTn dur="1" fill="hold">
                                          <p:stCondLst>
                                            <p:cond delay="0"/>
                                          </p:stCondLst>
                                        </p:cTn>
                                        <p:tgtEl>
                                          <p:spTgt spid="1692"/>
                                        </p:tgtEl>
                                        <p:attrNameLst>
                                          <p:attrName>style.visibility</p:attrName>
                                        </p:attrNameLst>
                                      </p:cBhvr>
                                      <p:to>
                                        <p:strVal val="visible"/>
                                      </p:to>
                                    </p:set>
                                    <p:anim calcmode="lin" valueType="num">
                                      <p:cBhvr additive="base">
                                        <p:cTn dur="500"/>
                                        <p:tgtEl>
                                          <p:spTgt spid="1692"/>
                                        </p:tgtEl>
                                        <p:attrNameLst>
                                          <p:attrName>ppt_w</p:attrName>
                                        </p:attrNameLst>
                                      </p:cBhvr>
                                      <p:tavLst>
                                        <p:tav fmla="" tm="0">
                                          <p:val>
                                            <p:strVal val="0"/>
                                          </p:val>
                                        </p:tav>
                                        <p:tav fmla="" tm="100000">
                                          <p:val>
                                            <p:strVal val="#ppt_w"/>
                                          </p:val>
                                        </p:tav>
                                      </p:tavLst>
                                    </p:anim>
                                    <p:anim calcmode="lin" valueType="num">
                                      <p:cBhvr additive="base">
                                        <p:cTn dur="500"/>
                                        <p:tgtEl>
                                          <p:spTgt spid="1692"/>
                                        </p:tgtEl>
                                        <p:attrNameLst>
                                          <p:attrName>ppt_h</p:attrName>
                                        </p:attrNameLst>
                                      </p:cBhvr>
                                      <p:tavLst>
                                        <p:tav fmla="" tm="0">
                                          <p:val>
                                            <p:strVal val="0"/>
                                          </p:val>
                                        </p:tav>
                                        <p:tav fmla="" tm="100000">
                                          <p:val>
                                            <p:strVal val="#ppt_h"/>
                                          </p:val>
                                        </p:tav>
                                      </p:tavLst>
                                    </p:anim>
                                  </p:childTnLst>
                                </p:cTn>
                              </p:par>
                            </p:childTnLst>
                          </p:cTn>
                        </p:par>
                        <p:par>
                          <p:cTn fill="hold">
                            <p:stCondLst>
                              <p:cond delay="2500"/>
                            </p:stCondLst>
                            <p:childTnLst>
                              <p:par>
                                <p:cTn fill="hold" nodeType="afterEffect" presetClass="entr" presetID="23" presetSubtype="16">
                                  <p:stCondLst>
                                    <p:cond delay="0"/>
                                  </p:stCondLst>
                                  <p:childTnLst>
                                    <p:set>
                                      <p:cBhvr>
                                        <p:cTn dur="1" fill="hold">
                                          <p:stCondLst>
                                            <p:cond delay="0"/>
                                          </p:stCondLst>
                                        </p:cTn>
                                        <p:tgtEl>
                                          <p:spTgt spid="1675"/>
                                        </p:tgtEl>
                                        <p:attrNameLst>
                                          <p:attrName>style.visibility</p:attrName>
                                        </p:attrNameLst>
                                      </p:cBhvr>
                                      <p:to>
                                        <p:strVal val="visible"/>
                                      </p:to>
                                    </p:set>
                                    <p:anim calcmode="lin" valueType="num">
                                      <p:cBhvr additive="base">
                                        <p:cTn dur="500"/>
                                        <p:tgtEl>
                                          <p:spTgt spid="1675"/>
                                        </p:tgtEl>
                                        <p:attrNameLst>
                                          <p:attrName>ppt_w</p:attrName>
                                        </p:attrNameLst>
                                      </p:cBhvr>
                                      <p:tavLst>
                                        <p:tav fmla="" tm="0">
                                          <p:val>
                                            <p:strVal val="0"/>
                                          </p:val>
                                        </p:tav>
                                        <p:tav fmla="" tm="100000">
                                          <p:val>
                                            <p:strVal val="#ppt_w"/>
                                          </p:val>
                                        </p:tav>
                                      </p:tavLst>
                                    </p:anim>
                                    <p:anim calcmode="lin" valueType="num">
                                      <p:cBhvr additive="base">
                                        <p:cTn dur="500"/>
                                        <p:tgtEl>
                                          <p:spTgt spid="1675"/>
                                        </p:tgtEl>
                                        <p:attrNameLst>
                                          <p:attrName>ppt_h</p:attrName>
                                        </p:attrNameLst>
                                      </p:cBhvr>
                                      <p:tavLst>
                                        <p:tav fmla="" tm="0">
                                          <p:val>
                                            <p:strVal val="0"/>
                                          </p:val>
                                        </p:tav>
                                        <p:tav fmla="" tm="100000">
                                          <p:val>
                                            <p:strVal val="#ppt_h"/>
                                          </p:val>
                                        </p:tav>
                                      </p:tavLst>
                                    </p:anim>
                                  </p:childTnLst>
                                </p:cTn>
                              </p:par>
                            </p:childTnLst>
                          </p:cTn>
                        </p:par>
                        <p:par>
                          <p:cTn fill="hold">
                            <p:stCondLst>
                              <p:cond delay="3000"/>
                            </p:stCondLst>
                            <p:childTnLst>
                              <p:par>
                                <p:cTn fill="hold" nodeType="afterEffect" presetClass="entr" presetID="23" presetSubtype="16">
                                  <p:stCondLst>
                                    <p:cond delay="0"/>
                                  </p:stCondLst>
                                  <p:childTnLst>
                                    <p:set>
                                      <p:cBhvr>
                                        <p:cTn dur="1" fill="hold">
                                          <p:stCondLst>
                                            <p:cond delay="0"/>
                                          </p:stCondLst>
                                        </p:cTn>
                                        <p:tgtEl>
                                          <p:spTgt spid="1661"/>
                                        </p:tgtEl>
                                        <p:attrNameLst>
                                          <p:attrName>style.visibility</p:attrName>
                                        </p:attrNameLst>
                                      </p:cBhvr>
                                      <p:to>
                                        <p:strVal val="visible"/>
                                      </p:to>
                                    </p:set>
                                    <p:anim calcmode="lin" valueType="num">
                                      <p:cBhvr additive="base">
                                        <p:cTn dur="500"/>
                                        <p:tgtEl>
                                          <p:spTgt spid="1661"/>
                                        </p:tgtEl>
                                        <p:attrNameLst>
                                          <p:attrName>ppt_w</p:attrName>
                                        </p:attrNameLst>
                                      </p:cBhvr>
                                      <p:tavLst>
                                        <p:tav fmla="" tm="0">
                                          <p:val>
                                            <p:strVal val="0"/>
                                          </p:val>
                                        </p:tav>
                                        <p:tav fmla="" tm="100000">
                                          <p:val>
                                            <p:strVal val="#ppt_w"/>
                                          </p:val>
                                        </p:tav>
                                      </p:tavLst>
                                    </p:anim>
                                    <p:anim calcmode="lin" valueType="num">
                                      <p:cBhvr additive="base">
                                        <p:cTn dur="500"/>
                                        <p:tgtEl>
                                          <p:spTgt spid="1661"/>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9" name="Shape 1709"/>
        <p:cNvGrpSpPr/>
        <p:nvPr/>
      </p:nvGrpSpPr>
      <p:grpSpPr>
        <a:xfrm>
          <a:off x="0" y="0"/>
          <a:ext cx="0" cy="0"/>
          <a:chOff x="0" y="0"/>
          <a:chExt cx="0" cy="0"/>
        </a:xfrm>
      </p:grpSpPr>
      <p:sp>
        <p:nvSpPr>
          <p:cNvPr id="1710" name="Google Shape;1710;p71"/>
          <p:cNvSpPr/>
          <p:nvPr/>
        </p:nvSpPr>
        <p:spPr>
          <a:xfrm>
            <a:off x="685800" y="1549400"/>
            <a:ext cx="7772400" cy="5308600"/>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accent2"/>
              </a:buClr>
              <a:buSzPts val="2400"/>
              <a:buFont typeface="Arial"/>
              <a:buNone/>
            </a:pPr>
            <a:r>
              <a:rPr i="1" lang="en-US" sz="2400">
                <a:solidFill>
                  <a:schemeClr val="accent2"/>
                </a:solidFill>
                <a:latin typeface="Arial"/>
                <a:ea typeface="Arial"/>
                <a:cs typeface="Arial"/>
                <a:sym typeface="Arial"/>
              </a:rPr>
              <a:t>Determine relative velocity in one and two dimensions</a:t>
            </a:r>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∙Suppose you are a passenger in a car on a perfectly level and straight road, moving at a constant velocity. Your velocity relative to the pavement might be 60 mph.</a:t>
            </a:r>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∙Your velocity relative to the driver of your car is zero. Whereas your velocity relative to an oncoming car might be 120 mph.</a:t>
            </a:r>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∙Your velocity can be measured relative to </a:t>
            </a:r>
            <a:r>
              <a:rPr b="1" lang="en-US" sz="2400">
                <a:solidFill>
                  <a:schemeClr val="dk1"/>
                </a:solidFill>
                <a:latin typeface="Arial"/>
                <a:ea typeface="Arial"/>
                <a:cs typeface="Arial"/>
                <a:sym typeface="Arial"/>
              </a:rPr>
              <a:t>any</a:t>
            </a:r>
            <a:r>
              <a:rPr lang="en-US" sz="2400">
                <a:solidFill>
                  <a:schemeClr val="dk1"/>
                </a:solidFill>
                <a:latin typeface="Arial"/>
                <a:ea typeface="Arial"/>
                <a:cs typeface="Arial"/>
                <a:sym typeface="Arial"/>
              </a:rPr>
              <a:t> reference frame. 	</a:t>
            </a:r>
            <a:endParaRPr/>
          </a:p>
        </p:txBody>
      </p:sp>
      <p:sp>
        <p:nvSpPr>
          <p:cNvPr id="1711" name="Google Shape;1711;p71"/>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2: Mechanics</a:t>
            </a:r>
            <a:br>
              <a:rPr b="1" lang="en-US" sz="2800"/>
            </a:br>
            <a:r>
              <a:rPr lang="en-US" sz="2800">
                <a:solidFill>
                  <a:schemeClr val="dk1"/>
                </a:solidFill>
              </a:rPr>
              <a:t>2.1 – Motion</a:t>
            </a:r>
            <a:endParaRPr/>
          </a:p>
        </p:txBody>
      </p:sp>
      <p:grpSp>
        <p:nvGrpSpPr>
          <p:cNvPr id="1712" name="Google Shape;1712;p71"/>
          <p:cNvGrpSpPr/>
          <p:nvPr/>
        </p:nvGrpSpPr>
        <p:grpSpPr>
          <a:xfrm>
            <a:off x="0" y="5300663"/>
            <a:ext cx="9144000" cy="1557337"/>
            <a:chOff x="0" y="1664"/>
            <a:chExt cx="5760" cy="981"/>
          </a:xfrm>
        </p:grpSpPr>
        <p:sp>
          <p:nvSpPr>
            <p:cNvPr descr="Stationery" id="1713" name="Google Shape;1713;p71"/>
            <p:cNvSpPr/>
            <p:nvPr/>
          </p:nvSpPr>
          <p:spPr>
            <a:xfrm>
              <a:off x="0" y="1664"/>
              <a:ext cx="5760" cy="981"/>
            </a:xfrm>
            <a:prstGeom prst="rect">
              <a:avLst/>
            </a:prstGeom>
            <a:blipFill rotWithShape="1">
              <a:blip r:embed="rId3">
                <a:alphaModFix/>
              </a:blip>
              <a:tile algn="tl" flip="none" tx="0" sx="100000" ty="0" sy="100000"/>
            </a:blip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714" name="Google Shape;1714;p71"/>
            <p:cNvSpPr/>
            <p:nvPr/>
          </p:nvSpPr>
          <p:spPr>
            <a:xfrm>
              <a:off x="0" y="1886"/>
              <a:ext cx="5760" cy="528"/>
            </a:xfrm>
            <a:prstGeom prst="rect">
              <a:avLst/>
            </a:prstGeom>
            <a:solidFill>
              <a:srgbClr val="333333"/>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cxnSp>
          <p:nvCxnSpPr>
            <p:cNvPr id="1715" name="Google Shape;1715;p71"/>
            <p:cNvCxnSpPr/>
            <p:nvPr/>
          </p:nvCxnSpPr>
          <p:spPr>
            <a:xfrm>
              <a:off x="0" y="2153"/>
              <a:ext cx="5760" cy="0"/>
            </a:xfrm>
            <a:prstGeom prst="straightConnector1">
              <a:avLst/>
            </a:prstGeom>
            <a:noFill/>
            <a:ln cap="flat" cmpd="sng" w="28575">
              <a:solidFill>
                <a:schemeClr val="lt1"/>
              </a:solidFill>
              <a:prstDash val="lgDash"/>
              <a:round/>
              <a:headEnd len="med" w="med" type="none"/>
              <a:tailEnd len="med" w="med" type="none"/>
            </a:ln>
          </p:spPr>
        </p:cxnSp>
      </p:grpSp>
      <p:grpSp>
        <p:nvGrpSpPr>
          <p:cNvPr id="1716" name="Google Shape;1716;p71"/>
          <p:cNvGrpSpPr/>
          <p:nvPr/>
        </p:nvGrpSpPr>
        <p:grpSpPr>
          <a:xfrm>
            <a:off x="0" y="6129338"/>
            <a:ext cx="644525" cy="304800"/>
            <a:chOff x="727" y="2702"/>
            <a:chExt cx="406" cy="192"/>
          </a:xfrm>
        </p:grpSpPr>
        <p:sp>
          <p:nvSpPr>
            <p:cNvPr id="1717" name="Google Shape;1717;p71"/>
            <p:cNvSpPr/>
            <p:nvPr/>
          </p:nvSpPr>
          <p:spPr>
            <a:xfrm>
              <a:off x="727" y="2722"/>
              <a:ext cx="377" cy="158"/>
            </a:xfrm>
            <a:prstGeom prst="rect">
              <a:avLst/>
            </a:prstGeom>
            <a:solidFill>
              <a:srgbClr val="FFFD1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718" name="Google Shape;1718;p71"/>
            <p:cNvSpPr/>
            <p:nvPr/>
          </p:nvSpPr>
          <p:spPr>
            <a:xfrm>
              <a:off x="898" y="2736"/>
              <a:ext cx="56" cy="130"/>
            </a:xfrm>
            <a:prstGeom prst="rect">
              <a:avLst/>
            </a:prstGeom>
            <a:gradFill>
              <a:gsLst>
                <a:gs pos="0">
                  <a:srgbClr val="5A5A5A"/>
                </a:gs>
                <a:gs pos="100000">
                  <a:schemeClr val="lt2"/>
                </a:gs>
              </a:gsLst>
              <a:lin ang="54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719" name="Google Shape;1719;p71"/>
            <p:cNvSpPr/>
            <p:nvPr/>
          </p:nvSpPr>
          <p:spPr>
            <a:xfrm>
              <a:off x="782" y="2736"/>
              <a:ext cx="35" cy="130"/>
            </a:xfrm>
            <a:prstGeom prst="rect">
              <a:avLst/>
            </a:prstGeom>
            <a:gradFill>
              <a:gsLst>
                <a:gs pos="0">
                  <a:srgbClr val="5A5A5A"/>
                </a:gs>
                <a:gs pos="100000">
                  <a:schemeClr val="lt2"/>
                </a:gs>
              </a:gsLst>
              <a:lin ang="54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720" name="Google Shape;1720;p71"/>
            <p:cNvSpPr/>
            <p:nvPr/>
          </p:nvSpPr>
          <p:spPr>
            <a:xfrm>
              <a:off x="981" y="2736"/>
              <a:ext cx="109" cy="130"/>
            </a:xfrm>
            <a:prstGeom prst="rect">
              <a:avLst/>
            </a:prstGeom>
            <a:solidFill>
              <a:srgbClr val="FFFD1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721" name="Google Shape;1721;p71"/>
            <p:cNvSpPr txBox="1"/>
            <p:nvPr/>
          </p:nvSpPr>
          <p:spPr>
            <a:xfrm>
              <a:off x="936" y="2702"/>
              <a:ext cx="197" cy="19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A</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10">
                                            <p:txEl>
                                              <p:pRg end="0" st="0"/>
                                            </p:txEl>
                                          </p:spTgt>
                                        </p:tgtEl>
                                        <p:attrNameLst>
                                          <p:attrName>style.visibility</p:attrName>
                                        </p:attrNameLst>
                                      </p:cBhvr>
                                      <p:to>
                                        <p:strVal val="visible"/>
                                      </p:to>
                                    </p:set>
                                    <p:anim calcmode="lin" valueType="num">
                                      <p:cBhvr additive="base">
                                        <p:cTn dur="500"/>
                                        <p:tgtEl>
                                          <p:spTgt spid="1710">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10">
                                            <p:txEl>
                                              <p:pRg end="1" st="1"/>
                                            </p:txEl>
                                          </p:spTgt>
                                        </p:tgtEl>
                                        <p:attrNameLst>
                                          <p:attrName>style.visibility</p:attrName>
                                        </p:attrNameLst>
                                      </p:cBhvr>
                                      <p:to>
                                        <p:strVal val="visible"/>
                                      </p:to>
                                    </p:set>
                                    <p:anim calcmode="lin" valueType="num">
                                      <p:cBhvr additive="base">
                                        <p:cTn dur="500"/>
                                        <p:tgtEl>
                                          <p:spTgt spid="1710">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10">
                                            <p:txEl>
                                              <p:pRg end="2" st="2"/>
                                            </p:txEl>
                                          </p:spTgt>
                                        </p:tgtEl>
                                        <p:attrNameLst>
                                          <p:attrName>style.visibility</p:attrName>
                                        </p:attrNameLst>
                                      </p:cBhvr>
                                      <p:to>
                                        <p:strVal val="visible"/>
                                      </p:to>
                                    </p:set>
                                    <p:anim calcmode="lin" valueType="num">
                                      <p:cBhvr additive="base">
                                        <p:cTn dur="500"/>
                                        <p:tgtEl>
                                          <p:spTgt spid="1710">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10">
                                            <p:txEl>
                                              <p:pRg end="3" st="3"/>
                                            </p:txEl>
                                          </p:spTgt>
                                        </p:tgtEl>
                                        <p:attrNameLst>
                                          <p:attrName>style.visibility</p:attrName>
                                        </p:attrNameLst>
                                      </p:cBhvr>
                                      <p:to>
                                        <p:strVal val="visible"/>
                                      </p:to>
                                    </p:set>
                                    <p:anim calcmode="lin" valueType="num">
                                      <p:cBhvr additive="base">
                                        <p:cTn dur="500"/>
                                        <p:tgtEl>
                                          <p:spTgt spid="1710">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6" name="Shape 1726"/>
        <p:cNvGrpSpPr/>
        <p:nvPr/>
      </p:nvGrpSpPr>
      <p:grpSpPr>
        <a:xfrm>
          <a:off x="0" y="0"/>
          <a:ext cx="0" cy="0"/>
          <a:chOff x="0" y="0"/>
          <a:chExt cx="0" cy="0"/>
        </a:xfrm>
      </p:grpSpPr>
      <p:sp>
        <p:nvSpPr>
          <p:cNvPr id="1727" name="Google Shape;1727;p72"/>
          <p:cNvSpPr/>
          <p:nvPr/>
        </p:nvSpPr>
        <p:spPr>
          <a:xfrm>
            <a:off x="685800" y="1549400"/>
            <a:ext cx="7772400" cy="5308600"/>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accent2"/>
              </a:buClr>
              <a:buSzPts val="2400"/>
              <a:buFont typeface="Arial"/>
              <a:buNone/>
            </a:pPr>
            <a:r>
              <a:rPr i="1" lang="en-US" sz="2400">
                <a:solidFill>
                  <a:schemeClr val="accent2"/>
                </a:solidFill>
                <a:latin typeface="Arial"/>
                <a:ea typeface="Arial"/>
                <a:cs typeface="Arial"/>
                <a:sym typeface="Arial"/>
              </a:rPr>
              <a:t>Determine relative velocity in one and two dimensions</a:t>
            </a:r>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∙Consider two cars, A and B, shown below.</a:t>
            </a:r>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∙Suppose you are in car A which is moving at </a:t>
            </a:r>
            <a:r>
              <a:rPr i="1" lang="en-US" sz="2400">
                <a:solidFill>
                  <a:schemeClr val="dk1"/>
                </a:solidFill>
                <a:latin typeface="Arial"/>
                <a:ea typeface="Arial"/>
                <a:cs typeface="Arial"/>
                <a:sym typeface="Arial"/>
              </a:rPr>
              <a:t>v</a:t>
            </a:r>
            <a:r>
              <a:rPr baseline="-25000" lang="en-US" sz="2400">
                <a:solidFill>
                  <a:schemeClr val="dk1"/>
                </a:solidFill>
                <a:latin typeface="Arial"/>
                <a:ea typeface="Arial"/>
                <a:cs typeface="Arial"/>
                <a:sym typeface="Arial"/>
              </a:rPr>
              <a:t>A</a:t>
            </a:r>
            <a:r>
              <a:rPr lang="en-US" sz="2400">
                <a:solidFill>
                  <a:schemeClr val="dk1"/>
                </a:solidFill>
                <a:latin typeface="Arial"/>
                <a:ea typeface="Arial"/>
                <a:cs typeface="Arial"/>
                <a:sym typeface="Arial"/>
              </a:rPr>
              <a:t> = +20 m</a:t>
            </a:r>
            <a:r>
              <a:rPr baseline="-25000"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s</a:t>
            </a:r>
            <a:r>
              <a:rPr baseline="30000" lang="en-US" sz="2400">
                <a:solidFill>
                  <a:schemeClr val="dk1"/>
                </a:solidFill>
                <a:latin typeface="Arial"/>
                <a:ea typeface="Arial"/>
                <a:cs typeface="Arial"/>
                <a:sym typeface="Arial"/>
              </a:rPr>
              <a:t>-1</a:t>
            </a:r>
            <a:r>
              <a:rPr lang="en-US" sz="2400">
                <a:solidFill>
                  <a:schemeClr val="dk1"/>
                </a:solidFill>
                <a:latin typeface="Arial"/>
                <a:ea typeface="Arial"/>
                <a:cs typeface="Arial"/>
                <a:sym typeface="Arial"/>
              </a:rPr>
              <a:t> and next to you is car B, moving at </a:t>
            </a:r>
            <a:r>
              <a:rPr i="1" lang="en-US" sz="2400">
                <a:solidFill>
                  <a:schemeClr val="dk1"/>
                </a:solidFill>
                <a:latin typeface="Arial"/>
                <a:ea typeface="Arial"/>
                <a:cs typeface="Arial"/>
                <a:sym typeface="Arial"/>
              </a:rPr>
              <a:t>v</a:t>
            </a:r>
            <a:r>
              <a:rPr baseline="-25000" lang="en-US" sz="2400">
                <a:solidFill>
                  <a:schemeClr val="dk1"/>
                </a:solidFill>
                <a:latin typeface="Arial"/>
                <a:ea typeface="Arial"/>
                <a:cs typeface="Arial"/>
                <a:sym typeface="Arial"/>
              </a:rPr>
              <a:t>B</a:t>
            </a:r>
            <a:r>
              <a:rPr lang="en-US" sz="2400">
                <a:solidFill>
                  <a:schemeClr val="dk1"/>
                </a:solidFill>
                <a:latin typeface="Arial"/>
                <a:ea typeface="Arial"/>
                <a:cs typeface="Arial"/>
                <a:sym typeface="Arial"/>
              </a:rPr>
              <a:t> = +40 m</a:t>
            </a:r>
            <a:r>
              <a:rPr baseline="-25000"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s</a:t>
            </a:r>
            <a:r>
              <a:rPr baseline="30000" lang="en-US" sz="2400">
                <a:solidFill>
                  <a:schemeClr val="dk1"/>
                </a:solidFill>
                <a:latin typeface="Arial"/>
                <a:ea typeface="Arial"/>
                <a:cs typeface="Arial"/>
                <a:sym typeface="Arial"/>
              </a:rPr>
              <a:t>-1</a:t>
            </a:r>
            <a:r>
              <a:rPr lang="en-US" sz="2400">
                <a:solidFill>
                  <a:schemeClr val="dk1"/>
                </a:solidFill>
                <a:latin typeface="Arial"/>
                <a:ea typeface="Arial"/>
                <a:cs typeface="Arial"/>
                <a:sym typeface="Arial"/>
              </a:rPr>
              <a:t>.</a:t>
            </a:r>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∙As far as you are concerned your velocity relative to car B (v</a:t>
            </a:r>
            <a:r>
              <a:rPr baseline="-25000" lang="en-US" sz="2400">
                <a:solidFill>
                  <a:schemeClr val="dk1"/>
                </a:solidFill>
                <a:latin typeface="Arial"/>
                <a:ea typeface="Arial"/>
                <a:cs typeface="Arial"/>
                <a:sym typeface="Arial"/>
              </a:rPr>
              <a:t>AB</a:t>
            </a:r>
            <a:r>
              <a:rPr lang="en-US" sz="2400">
                <a:solidFill>
                  <a:schemeClr val="dk1"/>
                </a:solidFill>
                <a:latin typeface="Arial"/>
                <a:ea typeface="Arial"/>
                <a:cs typeface="Arial"/>
                <a:sym typeface="Arial"/>
              </a:rPr>
              <a:t>) is -20 m</a:t>
            </a:r>
            <a:r>
              <a:rPr baseline="-25000"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s</a:t>
            </a:r>
            <a:r>
              <a:rPr baseline="30000" lang="en-US" sz="2400">
                <a:solidFill>
                  <a:schemeClr val="dk1"/>
                </a:solidFill>
                <a:latin typeface="Arial"/>
                <a:ea typeface="Arial"/>
                <a:cs typeface="Arial"/>
                <a:sym typeface="Arial"/>
              </a:rPr>
              <a:t>-1</a:t>
            </a:r>
            <a:r>
              <a:rPr lang="en-US" sz="2400">
                <a:solidFill>
                  <a:schemeClr val="dk1"/>
                </a:solidFill>
                <a:latin typeface="Arial"/>
                <a:ea typeface="Arial"/>
                <a:cs typeface="Arial"/>
                <a:sym typeface="Arial"/>
              </a:rPr>
              <a:t>  because you seem to be moving backwards relative to B’s coordinate system.</a:t>
            </a:r>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∙We write	</a:t>
            </a:r>
            <a:endParaRPr/>
          </a:p>
        </p:txBody>
      </p:sp>
      <p:sp>
        <p:nvSpPr>
          <p:cNvPr id="1728" name="Google Shape;1728;p72"/>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2: Mechanics</a:t>
            </a:r>
            <a:br>
              <a:rPr b="1" lang="en-US" sz="2800"/>
            </a:br>
            <a:r>
              <a:rPr lang="en-US" sz="2800">
                <a:solidFill>
                  <a:schemeClr val="dk1"/>
                </a:solidFill>
              </a:rPr>
              <a:t>2.1 – Motion</a:t>
            </a:r>
            <a:endParaRPr/>
          </a:p>
        </p:txBody>
      </p:sp>
      <p:grpSp>
        <p:nvGrpSpPr>
          <p:cNvPr id="1729" name="Google Shape;1729;p72"/>
          <p:cNvGrpSpPr/>
          <p:nvPr/>
        </p:nvGrpSpPr>
        <p:grpSpPr>
          <a:xfrm>
            <a:off x="0" y="5300663"/>
            <a:ext cx="9144000" cy="1557337"/>
            <a:chOff x="0" y="1664"/>
            <a:chExt cx="5760" cy="981"/>
          </a:xfrm>
        </p:grpSpPr>
        <p:sp>
          <p:nvSpPr>
            <p:cNvPr descr="Stationery" id="1730" name="Google Shape;1730;p72"/>
            <p:cNvSpPr/>
            <p:nvPr/>
          </p:nvSpPr>
          <p:spPr>
            <a:xfrm>
              <a:off x="0" y="1664"/>
              <a:ext cx="5760" cy="981"/>
            </a:xfrm>
            <a:prstGeom prst="rect">
              <a:avLst/>
            </a:prstGeom>
            <a:blipFill rotWithShape="1">
              <a:blip r:embed="rId3">
                <a:alphaModFix/>
              </a:blip>
              <a:tile algn="tl" flip="none" tx="0" sx="100000" ty="0" sy="100000"/>
            </a:blip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731" name="Google Shape;1731;p72"/>
            <p:cNvSpPr/>
            <p:nvPr/>
          </p:nvSpPr>
          <p:spPr>
            <a:xfrm>
              <a:off x="0" y="1886"/>
              <a:ext cx="5760" cy="528"/>
            </a:xfrm>
            <a:prstGeom prst="rect">
              <a:avLst/>
            </a:prstGeom>
            <a:solidFill>
              <a:srgbClr val="333333"/>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cxnSp>
          <p:nvCxnSpPr>
            <p:cNvPr id="1732" name="Google Shape;1732;p72"/>
            <p:cNvCxnSpPr/>
            <p:nvPr/>
          </p:nvCxnSpPr>
          <p:spPr>
            <a:xfrm>
              <a:off x="0" y="2153"/>
              <a:ext cx="5760" cy="0"/>
            </a:xfrm>
            <a:prstGeom prst="straightConnector1">
              <a:avLst/>
            </a:prstGeom>
            <a:noFill/>
            <a:ln cap="flat" cmpd="sng" w="28575">
              <a:solidFill>
                <a:schemeClr val="lt1"/>
              </a:solidFill>
              <a:prstDash val="lgDash"/>
              <a:round/>
              <a:headEnd len="med" w="med" type="none"/>
              <a:tailEnd len="med" w="med" type="none"/>
            </a:ln>
          </p:spPr>
        </p:cxnSp>
      </p:grpSp>
      <p:grpSp>
        <p:nvGrpSpPr>
          <p:cNvPr id="1733" name="Google Shape;1733;p72"/>
          <p:cNvGrpSpPr/>
          <p:nvPr/>
        </p:nvGrpSpPr>
        <p:grpSpPr>
          <a:xfrm>
            <a:off x="0" y="6129338"/>
            <a:ext cx="644525" cy="304800"/>
            <a:chOff x="727" y="2702"/>
            <a:chExt cx="406" cy="192"/>
          </a:xfrm>
        </p:grpSpPr>
        <p:sp>
          <p:nvSpPr>
            <p:cNvPr id="1734" name="Google Shape;1734;p72"/>
            <p:cNvSpPr/>
            <p:nvPr/>
          </p:nvSpPr>
          <p:spPr>
            <a:xfrm>
              <a:off x="727" y="2722"/>
              <a:ext cx="377" cy="158"/>
            </a:xfrm>
            <a:prstGeom prst="rect">
              <a:avLst/>
            </a:prstGeom>
            <a:solidFill>
              <a:srgbClr val="FFFD1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735" name="Google Shape;1735;p72"/>
            <p:cNvSpPr/>
            <p:nvPr/>
          </p:nvSpPr>
          <p:spPr>
            <a:xfrm>
              <a:off x="898" y="2736"/>
              <a:ext cx="56" cy="130"/>
            </a:xfrm>
            <a:prstGeom prst="rect">
              <a:avLst/>
            </a:prstGeom>
            <a:gradFill>
              <a:gsLst>
                <a:gs pos="0">
                  <a:srgbClr val="5A5A5A"/>
                </a:gs>
                <a:gs pos="100000">
                  <a:schemeClr val="lt2"/>
                </a:gs>
              </a:gsLst>
              <a:lin ang="54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736" name="Google Shape;1736;p72"/>
            <p:cNvSpPr/>
            <p:nvPr/>
          </p:nvSpPr>
          <p:spPr>
            <a:xfrm>
              <a:off x="782" y="2736"/>
              <a:ext cx="35" cy="130"/>
            </a:xfrm>
            <a:prstGeom prst="rect">
              <a:avLst/>
            </a:prstGeom>
            <a:gradFill>
              <a:gsLst>
                <a:gs pos="0">
                  <a:srgbClr val="5A5A5A"/>
                </a:gs>
                <a:gs pos="100000">
                  <a:schemeClr val="lt2"/>
                </a:gs>
              </a:gsLst>
              <a:lin ang="54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737" name="Google Shape;1737;p72"/>
            <p:cNvSpPr/>
            <p:nvPr/>
          </p:nvSpPr>
          <p:spPr>
            <a:xfrm>
              <a:off x="981" y="2736"/>
              <a:ext cx="109" cy="130"/>
            </a:xfrm>
            <a:prstGeom prst="rect">
              <a:avLst/>
            </a:prstGeom>
            <a:solidFill>
              <a:srgbClr val="FFFD1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738" name="Google Shape;1738;p72"/>
            <p:cNvSpPr txBox="1"/>
            <p:nvPr/>
          </p:nvSpPr>
          <p:spPr>
            <a:xfrm>
              <a:off x="936" y="2702"/>
              <a:ext cx="197" cy="19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A</a:t>
              </a:r>
              <a:endParaRPr/>
            </a:p>
          </p:txBody>
        </p:sp>
      </p:grpSp>
      <p:grpSp>
        <p:nvGrpSpPr>
          <p:cNvPr id="1739" name="Google Shape;1739;p72"/>
          <p:cNvGrpSpPr/>
          <p:nvPr/>
        </p:nvGrpSpPr>
        <p:grpSpPr>
          <a:xfrm>
            <a:off x="0" y="5716588"/>
            <a:ext cx="644525" cy="304800"/>
            <a:chOff x="727" y="3155"/>
            <a:chExt cx="406" cy="192"/>
          </a:xfrm>
        </p:grpSpPr>
        <p:sp>
          <p:nvSpPr>
            <p:cNvPr id="1740" name="Google Shape;1740;p72"/>
            <p:cNvSpPr/>
            <p:nvPr/>
          </p:nvSpPr>
          <p:spPr>
            <a:xfrm>
              <a:off x="727" y="3174"/>
              <a:ext cx="377" cy="158"/>
            </a:xfrm>
            <a:prstGeom prst="rect">
              <a:avLst/>
            </a:prstGeom>
            <a:solidFill>
              <a:schemeClr val="hlink"/>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741" name="Google Shape;1741;p72"/>
            <p:cNvSpPr/>
            <p:nvPr/>
          </p:nvSpPr>
          <p:spPr>
            <a:xfrm>
              <a:off x="898" y="3188"/>
              <a:ext cx="56" cy="130"/>
            </a:xfrm>
            <a:prstGeom prst="rect">
              <a:avLst/>
            </a:prstGeom>
            <a:gradFill>
              <a:gsLst>
                <a:gs pos="0">
                  <a:srgbClr val="5A5A5A"/>
                </a:gs>
                <a:gs pos="100000">
                  <a:schemeClr val="lt2"/>
                </a:gs>
              </a:gsLst>
              <a:lin ang="54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742" name="Google Shape;1742;p72"/>
            <p:cNvSpPr/>
            <p:nvPr/>
          </p:nvSpPr>
          <p:spPr>
            <a:xfrm>
              <a:off x="782" y="3188"/>
              <a:ext cx="35" cy="130"/>
            </a:xfrm>
            <a:prstGeom prst="rect">
              <a:avLst/>
            </a:prstGeom>
            <a:gradFill>
              <a:gsLst>
                <a:gs pos="0">
                  <a:srgbClr val="5A5A5A"/>
                </a:gs>
                <a:gs pos="100000">
                  <a:schemeClr val="lt2"/>
                </a:gs>
              </a:gsLst>
              <a:lin ang="54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743" name="Google Shape;1743;p72"/>
            <p:cNvSpPr/>
            <p:nvPr/>
          </p:nvSpPr>
          <p:spPr>
            <a:xfrm>
              <a:off x="981" y="3188"/>
              <a:ext cx="109" cy="130"/>
            </a:xfrm>
            <a:prstGeom prst="rect">
              <a:avLst/>
            </a:prstGeom>
            <a:solidFill>
              <a:schemeClr val="hlink"/>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744" name="Google Shape;1744;p72"/>
            <p:cNvSpPr txBox="1"/>
            <p:nvPr/>
          </p:nvSpPr>
          <p:spPr>
            <a:xfrm>
              <a:off x="936" y="3155"/>
              <a:ext cx="197" cy="19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B</a:t>
              </a:r>
              <a:endParaRPr/>
            </a:p>
          </p:txBody>
        </p:sp>
      </p:grpSp>
      <p:cxnSp>
        <p:nvCxnSpPr>
          <p:cNvPr id="1745" name="Google Shape;1745;p72"/>
          <p:cNvCxnSpPr/>
          <p:nvPr/>
        </p:nvCxnSpPr>
        <p:spPr>
          <a:xfrm>
            <a:off x="611188" y="5308600"/>
            <a:ext cx="0" cy="1549400"/>
          </a:xfrm>
          <a:prstGeom prst="straightConnector1">
            <a:avLst/>
          </a:prstGeom>
          <a:noFill/>
          <a:ln cap="flat" cmpd="sng" w="57150">
            <a:solidFill>
              <a:srgbClr val="FF9900"/>
            </a:solidFill>
            <a:prstDash val="dot"/>
            <a:round/>
            <a:headEnd len="med" w="med" type="none"/>
            <a:tailEnd len="med" w="med" type="none"/>
          </a:ln>
        </p:spPr>
      </p:cxnSp>
      <p:grpSp>
        <p:nvGrpSpPr>
          <p:cNvPr id="1746" name="Google Shape;1746;p72"/>
          <p:cNvGrpSpPr/>
          <p:nvPr/>
        </p:nvGrpSpPr>
        <p:grpSpPr>
          <a:xfrm>
            <a:off x="828675" y="4806950"/>
            <a:ext cx="7464425" cy="498475"/>
            <a:chOff x="522" y="3028"/>
            <a:chExt cx="4702" cy="314"/>
          </a:xfrm>
        </p:grpSpPr>
        <p:sp>
          <p:nvSpPr>
            <p:cNvPr id="1747" name="Google Shape;1747;p72"/>
            <p:cNvSpPr txBox="1"/>
            <p:nvPr/>
          </p:nvSpPr>
          <p:spPr>
            <a:xfrm>
              <a:off x="2883" y="3054"/>
              <a:ext cx="2341" cy="288"/>
            </a:xfrm>
            <a:prstGeom prst="rect">
              <a:avLst/>
            </a:prstGeom>
            <a:solidFill>
              <a:srgbClr val="FF0000"/>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lt1"/>
                  </a:solidFill>
                  <a:latin typeface="Arial"/>
                  <a:ea typeface="Arial"/>
                  <a:cs typeface="Arial"/>
                  <a:sym typeface="Arial"/>
                </a:rPr>
                <a:t>velocity of A relative to B</a:t>
              </a:r>
              <a:endParaRPr/>
            </a:p>
          </p:txBody>
        </p:sp>
        <p:sp>
          <p:nvSpPr>
            <p:cNvPr id="1748" name="Google Shape;1748;p72"/>
            <p:cNvSpPr/>
            <p:nvPr/>
          </p:nvSpPr>
          <p:spPr>
            <a:xfrm>
              <a:off x="522" y="3056"/>
              <a:ext cx="4701" cy="282"/>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749" name="Google Shape;1749;p72"/>
            <p:cNvSpPr txBox="1"/>
            <p:nvPr/>
          </p:nvSpPr>
          <p:spPr>
            <a:xfrm>
              <a:off x="628" y="3028"/>
              <a:ext cx="1721"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Arial"/>
                  <a:ea typeface="Arial"/>
                  <a:cs typeface="Arial"/>
                  <a:sym typeface="Arial"/>
                </a:rPr>
                <a:t>v</a:t>
              </a:r>
              <a:r>
                <a:rPr baseline="-25000" lang="en-US" sz="2400">
                  <a:solidFill>
                    <a:schemeClr val="dk1"/>
                  </a:solidFill>
                  <a:latin typeface="Arial"/>
                  <a:ea typeface="Arial"/>
                  <a:cs typeface="Arial"/>
                  <a:sym typeface="Arial"/>
                </a:rPr>
                <a:t>AB</a:t>
              </a:r>
              <a:r>
                <a:rPr lang="en-US" sz="2400">
                  <a:solidFill>
                    <a:schemeClr val="dk1"/>
                  </a:solidFill>
                  <a:latin typeface="Arial"/>
                  <a:ea typeface="Arial"/>
                  <a:cs typeface="Arial"/>
                  <a:sym typeface="Arial"/>
                </a:rPr>
                <a:t> = </a:t>
              </a:r>
              <a:r>
                <a:rPr b="1" lang="en-US" sz="2400">
                  <a:solidFill>
                    <a:schemeClr val="dk1"/>
                  </a:solidFill>
                  <a:latin typeface="Arial"/>
                  <a:ea typeface="Arial"/>
                  <a:cs typeface="Arial"/>
                  <a:sym typeface="Arial"/>
                </a:rPr>
                <a:t>v</a:t>
              </a:r>
              <a:r>
                <a:rPr baseline="-25000" lang="en-US" sz="2400">
                  <a:solidFill>
                    <a:schemeClr val="dk1"/>
                  </a:solidFill>
                  <a:latin typeface="Arial"/>
                  <a:ea typeface="Arial"/>
                  <a:cs typeface="Arial"/>
                  <a:sym typeface="Arial"/>
                </a:rPr>
                <a:t>A</a:t>
              </a:r>
              <a:r>
                <a:rPr lang="en-US" sz="2400">
                  <a:solidFill>
                    <a:schemeClr val="dk1"/>
                  </a:solidFill>
                  <a:latin typeface="Arial"/>
                  <a:ea typeface="Arial"/>
                  <a:cs typeface="Arial"/>
                  <a:sym typeface="Arial"/>
                </a:rPr>
                <a:t> - </a:t>
              </a:r>
              <a:r>
                <a:rPr b="1" lang="en-US" sz="2400">
                  <a:solidFill>
                    <a:schemeClr val="dk1"/>
                  </a:solidFill>
                  <a:latin typeface="Arial"/>
                  <a:ea typeface="Arial"/>
                  <a:cs typeface="Arial"/>
                  <a:sym typeface="Arial"/>
                </a:rPr>
                <a:t>v</a:t>
              </a:r>
              <a:r>
                <a:rPr baseline="-25000" lang="en-US" sz="2400">
                  <a:solidFill>
                    <a:schemeClr val="dk1"/>
                  </a:solidFill>
                  <a:latin typeface="Arial"/>
                  <a:ea typeface="Arial"/>
                  <a:cs typeface="Arial"/>
                  <a:sym typeface="Arial"/>
                </a:rPr>
                <a:t>B</a:t>
              </a:r>
              <a:r>
                <a:rPr i="1" lang="en-US" sz="2400">
                  <a:solidFill>
                    <a:schemeClr val="dk1"/>
                  </a:solidFill>
                  <a:latin typeface="Arial"/>
                  <a:ea typeface="Arial"/>
                  <a:cs typeface="Arial"/>
                  <a:sym typeface="Arial"/>
                </a:rPr>
                <a:t> </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45"/>
                                        </p:tgtEl>
                                        <p:attrNameLst>
                                          <p:attrName>style.visibility</p:attrName>
                                        </p:attrNameLst>
                                      </p:cBhvr>
                                      <p:to>
                                        <p:strVal val="visible"/>
                                      </p:to>
                                    </p:set>
                                    <p:anim calcmode="lin" valueType="num">
                                      <p:cBhvr additive="base">
                                        <p:cTn dur="500"/>
                                        <p:tgtEl>
                                          <p:spTgt spid="1745"/>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746"/>
                                        </p:tgtEl>
                                        <p:attrNameLst>
                                          <p:attrName>style.visibility</p:attrName>
                                        </p:attrNameLst>
                                      </p:cBhvr>
                                      <p:to>
                                        <p:strVal val="visible"/>
                                      </p:to>
                                    </p:set>
                                    <p:anim calcmode="lin" valueType="num">
                                      <p:cBhvr additive="base">
                                        <p:cTn dur="500"/>
                                        <p:tgtEl>
                                          <p:spTgt spid="1746"/>
                                        </p:tgtEl>
                                        <p:attrNameLst>
                                          <p:attrName>ppt_w</p:attrName>
                                        </p:attrNameLst>
                                      </p:cBhvr>
                                      <p:tavLst>
                                        <p:tav fmla="" tm="0">
                                          <p:val>
                                            <p:strVal val="0"/>
                                          </p:val>
                                        </p:tav>
                                        <p:tav fmla="" tm="100000">
                                          <p:val>
                                            <p:strVal val="#ppt_w"/>
                                          </p:val>
                                        </p:tav>
                                      </p:tavLst>
                                    </p:anim>
                                    <p:anim calcmode="lin" valueType="num">
                                      <p:cBhvr additive="base">
                                        <p:cTn dur="500"/>
                                        <p:tgtEl>
                                          <p:spTgt spid="1746"/>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4" name="Shape 1754"/>
        <p:cNvGrpSpPr/>
        <p:nvPr/>
      </p:nvGrpSpPr>
      <p:grpSpPr>
        <a:xfrm>
          <a:off x="0" y="0"/>
          <a:ext cx="0" cy="0"/>
          <a:chOff x="0" y="0"/>
          <a:chExt cx="0" cy="0"/>
        </a:xfrm>
      </p:grpSpPr>
      <p:sp>
        <p:nvSpPr>
          <p:cNvPr id="1755" name="Google Shape;1755;p73"/>
          <p:cNvSpPr/>
          <p:nvPr/>
        </p:nvSpPr>
        <p:spPr>
          <a:xfrm>
            <a:off x="685800" y="1549400"/>
            <a:ext cx="6907213" cy="5308600"/>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accent2"/>
              </a:buClr>
              <a:buSzPts val="2400"/>
              <a:buFont typeface="Arial"/>
              <a:buNone/>
            </a:pPr>
            <a:r>
              <a:rPr i="1" lang="en-US" sz="2400">
                <a:solidFill>
                  <a:schemeClr val="accent2"/>
                </a:solidFill>
                <a:latin typeface="Arial"/>
                <a:ea typeface="Arial"/>
                <a:cs typeface="Arial"/>
                <a:sym typeface="Arial"/>
              </a:rPr>
              <a:t>Determine relative velocity in one and two dimensions</a:t>
            </a:r>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∙The equation works even in two dimensions.</a:t>
            </a:r>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∙Suppose you are in car A which is moving at </a:t>
            </a:r>
            <a:r>
              <a:rPr i="1" lang="en-US" sz="2400">
                <a:solidFill>
                  <a:schemeClr val="dk1"/>
                </a:solidFill>
                <a:latin typeface="Arial"/>
                <a:ea typeface="Arial"/>
                <a:cs typeface="Arial"/>
                <a:sym typeface="Arial"/>
              </a:rPr>
              <a:t>v</a:t>
            </a:r>
            <a:r>
              <a:rPr baseline="-25000" lang="en-US" sz="2400">
                <a:solidFill>
                  <a:schemeClr val="dk1"/>
                </a:solidFill>
                <a:latin typeface="Arial"/>
                <a:ea typeface="Arial"/>
                <a:cs typeface="Arial"/>
                <a:sym typeface="Arial"/>
              </a:rPr>
              <a:t>A</a:t>
            </a:r>
            <a:r>
              <a:rPr lang="en-US" sz="2400">
                <a:solidFill>
                  <a:schemeClr val="dk1"/>
                </a:solidFill>
                <a:latin typeface="Arial"/>
                <a:ea typeface="Arial"/>
                <a:cs typeface="Arial"/>
                <a:sym typeface="Arial"/>
              </a:rPr>
              <a:t> = +40 m</a:t>
            </a:r>
            <a:r>
              <a:rPr baseline="-25000"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s</a:t>
            </a:r>
            <a:r>
              <a:rPr baseline="30000" lang="en-US" sz="2400">
                <a:solidFill>
                  <a:schemeClr val="dk1"/>
                </a:solidFill>
                <a:latin typeface="Arial"/>
                <a:ea typeface="Arial"/>
                <a:cs typeface="Arial"/>
                <a:sym typeface="Arial"/>
              </a:rPr>
              <a:t>-1</a:t>
            </a:r>
            <a:r>
              <a:rPr lang="en-US" sz="2400">
                <a:solidFill>
                  <a:schemeClr val="dk1"/>
                </a:solidFill>
                <a:latin typeface="Arial"/>
                <a:ea typeface="Arial"/>
                <a:cs typeface="Arial"/>
                <a:sym typeface="Arial"/>
              </a:rPr>
              <a:t> and approaching you at right angles is a car B is moving at </a:t>
            </a:r>
            <a:r>
              <a:rPr i="1" lang="en-US" sz="2400">
                <a:solidFill>
                  <a:schemeClr val="dk1"/>
                </a:solidFill>
                <a:latin typeface="Arial"/>
                <a:ea typeface="Arial"/>
                <a:cs typeface="Arial"/>
                <a:sym typeface="Arial"/>
              </a:rPr>
              <a:t>v</a:t>
            </a:r>
            <a:r>
              <a:rPr baseline="-25000" lang="en-US" sz="2400">
                <a:solidFill>
                  <a:schemeClr val="dk1"/>
                </a:solidFill>
                <a:latin typeface="Arial"/>
                <a:ea typeface="Arial"/>
                <a:cs typeface="Arial"/>
                <a:sym typeface="Arial"/>
              </a:rPr>
              <a:t>B</a:t>
            </a:r>
            <a:r>
              <a:rPr lang="en-US" sz="2400">
                <a:solidFill>
                  <a:schemeClr val="dk1"/>
                </a:solidFill>
                <a:latin typeface="Arial"/>
                <a:ea typeface="Arial"/>
                <a:cs typeface="Arial"/>
                <a:sym typeface="Arial"/>
              </a:rPr>
              <a:t> = -20 m</a:t>
            </a:r>
            <a:r>
              <a:rPr baseline="-25000"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s</a:t>
            </a:r>
            <a:r>
              <a:rPr baseline="30000" lang="en-US" sz="2400">
                <a:solidFill>
                  <a:schemeClr val="dk1"/>
                </a:solidFill>
                <a:latin typeface="Arial"/>
                <a:ea typeface="Arial"/>
                <a:cs typeface="Arial"/>
                <a:sym typeface="Arial"/>
              </a:rPr>
              <a:t>-1</a:t>
            </a:r>
            <a:r>
              <a:rPr lang="en-US" sz="2400">
                <a:solidFill>
                  <a:schemeClr val="dk1"/>
                </a:solidFill>
                <a:latin typeface="Arial"/>
                <a:ea typeface="Arial"/>
                <a:cs typeface="Arial"/>
                <a:sym typeface="Arial"/>
              </a:rPr>
              <a:t> as shown.</a:t>
            </a:r>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∙Since A and B are moving perpendicular to one another, use a vector diagram to find v</a:t>
            </a:r>
            <a:r>
              <a:rPr baseline="-25000" lang="en-US" sz="2400">
                <a:solidFill>
                  <a:schemeClr val="dk1"/>
                </a:solidFill>
                <a:latin typeface="Arial"/>
                <a:ea typeface="Arial"/>
                <a:cs typeface="Arial"/>
                <a:sym typeface="Arial"/>
              </a:rPr>
              <a:t>AB</a:t>
            </a:r>
            <a:r>
              <a:rPr lang="en-US" sz="2400">
                <a:solidFill>
                  <a:schemeClr val="dk1"/>
                </a:solidFill>
                <a:latin typeface="Arial"/>
                <a:ea typeface="Arial"/>
                <a:cs typeface="Arial"/>
                <a:sym typeface="Arial"/>
              </a:rPr>
              <a:t>. The solution is on the next slide.</a:t>
            </a:r>
            <a:endParaRPr/>
          </a:p>
        </p:txBody>
      </p:sp>
      <p:sp>
        <p:nvSpPr>
          <p:cNvPr id="1756" name="Google Shape;1756;p73"/>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2: Mechanics</a:t>
            </a:r>
            <a:br>
              <a:rPr b="1" lang="en-US" sz="2800"/>
            </a:br>
            <a:r>
              <a:rPr lang="en-US" sz="2800">
                <a:solidFill>
                  <a:schemeClr val="dk1"/>
                </a:solidFill>
              </a:rPr>
              <a:t>2.1 – Motion</a:t>
            </a:r>
            <a:endParaRPr/>
          </a:p>
        </p:txBody>
      </p:sp>
      <p:sp>
        <p:nvSpPr>
          <p:cNvPr descr="Stationery" id="1757" name="Google Shape;1757;p73"/>
          <p:cNvSpPr/>
          <p:nvPr/>
        </p:nvSpPr>
        <p:spPr>
          <a:xfrm rot="5400000">
            <a:off x="4936332" y="2650331"/>
            <a:ext cx="6858000" cy="1557337"/>
          </a:xfrm>
          <a:prstGeom prst="rect">
            <a:avLst/>
          </a:prstGeom>
          <a:blipFill rotWithShape="1">
            <a:blip r:embed="rId3">
              <a:alphaModFix/>
            </a:blip>
            <a:tile algn="tl" flip="none" tx="0" sx="100000" ty="0" sy="100000"/>
          </a:blip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descr="Stationery" id="1758" name="Google Shape;1758;p73"/>
          <p:cNvSpPr/>
          <p:nvPr/>
        </p:nvSpPr>
        <p:spPr>
          <a:xfrm>
            <a:off x="0" y="5300663"/>
            <a:ext cx="9144000" cy="1557337"/>
          </a:xfrm>
          <a:prstGeom prst="rect">
            <a:avLst/>
          </a:prstGeom>
          <a:blipFill rotWithShape="1">
            <a:blip r:embed="rId3">
              <a:alphaModFix/>
            </a:blip>
            <a:tile algn="tl" flip="none" tx="0" sx="100000" ty="0" sy="100000"/>
          </a:blip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759" name="Google Shape;1759;p73"/>
          <p:cNvSpPr/>
          <p:nvPr/>
        </p:nvSpPr>
        <p:spPr>
          <a:xfrm>
            <a:off x="0" y="5653088"/>
            <a:ext cx="9144000" cy="838200"/>
          </a:xfrm>
          <a:prstGeom prst="rect">
            <a:avLst/>
          </a:prstGeom>
          <a:solidFill>
            <a:srgbClr val="333333"/>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cxnSp>
        <p:nvCxnSpPr>
          <p:cNvPr id="1760" name="Google Shape;1760;p73"/>
          <p:cNvCxnSpPr/>
          <p:nvPr/>
        </p:nvCxnSpPr>
        <p:spPr>
          <a:xfrm>
            <a:off x="0" y="6076950"/>
            <a:ext cx="9144000" cy="0"/>
          </a:xfrm>
          <a:prstGeom prst="straightConnector1">
            <a:avLst/>
          </a:prstGeom>
          <a:noFill/>
          <a:ln cap="flat" cmpd="sng" w="28575">
            <a:solidFill>
              <a:schemeClr val="lt1"/>
            </a:solidFill>
            <a:prstDash val="lgDash"/>
            <a:round/>
            <a:headEnd len="med" w="med" type="none"/>
            <a:tailEnd len="med" w="med" type="none"/>
          </a:ln>
        </p:spPr>
      </p:cxnSp>
      <p:sp>
        <p:nvSpPr>
          <p:cNvPr id="1761" name="Google Shape;1761;p73"/>
          <p:cNvSpPr/>
          <p:nvPr/>
        </p:nvSpPr>
        <p:spPr>
          <a:xfrm rot="5400000">
            <a:off x="4939506" y="3007519"/>
            <a:ext cx="6853238" cy="838200"/>
          </a:xfrm>
          <a:prstGeom prst="rect">
            <a:avLst/>
          </a:prstGeom>
          <a:solidFill>
            <a:srgbClr val="3333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cxnSp>
        <p:nvCxnSpPr>
          <p:cNvPr id="1762" name="Google Shape;1762;p73"/>
          <p:cNvCxnSpPr/>
          <p:nvPr/>
        </p:nvCxnSpPr>
        <p:spPr>
          <a:xfrm rot="5400000">
            <a:off x="5549900" y="2822575"/>
            <a:ext cx="5645150" cy="0"/>
          </a:xfrm>
          <a:prstGeom prst="straightConnector1">
            <a:avLst/>
          </a:prstGeom>
          <a:noFill/>
          <a:ln cap="flat" cmpd="sng" w="28575">
            <a:solidFill>
              <a:schemeClr val="lt1"/>
            </a:solidFill>
            <a:prstDash val="lgDash"/>
            <a:round/>
            <a:headEnd len="med" w="med" type="none"/>
            <a:tailEnd len="med" w="med" type="none"/>
          </a:ln>
        </p:spPr>
      </p:cxnSp>
      <p:cxnSp>
        <p:nvCxnSpPr>
          <p:cNvPr id="1763" name="Google Shape;1763;p73"/>
          <p:cNvCxnSpPr/>
          <p:nvPr/>
        </p:nvCxnSpPr>
        <p:spPr>
          <a:xfrm rot="5400000">
            <a:off x="8183562" y="6672263"/>
            <a:ext cx="371475" cy="0"/>
          </a:xfrm>
          <a:prstGeom prst="straightConnector1">
            <a:avLst/>
          </a:prstGeom>
          <a:noFill/>
          <a:ln cap="flat" cmpd="sng" w="28575">
            <a:solidFill>
              <a:schemeClr val="lt1"/>
            </a:solidFill>
            <a:prstDash val="lgDash"/>
            <a:round/>
            <a:headEnd len="med" w="med" type="none"/>
            <a:tailEnd len="med" w="med" type="none"/>
          </a:ln>
        </p:spPr>
      </p:cxnSp>
      <p:cxnSp>
        <p:nvCxnSpPr>
          <p:cNvPr id="1764" name="Google Shape;1764;p73"/>
          <p:cNvCxnSpPr/>
          <p:nvPr/>
        </p:nvCxnSpPr>
        <p:spPr>
          <a:xfrm>
            <a:off x="4137025" y="5532438"/>
            <a:ext cx="279400" cy="0"/>
          </a:xfrm>
          <a:prstGeom prst="straightConnector1">
            <a:avLst/>
          </a:prstGeom>
          <a:noFill/>
          <a:ln cap="flat" cmpd="sng" w="28575">
            <a:solidFill>
              <a:schemeClr val="dk1"/>
            </a:solidFill>
            <a:prstDash val="solid"/>
            <a:round/>
            <a:headEnd len="med" w="med" type="none"/>
            <a:tailEnd len="med" w="med" type="triangle"/>
          </a:ln>
        </p:spPr>
      </p:cxnSp>
      <p:cxnSp>
        <p:nvCxnSpPr>
          <p:cNvPr id="1765" name="Google Shape;1765;p73"/>
          <p:cNvCxnSpPr/>
          <p:nvPr/>
        </p:nvCxnSpPr>
        <p:spPr>
          <a:xfrm rot="10800000">
            <a:off x="7747000" y="2925763"/>
            <a:ext cx="0" cy="249237"/>
          </a:xfrm>
          <a:prstGeom prst="straightConnector1">
            <a:avLst/>
          </a:prstGeom>
          <a:noFill/>
          <a:ln cap="flat" cmpd="sng" w="28575">
            <a:solidFill>
              <a:schemeClr val="dk1"/>
            </a:solidFill>
            <a:prstDash val="solid"/>
            <a:round/>
            <a:headEnd len="med" w="med" type="none"/>
            <a:tailEnd len="med" w="med" type="triangle"/>
          </a:ln>
        </p:spPr>
      </p:cxnSp>
      <p:sp>
        <p:nvSpPr>
          <p:cNvPr id="1766" name="Google Shape;1766;p73"/>
          <p:cNvSpPr txBox="1"/>
          <p:nvPr/>
        </p:nvSpPr>
        <p:spPr>
          <a:xfrm>
            <a:off x="3841750" y="5330825"/>
            <a:ext cx="320675"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ourier New"/>
                <a:ea typeface="Courier New"/>
                <a:cs typeface="Courier New"/>
                <a:sym typeface="Courier New"/>
              </a:rPr>
              <a:t>x</a:t>
            </a:r>
            <a:endParaRPr/>
          </a:p>
        </p:txBody>
      </p:sp>
      <p:sp>
        <p:nvSpPr>
          <p:cNvPr id="1767" name="Google Shape;1767;p73"/>
          <p:cNvSpPr txBox="1"/>
          <p:nvPr/>
        </p:nvSpPr>
        <p:spPr>
          <a:xfrm>
            <a:off x="7588250" y="3228975"/>
            <a:ext cx="320675"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ourier New"/>
                <a:ea typeface="Courier New"/>
                <a:cs typeface="Courier New"/>
                <a:sym typeface="Courier New"/>
              </a:rPr>
              <a:t>y</a:t>
            </a:r>
            <a:endParaRPr/>
          </a:p>
        </p:txBody>
      </p:sp>
      <p:grpSp>
        <p:nvGrpSpPr>
          <p:cNvPr id="1768" name="Google Shape;1768;p73"/>
          <p:cNvGrpSpPr/>
          <p:nvPr/>
        </p:nvGrpSpPr>
        <p:grpSpPr>
          <a:xfrm>
            <a:off x="0" y="6129338"/>
            <a:ext cx="644525" cy="304800"/>
            <a:chOff x="727" y="2702"/>
            <a:chExt cx="406" cy="192"/>
          </a:xfrm>
        </p:grpSpPr>
        <p:sp>
          <p:nvSpPr>
            <p:cNvPr id="1769" name="Google Shape;1769;p73"/>
            <p:cNvSpPr/>
            <p:nvPr/>
          </p:nvSpPr>
          <p:spPr>
            <a:xfrm>
              <a:off x="727" y="2722"/>
              <a:ext cx="377" cy="158"/>
            </a:xfrm>
            <a:prstGeom prst="rect">
              <a:avLst/>
            </a:prstGeom>
            <a:solidFill>
              <a:srgbClr val="FFFD1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770" name="Google Shape;1770;p73"/>
            <p:cNvSpPr/>
            <p:nvPr/>
          </p:nvSpPr>
          <p:spPr>
            <a:xfrm>
              <a:off x="898" y="2736"/>
              <a:ext cx="56" cy="130"/>
            </a:xfrm>
            <a:prstGeom prst="rect">
              <a:avLst/>
            </a:prstGeom>
            <a:gradFill>
              <a:gsLst>
                <a:gs pos="0">
                  <a:srgbClr val="5A5A5A"/>
                </a:gs>
                <a:gs pos="100000">
                  <a:schemeClr val="lt2"/>
                </a:gs>
              </a:gsLst>
              <a:lin ang="54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771" name="Google Shape;1771;p73"/>
            <p:cNvSpPr/>
            <p:nvPr/>
          </p:nvSpPr>
          <p:spPr>
            <a:xfrm>
              <a:off x="782" y="2736"/>
              <a:ext cx="35" cy="130"/>
            </a:xfrm>
            <a:prstGeom prst="rect">
              <a:avLst/>
            </a:prstGeom>
            <a:gradFill>
              <a:gsLst>
                <a:gs pos="0">
                  <a:srgbClr val="5A5A5A"/>
                </a:gs>
                <a:gs pos="100000">
                  <a:schemeClr val="lt2"/>
                </a:gs>
              </a:gsLst>
              <a:lin ang="54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772" name="Google Shape;1772;p73"/>
            <p:cNvSpPr/>
            <p:nvPr/>
          </p:nvSpPr>
          <p:spPr>
            <a:xfrm>
              <a:off x="981" y="2736"/>
              <a:ext cx="109" cy="130"/>
            </a:xfrm>
            <a:prstGeom prst="rect">
              <a:avLst/>
            </a:prstGeom>
            <a:solidFill>
              <a:srgbClr val="FFFD1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773" name="Google Shape;1773;p73"/>
            <p:cNvSpPr txBox="1"/>
            <p:nvPr/>
          </p:nvSpPr>
          <p:spPr>
            <a:xfrm>
              <a:off x="936" y="2702"/>
              <a:ext cx="197" cy="19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A</a:t>
              </a:r>
              <a:endParaRPr/>
            </a:p>
          </p:txBody>
        </p:sp>
      </p:grpSp>
      <p:grpSp>
        <p:nvGrpSpPr>
          <p:cNvPr id="1774" name="Google Shape;1774;p73"/>
          <p:cNvGrpSpPr/>
          <p:nvPr/>
        </p:nvGrpSpPr>
        <p:grpSpPr>
          <a:xfrm rot="5400000">
            <a:off x="7826375" y="1054101"/>
            <a:ext cx="644525" cy="304800"/>
            <a:chOff x="727" y="3155"/>
            <a:chExt cx="406" cy="192"/>
          </a:xfrm>
        </p:grpSpPr>
        <p:sp>
          <p:nvSpPr>
            <p:cNvPr id="1775" name="Google Shape;1775;p73"/>
            <p:cNvSpPr/>
            <p:nvPr/>
          </p:nvSpPr>
          <p:spPr>
            <a:xfrm>
              <a:off x="727" y="3174"/>
              <a:ext cx="377" cy="158"/>
            </a:xfrm>
            <a:prstGeom prst="rect">
              <a:avLst/>
            </a:prstGeom>
            <a:solidFill>
              <a:schemeClr val="hlink"/>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776" name="Google Shape;1776;p73"/>
            <p:cNvSpPr/>
            <p:nvPr/>
          </p:nvSpPr>
          <p:spPr>
            <a:xfrm>
              <a:off x="898" y="3188"/>
              <a:ext cx="56" cy="130"/>
            </a:xfrm>
            <a:prstGeom prst="rect">
              <a:avLst/>
            </a:prstGeom>
            <a:gradFill>
              <a:gsLst>
                <a:gs pos="0">
                  <a:srgbClr val="5A5A5A"/>
                </a:gs>
                <a:gs pos="100000">
                  <a:schemeClr val="lt2"/>
                </a:gs>
              </a:gsLst>
              <a:lin ang="54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777" name="Google Shape;1777;p73"/>
            <p:cNvSpPr/>
            <p:nvPr/>
          </p:nvSpPr>
          <p:spPr>
            <a:xfrm>
              <a:off x="782" y="3188"/>
              <a:ext cx="35" cy="130"/>
            </a:xfrm>
            <a:prstGeom prst="rect">
              <a:avLst/>
            </a:prstGeom>
            <a:gradFill>
              <a:gsLst>
                <a:gs pos="0">
                  <a:srgbClr val="5A5A5A"/>
                </a:gs>
                <a:gs pos="100000">
                  <a:schemeClr val="lt2"/>
                </a:gs>
              </a:gsLst>
              <a:lin ang="54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778" name="Google Shape;1778;p73"/>
            <p:cNvSpPr/>
            <p:nvPr/>
          </p:nvSpPr>
          <p:spPr>
            <a:xfrm>
              <a:off x="981" y="3188"/>
              <a:ext cx="109" cy="130"/>
            </a:xfrm>
            <a:prstGeom prst="rect">
              <a:avLst/>
            </a:prstGeom>
            <a:solidFill>
              <a:schemeClr val="hlink"/>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779" name="Google Shape;1779;p73"/>
            <p:cNvSpPr txBox="1"/>
            <p:nvPr/>
          </p:nvSpPr>
          <p:spPr>
            <a:xfrm>
              <a:off x="936" y="3155"/>
              <a:ext cx="197" cy="19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B</a:t>
              </a:r>
              <a:endParaRPr/>
            </a:p>
          </p:txBody>
        </p:sp>
      </p:grpSp>
      <p:grpSp>
        <p:nvGrpSpPr>
          <p:cNvPr id="1780" name="Google Shape;1780;p73"/>
          <p:cNvGrpSpPr/>
          <p:nvPr/>
        </p:nvGrpSpPr>
        <p:grpSpPr>
          <a:xfrm>
            <a:off x="612775" y="211138"/>
            <a:ext cx="8308975" cy="6646862"/>
            <a:chOff x="386" y="133"/>
            <a:chExt cx="5234" cy="4187"/>
          </a:xfrm>
        </p:grpSpPr>
        <p:cxnSp>
          <p:nvCxnSpPr>
            <p:cNvPr id="1781" name="Google Shape;1781;p73"/>
            <p:cNvCxnSpPr/>
            <p:nvPr/>
          </p:nvCxnSpPr>
          <p:spPr>
            <a:xfrm>
              <a:off x="386" y="912"/>
              <a:ext cx="5234" cy="0"/>
            </a:xfrm>
            <a:prstGeom prst="straightConnector1">
              <a:avLst/>
            </a:prstGeom>
            <a:noFill/>
            <a:ln cap="flat" cmpd="sng" w="76200">
              <a:solidFill>
                <a:srgbClr val="FF9900"/>
              </a:solidFill>
              <a:prstDash val="dot"/>
              <a:round/>
              <a:headEnd len="med" w="med" type="none"/>
              <a:tailEnd len="med" w="med" type="none"/>
            </a:ln>
          </p:spPr>
        </p:cxnSp>
        <p:cxnSp>
          <p:nvCxnSpPr>
            <p:cNvPr id="1782" name="Google Shape;1782;p73"/>
            <p:cNvCxnSpPr/>
            <p:nvPr/>
          </p:nvCxnSpPr>
          <p:spPr>
            <a:xfrm>
              <a:off x="5128" y="133"/>
              <a:ext cx="0" cy="4187"/>
            </a:xfrm>
            <a:prstGeom prst="straightConnector1">
              <a:avLst/>
            </a:prstGeom>
            <a:noFill/>
            <a:ln cap="flat" cmpd="sng" w="76200">
              <a:solidFill>
                <a:srgbClr val="FF9900"/>
              </a:solidFill>
              <a:prstDash val="dot"/>
              <a:round/>
              <a:headEnd len="med" w="med" type="none"/>
              <a:tailEnd len="med" w="med" type="none"/>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80"/>
                                        </p:tgtEl>
                                        <p:attrNameLst>
                                          <p:attrName>style.visibility</p:attrName>
                                        </p:attrNameLst>
                                      </p:cBhvr>
                                      <p:to>
                                        <p:strVal val="visible"/>
                                      </p:to>
                                    </p:set>
                                    <p:animEffect filter="fade" transition="in">
                                      <p:cBhvr>
                                        <p:cTn dur="500"/>
                                        <p:tgtEl>
                                          <p:spTgt spid="178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7" name="Shape 1787"/>
        <p:cNvGrpSpPr/>
        <p:nvPr/>
      </p:nvGrpSpPr>
      <p:grpSpPr>
        <a:xfrm>
          <a:off x="0" y="0"/>
          <a:ext cx="0" cy="0"/>
          <a:chOff x="0" y="0"/>
          <a:chExt cx="0" cy="0"/>
        </a:xfrm>
      </p:grpSpPr>
      <p:sp>
        <p:nvSpPr>
          <p:cNvPr id="1788" name="Google Shape;1788;p74"/>
          <p:cNvSpPr/>
          <p:nvPr/>
        </p:nvSpPr>
        <p:spPr>
          <a:xfrm>
            <a:off x="685800" y="1549400"/>
            <a:ext cx="6907213" cy="5308600"/>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accent2"/>
              </a:buClr>
              <a:buSzPts val="2400"/>
              <a:buFont typeface="Arial"/>
              <a:buNone/>
            </a:pPr>
            <a:r>
              <a:rPr i="1" lang="en-US" sz="2400">
                <a:solidFill>
                  <a:schemeClr val="accent2"/>
                </a:solidFill>
                <a:latin typeface="Arial"/>
                <a:ea typeface="Arial"/>
                <a:cs typeface="Arial"/>
                <a:sym typeface="Arial"/>
              </a:rPr>
              <a:t>Determine relative velocity in one and two dimensions</a:t>
            </a:r>
            <a:endParaRPr/>
          </a:p>
          <a:p>
            <a:pPr indent="0" lvl="0" marL="0" marR="0" rtl="0" algn="l">
              <a:spcBef>
                <a:spcPts val="480"/>
              </a:spcBef>
              <a:spcAft>
                <a:spcPts val="0"/>
              </a:spcAft>
              <a:buClr>
                <a:schemeClr val="dk1"/>
              </a:buClr>
              <a:buSzPts val="2400"/>
              <a:buFont typeface="Arial"/>
              <a:buNone/>
            </a:pPr>
            <a:r>
              <a:rPr lang="en-US" sz="2400">
                <a:solidFill>
                  <a:schemeClr val="dk1"/>
                </a:solidFill>
                <a:latin typeface="Arial"/>
                <a:ea typeface="Arial"/>
                <a:cs typeface="Arial"/>
                <a:sym typeface="Arial"/>
              </a:rPr>
              <a:t>∙Draw in the vectors and use </a:t>
            </a:r>
            <a:r>
              <a:rPr b="1" lang="en-US" sz="2400">
                <a:solidFill>
                  <a:schemeClr val="dk1"/>
                </a:solidFill>
                <a:latin typeface="Arial"/>
                <a:ea typeface="Arial"/>
                <a:cs typeface="Arial"/>
                <a:sym typeface="Arial"/>
              </a:rPr>
              <a:t>v</a:t>
            </a:r>
            <a:r>
              <a:rPr baseline="-25000" lang="en-US" sz="2400">
                <a:solidFill>
                  <a:schemeClr val="dk1"/>
                </a:solidFill>
                <a:latin typeface="Arial"/>
                <a:ea typeface="Arial"/>
                <a:cs typeface="Arial"/>
                <a:sym typeface="Arial"/>
              </a:rPr>
              <a:t>AB</a:t>
            </a:r>
            <a:r>
              <a:rPr lang="en-US" sz="2400">
                <a:solidFill>
                  <a:schemeClr val="dk1"/>
                </a:solidFill>
                <a:latin typeface="Arial"/>
                <a:ea typeface="Arial"/>
                <a:cs typeface="Arial"/>
                <a:sym typeface="Arial"/>
              </a:rPr>
              <a:t> = </a:t>
            </a:r>
            <a:r>
              <a:rPr b="1" lang="en-US" sz="2400">
                <a:solidFill>
                  <a:schemeClr val="dk1"/>
                </a:solidFill>
                <a:latin typeface="Arial"/>
                <a:ea typeface="Arial"/>
                <a:cs typeface="Arial"/>
                <a:sym typeface="Arial"/>
              </a:rPr>
              <a:t>v</a:t>
            </a:r>
            <a:r>
              <a:rPr baseline="-25000" lang="en-US" sz="2400">
                <a:solidFill>
                  <a:schemeClr val="dk1"/>
                </a:solidFill>
                <a:latin typeface="Arial"/>
                <a:ea typeface="Arial"/>
                <a:cs typeface="Arial"/>
                <a:sym typeface="Arial"/>
              </a:rPr>
              <a:t>A</a:t>
            </a:r>
            <a:r>
              <a:rPr lang="en-US" sz="2400">
                <a:solidFill>
                  <a:schemeClr val="dk1"/>
                </a:solidFill>
                <a:latin typeface="Arial"/>
                <a:ea typeface="Arial"/>
                <a:cs typeface="Arial"/>
                <a:sym typeface="Arial"/>
              </a:rPr>
              <a:t> - </a:t>
            </a:r>
            <a:r>
              <a:rPr b="1" lang="en-US" sz="2400">
                <a:solidFill>
                  <a:schemeClr val="dk1"/>
                </a:solidFill>
                <a:latin typeface="Arial"/>
                <a:ea typeface="Arial"/>
                <a:cs typeface="Arial"/>
                <a:sym typeface="Arial"/>
              </a:rPr>
              <a:t>v</a:t>
            </a:r>
            <a:r>
              <a:rPr baseline="-25000" lang="en-US" sz="2400">
                <a:solidFill>
                  <a:schemeClr val="dk1"/>
                </a:solidFill>
                <a:latin typeface="Arial"/>
                <a:ea typeface="Arial"/>
                <a:cs typeface="Arial"/>
                <a:sym typeface="Arial"/>
              </a:rPr>
              <a:t>B</a:t>
            </a:r>
            <a:r>
              <a:rPr lang="en-US" sz="2400">
                <a:solidFill>
                  <a:schemeClr val="dk1"/>
                </a:solidFill>
                <a:latin typeface="Arial"/>
                <a:ea typeface="Arial"/>
                <a:cs typeface="Arial"/>
                <a:sym typeface="Arial"/>
              </a:rPr>
              <a:t>.</a:t>
            </a:r>
            <a:endParaRPr/>
          </a:p>
        </p:txBody>
      </p:sp>
      <p:sp>
        <p:nvSpPr>
          <p:cNvPr id="1789" name="Google Shape;1789;p74"/>
          <p:cNvSpPr txBox="1"/>
          <p:nvPr>
            <p:ph type="ctrTitle"/>
          </p:nvPr>
        </p:nvSpPr>
        <p:spPr>
          <a:xfrm>
            <a:off x="685800" y="533400"/>
            <a:ext cx="7772400" cy="8969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2: Mechanics</a:t>
            </a:r>
            <a:br>
              <a:rPr b="1" lang="en-US" sz="2800"/>
            </a:br>
            <a:r>
              <a:rPr lang="en-US" sz="2800">
                <a:solidFill>
                  <a:schemeClr val="dk1"/>
                </a:solidFill>
              </a:rPr>
              <a:t>2.1 – Motion</a:t>
            </a:r>
            <a:endParaRPr/>
          </a:p>
        </p:txBody>
      </p:sp>
      <p:sp>
        <p:nvSpPr>
          <p:cNvPr descr="Stationery" id="1790" name="Google Shape;1790;p74"/>
          <p:cNvSpPr/>
          <p:nvPr/>
        </p:nvSpPr>
        <p:spPr>
          <a:xfrm rot="5400000">
            <a:off x="4936332" y="2650331"/>
            <a:ext cx="6858000" cy="1557337"/>
          </a:xfrm>
          <a:prstGeom prst="rect">
            <a:avLst/>
          </a:prstGeom>
          <a:blipFill rotWithShape="1">
            <a:blip r:embed="rId3">
              <a:alphaModFix/>
            </a:blip>
            <a:tile algn="tl" flip="none" tx="0" sx="100000" ty="0" sy="100000"/>
          </a:blip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descr="Stationery" id="1791" name="Google Shape;1791;p74"/>
          <p:cNvSpPr/>
          <p:nvPr/>
        </p:nvSpPr>
        <p:spPr>
          <a:xfrm>
            <a:off x="0" y="5300663"/>
            <a:ext cx="9144000" cy="1557337"/>
          </a:xfrm>
          <a:prstGeom prst="rect">
            <a:avLst/>
          </a:prstGeom>
          <a:blipFill rotWithShape="1">
            <a:blip r:embed="rId3">
              <a:alphaModFix/>
            </a:blip>
            <a:tile algn="tl" flip="none" tx="0" sx="100000" ty="0" sy="100000"/>
          </a:blip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792" name="Google Shape;1792;p74"/>
          <p:cNvSpPr/>
          <p:nvPr/>
        </p:nvSpPr>
        <p:spPr>
          <a:xfrm>
            <a:off x="0" y="5653088"/>
            <a:ext cx="9144000" cy="838200"/>
          </a:xfrm>
          <a:prstGeom prst="rect">
            <a:avLst/>
          </a:prstGeom>
          <a:solidFill>
            <a:srgbClr val="333333"/>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cxnSp>
        <p:nvCxnSpPr>
          <p:cNvPr id="1793" name="Google Shape;1793;p74"/>
          <p:cNvCxnSpPr/>
          <p:nvPr/>
        </p:nvCxnSpPr>
        <p:spPr>
          <a:xfrm>
            <a:off x="0" y="6076950"/>
            <a:ext cx="9144000" cy="0"/>
          </a:xfrm>
          <a:prstGeom prst="straightConnector1">
            <a:avLst/>
          </a:prstGeom>
          <a:noFill/>
          <a:ln cap="flat" cmpd="sng" w="28575">
            <a:solidFill>
              <a:schemeClr val="lt1"/>
            </a:solidFill>
            <a:prstDash val="lgDash"/>
            <a:round/>
            <a:headEnd len="med" w="med" type="none"/>
            <a:tailEnd len="med" w="med" type="none"/>
          </a:ln>
        </p:spPr>
      </p:cxnSp>
      <p:sp>
        <p:nvSpPr>
          <p:cNvPr id="1794" name="Google Shape;1794;p74"/>
          <p:cNvSpPr/>
          <p:nvPr/>
        </p:nvSpPr>
        <p:spPr>
          <a:xfrm rot="5400000">
            <a:off x="4939506" y="3007519"/>
            <a:ext cx="6853238" cy="838200"/>
          </a:xfrm>
          <a:prstGeom prst="rect">
            <a:avLst/>
          </a:prstGeom>
          <a:solidFill>
            <a:srgbClr val="3333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cxnSp>
        <p:nvCxnSpPr>
          <p:cNvPr id="1795" name="Google Shape;1795;p74"/>
          <p:cNvCxnSpPr/>
          <p:nvPr/>
        </p:nvCxnSpPr>
        <p:spPr>
          <a:xfrm rot="5400000">
            <a:off x="5549900" y="2822575"/>
            <a:ext cx="5645150" cy="0"/>
          </a:xfrm>
          <a:prstGeom prst="straightConnector1">
            <a:avLst/>
          </a:prstGeom>
          <a:noFill/>
          <a:ln cap="flat" cmpd="sng" w="28575">
            <a:solidFill>
              <a:schemeClr val="lt1"/>
            </a:solidFill>
            <a:prstDash val="lgDash"/>
            <a:round/>
            <a:headEnd len="med" w="med" type="none"/>
            <a:tailEnd len="med" w="med" type="none"/>
          </a:ln>
        </p:spPr>
      </p:cxnSp>
      <p:cxnSp>
        <p:nvCxnSpPr>
          <p:cNvPr id="1796" name="Google Shape;1796;p74"/>
          <p:cNvCxnSpPr/>
          <p:nvPr/>
        </p:nvCxnSpPr>
        <p:spPr>
          <a:xfrm rot="5400000">
            <a:off x="8183562" y="6672263"/>
            <a:ext cx="371475" cy="0"/>
          </a:xfrm>
          <a:prstGeom prst="straightConnector1">
            <a:avLst/>
          </a:prstGeom>
          <a:noFill/>
          <a:ln cap="flat" cmpd="sng" w="28575">
            <a:solidFill>
              <a:schemeClr val="lt1"/>
            </a:solidFill>
            <a:prstDash val="lgDash"/>
            <a:round/>
            <a:headEnd len="med" w="med" type="none"/>
            <a:tailEnd len="med" w="med" type="none"/>
          </a:ln>
        </p:spPr>
      </p:cxnSp>
      <p:grpSp>
        <p:nvGrpSpPr>
          <p:cNvPr id="1797" name="Google Shape;1797;p74"/>
          <p:cNvGrpSpPr/>
          <p:nvPr/>
        </p:nvGrpSpPr>
        <p:grpSpPr>
          <a:xfrm>
            <a:off x="0" y="6129338"/>
            <a:ext cx="644525" cy="304800"/>
            <a:chOff x="727" y="2702"/>
            <a:chExt cx="406" cy="192"/>
          </a:xfrm>
        </p:grpSpPr>
        <p:sp>
          <p:nvSpPr>
            <p:cNvPr id="1798" name="Google Shape;1798;p74"/>
            <p:cNvSpPr/>
            <p:nvPr/>
          </p:nvSpPr>
          <p:spPr>
            <a:xfrm>
              <a:off x="727" y="2722"/>
              <a:ext cx="377" cy="158"/>
            </a:xfrm>
            <a:prstGeom prst="rect">
              <a:avLst/>
            </a:prstGeom>
            <a:solidFill>
              <a:srgbClr val="FFFD1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799" name="Google Shape;1799;p74"/>
            <p:cNvSpPr/>
            <p:nvPr/>
          </p:nvSpPr>
          <p:spPr>
            <a:xfrm>
              <a:off x="898" y="2736"/>
              <a:ext cx="56" cy="130"/>
            </a:xfrm>
            <a:prstGeom prst="rect">
              <a:avLst/>
            </a:prstGeom>
            <a:gradFill>
              <a:gsLst>
                <a:gs pos="0">
                  <a:srgbClr val="5A5A5A"/>
                </a:gs>
                <a:gs pos="100000">
                  <a:schemeClr val="lt2"/>
                </a:gs>
              </a:gsLst>
              <a:lin ang="54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800" name="Google Shape;1800;p74"/>
            <p:cNvSpPr/>
            <p:nvPr/>
          </p:nvSpPr>
          <p:spPr>
            <a:xfrm>
              <a:off x="782" y="2736"/>
              <a:ext cx="35" cy="130"/>
            </a:xfrm>
            <a:prstGeom prst="rect">
              <a:avLst/>
            </a:prstGeom>
            <a:gradFill>
              <a:gsLst>
                <a:gs pos="0">
                  <a:srgbClr val="5A5A5A"/>
                </a:gs>
                <a:gs pos="100000">
                  <a:schemeClr val="lt2"/>
                </a:gs>
              </a:gsLst>
              <a:lin ang="54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801" name="Google Shape;1801;p74"/>
            <p:cNvSpPr/>
            <p:nvPr/>
          </p:nvSpPr>
          <p:spPr>
            <a:xfrm>
              <a:off x="981" y="2736"/>
              <a:ext cx="109" cy="130"/>
            </a:xfrm>
            <a:prstGeom prst="rect">
              <a:avLst/>
            </a:prstGeom>
            <a:solidFill>
              <a:srgbClr val="FFFD1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802" name="Google Shape;1802;p74"/>
            <p:cNvSpPr txBox="1"/>
            <p:nvPr/>
          </p:nvSpPr>
          <p:spPr>
            <a:xfrm>
              <a:off x="936" y="2702"/>
              <a:ext cx="197" cy="19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A</a:t>
              </a:r>
              <a:endParaRPr/>
            </a:p>
          </p:txBody>
        </p:sp>
      </p:grpSp>
      <p:grpSp>
        <p:nvGrpSpPr>
          <p:cNvPr id="1803" name="Google Shape;1803;p74"/>
          <p:cNvGrpSpPr/>
          <p:nvPr/>
        </p:nvGrpSpPr>
        <p:grpSpPr>
          <a:xfrm rot="5400000">
            <a:off x="7826375" y="1054101"/>
            <a:ext cx="644525" cy="304800"/>
            <a:chOff x="727" y="3155"/>
            <a:chExt cx="406" cy="192"/>
          </a:xfrm>
        </p:grpSpPr>
        <p:sp>
          <p:nvSpPr>
            <p:cNvPr id="1804" name="Google Shape;1804;p74"/>
            <p:cNvSpPr/>
            <p:nvPr/>
          </p:nvSpPr>
          <p:spPr>
            <a:xfrm>
              <a:off x="727" y="3174"/>
              <a:ext cx="377" cy="158"/>
            </a:xfrm>
            <a:prstGeom prst="rect">
              <a:avLst/>
            </a:prstGeom>
            <a:solidFill>
              <a:schemeClr val="hlink"/>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805" name="Google Shape;1805;p74"/>
            <p:cNvSpPr/>
            <p:nvPr/>
          </p:nvSpPr>
          <p:spPr>
            <a:xfrm>
              <a:off x="898" y="3188"/>
              <a:ext cx="56" cy="130"/>
            </a:xfrm>
            <a:prstGeom prst="rect">
              <a:avLst/>
            </a:prstGeom>
            <a:gradFill>
              <a:gsLst>
                <a:gs pos="0">
                  <a:srgbClr val="5A5A5A"/>
                </a:gs>
                <a:gs pos="100000">
                  <a:schemeClr val="lt2"/>
                </a:gs>
              </a:gsLst>
              <a:lin ang="54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806" name="Google Shape;1806;p74"/>
            <p:cNvSpPr/>
            <p:nvPr/>
          </p:nvSpPr>
          <p:spPr>
            <a:xfrm>
              <a:off x="782" y="3188"/>
              <a:ext cx="35" cy="130"/>
            </a:xfrm>
            <a:prstGeom prst="rect">
              <a:avLst/>
            </a:prstGeom>
            <a:gradFill>
              <a:gsLst>
                <a:gs pos="0">
                  <a:srgbClr val="5A5A5A"/>
                </a:gs>
                <a:gs pos="100000">
                  <a:schemeClr val="lt2"/>
                </a:gs>
              </a:gsLst>
              <a:lin ang="54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807" name="Google Shape;1807;p74"/>
            <p:cNvSpPr/>
            <p:nvPr/>
          </p:nvSpPr>
          <p:spPr>
            <a:xfrm>
              <a:off x="981" y="3188"/>
              <a:ext cx="109" cy="130"/>
            </a:xfrm>
            <a:prstGeom prst="rect">
              <a:avLst/>
            </a:prstGeom>
            <a:solidFill>
              <a:schemeClr val="hlink"/>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808" name="Google Shape;1808;p74"/>
            <p:cNvSpPr txBox="1"/>
            <p:nvPr/>
          </p:nvSpPr>
          <p:spPr>
            <a:xfrm>
              <a:off x="936" y="3155"/>
              <a:ext cx="197" cy="19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B</a:t>
              </a:r>
              <a:endParaRPr/>
            </a:p>
          </p:txBody>
        </p:sp>
      </p:grpSp>
      <p:grpSp>
        <p:nvGrpSpPr>
          <p:cNvPr id="1809" name="Google Shape;1809;p74"/>
          <p:cNvGrpSpPr/>
          <p:nvPr/>
        </p:nvGrpSpPr>
        <p:grpSpPr>
          <a:xfrm>
            <a:off x="179388" y="4933950"/>
            <a:ext cx="4319587" cy="481013"/>
            <a:chOff x="667" y="2531"/>
            <a:chExt cx="2721" cy="303"/>
          </a:xfrm>
        </p:grpSpPr>
        <p:cxnSp>
          <p:nvCxnSpPr>
            <p:cNvPr id="1810" name="Google Shape;1810;p74"/>
            <p:cNvCxnSpPr/>
            <p:nvPr/>
          </p:nvCxnSpPr>
          <p:spPr>
            <a:xfrm>
              <a:off x="667" y="2531"/>
              <a:ext cx="2721" cy="0"/>
            </a:xfrm>
            <a:prstGeom prst="straightConnector1">
              <a:avLst/>
            </a:prstGeom>
            <a:noFill/>
            <a:ln cap="flat" cmpd="sng" w="38100">
              <a:solidFill>
                <a:srgbClr val="FF0000"/>
              </a:solidFill>
              <a:prstDash val="solid"/>
              <a:round/>
              <a:headEnd len="med" w="med" type="none"/>
              <a:tailEnd len="med" w="med" type="stealth"/>
            </a:ln>
          </p:spPr>
        </p:cxnSp>
        <p:sp>
          <p:nvSpPr>
            <p:cNvPr id="1811" name="Google Shape;1811;p74"/>
            <p:cNvSpPr txBox="1"/>
            <p:nvPr/>
          </p:nvSpPr>
          <p:spPr>
            <a:xfrm>
              <a:off x="1865" y="2546"/>
              <a:ext cx="379"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FF0000"/>
                  </a:solidFill>
                  <a:latin typeface="Arial"/>
                  <a:ea typeface="Arial"/>
                  <a:cs typeface="Arial"/>
                  <a:sym typeface="Arial"/>
                </a:rPr>
                <a:t>v</a:t>
              </a:r>
              <a:r>
                <a:rPr baseline="-25000" lang="en-US" sz="2400">
                  <a:solidFill>
                    <a:srgbClr val="FF0000"/>
                  </a:solidFill>
                  <a:latin typeface="Arial"/>
                  <a:ea typeface="Arial"/>
                  <a:cs typeface="Arial"/>
                  <a:sym typeface="Arial"/>
                </a:rPr>
                <a:t>A</a:t>
              </a:r>
              <a:endParaRPr sz="2400">
                <a:solidFill>
                  <a:srgbClr val="FF0000"/>
                </a:solidFill>
                <a:latin typeface="Arial"/>
                <a:ea typeface="Arial"/>
                <a:cs typeface="Arial"/>
                <a:sym typeface="Arial"/>
              </a:endParaRPr>
            </a:p>
          </p:txBody>
        </p:sp>
      </p:grpSp>
      <p:grpSp>
        <p:nvGrpSpPr>
          <p:cNvPr id="1812" name="Google Shape;1812;p74"/>
          <p:cNvGrpSpPr/>
          <p:nvPr/>
        </p:nvGrpSpPr>
        <p:grpSpPr>
          <a:xfrm>
            <a:off x="5043488" y="3437732"/>
            <a:ext cx="471487" cy="2128837"/>
            <a:chOff x="3459" y="1967"/>
            <a:chExt cx="297" cy="1341"/>
          </a:xfrm>
        </p:grpSpPr>
        <p:cxnSp>
          <p:nvCxnSpPr>
            <p:cNvPr id="1813" name="Google Shape;1813;p74"/>
            <p:cNvCxnSpPr/>
            <p:nvPr/>
          </p:nvCxnSpPr>
          <p:spPr>
            <a:xfrm rot="5400000">
              <a:off x="2790" y="2638"/>
              <a:ext cx="1341" cy="0"/>
            </a:xfrm>
            <a:prstGeom prst="straightConnector1">
              <a:avLst/>
            </a:prstGeom>
            <a:noFill/>
            <a:ln cap="flat" cmpd="sng" w="38100">
              <a:solidFill>
                <a:schemeClr val="accent2"/>
              </a:solidFill>
              <a:prstDash val="solid"/>
              <a:round/>
              <a:headEnd len="med" w="med" type="none"/>
              <a:tailEnd len="med" w="med" type="stealth"/>
            </a:ln>
          </p:spPr>
        </p:cxnSp>
        <p:sp>
          <p:nvSpPr>
            <p:cNvPr id="1814" name="Google Shape;1814;p74"/>
            <p:cNvSpPr txBox="1"/>
            <p:nvPr/>
          </p:nvSpPr>
          <p:spPr>
            <a:xfrm>
              <a:off x="3459" y="2446"/>
              <a:ext cx="297"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accent2"/>
                  </a:solidFill>
                  <a:latin typeface="Arial"/>
                  <a:ea typeface="Arial"/>
                  <a:cs typeface="Arial"/>
                  <a:sym typeface="Arial"/>
                </a:rPr>
                <a:t>v</a:t>
              </a:r>
              <a:r>
                <a:rPr baseline="-25000" lang="en-US" sz="2400">
                  <a:solidFill>
                    <a:schemeClr val="accent2"/>
                  </a:solidFill>
                  <a:latin typeface="Arial"/>
                  <a:ea typeface="Arial"/>
                  <a:cs typeface="Arial"/>
                  <a:sym typeface="Arial"/>
                </a:rPr>
                <a:t>B</a:t>
              </a:r>
              <a:endParaRPr/>
            </a:p>
          </p:txBody>
        </p:sp>
      </p:grpSp>
      <p:grpSp>
        <p:nvGrpSpPr>
          <p:cNvPr id="1815" name="Google Shape;1815;p74"/>
          <p:cNvGrpSpPr/>
          <p:nvPr/>
        </p:nvGrpSpPr>
        <p:grpSpPr>
          <a:xfrm>
            <a:off x="5448300" y="3456782"/>
            <a:ext cx="573088" cy="2128837"/>
            <a:chOff x="3918" y="1973"/>
            <a:chExt cx="361" cy="1341"/>
          </a:xfrm>
        </p:grpSpPr>
        <p:cxnSp>
          <p:nvCxnSpPr>
            <p:cNvPr id="1816" name="Google Shape;1816;p74"/>
            <p:cNvCxnSpPr/>
            <p:nvPr/>
          </p:nvCxnSpPr>
          <p:spPr>
            <a:xfrm rot="5400000">
              <a:off x="3250" y="2643"/>
              <a:ext cx="1341" cy="0"/>
            </a:xfrm>
            <a:prstGeom prst="straightConnector1">
              <a:avLst/>
            </a:prstGeom>
            <a:noFill/>
            <a:ln cap="flat" cmpd="sng" w="38100">
              <a:solidFill>
                <a:schemeClr val="hlink"/>
              </a:solidFill>
              <a:prstDash val="solid"/>
              <a:round/>
              <a:headEnd len="med" w="med" type="stealth"/>
              <a:tailEnd len="med" w="med" type="none"/>
            </a:ln>
          </p:spPr>
        </p:cxnSp>
        <p:sp>
          <p:nvSpPr>
            <p:cNvPr id="1817" name="Google Shape;1817;p74"/>
            <p:cNvSpPr txBox="1"/>
            <p:nvPr/>
          </p:nvSpPr>
          <p:spPr>
            <a:xfrm>
              <a:off x="3918" y="2497"/>
              <a:ext cx="361"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hlink"/>
                  </a:solidFill>
                  <a:latin typeface="Arial"/>
                  <a:ea typeface="Arial"/>
                  <a:cs typeface="Arial"/>
                  <a:sym typeface="Arial"/>
                </a:rPr>
                <a:t>-v</a:t>
              </a:r>
              <a:r>
                <a:rPr baseline="-25000" lang="en-US" sz="2400">
                  <a:solidFill>
                    <a:schemeClr val="hlink"/>
                  </a:solidFill>
                  <a:latin typeface="Arial"/>
                  <a:ea typeface="Arial"/>
                  <a:cs typeface="Arial"/>
                  <a:sym typeface="Arial"/>
                </a:rPr>
                <a:t>B</a:t>
              </a:r>
              <a:endParaRPr/>
            </a:p>
          </p:txBody>
        </p:sp>
      </p:grpSp>
      <p:grpSp>
        <p:nvGrpSpPr>
          <p:cNvPr id="1818" name="Google Shape;1818;p74"/>
          <p:cNvGrpSpPr/>
          <p:nvPr/>
        </p:nvGrpSpPr>
        <p:grpSpPr>
          <a:xfrm>
            <a:off x="190500" y="2803525"/>
            <a:ext cx="4295775" cy="2117725"/>
            <a:chOff x="606" y="1561"/>
            <a:chExt cx="2706" cy="1334"/>
          </a:xfrm>
        </p:grpSpPr>
        <p:cxnSp>
          <p:nvCxnSpPr>
            <p:cNvPr id="1819" name="Google Shape;1819;p74"/>
            <p:cNvCxnSpPr/>
            <p:nvPr/>
          </p:nvCxnSpPr>
          <p:spPr>
            <a:xfrm flipH="1" rot="10800000">
              <a:off x="606" y="1561"/>
              <a:ext cx="2706" cy="1334"/>
            </a:xfrm>
            <a:prstGeom prst="straightConnector1">
              <a:avLst/>
            </a:prstGeom>
            <a:noFill/>
            <a:ln cap="flat" cmpd="sng" w="57150">
              <a:solidFill>
                <a:schemeClr val="dk1"/>
              </a:solidFill>
              <a:prstDash val="solid"/>
              <a:round/>
              <a:headEnd len="med" w="med" type="none"/>
              <a:tailEnd len="med" w="med" type="triangle"/>
            </a:ln>
          </p:spPr>
        </p:cxnSp>
        <p:sp>
          <p:nvSpPr>
            <p:cNvPr id="1820" name="Google Shape;1820;p74"/>
            <p:cNvSpPr txBox="1"/>
            <p:nvPr/>
          </p:nvSpPr>
          <p:spPr>
            <a:xfrm rot="-1563371">
              <a:off x="1190" y="2031"/>
              <a:ext cx="1132"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Arial"/>
                  <a:ea typeface="Arial"/>
                  <a:cs typeface="Arial"/>
                  <a:sym typeface="Arial"/>
                </a:rPr>
                <a:t>v</a:t>
              </a:r>
              <a:r>
                <a:rPr baseline="-25000" lang="en-US" sz="2400">
                  <a:solidFill>
                    <a:schemeClr val="dk1"/>
                  </a:solidFill>
                  <a:latin typeface="Arial"/>
                  <a:ea typeface="Arial"/>
                  <a:cs typeface="Arial"/>
                  <a:sym typeface="Arial"/>
                </a:rPr>
                <a:t>AB</a:t>
              </a:r>
              <a:r>
                <a:rPr lang="en-US" sz="2400">
                  <a:solidFill>
                    <a:schemeClr val="dk1"/>
                  </a:solidFill>
                  <a:latin typeface="Arial"/>
                  <a:ea typeface="Arial"/>
                  <a:cs typeface="Arial"/>
                  <a:sym typeface="Arial"/>
                </a:rPr>
                <a:t> = v</a:t>
              </a:r>
              <a:r>
                <a:rPr baseline="-25000" lang="en-US" sz="2400">
                  <a:solidFill>
                    <a:schemeClr val="dk1"/>
                  </a:solidFill>
                  <a:latin typeface="Arial"/>
                  <a:ea typeface="Arial"/>
                  <a:cs typeface="Arial"/>
                  <a:sym typeface="Arial"/>
                </a:rPr>
                <a:t>A</a:t>
              </a:r>
              <a:r>
                <a:rPr lang="en-US" sz="2400">
                  <a:solidFill>
                    <a:schemeClr val="dk1"/>
                  </a:solidFill>
                  <a:latin typeface="Arial"/>
                  <a:ea typeface="Arial"/>
                  <a:cs typeface="Arial"/>
                  <a:sym typeface="Arial"/>
                </a:rPr>
                <a:t> - v</a:t>
              </a:r>
              <a:r>
                <a:rPr baseline="-25000" lang="en-US" sz="2400">
                  <a:solidFill>
                    <a:schemeClr val="dk1"/>
                  </a:solidFill>
                  <a:latin typeface="Arial"/>
                  <a:ea typeface="Arial"/>
                  <a:cs typeface="Arial"/>
                  <a:sym typeface="Arial"/>
                </a:rPr>
                <a:t>B</a:t>
              </a:r>
              <a:endParaRPr/>
            </a:p>
          </p:txBody>
        </p:sp>
      </p:grpSp>
      <p:sp>
        <p:nvSpPr>
          <p:cNvPr id="1821" name="Google Shape;1821;p74"/>
          <p:cNvSpPr txBox="1"/>
          <p:nvPr/>
        </p:nvSpPr>
        <p:spPr>
          <a:xfrm>
            <a:off x="5719763" y="3290888"/>
            <a:ext cx="2370137"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Arial"/>
                <a:ea typeface="Arial"/>
                <a:cs typeface="Arial"/>
                <a:sym typeface="Arial"/>
              </a:rPr>
              <a:t>v</a:t>
            </a:r>
            <a:r>
              <a:rPr baseline="-25000" lang="en-US" sz="2400">
                <a:solidFill>
                  <a:schemeClr val="dk1"/>
                </a:solidFill>
                <a:latin typeface="Arial"/>
                <a:ea typeface="Arial"/>
                <a:cs typeface="Arial"/>
                <a:sym typeface="Arial"/>
              </a:rPr>
              <a:t>AB</a:t>
            </a:r>
            <a:r>
              <a:rPr baseline="30000" lang="en-US" sz="2400">
                <a:solidFill>
                  <a:schemeClr val="dk1"/>
                </a:solidFill>
                <a:latin typeface="Arial"/>
                <a:ea typeface="Arial"/>
                <a:cs typeface="Arial"/>
                <a:sym typeface="Arial"/>
              </a:rPr>
              <a:t>2 </a:t>
            </a:r>
            <a:r>
              <a:rPr lang="en-US" sz="2400">
                <a:solidFill>
                  <a:schemeClr val="dk1"/>
                </a:solidFill>
                <a:latin typeface="Arial"/>
                <a:ea typeface="Arial"/>
                <a:cs typeface="Arial"/>
                <a:sym typeface="Arial"/>
              </a:rPr>
              <a:t>= v</a:t>
            </a:r>
            <a:r>
              <a:rPr baseline="-25000" lang="en-US" sz="2400">
                <a:solidFill>
                  <a:schemeClr val="dk1"/>
                </a:solidFill>
                <a:latin typeface="Arial"/>
                <a:ea typeface="Arial"/>
                <a:cs typeface="Arial"/>
                <a:sym typeface="Arial"/>
              </a:rPr>
              <a:t>A</a:t>
            </a:r>
            <a:r>
              <a:rPr baseline="30000" lang="en-US" sz="2400">
                <a:solidFill>
                  <a:schemeClr val="dk1"/>
                </a:solidFill>
                <a:latin typeface="Arial"/>
                <a:ea typeface="Arial"/>
                <a:cs typeface="Arial"/>
                <a:sym typeface="Arial"/>
              </a:rPr>
              <a:t>2 </a:t>
            </a:r>
            <a:r>
              <a:rPr lang="en-US" sz="2400">
                <a:solidFill>
                  <a:schemeClr val="dk1"/>
                </a:solidFill>
                <a:latin typeface="Arial"/>
                <a:ea typeface="Arial"/>
                <a:cs typeface="Arial"/>
                <a:sym typeface="Arial"/>
              </a:rPr>
              <a:t>+ v</a:t>
            </a:r>
            <a:r>
              <a:rPr baseline="-25000" lang="en-US" sz="2400">
                <a:solidFill>
                  <a:schemeClr val="dk1"/>
                </a:solidFill>
                <a:latin typeface="Arial"/>
                <a:ea typeface="Arial"/>
                <a:cs typeface="Arial"/>
                <a:sym typeface="Arial"/>
              </a:rPr>
              <a:t>B</a:t>
            </a:r>
            <a:r>
              <a:rPr baseline="30000" lang="en-US" sz="2400">
                <a:solidFill>
                  <a:schemeClr val="dk1"/>
                </a:solidFill>
                <a:latin typeface="Arial"/>
                <a:ea typeface="Arial"/>
                <a:cs typeface="Arial"/>
                <a:sym typeface="Arial"/>
              </a:rPr>
              <a:t>2</a:t>
            </a:r>
            <a:endParaRPr sz="2400">
              <a:solidFill>
                <a:schemeClr val="dk1"/>
              </a:solidFill>
              <a:latin typeface="Arial"/>
              <a:ea typeface="Arial"/>
              <a:cs typeface="Arial"/>
              <a:sym typeface="Arial"/>
            </a:endParaRPr>
          </a:p>
        </p:txBody>
      </p:sp>
      <p:sp>
        <p:nvSpPr>
          <p:cNvPr id="1822" name="Google Shape;1822;p74"/>
          <p:cNvSpPr txBox="1"/>
          <p:nvPr/>
        </p:nvSpPr>
        <p:spPr>
          <a:xfrm>
            <a:off x="5724525" y="3948113"/>
            <a:ext cx="2370138"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Arial"/>
                <a:ea typeface="Arial"/>
                <a:cs typeface="Arial"/>
                <a:sym typeface="Arial"/>
              </a:rPr>
              <a:t>v</a:t>
            </a:r>
            <a:r>
              <a:rPr baseline="-25000" lang="en-US" sz="2400">
                <a:solidFill>
                  <a:schemeClr val="dk1"/>
                </a:solidFill>
                <a:latin typeface="Arial"/>
                <a:ea typeface="Arial"/>
                <a:cs typeface="Arial"/>
                <a:sym typeface="Arial"/>
              </a:rPr>
              <a:t>AB</a:t>
            </a:r>
            <a:r>
              <a:rPr baseline="30000" lang="en-US" sz="2400">
                <a:solidFill>
                  <a:schemeClr val="dk1"/>
                </a:solidFill>
                <a:latin typeface="Arial"/>
                <a:ea typeface="Arial"/>
                <a:cs typeface="Arial"/>
                <a:sym typeface="Arial"/>
              </a:rPr>
              <a:t>2 </a:t>
            </a:r>
            <a:r>
              <a:rPr lang="en-US" sz="2400">
                <a:solidFill>
                  <a:schemeClr val="dk1"/>
                </a:solidFill>
                <a:latin typeface="Arial"/>
                <a:ea typeface="Arial"/>
                <a:cs typeface="Arial"/>
                <a:sym typeface="Arial"/>
              </a:rPr>
              <a:t>= 40</a:t>
            </a:r>
            <a:r>
              <a:rPr baseline="30000" lang="en-US" sz="2400">
                <a:solidFill>
                  <a:schemeClr val="dk1"/>
                </a:solidFill>
                <a:latin typeface="Arial"/>
                <a:ea typeface="Arial"/>
                <a:cs typeface="Arial"/>
                <a:sym typeface="Arial"/>
              </a:rPr>
              <a:t>2 </a:t>
            </a:r>
            <a:r>
              <a:rPr lang="en-US" sz="2400">
                <a:solidFill>
                  <a:schemeClr val="dk1"/>
                </a:solidFill>
                <a:latin typeface="Arial"/>
                <a:ea typeface="Arial"/>
                <a:cs typeface="Arial"/>
                <a:sym typeface="Arial"/>
              </a:rPr>
              <a:t>+ 20</a:t>
            </a:r>
            <a:r>
              <a:rPr baseline="30000" lang="en-US" sz="2400">
                <a:solidFill>
                  <a:schemeClr val="dk1"/>
                </a:solidFill>
                <a:latin typeface="Arial"/>
                <a:ea typeface="Arial"/>
                <a:cs typeface="Arial"/>
                <a:sym typeface="Arial"/>
              </a:rPr>
              <a:t>2</a:t>
            </a:r>
            <a:endParaRPr sz="2400">
              <a:solidFill>
                <a:schemeClr val="dk1"/>
              </a:solidFill>
              <a:latin typeface="Arial"/>
              <a:ea typeface="Arial"/>
              <a:cs typeface="Arial"/>
              <a:sym typeface="Arial"/>
            </a:endParaRPr>
          </a:p>
        </p:txBody>
      </p:sp>
      <p:sp>
        <p:nvSpPr>
          <p:cNvPr id="1823" name="Google Shape;1823;p74"/>
          <p:cNvSpPr txBox="1"/>
          <p:nvPr/>
        </p:nvSpPr>
        <p:spPr>
          <a:xfrm>
            <a:off x="5838825" y="4572000"/>
            <a:ext cx="2370138"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Arial"/>
                <a:ea typeface="Arial"/>
                <a:cs typeface="Arial"/>
                <a:sym typeface="Arial"/>
              </a:rPr>
              <a:t>v</a:t>
            </a:r>
            <a:r>
              <a:rPr baseline="-25000" lang="en-US" sz="2400">
                <a:solidFill>
                  <a:schemeClr val="dk1"/>
                </a:solidFill>
                <a:latin typeface="Arial"/>
                <a:ea typeface="Arial"/>
                <a:cs typeface="Arial"/>
                <a:sym typeface="Arial"/>
              </a:rPr>
              <a:t>AB </a:t>
            </a:r>
            <a:r>
              <a:rPr lang="en-US" sz="2400">
                <a:solidFill>
                  <a:schemeClr val="dk1"/>
                </a:solidFill>
                <a:latin typeface="Arial"/>
                <a:ea typeface="Arial"/>
                <a:cs typeface="Arial"/>
                <a:sym typeface="Arial"/>
              </a:rPr>
              <a:t>= 45 m</a:t>
            </a:r>
            <a:r>
              <a:rPr baseline="-25000"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s</a:t>
            </a:r>
            <a:r>
              <a:rPr baseline="30000" lang="en-US" sz="2400">
                <a:solidFill>
                  <a:schemeClr val="dk1"/>
                </a:solidFill>
                <a:latin typeface="Arial"/>
                <a:ea typeface="Arial"/>
                <a:cs typeface="Arial"/>
                <a:sym typeface="Arial"/>
              </a:rPr>
              <a:t>-1</a:t>
            </a:r>
            <a:r>
              <a:rPr lang="en-US" sz="2400">
                <a:solidFill>
                  <a:schemeClr val="dk1"/>
                </a:solidFill>
                <a:latin typeface="Arial"/>
                <a:ea typeface="Arial"/>
                <a:cs typeface="Arial"/>
                <a:sym typeface="Arial"/>
              </a:rPr>
              <a:t>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09"/>
                                        </p:tgtEl>
                                        <p:attrNameLst>
                                          <p:attrName>style.visibility</p:attrName>
                                        </p:attrNameLst>
                                      </p:cBhvr>
                                      <p:to>
                                        <p:strVal val="visible"/>
                                      </p:to>
                                    </p:set>
                                    <p:animEffect filter="fade" transition="in">
                                      <p:cBhvr>
                                        <p:cTn dur="500"/>
                                        <p:tgtEl>
                                          <p:spTgt spid="180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12"/>
                                        </p:tgtEl>
                                        <p:attrNameLst>
                                          <p:attrName>style.visibility</p:attrName>
                                        </p:attrNameLst>
                                      </p:cBhvr>
                                      <p:to>
                                        <p:strVal val="visible"/>
                                      </p:to>
                                    </p:set>
                                    <p:animEffect filter="fade" transition="in">
                                      <p:cBhvr>
                                        <p:cTn dur="500"/>
                                        <p:tgtEl>
                                          <p:spTgt spid="181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15"/>
                                        </p:tgtEl>
                                        <p:attrNameLst>
                                          <p:attrName>style.visibility</p:attrName>
                                        </p:attrNameLst>
                                      </p:cBhvr>
                                      <p:to>
                                        <p:strVal val="visible"/>
                                      </p:to>
                                    </p:set>
                                    <p:animEffect filter="fade" transition="in">
                                      <p:cBhvr>
                                        <p:cTn dur="500"/>
                                        <p:tgtEl>
                                          <p:spTgt spid="181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18"/>
                                        </p:tgtEl>
                                        <p:attrNameLst>
                                          <p:attrName>style.visibility</p:attrName>
                                        </p:attrNameLst>
                                      </p:cBhvr>
                                      <p:to>
                                        <p:strVal val="visible"/>
                                      </p:to>
                                    </p:set>
                                    <p:animEffect filter="fade" transition="in">
                                      <p:cBhvr>
                                        <p:cTn dur="500"/>
                                        <p:tgtEl>
                                          <p:spTgt spid="181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821"/>
                                        </p:tgtEl>
                                        <p:attrNameLst>
                                          <p:attrName>style.visibility</p:attrName>
                                        </p:attrNameLst>
                                      </p:cBhvr>
                                      <p:to>
                                        <p:strVal val="visible"/>
                                      </p:to>
                                    </p:set>
                                    <p:anim calcmode="lin" valueType="num">
                                      <p:cBhvr additive="base">
                                        <p:cTn dur="500"/>
                                        <p:tgtEl>
                                          <p:spTgt spid="1821"/>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822"/>
                                        </p:tgtEl>
                                        <p:attrNameLst>
                                          <p:attrName>style.visibility</p:attrName>
                                        </p:attrNameLst>
                                      </p:cBhvr>
                                      <p:to>
                                        <p:strVal val="visible"/>
                                      </p:to>
                                    </p:set>
                                    <p:anim calcmode="lin" valueType="num">
                                      <p:cBhvr additive="base">
                                        <p:cTn dur="500"/>
                                        <p:tgtEl>
                                          <p:spTgt spid="1822"/>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823"/>
                                        </p:tgtEl>
                                        <p:attrNameLst>
                                          <p:attrName>style.visibility</p:attrName>
                                        </p:attrNameLst>
                                      </p:cBhvr>
                                      <p:to>
                                        <p:strVal val="visible"/>
                                      </p:to>
                                    </p:set>
                                    <p:anim calcmode="lin" valueType="num">
                                      <p:cBhvr additive="base">
                                        <p:cTn dur="500"/>
                                        <p:tgtEl>
                                          <p:spTgt spid="1823"/>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7" name="Shape 1827"/>
        <p:cNvGrpSpPr/>
        <p:nvPr/>
      </p:nvGrpSpPr>
      <p:grpSpPr>
        <a:xfrm>
          <a:off x="0" y="0"/>
          <a:ext cx="0" cy="0"/>
          <a:chOff x="0" y="0"/>
          <a:chExt cx="0" cy="0"/>
        </a:xfrm>
      </p:grpSpPr>
      <p:sp>
        <p:nvSpPr>
          <p:cNvPr id="1828" name="Google Shape;1828;p75"/>
          <p:cNvSpPr/>
          <p:nvPr/>
        </p:nvSpPr>
        <p:spPr>
          <a:xfrm>
            <a:off x="685800" y="1401763"/>
            <a:ext cx="7772400" cy="5456237"/>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i="1" lang="en-US" sz="2400">
                <a:solidFill>
                  <a:schemeClr val="accent2"/>
                </a:solidFill>
                <a:latin typeface="Arial"/>
                <a:ea typeface="Arial"/>
                <a:cs typeface="Arial"/>
                <a:sym typeface="Arial"/>
              </a:rPr>
              <a:t>Projectile motion</a:t>
            </a:r>
            <a:r>
              <a:rPr lang="en-US" sz="2400">
                <a:solidFill>
                  <a:schemeClr val="accent2"/>
                </a:solidFill>
                <a:latin typeface="Arial"/>
                <a:ea typeface="Arial"/>
                <a:cs typeface="Arial"/>
                <a:sym typeface="Arial"/>
              </a:rPr>
              <a:t> </a:t>
            </a:r>
            <a:r>
              <a:rPr lang="en-US" sz="2000">
                <a:solidFill>
                  <a:srgbClr val="000000"/>
                </a:solidFill>
                <a:latin typeface="Courier New"/>
                <a:ea typeface="Courier New"/>
                <a:cs typeface="Courier New"/>
                <a:sym typeface="Courier New"/>
              </a:rPr>
              <a:t>	</a:t>
            </a:r>
            <a:endParaRPr/>
          </a:p>
          <a:p>
            <a:pPr indent="0" lvl="0" marL="0" marR="0" rtl="0" algn="l">
              <a:spcBef>
                <a:spcPts val="480"/>
              </a:spcBef>
              <a:spcAft>
                <a:spcPts val="0"/>
              </a:spcAft>
              <a:buNone/>
            </a:pPr>
            <a:r>
              <a:rPr lang="en-US" sz="2400">
                <a:solidFill>
                  <a:srgbClr val="000000"/>
                </a:solidFill>
                <a:latin typeface="Arial"/>
                <a:ea typeface="Arial"/>
                <a:cs typeface="Arial"/>
                <a:sym typeface="Arial"/>
              </a:rPr>
              <a:t>∙A </a:t>
            </a:r>
            <a:r>
              <a:rPr b="1" lang="en-US" sz="2400">
                <a:solidFill>
                  <a:srgbClr val="000000"/>
                </a:solidFill>
                <a:latin typeface="Arial"/>
                <a:ea typeface="Arial"/>
                <a:cs typeface="Arial"/>
                <a:sym typeface="Arial"/>
              </a:rPr>
              <a:t>projectile</a:t>
            </a:r>
            <a:r>
              <a:rPr lang="en-US" sz="2400">
                <a:solidFill>
                  <a:srgbClr val="000000"/>
                </a:solidFill>
                <a:latin typeface="Arial"/>
                <a:ea typeface="Arial"/>
                <a:cs typeface="Arial"/>
                <a:sym typeface="Arial"/>
              </a:rPr>
              <a:t> is an object that has been given an initial velocity by some sort of short-lived force, and then moves through the air under the influence of gravity.	</a:t>
            </a:r>
            <a:endParaRPr/>
          </a:p>
          <a:p>
            <a:pPr indent="0" lvl="0" marL="0" marR="0" rtl="0" algn="l">
              <a:spcBef>
                <a:spcPts val="480"/>
              </a:spcBef>
              <a:spcAft>
                <a:spcPts val="0"/>
              </a:spcAft>
              <a:buNone/>
            </a:pPr>
            <a:r>
              <a:rPr lang="en-US" sz="2400">
                <a:solidFill>
                  <a:srgbClr val="000000"/>
                </a:solidFill>
                <a:latin typeface="Arial"/>
                <a:ea typeface="Arial"/>
                <a:cs typeface="Arial"/>
                <a:sym typeface="Arial"/>
              </a:rPr>
              <a:t>∙Baseballs, stones, or bullets are all examples  of projectiles executing </a:t>
            </a:r>
            <a:r>
              <a:rPr b="1" lang="en-US" sz="2400">
                <a:solidFill>
                  <a:srgbClr val="000000"/>
                </a:solidFill>
                <a:latin typeface="Arial"/>
                <a:ea typeface="Arial"/>
                <a:cs typeface="Arial"/>
                <a:sym typeface="Arial"/>
              </a:rPr>
              <a:t>projectile motion</a:t>
            </a:r>
            <a:r>
              <a:rPr lang="en-US" sz="2400">
                <a:solidFill>
                  <a:srgbClr val="000000"/>
                </a:solidFill>
                <a:latin typeface="Arial"/>
                <a:ea typeface="Arial"/>
                <a:cs typeface="Arial"/>
                <a:sym typeface="Arial"/>
              </a:rPr>
              <a:t>.</a:t>
            </a:r>
            <a:endParaRPr/>
          </a:p>
          <a:p>
            <a:pPr indent="0" lvl="0" marL="0" marR="0" rtl="0" algn="l">
              <a:spcBef>
                <a:spcPts val="480"/>
              </a:spcBef>
              <a:spcAft>
                <a:spcPts val="0"/>
              </a:spcAft>
              <a:buNone/>
            </a:pPr>
            <a:r>
              <a:rPr lang="en-US" sz="2400">
                <a:solidFill>
                  <a:srgbClr val="000000"/>
                </a:solidFill>
                <a:latin typeface="Arial"/>
                <a:ea typeface="Arial"/>
                <a:cs typeface="Arial"/>
                <a:sym typeface="Arial"/>
              </a:rPr>
              <a:t>∙You know that all objects moving through air feel an air resistance (recall sticking your hand out of the window of a moving car).</a:t>
            </a:r>
            <a:endParaRPr/>
          </a:p>
        </p:txBody>
      </p:sp>
      <p:sp>
        <p:nvSpPr>
          <p:cNvPr id="1829" name="Google Shape;1829;p75"/>
          <p:cNvSpPr txBox="1"/>
          <p:nvPr>
            <p:ph type="ctrTitle"/>
          </p:nvPr>
        </p:nvSpPr>
        <p:spPr>
          <a:xfrm>
            <a:off x="685800" y="533400"/>
            <a:ext cx="7772400" cy="8334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2: Mechanics</a:t>
            </a:r>
            <a:br>
              <a:rPr b="1" lang="en-US" sz="2800"/>
            </a:br>
            <a:r>
              <a:rPr lang="en-US" sz="2800">
                <a:solidFill>
                  <a:schemeClr val="dk1"/>
                </a:solidFill>
              </a:rPr>
              <a:t>2.1 – Motion</a:t>
            </a:r>
            <a:endParaRPr/>
          </a:p>
        </p:txBody>
      </p:sp>
      <p:pic>
        <p:nvPicPr>
          <p:cNvPr id="1830" name="Google Shape;1830;p75"/>
          <p:cNvPicPr preferRelativeResize="0"/>
          <p:nvPr/>
        </p:nvPicPr>
        <p:blipFill rotWithShape="1">
          <a:blip r:embed="rId3">
            <a:alphaModFix/>
          </a:blip>
          <a:srcRect b="0" l="0" r="0" t="0"/>
          <a:stretch/>
        </p:blipFill>
        <p:spPr>
          <a:xfrm>
            <a:off x="6207125" y="5300663"/>
            <a:ext cx="2241550" cy="1557337"/>
          </a:xfrm>
          <a:prstGeom prst="rect">
            <a:avLst/>
          </a:prstGeom>
          <a:noFill/>
          <a:ln>
            <a:noFill/>
          </a:ln>
        </p:spPr>
      </p:pic>
      <p:pic>
        <p:nvPicPr>
          <p:cNvPr id="1831" name="Google Shape;1831;p75"/>
          <p:cNvPicPr preferRelativeResize="0"/>
          <p:nvPr/>
        </p:nvPicPr>
        <p:blipFill rotWithShape="1">
          <a:blip r:embed="rId4">
            <a:alphaModFix/>
          </a:blip>
          <a:srcRect b="0" l="0" r="0" t="0"/>
          <a:stretch/>
        </p:blipFill>
        <p:spPr>
          <a:xfrm>
            <a:off x="703263" y="5305425"/>
            <a:ext cx="2473325" cy="1557338"/>
          </a:xfrm>
          <a:prstGeom prst="rect">
            <a:avLst/>
          </a:prstGeom>
          <a:noFill/>
          <a:ln>
            <a:noFill/>
          </a:ln>
        </p:spPr>
      </p:pic>
      <p:sp>
        <p:nvSpPr>
          <p:cNvPr id="1832" name="Google Shape;1832;p75"/>
          <p:cNvSpPr/>
          <p:nvPr/>
        </p:nvSpPr>
        <p:spPr>
          <a:xfrm>
            <a:off x="3168650" y="4978400"/>
            <a:ext cx="3033713" cy="1879600"/>
          </a:xfrm>
          <a:prstGeom prst="rect">
            <a:avLst/>
          </a:prstGeom>
          <a:solidFill>
            <a:srgbClr val="FFCCC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1" lang="en-US" sz="2400">
                <a:solidFill>
                  <a:schemeClr val="dk1"/>
                </a:solidFill>
                <a:latin typeface="Arial"/>
                <a:ea typeface="Arial"/>
                <a:cs typeface="Arial"/>
                <a:sym typeface="Arial"/>
              </a:rPr>
              <a:t>FYI</a:t>
            </a:r>
            <a:endParaRPr/>
          </a:p>
          <a:p>
            <a:pPr indent="0" lvl="0" marL="0" marR="0" rtl="0" algn="l">
              <a:spcBef>
                <a:spcPts val="0"/>
              </a:spcBef>
              <a:spcAft>
                <a:spcPts val="0"/>
              </a:spcAft>
              <a:buNone/>
            </a:pPr>
            <a:r>
              <a:rPr b="1" lang="en-US" sz="2400">
                <a:solidFill>
                  <a:schemeClr val="dk1"/>
                </a:solidFill>
                <a:latin typeface="Arial"/>
                <a:ea typeface="Arial"/>
                <a:cs typeface="Arial"/>
                <a:sym typeface="Arial"/>
              </a:rPr>
              <a:t>∙</a:t>
            </a:r>
            <a:r>
              <a:rPr lang="en-US" sz="2400">
                <a:solidFill>
                  <a:schemeClr val="dk1"/>
                </a:solidFill>
                <a:latin typeface="Arial"/>
                <a:ea typeface="Arial"/>
                <a:cs typeface="Arial"/>
                <a:sym typeface="Arial"/>
              </a:rPr>
              <a:t>We will ignore air resistance in the discussion that follows…</a:t>
            </a:r>
            <a:endParaRPr/>
          </a:p>
        </p:txBody>
      </p:sp>
      <p:pic>
        <p:nvPicPr>
          <p:cNvPr descr="ANd9GcSl5iW-5Nhgt4WPnzKAhFXn_d789DbrnwM_1-TWoLhSDg1paTT9YA" id="1833" name="Google Shape;1833;p75"/>
          <p:cNvPicPr preferRelativeResize="0"/>
          <p:nvPr/>
        </p:nvPicPr>
        <p:blipFill rotWithShape="1">
          <a:blip r:embed="rId5">
            <a:alphaModFix/>
          </a:blip>
          <a:srcRect b="0" l="0" r="0" t="0"/>
          <a:stretch/>
        </p:blipFill>
        <p:spPr>
          <a:xfrm>
            <a:off x="8061325" y="3049588"/>
            <a:ext cx="1339850" cy="1412875"/>
          </a:xfrm>
          <a:prstGeom prst="rect">
            <a:avLst/>
          </a:prstGeom>
          <a:noFill/>
          <a:ln>
            <a:noFill/>
          </a:ln>
        </p:spPr>
      </p:pic>
      <p:pic>
        <p:nvPicPr>
          <p:cNvPr descr="Baseball" id="1834" name="Google Shape;1834;p75"/>
          <p:cNvPicPr preferRelativeResize="0"/>
          <p:nvPr/>
        </p:nvPicPr>
        <p:blipFill rotWithShape="1">
          <a:blip r:embed="rId6">
            <a:alphaModFix/>
          </a:blip>
          <a:srcRect b="0" l="0" r="0" t="0"/>
          <a:stretch/>
        </p:blipFill>
        <p:spPr>
          <a:xfrm>
            <a:off x="228600" y="3709988"/>
            <a:ext cx="349250" cy="3460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828">
                                            <p:txEl>
                                              <p:pRg end="0" st="0"/>
                                            </p:txEl>
                                          </p:spTgt>
                                        </p:tgtEl>
                                        <p:attrNameLst>
                                          <p:attrName>style.visibility</p:attrName>
                                        </p:attrNameLst>
                                      </p:cBhvr>
                                      <p:to>
                                        <p:strVal val="visible"/>
                                      </p:to>
                                    </p:set>
                                    <p:anim calcmode="lin" valueType="num">
                                      <p:cBhvr additive="base">
                                        <p:cTn dur="500"/>
                                        <p:tgtEl>
                                          <p:spTgt spid="1828">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828">
                                            <p:txEl>
                                              <p:pRg end="1" st="1"/>
                                            </p:txEl>
                                          </p:spTgt>
                                        </p:tgtEl>
                                        <p:attrNameLst>
                                          <p:attrName>style.visibility</p:attrName>
                                        </p:attrNameLst>
                                      </p:cBhvr>
                                      <p:to>
                                        <p:strVal val="visible"/>
                                      </p:to>
                                    </p:set>
                                    <p:anim calcmode="lin" valueType="num">
                                      <p:cBhvr additive="base">
                                        <p:cTn dur="500"/>
                                        <p:tgtEl>
                                          <p:spTgt spid="1828">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828">
                                            <p:txEl>
                                              <p:pRg end="2" st="2"/>
                                            </p:txEl>
                                          </p:spTgt>
                                        </p:tgtEl>
                                        <p:attrNameLst>
                                          <p:attrName>style.visibility</p:attrName>
                                        </p:attrNameLst>
                                      </p:cBhvr>
                                      <p:to>
                                        <p:strVal val="visible"/>
                                      </p:to>
                                    </p:set>
                                    <p:anim calcmode="lin" valueType="num">
                                      <p:cBhvr additive="base">
                                        <p:cTn dur="500"/>
                                        <p:tgtEl>
                                          <p:spTgt spid="1828">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828">
                                            <p:txEl>
                                              <p:pRg end="3" st="3"/>
                                            </p:txEl>
                                          </p:spTgt>
                                        </p:tgtEl>
                                        <p:attrNameLst>
                                          <p:attrName>style.visibility</p:attrName>
                                        </p:attrNameLst>
                                      </p:cBhvr>
                                      <p:to>
                                        <p:strVal val="visible"/>
                                      </p:to>
                                    </p:set>
                                    <p:anim calcmode="lin" valueType="num">
                                      <p:cBhvr additive="base">
                                        <p:cTn dur="500"/>
                                        <p:tgtEl>
                                          <p:spTgt spid="1828">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34"/>
                                        </p:tgtEl>
                                        <p:attrNameLst>
                                          <p:attrName>style.visibility</p:attrName>
                                        </p:attrNameLst>
                                      </p:cBhvr>
                                      <p:to>
                                        <p:strVal val="visible"/>
                                      </p:to>
                                    </p:set>
                                    <p:animEffect filter="fade" transition="in">
                                      <p:cBhvr>
                                        <p:cTn dur="500"/>
                                        <p:tgtEl>
                                          <p:spTgt spid="183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833"/>
                                        </p:tgtEl>
                                        <p:attrNameLst>
                                          <p:attrName>style.visibility</p:attrName>
                                        </p:attrNameLst>
                                      </p:cBhvr>
                                      <p:to>
                                        <p:strVal val="visible"/>
                                      </p:to>
                                    </p:set>
                                    <p:anim calcmode="lin" valueType="num">
                                      <p:cBhvr additive="base">
                                        <p:cTn dur="2000"/>
                                        <p:tgtEl>
                                          <p:spTgt spid="1833"/>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831"/>
                                        </p:tgtEl>
                                        <p:attrNameLst>
                                          <p:attrName>style.visibility</p:attrName>
                                        </p:attrNameLst>
                                      </p:cBhvr>
                                      <p:to>
                                        <p:strVal val="visible"/>
                                      </p:to>
                                    </p:set>
                                    <p:anim calcmode="lin" valueType="num">
                                      <p:cBhvr additive="base">
                                        <p:cTn dur="500"/>
                                        <p:tgtEl>
                                          <p:spTgt spid="1831"/>
                                        </p:tgtEl>
                                        <p:attrNameLst>
                                          <p:attrName>ppt_w</p:attrName>
                                        </p:attrNameLst>
                                      </p:cBhvr>
                                      <p:tavLst>
                                        <p:tav fmla="" tm="0">
                                          <p:val>
                                            <p:strVal val="0"/>
                                          </p:val>
                                        </p:tav>
                                        <p:tav fmla="" tm="100000">
                                          <p:val>
                                            <p:strVal val="#ppt_w"/>
                                          </p:val>
                                        </p:tav>
                                      </p:tavLst>
                                    </p:anim>
                                    <p:anim calcmode="lin" valueType="num">
                                      <p:cBhvr additive="base">
                                        <p:cTn dur="500"/>
                                        <p:tgtEl>
                                          <p:spTgt spid="1831"/>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830"/>
                                        </p:tgtEl>
                                        <p:attrNameLst>
                                          <p:attrName>style.visibility</p:attrName>
                                        </p:attrNameLst>
                                      </p:cBhvr>
                                      <p:to>
                                        <p:strVal val="visible"/>
                                      </p:to>
                                    </p:set>
                                    <p:anim calcmode="lin" valueType="num">
                                      <p:cBhvr additive="base">
                                        <p:cTn dur="500"/>
                                        <p:tgtEl>
                                          <p:spTgt spid="1830"/>
                                        </p:tgtEl>
                                        <p:attrNameLst>
                                          <p:attrName>ppt_w</p:attrName>
                                        </p:attrNameLst>
                                      </p:cBhvr>
                                      <p:tavLst>
                                        <p:tav fmla="" tm="0">
                                          <p:val>
                                            <p:strVal val="0"/>
                                          </p:val>
                                        </p:tav>
                                        <p:tav fmla="" tm="100000">
                                          <p:val>
                                            <p:strVal val="#ppt_w"/>
                                          </p:val>
                                        </p:tav>
                                      </p:tavLst>
                                    </p:anim>
                                    <p:anim calcmode="lin" valueType="num">
                                      <p:cBhvr additive="base">
                                        <p:cTn dur="500"/>
                                        <p:tgtEl>
                                          <p:spTgt spid="1830"/>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8" name="Shape 1838"/>
        <p:cNvGrpSpPr/>
        <p:nvPr/>
      </p:nvGrpSpPr>
      <p:grpSpPr>
        <a:xfrm>
          <a:off x="0" y="0"/>
          <a:ext cx="0" cy="0"/>
          <a:chOff x="0" y="0"/>
          <a:chExt cx="0" cy="0"/>
        </a:xfrm>
      </p:grpSpPr>
      <p:sp>
        <p:nvSpPr>
          <p:cNvPr id="1839" name="Google Shape;1839;p76"/>
          <p:cNvSpPr/>
          <p:nvPr/>
        </p:nvSpPr>
        <p:spPr>
          <a:xfrm>
            <a:off x="685800" y="1401763"/>
            <a:ext cx="7772400" cy="5456237"/>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i="1" lang="en-US" sz="2400">
                <a:solidFill>
                  <a:schemeClr val="accent2"/>
                </a:solidFill>
                <a:latin typeface="Arial"/>
                <a:ea typeface="Arial"/>
                <a:cs typeface="Arial"/>
                <a:sym typeface="Arial"/>
              </a:rPr>
              <a:t>Analysing projectile motion</a:t>
            </a:r>
            <a:r>
              <a:rPr lang="en-US" sz="2400">
                <a:solidFill>
                  <a:schemeClr val="accent2"/>
                </a:solidFill>
                <a:latin typeface="Arial"/>
                <a:ea typeface="Arial"/>
                <a:cs typeface="Arial"/>
                <a:sym typeface="Arial"/>
              </a:rPr>
              <a:t> </a:t>
            </a:r>
            <a:r>
              <a:rPr lang="en-US" sz="2000">
                <a:solidFill>
                  <a:srgbClr val="000000"/>
                </a:solidFill>
                <a:latin typeface="Courier New"/>
                <a:ea typeface="Courier New"/>
                <a:cs typeface="Courier New"/>
                <a:sym typeface="Courier New"/>
              </a:rPr>
              <a:t>	</a:t>
            </a:r>
            <a:endParaRPr/>
          </a:p>
          <a:p>
            <a:pPr indent="0" lvl="0" marL="0" marR="0" rtl="0" algn="l">
              <a:spcBef>
                <a:spcPts val="480"/>
              </a:spcBef>
              <a:spcAft>
                <a:spcPts val="0"/>
              </a:spcAft>
              <a:buNone/>
            </a:pPr>
            <a:r>
              <a:rPr lang="en-US" sz="2400">
                <a:solidFill>
                  <a:srgbClr val="000000"/>
                </a:solidFill>
                <a:latin typeface="Arial"/>
                <a:ea typeface="Arial"/>
                <a:cs typeface="Arial"/>
                <a:sym typeface="Arial"/>
              </a:rPr>
              <a:t>∙Regardless of the air resistance, the vertical and the horizontal components of velocity of an object in projectile motion are independent.	</a:t>
            </a:r>
            <a:endParaRPr/>
          </a:p>
        </p:txBody>
      </p:sp>
      <p:sp>
        <p:nvSpPr>
          <p:cNvPr id="1840" name="Google Shape;1840;p76"/>
          <p:cNvSpPr txBox="1"/>
          <p:nvPr>
            <p:ph type="ctrTitle"/>
          </p:nvPr>
        </p:nvSpPr>
        <p:spPr>
          <a:xfrm>
            <a:off x="685800" y="533400"/>
            <a:ext cx="7772400" cy="8334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2: Mechanics</a:t>
            </a:r>
            <a:br>
              <a:rPr b="1" lang="en-US" sz="2800"/>
            </a:br>
            <a:r>
              <a:rPr lang="en-US" sz="2800">
                <a:solidFill>
                  <a:schemeClr val="dk1"/>
                </a:solidFill>
              </a:rPr>
              <a:t>2.1 – Motion</a:t>
            </a:r>
            <a:endParaRPr/>
          </a:p>
        </p:txBody>
      </p:sp>
      <p:pic>
        <p:nvPicPr>
          <p:cNvPr descr="Baseball" id="1841" name="Google Shape;1841;p76"/>
          <p:cNvPicPr preferRelativeResize="0"/>
          <p:nvPr/>
        </p:nvPicPr>
        <p:blipFill rotWithShape="1">
          <a:blip r:embed="rId3">
            <a:alphaModFix/>
          </a:blip>
          <a:srcRect b="0" l="0" r="0" t="0"/>
          <a:stretch/>
        </p:blipFill>
        <p:spPr>
          <a:xfrm>
            <a:off x="7512050" y="5956300"/>
            <a:ext cx="349250" cy="346075"/>
          </a:xfrm>
          <a:prstGeom prst="rect">
            <a:avLst/>
          </a:prstGeom>
          <a:noFill/>
          <a:ln>
            <a:noFill/>
          </a:ln>
        </p:spPr>
      </p:pic>
      <p:pic>
        <p:nvPicPr>
          <p:cNvPr descr="Baseball" id="1842" name="Google Shape;1842;p76"/>
          <p:cNvPicPr preferRelativeResize="0"/>
          <p:nvPr/>
        </p:nvPicPr>
        <p:blipFill rotWithShape="1">
          <a:blip r:embed="rId3">
            <a:alphaModFix/>
          </a:blip>
          <a:srcRect b="0" l="0" r="0" t="0"/>
          <a:stretch/>
        </p:blipFill>
        <p:spPr>
          <a:xfrm>
            <a:off x="6980238" y="5313363"/>
            <a:ext cx="349250" cy="346075"/>
          </a:xfrm>
          <a:prstGeom prst="rect">
            <a:avLst/>
          </a:prstGeom>
          <a:noFill/>
          <a:ln>
            <a:noFill/>
          </a:ln>
        </p:spPr>
      </p:pic>
      <p:pic>
        <p:nvPicPr>
          <p:cNvPr descr="Baseball" id="1843" name="Google Shape;1843;p76"/>
          <p:cNvPicPr preferRelativeResize="0"/>
          <p:nvPr/>
        </p:nvPicPr>
        <p:blipFill rotWithShape="1">
          <a:blip r:embed="rId3">
            <a:alphaModFix/>
          </a:blip>
          <a:srcRect b="0" l="0" r="0" t="0"/>
          <a:stretch/>
        </p:blipFill>
        <p:spPr>
          <a:xfrm>
            <a:off x="6448425" y="4703763"/>
            <a:ext cx="349250" cy="346075"/>
          </a:xfrm>
          <a:prstGeom prst="rect">
            <a:avLst/>
          </a:prstGeom>
          <a:noFill/>
          <a:ln>
            <a:noFill/>
          </a:ln>
        </p:spPr>
      </p:pic>
      <p:pic>
        <p:nvPicPr>
          <p:cNvPr descr="Baseball" id="1844" name="Google Shape;1844;p76"/>
          <p:cNvPicPr preferRelativeResize="0"/>
          <p:nvPr/>
        </p:nvPicPr>
        <p:blipFill rotWithShape="1">
          <a:blip r:embed="rId3">
            <a:alphaModFix/>
          </a:blip>
          <a:srcRect b="0" l="0" r="0" t="0"/>
          <a:stretch/>
        </p:blipFill>
        <p:spPr>
          <a:xfrm>
            <a:off x="5916613" y="4138613"/>
            <a:ext cx="349250" cy="346075"/>
          </a:xfrm>
          <a:prstGeom prst="rect">
            <a:avLst/>
          </a:prstGeom>
          <a:noFill/>
          <a:ln>
            <a:noFill/>
          </a:ln>
        </p:spPr>
      </p:pic>
      <p:pic>
        <p:nvPicPr>
          <p:cNvPr descr="Baseball" id="1845" name="Google Shape;1845;p76"/>
          <p:cNvPicPr preferRelativeResize="0"/>
          <p:nvPr/>
        </p:nvPicPr>
        <p:blipFill rotWithShape="1">
          <a:blip r:embed="rId3">
            <a:alphaModFix/>
          </a:blip>
          <a:srcRect b="0" l="0" r="0" t="0"/>
          <a:stretch/>
        </p:blipFill>
        <p:spPr>
          <a:xfrm>
            <a:off x="5375275" y="3708400"/>
            <a:ext cx="349250" cy="346075"/>
          </a:xfrm>
          <a:prstGeom prst="rect">
            <a:avLst/>
          </a:prstGeom>
          <a:noFill/>
          <a:ln>
            <a:noFill/>
          </a:ln>
        </p:spPr>
      </p:pic>
      <p:pic>
        <p:nvPicPr>
          <p:cNvPr descr="Baseball" id="1846" name="Google Shape;1846;p76"/>
          <p:cNvPicPr preferRelativeResize="0"/>
          <p:nvPr/>
        </p:nvPicPr>
        <p:blipFill rotWithShape="1">
          <a:blip r:embed="rId3">
            <a:alphaModFix/>
          </a:blip>
          <a:srcRect b="0" l="0" r="0" t="0"/>
          <a:stretch/>
        </p:blipFill>
        <p:spPr>
          <a:xfrm>
            <a:off x="4843463" y="3422650"/>
            <a:ext cx="349250" cy="346075"/>
          </a:xfrm>
          <a:prstGeom prst="rect">
            <a:avLst/>
          </a:prstGeom>
          <a:noFill/>
          <a:ln>
            <a:noFill/>
          </a:ln>
        </p:spPr>
      </p:pic>
      <p:pic>
        <p:nvPicPr>
          <p:cNvPr descr="Baseball" id="1847" name="Google Shape;1847;p76"/>
          <p:cNvPicPr preferRelativeResize="0"/>
          <p:nvPr/>
        </p:nvPicPr>
        <p:blipFill rotWithShape="1">
          <a:blip r:embed="rId3">
            <a:alphaModFix/>
          </a:blip>
          <a:srcRect b="0" l="0" r="0" t="0"/>
          <a:stretch/>
        </p:blipFill>
        <p:spPr>
          <a:xfrm>
            <a:off x="4322763" y="3314700"/>
            <a:ext cx="349250" cy="346075"/>
          </a:xfrm>
          <a:prstGeom prst="rect">
            <a:avLst/>
          </a:prstGeom>
          <a:noFill/>
          <a:ln>
            <a:noFill/>
          </a:ln>
        </p:spPr>
      </p:pic>
      <p:pic>
        <p:nvPicPr>
          <p:cNvPr descr="Baseball" id="1848" name="Google Shape;1848;p76"/>
          <p:cNvPicPr preferRelativeResize="0"/>
          <p:nvPr/>
        </p:nvPicPr>
        <p:blipFill rotWithShape="1">
          <a:blip r:embed="rId3">
            <a:alphaModFix/>
          </a:blip>
          <a:srcRect b="0" l="0" r="0" t="0"/>
          <a:stretch/>
        </p:blipFill>
        <p:spPr>
          <a:xfrm>
            <a:off x="3790950" y="3417888"/>
            <a:ext cx="349250" cy="346075"/>
          </a:xfrm>
          <a:prstGeom prst="rect">
            <a:avLst/>
          </a:prstGeom>
          <a:noFill/>
          <a:ln>
            <a:noFill/>
          </a:ln>
        </p:spPr>
      </p:pic>
      <p:pic>
        <p:nvPicPr>
          <p:cNvPr descr="Baseball" id="1849" name="Google Shape;1849;p76"/>
          <p:cNvPicPr preferRelativeResize="0"/>
          <p:nvPr/>
        </p:nvPicPr>
        <p:blipFill rotWithShape="1">
          <a:blip r:embed="rId3">
            <a:alphaModFix/>
          </a:blip>
          <a:srcRect b="0" l="0" r="0" t="0"/>
          <a:stretch/>
        </p:blipFill>
        <p:spPr>
          <a:xfrm>
            <a:off x="3248025" y="3700463"/>
            <a:ext cx="349250" cy="346075"/>
          </a:xfrm>
          <a:prstGeom prst="rect">
            <a:avLst/>
          </a:prstGeom>
          <a:noFill/>
          <a:ln>
            <a:noFill/>
          </a:ln>
        </p:spPr>
      </p:pic>
      <p:pic>
        <p:nvPicPr>
          <p:cNvPr descr="Baseball" id="1850" name="Google Shape;1850;p76"/>
          <p:cNvPicPr preferRelativeResize="0"/>
          <p:nvPr/>
        </p:nvPicPr>
        <p:blipFill rotWithShape="1">
          <a:blip r:embed="rId3">
            <a:alphaModFix/>
          </a:blip>
          <a:srcRect b="0" l="0" r="0" t="0"/>
          <a:stretch/>
        </p:blipFill>
        <p:spPr>
          <a:xfrm>
            <a:off x="2716213" y="4151313"/>
            <a:ext cx="349250" cy="346075"/>
          </a:xfrm>
          <a:prstGeom prst="rect">
            <a:avLst/>
          </a:prstGeom>
          <a:noFill/>
          <a:ln>
            <a:noFill/>
          </a:ln>
        </p:spPr>
      </p:pic>
      <p:pic>
        <p:nvPicPr>
          <p:cNvPr descr="Baseball" id="1851" name="Google Shape;1851;p76"/>
          <p:cNvPicPr preferRelativeResize="0"/>
          <p:nvPr/>
        </p:nvPicPr>
        <p:blipFill rotWithShape="1">
          <a:blip r:embed="rId3">
            <a:alphaModFix/>
          </a:blip>
          <a:srcRect b="0" l="0" r="0" t="0"/>
          <a:stretch/>
        </p:blipFill>
        <p:spPr>
          <a:xfrm>
            <a:off x="2173288" y="4691063"/>
            <a:ext cx="349250" cy="346075"/>
          </a:xfrm>
          <a:prstGeom prst="rect">
            <a:avLst/>
          </a:prstGeom>
          <a:noFill/>
          <a:ln>
            <a:noFill/>
          </a:ln>
        </p:spPr>
      </p:pic>
      <p:pic>
        <p:nvPicPr>
          <p:cNvPr descr="Baseball" id="1852" name="Google Shape;1852;p76"/>
          <p:cNvPicPr preferRelativeResize="0"/>
          <p:nvPr/>
        </p:nvPicPr>
        <p:blipFill rotWithShape="1">
          <a:blip r:embed="rId3">
            <a:alphaModFix/>
          </a:blip>
          <a:srcRect b="0" l="0" r="0" t="0"/>
          <a:stretch/>
        </p:blipFill>
        <p:spPr>
          <a:xfrm>
            <a:off x="1641475" y="5318125"/>
            <a:ext cx="349250" cy="346075"/>
          </a:xfrm>
          <a:prstGeom prst="rect">
            <a:avLst/>
          </a:prstGeom>
          <a:noFill/>
          <a:ln>
            <a:noFill/>
          </a:ln>
        </p:spPr>
      </p:pic>
      <p:pic>
        <p:nvPicPr>
          <p:cNvPr descr="Baseball" id="1853" name="Google Shape;1853;p76"/>
          <p:cNvPicPr preferRelativeResize="0"/>
          <p:nvPr/>
        </p:nvPicPr>
        <p:blipFill rotWithShape="1">
          <a:blip r:embed="rId3">
            <a:alphaModFix/>
          </a:blip>
          <a:srcRect b="0" l="0" r="0" t="0"/>
          <a:stretch/>
        </p:blipFill>
        <p:spPr>
          <a:xfrm>
            <a:off x="1117600" y="5976938"/>
            <a:ext cx="349250" cy="346075"/>
          </a:xfrm>
          <a:prstGeom prst="rect">
            <a:avLst/>
          </a:prstGeom>
          <a:noFill/>
          <a:ln>
            <a:noFill/>
          </a:ln>
        </p:spPr>
      </p:pic>
      <p:pic>
        <p:nvPicPr>
          <p:cNvPr descr="Baseball" id="1854" name="Google Shape;1854;p76"/>
          <p:cNvPicPr preferRelativeResize="0"/>
          <p:nvPr/>
        </p:nvPicPr>
        <p:blipFill rotWithShape="1">
          <a:blip r:embed="rId3">
            <a:alphaModFix/>
          </a:blip>
          <a:srcRect b="0" l="0" r="0" t="0"/>
          <a:stretch/>
        </p:blipFill>
        <p:spPr>
          <a:xfrm>
            <a:off x="1120775" y="5978525"/>
            <a:ext cx="349250" cy="346075"/>
          </a:xfrm>
          <a:prstGeom prst="rect">
            <a:avLst/>
          </a:prstGeom>
          <a:noFill/>
          <a:ln>
            <a:noFill/>
          </a:ln>
        </p:spPr>
      </p:pic>
      <p:sp>
        <p:nvSpPr>
          <p:cNvPr id="1855" name="Google Shape;1855;p76"/>
          <p:cNvSpPr/>
          <p:nvPr/>
        </p:nvSpPr>
        <p:spPr>
          <a:xfrm>
            <a:off x="1292225" y="3482975"/>
            <a:ext cx="533400" cy="5334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856" name="Google Shape;1856;p76"/>
          <p:cNvSpPr/>
          <p:nvPr/>
        </p:nvSpPr>
        <p:spPr>
          <a:xfrm>
            <a:off x="1825625" y="3482975"/>
            <a:ext cx="533400" cy="5334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857" name="Google Shape;1857;p76"/>
          <p:cNvSpPr/>
          <p:nvPr/>
        </p:nvSpPr>
        <p:spPr>
          <a:xfrm>
            <a:off x="2359025" y="3482975"/>
            <a:ext cx="533400" cy="5334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858" name="Google Shape;1858;p76"/>
          <p:cNvSpPr/>
          <p:nvPr/>
        </p:nvSpPr>
        <p:spPr>
          <a:xfrm>
            <a:off x="2892425" y="3482975"/>
            <a:ext cx="533400" cy="5334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859" name="Google Shape;1859;p76"/>
          <p:cNvSpPr/>
          <p:nvPr/>
        </p:nvSpPr>
        <p:spPr>
          <a:xfrm>
            <a:off x="3425825" y="3482975"/>
            <a:ext cx="533400" cy="5334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860" name="Google Shape;1860;p76"/>
          <p:cNvSpPr/>
          <p:nvPr/>
        </p:nvSpPr>
        <p:spPr>
          <a:xfrm>
            <a:off x="3959225" y="3482975"/>
            <a:ext cx="533400" cy="5334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861" name="Google Shape;1861;p76"/>
          <p:cNvSpPr/>
          <p:nvPr/>
        </p:nvSpPr>
        <p:spPr>
          <a:xfrm>
            <a:off x="4492625" y="3482975"/>
            <a:ext cx="533400" cy="5334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862" name="Google Shape;1862;p76"/>
          <p:cNvSpPr/>
          <p:nvPr/>
        </p:nvSpPr>
        <p:spPr>
          <a:xfrm>
            <a:off x="5026025" y="3482975"/>
            <a:ext cx="533400" cy="5334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863" name="Google Shape;1863;p76"/>
          <p:cNvSpPr/>
          <p:nvPr/>
        </p:nvSpPr>
        <p:spPr>
          <a:xfrm>
            <a:off x="5559425" y="3482975"/>
            <a:ext cx="533400" cy="5334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864" name="Google Shape;1864;p76"/>
          <p:cNvSpPr/>
          <p:nvPr/>
        </p:nvSpPr>
        <p:spPr>
          <a:xfrm>
            <a:off x="6092825" y="3482975"/>
            <a:ext cx="533400" cy="5334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865" name="Google Shape;1865;p76"/>
          <p:cNvSpPr/>
          <p:nvPr/>
        </p:nvSpPr>
        <p:spPr>
          <a:xfrm>
            <a:off x="6626225" y="3482975"/>
            <a:ext cx="533400" cy="5334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866" name="Google Shape;1866;p76"/>
          <p:cNvSpPr/>
          <p:nvPr/>
        </p:nvSpPr>
        <p:spPr>
          <a:xfrm>
            <a:off x="7159625" y="3482975"/>
            <a:ext cx="533400" cy="5334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867" name="Google Shape;1867;p76"/>
          <p:cNvSpPr/>
          <p:nvPr/>
        </p:nvSpPr>
        <p:spPr>
          <a:xfrm>
            <a:off x="1292225" y="4016375"/>
            <a:ext cx="533400" cy="5334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868" name="Google Shape;1868;p76"/>
          <p:cNvSpPr/>
          <p:nvPr/>
        </p:nvSpPr>
        <p:spPr>
          <a:xfrm>
            <a:off x="1825625" y="4016375"/>
            <a:ext cx="533400" cy="5334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869" name="Google Shape;1869;p76"/>
          <p:cNvSpPr/>
          <p:nvPr/>
        </p:nvSpPr>
        <p:spPr>
          <a:xfrm>
            <a:off x="2359025" y="4016375"/>
            <a:ext cx="533400" cy="5334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870" name="Google Shape;1870;p76"/>
          <p:cNvSpPr/>
          <p:nvPr/>
        </p:nvSpPr>
        <p:spPr>
          <a:xfrm>
            <a:off x="2892425" y="4016375"/>
            <a:ext cx="533400" cy="5334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871" name="Google Shape;1871;p76"/>
          <p:cNvSpPr/>
          <p:nvPr/>
        </p:nvSpPr>
        <p:spPr>
          <a:xfrm>
            <a:off x="3425825" y="4016375"/>
            <a:ext cx="533400" cy="5334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872" name="Google Shape;1872;p76"/>
          <p:cNvSpPr/>
          <p:nvPr/>
        </p:nvSpPr>
        <p:spPr>
          <a:xfrm>
            <a:off x="3959225" y="4016375"/>
            <a:ext cx="533400" cy="5334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873" name="Google Shape;1873;p76"/>
          <p:cNvSpPr/>
          <p:nvPr/>
        </p:nvSpPr>
        <p:spPr>
          <a:xfrm>
            <a:off x="4492625" y="4016375"/>
            <a:ext cx="533400" cy="5334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874" name="Google Shape;1874;p76"/>
          <p:cNvSpPr/>
          <p:nvPr/>
        </p:nvSpPr>
        <p:spPr>
          <a:xfrm>
            <a:off x="5026025" y="4016375"/>
            <a:ext cx="533400" cy="5334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875" name="Google Shape;1875;p76"/>
          <p:cNvSpPr/>
          <p:nvPr/>
        </p:nvSpPr>
        <p:spPr>
          <a:xfrm>
            <a:off x="5559425" y="4016375"/>
            <a:ext cx="533400" cy="5334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876" name="Google Shape;1876;p76"/>
          <p:cNvSpPr/>
          <p:nvPr/>
        </p:nvSpPr>
        <p:spPr>
          <a:xfrm>
            <a:off x="6092825" y="4016375"/>
            <a:ext cx="533400" cy="5334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877" name="Google Shape;1877;p76"/>
          <p:cNvSpPr/>
          <p:nvPr/>
        </p:nvSpPr>
        <p:spPr>
          <a:xfrm>
            <a:off x="6626225" y="4016375"/>
            <a:ext cx="533400" cy="5334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878" name="Google Shape;1878;p76"/>
          <p:cNvSpPr/>
          <p:nvPr/>
        </p:nvSpPr>
        <p:spPr>
          <a:xfrm>
            <a:off x="7159625" y="4016375"/>
            <a:ext cx="533400" cy="5334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879" name="Google Shape;1879;p76"/>
          <p:cNvSpPr/>
          <p:nvPr/>
        </p:nvSpPr>
        <p:spPr>
          <a:xfrm>
            <a:off x="1292225" y="4549775"/>
            <a:ext cx="533400" cy="5334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880" name="Google Shape;1880;p76"/>
          <p:cNvSpPr/>
          <p:nvPr/>
        </p:nvSpPr>
        <p:spPr>
          <a:xfrm>
            <a:off x="1825625" y="4549775"/>
            <a:ext cx="533400" cy="5334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881" name="Google Shape;1881;p76"/>
          <p:cNvSpPr/>
          <p:nvPr/>
        </p:nvSpPr>
        <p:spPr>
          <a:xfrm>
            <a:off x="2359025" y="4549775"/>
            <a:ext cx="533400" cy="5334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882" name="Google Shape;1882;p76"/>
          <p:cNvSpPr/>
          <p:nvPr/>
        </p:nvSpPr>
        <p:spPr>
          <a:xfrm>
            <a:off x="2892425" y="4549775"/>
            <a:ext cx="533400" cy="5334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883" name="Google Shape;1883;p76"/>
          <p:cNvSpPr/>
          <p:nvPr/>
        </p:nvSpPr>
        <p:spPr>
          <a:xfrm>
            <a:off x="3425825" y="4549775"/>
            <a:ext cx="533400" cy="5334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884" name="Google Shape;1884;p76"/>
          <p:cNvSpPr/>
          <p:nvPr/>
        </p:nvSpPr>
        <p:spPr>
          <a:xfrm>
            <a:off x="3959225" y="4549775"/>
            <a:ext cx="533400" cy="5334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885" name="Google Shape;1885;p76"/>
          <p:cNvSpPr/>
          <p:nvPr/>
        </p:nvSpPr>
        <p:spPr>
          <a:xfrm>
            <a:off x="4492625" y="4549775"/>
            <a:ext cx="533400" cy="5334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886" name="Google Shape;1886;p76"/>
          <p:cNvSpPr/>
          <p:nvPr/>
        </p:nvSpPr>
        <p:spPr>
          <a:xfrm>
            <a:off x="5026025" y="4549775"/>
            <a:ext cx="533400" cy="5334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887" name="Google Shape;1887;p76"/>
          <p:cNvSpPr/>
          <p:nvPr/>
        </p:nvSpPr>
        <p:spPr>
          <a:xfrm>
            <a:off x="5559425" y="4549775"/>
            <a:ext cx="533400" cy="5334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888" name="Google Shape;1888;p76"/>
          <p:cNvSpPr/>
          <p:nvPr/>
        </p:nvSpPr>
        <p:spPr>
          <a:xfrm>
            <a:off x="6092825" y="4549775"/>
            <a:ext cx="533400" cy="5334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889" name="Google Shape;1889;p76"/>
          <p:cNvSpPr/>
          <p:nvPr/>
        </p:nvSpPr>
        <p:spPr>
          <a:xfrm>
            <a:off x="6626225" y="4549775"/>
            <a:ext cx="533400" cy="5334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890" name="Google Shape;1890;p76"/>
          <p:cNvSpPr/>
          <p:nvPr/>
        </p:nvSpPr>
        <p:spPr>
          <a:xfrm>
            <a:off x="7159625" y="4549775"/>
            <a:ext cx="533400" cy="5334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891" name="Google Shape;1891;p76"/>
          <p:cNvSpPr/>
          <p:nvPr/>
        </p:nvSpPr>
        <p:spPr>
          <a:xfrm>
            <a:off x="1292225" y="5083175"/>
            <a:ext cx="533400" cy="5334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892" name="Google Shape;1892;p76"/>
          <p:cNvSpPr/>
          <p:nvPr/>
        </p:nvSpPr>
        <p:spPr>
          <a:xfrm>
            <a:off x="1825625" y="5083175"/>
            <a:ext cx="533400" cy="5334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893" name="Google Shape;1893;p76"/>
          <p:cNvSpPr/>
          <p:nvPr/>
        </p:nvSpPr>
        <p:spPr>
          <a:xfrm>
            <a:off x="2359025" y="5083175"/>
            <a:ext cx="533400" cy="5334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894" name="Google Shape;1894;p76"/>
          <p:cNvSpPr/>
          <p:nvPr/>
        </p:nvSpPr>
        <p:spPr>
          <a:xfrm>
            <a:off x="2892425" y="5083175"/>
            <a:ext cx="533400" cy="5334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895" name="Google Shape;1895;p76"/>
          <p:cNvSpPr/>
          <p:nvPr/>
        </p:nvSpPr>
        <p:spPr>
          <a:xfrm>
            <a:off x="3425825" y="5083175"/>
            <a:ext cx="533400" cy="5334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896" name="Google Shape;1896;p76"/>
          <p:cNvSpPr/>
          <p:nvPr/>
        </p:nvSpPr>
        <p:spPr>
          <a:xfrm>
            <a:off x="3959225" y="5083175"/>
            <a:ext cx="533400" cy="5334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897" name="Google Shape;1897;p76"/>
          <p:cNvSpPr/>
          <p:nvPr/>
        </p:nvSpPr>
        <p:spPr>
          <a:xfrm>
            <a:off x="4492625" y="5083175"/>
            <a:ext cx="533400" cy="5334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898" name="Google Shape;1898;p76"/>
          <p:cNvSpPr/>
          <p:nvPr/>
        </p:nvSpPr>
        <p:spPr>
          <a:xfrm>
            <a:off x="5026025" y="5083175"/>
            <a:ext cx="533400" cy="5334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899" name="Google Shape;1899;p76"/>
          <p:cNvSpPr/>
          <p:nvPr/>
        </p:nvSpPr>
        <p:spPr>
          <a:xfrm>
            <a:off x="5559425" y="5083175"/>
            <a:ext cx="533400" cy="5334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900" name="Google Shape;1900;p76"/>
          <p:cNvSpPr/>
          <p:nvPr/>
        </p:nvSpPr>
        <p:spPr>
          <a:xfrm>
            <a:off x="6092825" y="5083175"/>
            <a:ext cx="533400" cy="5334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901" name="Google Shape;1901;p76"/>
          <p:cNvSpPr/>
          <p:nvPr/>
        </p:nvSpPr>
        <p:spPr>
          <a:xfrm>
            <a:off x="6626225" y="5083175"/>
            <a:ext cx="533400" cy="5334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902" name="Google Shape;1902;p76"/>
          <p:cNvSpPr/>
          <p:nvPr/>
        </p:nvSpPr>
        <p:spPr>
          <a:xfrm>
            <a:off x="7159625" y="5083175"/>
            <a:ext cx="533400" cy="5334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903" name="Google Shape;1903;p76"/>
          <p:cNvSpPr/>
          <p:nvPr/>
        </p:nvSpPr>
        <p:spPr>
          <a:xfrm>
            <a:off x="1292225" y="5616575"/>
            <a:ext cx="533400" cy="5334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904" name="Google Shape;1904;p76"/>
          <p:cNvSpPr/>
          <p:nvPr/>
        </p:nvSpPr>
        <p:spPr>
          <a:xfrm>
            <a:off x="1825625" y="5616575"/>
            <a:ext cx="533400" cy="5334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905" name="Google Shape;1905;p76"/>
          <p:cNvSpPr/>
          <p:nvPr/>
        </p:nvSpPr>
        <p:spPr>
          <a:xfrm>
            <a:off x="2359025" y="5616575"/>
            <a:ext cx="533400" cy="5334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906" name="Google Shape;1906;p76"/>
          <p:cNvSpPr/>
          <p:nvPr/>
        </p:nvSpPr>
        <p:spPr>
          <a:xfrm>
            <a:off x="2892425" y="5616575"/>
            <a:ext cx="533400" cy="5334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907" name="Google Shape;1907;p76"/>
          <p:cNvSpPr/>
          <p:nvPr/>
        </p:nvSpPr>
        <p:spPr>
          <a:xfrm>
            <a:off x="3425825" y="5616575"/>
            <a:ext cx="533400" cy="5334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908" name="Google Shape;1908;p76"/>
          <p:cNvSpPr/>
          <p:nvPr/>
        </p:nvSpPr>
        <p:spPr>
          <a:xfrm>
            <a:off x="3959225" y="5616575"/>
            <a:ext cx="533400" cy="5334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909" name="Google Shape;1909;p76"/>
          <p:cNvSpPr/>
          <p:nvPr/>
        </p:nvSpPr>
        <p:spPr>
          <a:xfrm>
            <a:off x="4492625" y="5616575"/>
            <a:ext cx="533400" cy="5334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910" name="Google Shape;1910;p76"/>
          <p:cNvSpPr/>
          <p:nvPr/>
        </p:nvSpPr>
        <p:spPr>
          <a:xfrm>
            <a:off x="5026025" y="5616575"/>
            <a:ext cx="533400" cy="5334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911" name="Google Shape;1911;p76"/>
          <p:cNvSpPr/>
          <p:nvPr/>
        </p:nvSpPr>
        <p:spPr>
          <a:xfrm>
            <a:off x="5559425" y="5616575"/>
            <a:ext cx="533400" cy="5334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912" name="Google Shape;1912;p76"/>
          <p:cNvSpPr/>
          <p:nvPr/>
        </p:nvSpPr>
        <p:spPr>
          <a:xfrm>
            <a:off x="6092825" y="5616575"/>
            <a:ext cx="533400" cy="5334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913" name="Google Shape;1913;p76"/>
          <p:cNvSpPr/>
          <p:nvPr/>
        </p:nvSpPr>
        <p:spPr>
          <a:xfrm>
            <a:off x="6626225" y="5616575"/>
            <a:ext cx="533400" cy="5334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914" name="Google Shape;1914;p76"/>
          <p:cNvSpPr/>
          <p:nvPr/>
        </p:nvSpPr>
        <p:spPr>
          <a:xfrm>
            <a:off x="7159625" y="5616575"/>
            <a:ext cx="533400" cy="5334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915" name="Google Shape;1915;p76"/>
          <p:cNvSpPr/>
          <p:nvPr/>
        </p:nvSpPr>
        <p:spPr>
          <a:xfrm>
            <a:off x="1103313" y="6219825"/>
            <a:ext cx="333375" cy="333375"/>
          </a:xfrm>
          <a:prstGeom prst="ellipse">
            <a:avLst/>
          </a:prstGeom>
          <a:gradFill>
            <a:gsLst>
              <a:gs pos="0">
                <a:srgbClr val="FF6600"/>
              </a:gs>
              <a:gs pos="100000">
                <a:srgbClr val="B34700"/>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916" name="Google Shape;1916;p76"/>
          <p:cNvSpPr/>
          <p:nvPr/>
        </p:nvSpPr>
        <p:spPr>
          <a:xfrm>
            <a:off x="874713" y="5953125"/>
            <a:ext cx="333375" cy="333375"/>
          </a:xfrm>
          <a:prstGeom prst="ellipse">
            <a:avLst/>
          </a:prstGeom>
          <a:gradFill>
            <a:gsLst>
              <a:gs pos="0">
                <a:schemeClr val="hlink"/>
              </a:gs>
              <a:gs pos="100000">
                <a:srgbClr val="006B6B"/>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917" name="Google Shape;1917;p76"/>
          <p:cNvSpPr/>
          <p:nvPr/>
        </p:nvSpPr>
        <p:spPr>
          <a:xfrm>
            <a:off x="1612900" y="6219825"/>
            <a:ext cx="333375" cy="333375"/>
          </a:xfrm>
          <a:prstGeom prst="ellipse">
            <a:avLst/>
          </a:prstGeom>
          <a:gradFill>
            <a:gsLst>
              <a:gs pos="0">
                <a:srgbClr val="FF6600"/>
              </a:gs>
              <a:gs pos="100000">
                <a:srgbClr val="B34700"/>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918" name="Google Shape;1918;p76"/>
          <p:cNvSpPr/>
          <p:nvPr/>
        </p:nvSpPr>
        <p:spPr>
          <a:xfrm>
            <a:off x="871538" y="5316538"/>
            <a:ext cx="333375" cy="333375"/>
          </a:xfrm>
          <a:prstGeom prst="ellipse">
            <a:avLst/>
          </a:prstGeom>
          <a:gradFill>
            <a:gsLst>
              <a:gs pos="0">
                <a:schemeClr val="hlink"/>
              </a:gs>
              <a:gs pos="100000">
                <a:srgbClr val="006B6B"/>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919" name="Google Shape;1919;p76"/>
          <p:cNvSpPr/>
          <p:nvPr/>
        </p:nvSpPr>
        <p:spPr>
          <a:xfrm>
            <a:off x="2166938" y="6219825"/>
            <a:ext cx="333375" cy="333375"/>
          </a:xfrm>
          <a:prstGeom prst="ellipse">
            <a:avLst/>
          </a:prstGeom>
          <a:gradFill>
            <a:gsLst>
              <a:gs pos="0">
                <a:srgbClr val="FF6600"/>
              </a:gs>
              <a:gs pos="100000">
                <a:srgbClr val="B34700"/>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920" name="Google Shape;1920;p76"/>
          <p:cNvSpPr/>
          <p:nvPr/>
        </p:nvSpPr>
        <p:spPr>
          <a:xfrm>
            <a:off x="868363" y="4692650"/>
            <a:ext cx="333375" cy="333375"/>
          </a:xfrm>
          <a:prstGeom prst="ellipse">
            <a:avLst/>
          </a:prstGeom>
          <a:gradFill>
            <a:gsLst>
              <a:gs pos="0">
                <a:schemeClr val="hlink"/>
              </a:gs>
              <a:gs pos="100000">
                <a:srgbClr val="006B6B"/>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921" name="Google Shape;1921;p76"/>
          <p:cNvSpPr/>
          <p:nvPr/>
        </p:nvSpPr>
        <p:spPr>
          <a:xfrm>
            <a:off x="2687638" y="6219825"/>
            <a:ext cx="333375" cy="333375"/>
          </a:xfrm>
          <a:prstGeom prst="ellipse">
            <a:avLst/>
          </a:prstGeom>
          <a:gradFill>
            <a:gsLst>
              <a:gs pos="0">
                <a:srgbClr val="FF6600"/>
              </a:gs>
              <a:gs pos="100000">
                <a:srgbClr val="B34700"/>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922" name="Google Shape;1922;p76"/>
          <p:cNvSpPr/>
          <p:nvPr/>
        </p:nvSpPr>
        <p:spPr>
          <a:xfrm>
            <a:off x="865188" y="4146550"/>
            <a:ext cx="333375" cy="333375"/>
          </a:xfrm>
          <a:prstGeom prst="ellipse">
            <a:avLst/>
          </a:prstGeom>
          <a:gradFill>
            <a:gsLst>
              <a:gs pos="0">
                <a:schemeClr val="hlink"/>
              </a:gs>
              <a:gs pos="100000">
                <a:srgbClr val="006B6B"/>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923" name="Google Shape;1923;p76"/>
          <p:cNvSpPr/>
          <p:nvPr/>
        </p:nvSpPr>
        <p:spPr>
          <a:xfrm>
            <a:off x="3219450" y="6219825"/>
            <a:ext cx="333375" cy="333375"/>
          </a:xfrm>
          <a:prstGeom prst="ellipse">
            <a:avLst/>
          </a:prstGeom>
          <a:gradFill>
            <a:gsLst>
              <a:gs pos="0">
                <a:srgbClr val="FF6600"/>
              </a:gs>
              <a:gs pos="100000">
                <a:srgbClr val="B34700"/>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924" name="Google Shape;1924;p76"/>
          <p:cNvSpPr/>
          <p:nvPr/>
        </p:nvSpPr>
        <p:spPr>
          <a:xfrm>
            <a:off x="873125" y="3700463"/>
            <a:ext cx="333375" cy="333375"/>
          </a:xfrm>
          <a:prstGeom prst="ellipse">
            <a:avLst/>
          </a:prstGeom>
          <a:gradFill>
            <a:gsLst>
              <a:gs pos="0">
                <a:schemeClr val="hlink"/>
              </a:gs>
              <a:gs pos="100000">
                <a:srgbClr val="006B6B"/>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925" name="Google Shape;1925;p76"/>
          <p:cNvSpPr/>
          <p:nvPr/>
        </p:nvSpPr>
        <p:spPr>
          <a:xfrm>
            <a:off x="3773488" y="6219825"/>
            <a:ext cx="333375" cy="333375"/>
          </a:xfrm>
          <a:prstGeom prst="ellipse">
            <a:avLst/>
          </a:prstGeom>
          <a:gradFill>
            <a:gsLst>
              <a:gs pos="0">
                <a:srgbClr val="FF6600"/>
              </a:gs>
              <a:gs pos="100000">
                <a:srgbClr val="B34700"/>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926" name="Google Shape;1926;p76"/>
          <p:cNvSpPr/>
          <p:nvPr/>
        </p:nvSpPr>
        <p:spPr>
          <a:xfrm>
            <a:off x="869950" y="3432175"/>
            <a:ext cx="333375" cy="333375"/>
          </a:xfrm>
          <a:prstGeom prst="ellipse">
            <a:avLst/>
          </a:prstGeom>
          <a:gradFill>
            <a:gsLst>
              <a:gs pos="0">
                <a:schemeClr val="hlink"/>
              </a:gs>
              <a:gs pos="100000">
                <a:srgbClr val="006B6B"/>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927" name="Google Shape;1927;p76"/>
          <p:cNvSpPr/>
          <p:nvPr/>
        </p:nvSpPr>
        <p:spPr>
          <a:xfrm>
            <a:off x="4305300" y="6219825"/>
            <a:ext cx="333375" cy="333375"/>
          </a:xfrm>
          <a:prstGeom prst="ellipse">
            <a:avLst/>
          </a:prstGeom>
          <a:gradFill>
            <a:gsLst>
              <a:gs pos="0">
                <a:srgbClr val="FF6600"/>
              </a:gs>
              <a:gs pos="100000">
                <a:srgbClr val="B34700"/>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928" name="Google Shape;1928;p76"/>
          <p:cNvSpPr/>
          <p:nvPr/>
        </p:nvSpPr>
        <p:spPr>
          <a:xfrm>
            <a:off x="877888" y="3298825"/>
            <a:ext cx="333375" cy="333375"/>
          </a:xfrm>
          <a:prstGeom prst="ellipse">
            <a:avLst/>
          </a:prstGeom>
          <a:gradFill>
            <a:gsLst>
              <a:gs pos="0">
                <a:schemeClr val="hlink"/>
              </a:gs>
              <a:gs pos="100000">
                <a:srgbClr val="006B6B"/>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929" name="Google Shape;1929;p76"/>
          <p:cNvSpPr/>
          <p:nvPr/>
        </p:nvSpPr>
        <p:spPr>
          <a:xfrm>
            <a:off x="7780338" y="3328988"/>
            <a:ext cx="333375" cy="333375"/>
          </a:xfrm>
          <a:prstGeom prst="ellipse">
            <a:avLst/>
          </a:prstGeom>
          <a:gradFill>
            <a:gsLst>
              <a:gs pos="0">
                <a:schemeClr val="hlink"/>
              </a:gs>
              <a:gs pos="100000">
                <a:srgbClr val="006B6B"/>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930" name="Google Shape;1930;p76"/>
          <p:cNvSpPr/>
          <p:nvPr/>
        </p:nvSpPr>
        <p:spPr>
          <a:xfrm>
            <a:off x="4814888" y="6219825"/>
            <a:ext cx="333375" cy="333375"/>
          </a:xfrm>
          <a:prstGeom prst="ellipse">
            <a:avLst/>
          </a:prstGeom>
          <a:gradFill>
            <a:gsLst>
              <a:gs pos="0">
                <a:srgbClr val="FF6600"/>
              </a:gs>
              <a:gs pos="100000">
                <a:srgbClr val="B34700"/>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931" name="Google Shape;1931;p76"/>
          <p:cNvSpPr/>
          <p:nvPr/>
        </p:nvSpPr>
        <p:spPr>
          <a:xfrm>
            <a:off x="7788275" y="3470275"/>
            <a:ext cx="333375" cy="333375"/>
          </a:xfrm>
          <a:prstGeom prst="ellipse">
            <a:avLst/>
          </a:prstGeom>
          <a:gradFill>
            <a:gsLst>
              <a:gs pos="0">
                <a:schemeClr val="hlink"/>
              </a:gs>
              <a:gs pos="100000">
                <a:srgbClr val="006B6B"/>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932" name="Google Shape;1932;p76"/>
          <p:cNvSpPr/>
          <p:nvPr/>
        </p:nvSpPr>
        <p:spPr>
          <a:xfrm>
            <a:off x="5357813" y="6219825"/>
            <a:ext cx="333375" cy="333375"/>
          </a:xfrm>
          <a:prstGeom prst="ellipse">
            <a:avLst/>
          </a:prstGeom>
          <a:gradFill>
            <a:gsLst>
              <a:gs pos="0">
                <a:srgbClr val="FF6600"/>
              </a:gs>
              <a:gs pos="100000">
                <a:srgbClr val="B34700"/>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933" name="Google Shape;1933;p76"/>
          <p:cNvSpPr/>
          <p:nvPr/>
        </p:nvSpPr>
        <p:spPr>
          <a:xfrm>
            <a:off x="7785100" y="3722688"/>
            <a:ext cx="333375" cy="333375"/>
          </a:xfrm>
          <a:prstGeom prst="ellipse">
            <a:avLst/>
          </a:prstGeom>
          <a:gradFill>
            <a:gsLst>
              <a:gs pos="0">
                <a:schemeClr val="hlink"/>
              </a:gs>
              <a:gs pos="100000">
                <a:srgbClr val="006B6B"/>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934" name="Google Shape;1934;p76"/>
          <p:cNvSpPr/>
          <p:nvPr/>
        </p:nvSpPr>
        <p:spPr>
          <a:xfrm>
            <a:off x="5889625" y="6219825"/>
            <a:ext cx="333375" cy="333375"/>
          </a:xfrm>
          <a:prstGeom prst="ellipse">
            <a:avLst/>
          </a:prstGeom>
          <a:gradFill>
            <a:gsLst>
              <a:gs pos="0">
                <a:srgbClr val="FF6600"/>
              </a:gs>
              <a:gs pos="100000">
                <a:srgbClr val="B34700"/>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935" name="Google Shape;1935;p76"/>
          <p:cNvSpPr/>
          <p:nvPr/>
        </p:nvSpPr>
        <p:spPr>
          <a:xfrm>
            <a:off x="7781925" y="4154488"/>
            <a:ext cx="333375" cy="333375"/>
          </a:xfrm>
          <a:prstGeom prst="ellipse">
            <a:avLst/>
          </a:prstGeom>
          <a:gradFill>
            <a:gsLst>
              <a:gs pos="0">
                <a:schemeClr val="hlink"/>
              </a:gs>
              <a:gs pos="100000">
                <a:srgbClr val="006B6B"/>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936" name="Google Shape;1936;p76"/>
          <p:cNvSpPr/>
          <p:nvPr/>
        </p:nvSpPr>
        <p:spPr>
          <a:xfrm>
            <a:off x="6419850" y="6219825"/>
            <a:ext cx="333375" cy="333375"/>
          </a:xfrm>
          <a:prstGeom prst="ellipse">
            <a:avLst/>
          </a:prstGeom>
          <a:gradFill>
            <a:gsLst>
              <a:gs pos="0">
                <a:srgbClr val="FF6600"/>
              </a:gs>
              <a:gs pos="100000">
                <a:srgbClr val="B34700"/>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937" name="Google Shape;1937;p76"/>
          <p:cNvSpPr/>
          <p:nvPr/>
        </p:nvSpPr>
        <p:spPr>
          <a:xfrm>
            <a:off x="7789863" y="4730750"/>
            <a:ext cx="333375" cy="333375"/>
          </a:xfrm>
          <a:prstGeom prst="ellipse">
            <a:avLst/>
          </a:prstGeom>
          <a:gradFill>
            <a:gsLst>
              <a:gs pos="0">
                <a:schemeClr val="hlink"/>
              </a:gs>
              <a:gs pos="100000">
                <a:srgbClr val="006B6B"/>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938" name="Google Shape;1938;p76"/>
          <p:cNvSpPr/>
          <p:nvPr/>
        </p:nvSpPr>
        <p:spPr>
          <a:xfrm>
            <a:off x="6973888" y="6219825"/>
            <a:ext cx="333375" cy="333375"/>
          </a:xfrm>
          <a:prstGeom prst="ellipse">
            <a:avLst/>
          </a:prstGeom>
          <a:gradFill>
            <a:gsLst>
              <a:gs pos="0">
                <a:srgbClr val="FF6600"/>
              </a:gs>
              <a:gs pos="100000">
                <a:srgbClr val="B34700"/>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939" name="Google Shape;1939;p76"/>
          <p:cNvSpPr/>
          <p:nvPr/>
        </p:nvSpPr>
        <p:spPr>
          <a:xfrm>
            <a:off x="7786688" y="5318125"/>
            <a:ext cx="333375" cy="333375"/>
          </a:xfrm>
          <a:prstGeom prst="ellipse">
            <a:avLst/>
          </a:prstGeom>
          <a:gradFill>
            <a:gsLst>
              <a:gs pos="0">
                <a:schemeClr val="hlink"/>
              </a:gs>
              <a:gs pos="100000">
                <a:srgbClr val="006B6B"/>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940" name="Google Shape;1940;p76"/>
          <p:cNvSpPr/>
          <p:nvPr/>
        </p:nvSpPr>
        <p:spPr>
          <a:xfrm>
            <a:off x="7494588" y="6219825"/>
            <a:ext cx="333375" cy="333375"/>
          </a:xfrm>
          <a:prstGeom prst="ellipse">
            <a:avLst/>
          </a:prstGeom>
          <a:gradFill>
            <a:gsLst>
              <a:gs pos="0">
                <a:srgbClr val="FF6600"/>
              </a:gs>
              <a:gs pos="100000">
                <a:srgbClr val="B34700"/>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941" name="Google Shape;1941;p76"/>
          <p:cNvSpPr/>
          <p:nvPr/>
        </p:nvSpPr>
        <p:spPr>
          <a:xfrm>
            <a:off x="7783513" y="5972175"/>
            <a:ext cx="333375" cy="333375"/>
          </a:xfrm>
          <a:prstGeom prst="ellipse">
            <a:avLst/>
          </a:prstGeom>
          <a:gradFill>
            <a:gsLst>
              <a:gs pos="0">
                <a:schemeClr val="hlink"/>
              </a:gs>
              <a:gs pos="100000">
                <a:srgbClr val="006B6B"/>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942" name="Google Shape;1942;p76"/>
          <p:cNvSpPr txBox="1"/>
          <p:nvPr/>
        </p:nvSpPr>
        <p:spPr>
          <a:xfrm rot="-5400000">
            <a:off x="-1354137" y="4660900"/>
            <a:ext cx="3886200" cy="457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hlink"/>
                </a:solidFill>
                <a:latin typeface="Arial"/>
                <a:ea typeface="Arial"/>
                <a:cs typeface="Arial"/>
                <a:sym typeface="Arial"/>
              </a:rPr>
              <a:t>Slowing down in +</a:t>
            </a:r>
            <a:r>
              <a:rPr i="1" lang="en-US" sz="2400">
                <a:solidFill>
                  <a:schemeClr val="hlink"/>
                </a:solidFill>
                <a:latin typeface="Arial"/>
                <a:ea typeface="Arial"/>
                <a:cs typeface="Arial"/>
                <a:sym typeface="Arial"/>
              </a:rPr>
              <a:t>y</a:t>
            </a:r>
            <a:r>
              <a:rPr lang="en-US" sz="2400">
                <a:solidFill>
                  <a:schemeClr val="hlink"/>
                </a:solidFill>
                <a:latin typeface="Arial"/>
                <a:ea typeface="Arial"/>
                <a:cs typeface="Arial"/>
                <a:sym typeface="Arial"/>
              </a:rPr>
              <a:t> dir.</a:t>
            </a:r>
            <a:endParaRPr/>
          </a:p>
        </p:txBody>
      </p:sp>
      <p:sp>
        <p:nvSpPr>
          <p:cNvPr id="1943" name="Google Shape;1943;p76"/>
          <p:cNvSpPr txBox="1"/>
          <p:nvPr/>
        </p:nvSpPr>
        <p:spPr>
          <a:xfrm rot="5400000">
            <a:off x="6639718" y="4634707"/>
            <a:ext cx="3478213" cy="457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hlink"/>
                </a:solidFill>
                <a:latin typeface="Arial"/>
                <a:ea typeface="Arial"/>
                <a:cs typeface="Arial"/>
                <a:sym typeface="Arial"/>
              </a:rPr>
              <a:t>Speeding up in -</a:t>
            </a:r>
            <a:r>
              <a:rPr i="1" lang="en-US" sz="2400">
                <a:solidFill>
                  <a:schemeClr val="hlink"/>
                </a:solidFill>
                <a:latin typeface="Arial"/>
                <a:ea typeface="Arial"/>
                <a:cs typeface="Arial"/>
                <a:sym typeface="Arial"/>
              </a:rPr>
              <a:t>y</a:t>
            </a:r>
            <a:r>
              <a:rPr lang="en-US" sz="2400">
                <a:solidFill>
                  <a:schemeClr val="hlink"/>
                </a:solidFill>
                <a:latin typeface="Arial"/>
                <a:ea typeface="Arial"/>
                <a:cs typeface="Arial"/>
                <a:sym typeface="Arial"/>
              </a:rPr>
              <a:t> dir.</a:t>
            </a:r>
            <a:endParaRPr/>
          </a:p>
        </p:txBody>
      </p:sp>
      <p:sp>
        <p:nvSpPr>
          <p:cNvPr id="1944" name="Google Shape;1944;p76"/>
          <p:cNvSpPr txBox="1"/>
          <p:nvPr/>
        </p:nvSpPr>
        <p:spPr>
          <a:xfrm>
            <a:off x="1609725" y="6486525"/>
            <a:ext cx="5162550" cy="457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rgbClr val="FF6600"/>
                </a:solidFill>
                <a:latin typeface="Arial"/>
                <a:ea typeface="Arial"/>
                <a:cs typeface="Arial"/>
                <a:sym typeface="Arial"/>
              </a:rPr>
              <a:t>Constant speed in +</a:t>
            </a:r>
            <a:r>
              <a:rPr i="1" lang="en-US" sz="2400">
                <a:solidFill>
                  <a:srgbClr val="FF6600"/>
                </a:solidFill>
                <a:latin typeface="Arial"/>
                <a:ea typeface="Arial"/>
                <a:cs typeface="Arial"/>
                <a:sym typeface="Arial"/>
              </a:rPr>
              <a:t>x</a:t>
            </a:r>
            <a:r>
              <a:rPr lang="en-US" sz="2400">
                <a:solidFill>
                  <a:srgbClr val="FF6600"/>
                </a:solidFill>
                <a:latin typeface="Arial"/>
                <a:ea typeface="Arial"/>
                <a:cs typeface="Arial"/>
                <a:sym typeface="Arial"/>
              </a:rPr>
              <a:t> dir.</a:t>
            </a:r>
            <a:endParaRPr/>
          </a:p>
        </p:txBody>
      </p:sp>
      <p:sp>
        <p:nvSpPr>
          <p:cNvPr id="1945" name="Google Shape;1945;p76"/>
          <p:cNvSpPr txBox="1"/>
          <p:nvPr/>
        </p:nvSpPr>
        <p:spPr>
          <a:xfrm>
            <a:off x="6080125" y="6426200"/>
            <a:ext cx="944563"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rgbClr val="FF0000"/>
                </a:solidFill>
                <a:latin typeface="Arial"/>
                <a:ea typeface="Arial"/>
                <a:cs typeface="Arial"/>
                <a:sym typeface="Arial"/>
              </a:rPr>
              <a:t>a</a:t>
            </a:r>
            <a:r>
              <a:rPr baseline="-25000" i="1" lang="en-US" sz="2400">
                <a:solidFill>
                  <a:srgbClr val="FF0000"/>
                </a:solidFill>
                <a:latin typeface="Arial"/>
                <a:ea typeface="Arial"/>
                <a:cs typeface="Arial"/>
                <a:sym typeface="Arial"/>
              </a:rPr>
              <a:t>x</a:t>
            </a:r>
            <a:r>
              <a:rPr baseline="-25000" lang="en-US" sz="2400">
                <a:solidFill>
                  <a:srgbClr val="FF0000"/>
                </a:solidFill>
                <a:latin typeface="Arial"/>
                <a:ea typeface="Arial"/>
                <a:cs typeface="Arial"/>
                <a:sym typeface="Arial"/>
              </a:rPr>
              <a:t> </a:t>
            </a:r>
            <a:r>
              <a:rPr lang="en-US" sz="2400">
                <a:solidFill>
                  <a:srgbClr val="FF0000"/>
                </a:solidFill>
                <a:latin typeface="Arial"/>
                <a:ea typeface="Arial"/>
                <a:cs typeface="Arial"/>
                <a:sym typeface="Arial"/>
              </a:rPr>
              <a:t>= 0</a:t>
            </a:r>
            <a:endParaRPr i="1" sz="2400">
              <a:solidFill>
                <a:srgbClr val="FF0000"/>
              </a:solidFill>
              <a:latin typeface="Arial"/>
              <a:ea typeface="Arial"/>
              <a:cs typeface="Arial"/>
              <a:sym typeface="Arial"/>
            </a:endParaRPr>
          </a:p>
        </p:txBody>
      </p:sp>
      <p:sp>
        <p:nvSpPr>
          <p:cNvPr id="1946" name="Google Shape;1946;p76"/>
          <p:cNvSpPr txBox="1"/>
          <p:nvPr/>
        </p:nvSpPr>
        <p:spPr>
          <a:xfrm rot="-5400000">
            <a:off x="-313531" y="4648994"/>
            <a:ext cx="1046162"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rgbClr val="FF0000"/>
                </a:solidFill>
                <a:latin typeface="Arial"/>
                <a:ea typeface="Arial"/>
                <a:cs typeface="Arial"/>
                <a:sym typeface="Arial"/>
              </a:rPr>
              <a:t>a</a:t>
            </a:r>
            <a:r>
              <a:rPr baseline="-25000" i="1" lang="en-US" sz="2400">
                <a:solidFill>
                  <a:srgbClr val="FF0000"/>
                </a:solidFill>
                <a:latin typeface="Arial"/>
                <a:ea typeface="Arial"/>
                <a:cs typeface="Arial"/>
                <a:sym typeface="Arial"/>
              </a:rPr>
              <a:t>y</a:t>
            </a:r>
            <a:r>
              <a:rPr baseline="-25000" lang="en-US" sz="2400">
                <a:solidFill>
                  <a:srgbClr val="FF0000"/>
                </a:solidFill>
                <a:latin typeface="Arial"/>
                <a:ea typeface="Arial"/>
                <a:cs typeface="Arial"/>
                <a:sym typeface="Arial"/>
              </a:rPr>
              <a:t> </a:t>
            </a:r>
            <a:r>
              <a:rPr lang="en-US" sz="2400">
                <a:solidFill>
                  <a:srgbClr val="FF0000"/>
                </a:solidFill>
                <a:latin typeface="Arial"/>
                <a:ea typeface="Arial"/>
                <a:cs typeface="Arial"/>
                <a:sym typeface="Arial"/>
              </a:rPr>
              <a:t>= -</a:t>
            </a:r>
            <a:r>
              <a:rPr i="1" lang="en-US" sz="2400">
                <a:solidFill>
                  <a:srgbClr val="FF0000"/>
                </a:solidFill>
                <a:latin typeface="Arial"/>
                <a:ea typeface="Arial"/>
                <a:cs typeface="Arial"/>
                <a:sym typeface="Arial"/>
              </a:rPr>
              <a:t>g</a:t>
            </a:r>
            <a:endParaRPr/>
          </a:p>
        </p:txBody>
      </p:sp>
      <p:sp>
        <p:nvSpPr>
          <p:cNvPr id="1947" name="Google Shape;1947;p76"/>
          <p:cNvSpPr txBox="1"/>
          <p:nvPr/>
        </p:nvSpPr>
        <p:spPr>
          <a:xfrm rot="5400000">
            <a:off x="8246269" y="4531519"/>
            <a:ext cx="1046162"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rgbClr val="FF0000"/>
                </a:solidFill>
                <a:latin typeface="Arial"/>
                <a:ea typeface="Arial"/>
                <a:cs typeface="Arial"/>
                <a:sym typeface="Arial"/>
              </a:rPr>
              <a:t>a</a:t>
            </a:r>
            <a:r>
              <a:rPr baseline="-25000" i="1" lang="en-US" sz="2400">
                <a:solidFill>
                  <a:srgbClr val="FF0000"/>
                </a:solidFill>
                <a:latin typeface="Arial"/>
                <a:ea typeface="Arial"/>
                <a:cs typeface="Arial"/>
                <a:sym typeface="Arial"/>
              </a:rPr>
              <a:t>y</a:t>
            </a:r>
            <a:r>
              <a:rPr baseline="-25000" lang="en-US" sz="2400">
                <a:solidFill>
                  <a:srgbClr val="FF0000"/>
                </a:solidFill>
                <a:latin typeface="Arial"/>
                <a:ea typeface="Arial"/>
                <a:cs typeface="Arial"/>
                <a:sym typeface="Arial"/>
              </a:rPr>
              <a:t> </a:t>
            </a:r>
            <a:r>
              <a:rPr lang="en-US" sz="2400">
                <a:solidFill>
                  <a:srgbClr val="FF0000"/>
                </a:solidFill>
                <a:latin typeface="Arial"/>
                <a:ea typeface="Arial"/>
                <a:cs typeface="Arial"/>
                <a:sym typeface="Arial"/>
              </a:rPr>
              <a:t>= -</a:t>
            </a:r>
            <a:r>
              <a:rPr i="1" lang="en-US" sz="2400">
                <a:solidFill>
                  <a:srgbClr val="FF0000"/>
                </a:solidFill>
                <a:latin typeface="Arial"/>
                <a:ea typeface="Arial"/>
                <a:cs typeface="Arial"/>
                <a:sym typeface="Arial"/>
              </a:rPr>
              <a:t>g</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839">
                                            <p:txEl>
                                              <p:pRg end="0" st="0"/>
                                            </p:txEl>
                                          </p:spTgt>
                                        </p:tgtEl>
                                        <p:attrNameLst>
                                          <p:attrName>style.visibility</p:attrName>
                                        </p:attrNameLst>
                                      </p:cBhvr>
                                      <p:to>
                                        <p:strVal val="visible"/>
                                      </p:to>
                                    </p:set>
                                    <p:anim calcmode="lin" valueType="num">
                                      <p:cBhvr additive="base">
                                        <p:cTn dur="500"/>
                                        <p:tgtEl>
                                          <p:spTgt spid="1839">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839">
                                            <p:txEl>
                                              <p:pRg end="1" st="1"/>
                                            </p:txEl>
                                          </p:spTgt>
                                        </p:tgtEl>
                                        <p:attrNameLst>
                                          <p:attrName>style.visibility</p:attrName>
                                        </p:attrNameLst>
                                      </p:cBhvr>
                                      <p:to>
                                        <p:strVal val="visible"/>
                                      </p:to>
                                    </p:set>
                                    <p:anim calcmode="lin" valueType="num">
                                      <p:cBhvr additive="base">
                                        <p:cTn dur="500"/>
                                        <p:tgtEl>
                                          <p:spTgt spid="1839">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855"/>
                                        </p:tgtEl>
                                        <p:attrNameLst>
                                          <p:attrName>style.visibility</p:attrName>
                                        </p:attrNameLst>
                                      </p:cBhvr>
                                      <p:to>
                                        <p:strVal val="visible"/>
                                      </p:to>
                                    </p:set>
                                    <p:anim calcmode="lin" valueType="num">
                                      <p:cBhvr additive="base">
                                        <p:cTn dur="500"/>
                                        <p:tgtEl>
                                          <p:spTgt spid="1855"/>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856"/>
                                        </p:tgtEl>
                                        <p:attrNameLst>
                                          <p:attrName>style.visibility</p:attrName>
                                        </p:attrNameLst>
                                      </p:cBhvr>
                                      <p:to>
                                        <p:strVal val="visible"/>
                                      </p:to>
                                    </p:set>
                                    <p:anim calcmode="lin" valueType="num">
                                      <p:cBhvr additive="base">
                                        <p:cTn dur="500"/>
                                        <p:tgtEl>
                                          <p:spTgt spid="1856"/>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857"/>
                                        </p:tgtEl>
                                        <p:attrNameLst>
                                          <p:attrName>style.visibility</p:attrName>
                                        </p:attrNameLst>
                                      </p:cBhvr>
                                      <p:to>
                                        <p:strVal val="visible"/>
                                      </p:to>
                                    </p:set>
                                    <p:anim calcmode="lin" valueType="num">
                                      <p:cBhvr additive="base">
                                        <p:cTn dur="500"/>
                                        <p:tgtEl>
                                          <p:spTgt spid="1857"/>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858"/>
                                        </p:tgtEl>
                                        <p:attrNameLst>
                                          <p:attrName>style.visibility</p:attrName>
                                        </p:attrNameLst>
                                      </p:cBhvr>
                                      <p:to>
                                        <p:strVal val="visible"/>
                                      </p:to>
                                    </p:set>
                                    <p:anim calcmode="lin" valueType="num">
                                      <p:cBhvr additive="base">
                                        <p:cTn dur="500"/>
                                        <p:tgtEl>
                                          <p:spTgt spid="1858"/>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859"/>
                                        </p:tgtEl>
                                        <p:attrNameLst>
                                          <p:attrName>style.visibility</p:attrName>
                                        </p:attrNameLst>
                                      </p:cBhvr>
                                      <p:to>
                                        <p:strVal val="visible"/>
                                      </p:to>
                                    </p:set>
                                    <p:anim calcmode="lin" valueType="num">
                                      <p:cBhvr additive="base">
                                        <p:cTn dur="500"/>
                                        <p:tgtEl>
                                          <p:spTgt spid="1859"/>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860"/>
                                        </p:tgtEl>
                                        <p:attrNameLst>
                                          <p:attrName>style.visibility</p:attrName>
                                        </p:attrNameLst>
                                      </p:cBhvr>
                                      <p:to>
                                        <p:strVal val="visible"/>
                                      </p:to>
                                    </p:set>
                                    <p:anim calcmode="lin" valueType="num">
                                      <p:cBhvr additive="base">
                                        <p:cTn dur="500"/>
                                        <p:tgtEl>
                                          <p:spTgt spid="1860"/>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861"/>
                                        </p:tgtEl>
                                        <p:attrNameLst>
                                          <p:attrName>style.visibility</p:attrName>
                                        </p:attrNameLst>
                                      </p:cBhvr>
                                      <p:to>
                                        <p:strVal val="visible"/>
                                      </p:to>
                                    </p:set>
                                    <p:anim calcmode="lin" valueType="num">
                                      <p:cBhvr additive="base">
                                        <p:cTn dur="500"/>
                                        <p:tgtEl>
                                          <p:spTgt spid="1861"/>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862"/>
                                        </p:tgtEl>
                                        <p:attrNameLst>
                                          <p:attrName>style.visibility</p:attrName>
                                        </p:attrNameLst>
                                      </p:cBhvr>
                                      <p:to>
                                        <p:strVal val="visible"/>
                                      </p:to>
                                    </p:set>
                                    <p:anim calcmode="lin" valueType="num">
                                      <p:cBhvr additive="base">
                                        <p:cTn dur="500"/>
                                        <p:tgtEl>
                                          <p:spTgt spid="1862"/>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863"/>
                                        </p:tgtEl>
                                        <p:attrNameLst>
                                          <p:attrName>style.visibility</p:attrName>
                                        </p:attrNameLst>
                                      </p:cBhvr>
                                      <p:to>
                                        <p:strVal val="visible"/>
                                      </p:to>
                                    </p:set>
                                    <p:anim calcmode="lin" valueType="num">
                                      <p:cBhvr additive="base">
                                        <p:cTn dur="500"/>
                                        <p:tgtEl>
                                          <p:spTgt spid="1863"/>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864"/>
                                        </p:tgtEl>
                                        <p:attrNameLst>
                                          <p:attrName>style.visibility</p:attrName>
                                        </p:attrNameLst>
                                      </p:cBhvr>
                                      <p:to>
                                        <p:strVal val="visible"/>
                                      </p:to>
                                    </p:set>
                                    <p:anim calcmode="lin" valueType="num">
                                      <p:cBhvr additive="base">
                                        <p:cTn dur="500"/>
                                        <p:tgtEl>
                                          <p:spTgt spid="1864"/>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865"/>
                                        </p:tgtEl>
                                        <p:attrNameLst>
                                          <p:attrName>style.visibility</p:attrName>
                                        </p:attrNameLst>
                                      </p:cBhvr>
                                      <p:to>
                                        <p:strVal val="visible"/>
                                      </p:to>
                                    </p:set>
                                    <p:anim calcmode="lin" valueType="num">
                                      <p:cBhvr additive="base">
                                        <p:cTn dur="500"/>
                                        <p:tgtEl>
                                          <p:spTgt spid="1865"/>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866"/>
                                        </p:tgtEl>
                                        <p:attrNameLst>
                                          <p:attrName>style.visibility</p:attrName>
                                        </p:attrNameLst>
                                      </p:cBhvr>
                                      <p:to>
                                        <p:strVal val="visible"/>
                                      </p:to>
                                    </p:set>
                                    <p:anim calcmode="lin" valueType="num">
                                      <p:cBhvr additive="base">
                                        <p:cTn dur="500"/>
                                        <p:tgtEl>
                                          <p:spTgt spid="1866"/>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867"/>
                                        </p:tgtEl>
                                        <p:attrNameLst>
                                          <p:attrName>style.visibility</p:attrName>
                                        </p:attrNameLst>
                                      </p:cBhvr>
                                      <p:to>
                                        <p:strVal val="visible"/>
                                      </p:to>
                                    </p:set>
                                    <p:anim calcmode="lin" valueType="num">
                                      <p:cBhvr additive="base">
                                        <p:cTn dur="500"/>
                                        <p:tgtEl>
                                          <p:spTgt spid="1867"/>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868"/>
                                        </p:tgtEl>
                                        <p:attrNameLst>
                                          <p:attrName>style.visibility</p:attrName>
                                        </p:attrNameLst>
                                      </p:cBhvr>
                                      <p:to>
                                        <p:strVal val="visible"/>
                                      </p:to>
                                    </p:set>
                                    <p:anim calcmode="lin" valueType="num">
                                      <p:cBhvr additive="base">
                                        <p:cTn dur="500"/>
                                        <p:tgtEl>
                                          <p:spTgt spid="1868"/>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869"/>
                                        </p:tgtEl>
                                        <p:attrNameLst>
                                          <p:attrName>style.visibility</p:attrName>
                                        </p:attrNameLst>
                                      </p:cBhvr>
                                      <p:to>
                                        <p:strVal val="visible"/>
                                      </p:to>
                                    </p:set>
                                    <p:anim calcmode="lin" valueType="num">
                                      <p:cBhvr additive="base">
                                        <p:cTn dur="500"/>
                                        <p:tgtEl>
                                          <p:spTgt spid="1869"/>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870"/>
                                        </p:tgtEl>
                                        <p:attrNameLst>
                                          <p:attrName>style.visibility</p:attrName>
                                        </p:attrNameLst>
                                      </p:cBhvr>
                                      <p:to>
                                        <p:strVal val="visible"/>
                                      </p:to>
                                    </p:set>
                                    <p:anim calcmode="lin" valueType="num">
                                      <p:cBhvr additive="base">
                                        <p:cTn dur="500"/>
                                        <p:tgtEl>
                                          <p:spTgt spid="1870"/>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871"/>
                                        </p:tgtEl>
                                        <p:attrNameLst>
                                          <p:attrName>style.visibility</p:attrName>
                                        </p:attrNameLst>
                                      </p:cBhvr>
                                      <p:to>
                                        <p:strVal val="visible"/>
                                      </p:to>
                                    </p:set>
                                    <p:anim calcmode="lin" valueType="num">
                                      <p:cBhvr additive="base">
                                        <p:cTn dur="500"/>
                                        <p:tgtEl>
                                          <p:spTgt spid="1871"/>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872"/>
                                        </p:tgtEl>
                                        <p:attrNameLst>
                                          <p:attrName>style.visibility</p:attrName>
                                        </p:attrNameLst>
                                      </p:cBhvr>
                                      <p:to>
                                        <p:strVal val="visible"/>
                                      </p:to>
                                    </p:set>
                                    <p:anim calcmode="lin" valueType="num">
                                      <p:cBhvr additive="base">
                                        <p:cTn dur="500"/>
                                        <p:tgtEl>
                                          <p:spTgt spid="1872"/>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873"/>
                                        </p:tgtEl>
                                        <p:attrNameLst>
                                          <p:attrName>style.visibility</p:attrName>
                                        </p:attrNameLst>
                                      </p:cBhvr>
                                      <p:to>
                                        <p:strVal val="visible"/>
                                      </p:to>
                                    </p:set>
                                    <p:anim calcmode="lin" valueType="num">
                                      <p:cBhvr additive="base">
                                        <p:cTn dur="500"/>
                                        <p:tgtEl>
                                          <p:spTgt spid="1873"/>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874"/>
                                        </p:tgtEl>
                                        <p:attrNameLst>
                                          <p:attrName>style.visibility</p:attrName>
                                        </p:attrNameLst>
                                      </p:cBhvr>
                                      <p:to>
                                        <p:strVal val="visible"/>
                                      </p:to>
                                    </p:set>
                                    <p:anim calcmode="lin" valueType="num">
                                      <p:cBhvr additive="base">
                                        <p:cTn dur="500"/>
                                        <p:tgtEl>
                                          <p:spTgt spid="1874"/>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875"/>
                                        </p:tgtEl>
                                        <p:attrNameLst>
                                          <p:attrName>style.visibility</p:attrName>
                                        </p:attrNameLst>
                                      </p:cBhvr>
                                      <p:to>
                                        <p:strVal val="visible"/>
                                      </p:to>
                                    </p:set>
                                    <p:anim calcmode="lin" valueType="num">
                                      <p:cBhvr additive="base">
                                        <p:cTn dur="500"/>
                                        <p:tgtEl>
                                          <p:spTgt spid="1875"/>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876"/>
                                        </p:tgtEl>
                                        <p:attrNameLst>
                                          <p:attrName>style.visibility</p:attrName>
                                        </p:attrNameLst>
                                      </p:cBhvr>
                                      <p:to>
                                        <p:strVal val="visible"/>
                                      </p:to>
                                    </p:set>
                                    <p:anim calcmode="lin" valueType="num">
                                      <p:cBhvr additive="base">
                                        <p:cTn dur="500"/>
                                        <p:tgtEl>
                                          <p:spTgt spid="1876"/>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877"/>
                                        </p:tgtEl>
                                        <p:attrNameLst>
                                          <p:attrName>style.visibility</p:attrName>
                                        </p:attrNameLst>
                                      </p:cBhvr>
                                      <p:to>
                                        <p:strVal val="visible"/>
                                      </p:to>
                                    </p:set>
                                    <p:anim calcmode="lin" valueType="num">
                                      <p:cBhvr additive="base">
                                        <p:cTn dur="500"/>
                                        <p:tgtEl>
                                          <p:spTgt spid="1877"/>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878"/>
                                        </p:tgtEl>
                                        <p:attrNameLst>
                                          <p:attrName>style.visibility</p:attrName>
                                        </p:attrNameLst>
                                      </p:cBhvr>
                                      <p:to>
                                        <p:strVal val="visible"/>
                                      </p:to>
                                    </p:set>
                                    <p:anim calcmode="lin" valueType="num">
                                      <p:cBhvr additive="base">
                                        <p:cTn dur="500"/>
                                        <p:tgtEl>
                                          <p:spTgt spid="1878"/>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879"/>
                                        </p:tgtEl>
                                        <p:attrNameLst>
                                          <p:attrName>style.visibility</p:attrName>
                                        </p:attrNameLst>
                                      </p:cBhvr>
                                      <p:to>
                                        <p:strVal val="visible"/>
                                      </p:to>
                                    </p:set>
                                    <p:anim calcmode="lin" valueType="num">
                                      <p:cBhvr additive="base">
                                        <p:cTn dur="500"/>
                                        <p:tgtEl>
                                          <p:spTgt spid="1879"/>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880"/>
                                        </p:tgtEl>
                                        <p:attrNameLst>
                                          <p:attrName>style.visibility</p:attrName>
                                        </p:attrNameLst>
                                      </p:cBhvr>
                                      <p:to>
                                        <p:strVal val="visible"/>
                                      </p:to>
                                    </p:set>
                                    <p:anim calcmode="lin" valueType="num">
                                      <p:cBhvr additive="base">
                                        <p:cTn dur="500"/>
                                        <p:tgtEl>
                                          <p:spTgt spid="1880"/>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881"/>
                                        </p:tgtEl>
                                        <p:attrNameLst>
                                          <p:attrName>style.visibility</p:attrName>
                                        </p:attrNameLst>
                                      </p:cBhvr>
                                      <p:to>
                                        <p:strVal val="visible"/>
                                      </p:to>
                                    </p:set>
                                    <p:anim calcmode="lin" valueType="num">
                                      <p:cBhvr additive="base">
                                        <p:cTn dur="500"/>
                                        <p:tgtEl>
                                          <p:spTgt spid="1881"/>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882"/>
                                        </p:tgtEl>
                                        <p:attrNameLst>
                                          <p:attrName>style.visibility</p:attrName>
                                        </p:attrNameLst>
                                      </p:cBhvr>
                                      <p:to>
                                        <p:strVal val="visible"/>
                                      </p:to>
                                    </p:set>
                                    <p:anim calcmode="lin" valueType="num">
                                      <p:cBhvr additive="base">
                                        <p:cTn dur="500"/>
                                        <p:tgtEl>
                                          <p:spTgt spid="1882"/>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883"/>
                                        </p:tgtEl>
                                        <p:attrNameLst>
                                          <p:attrName>style.visibility</p:attrName>
                                        </p:attrNameLst>
                                      </p:cBhvr>
                                      <p:to>
                                        <p:strVal val="visible"/>
                                      </p:to>
                                    </p:set>
                                    <p:anim calcmode="lin" valueType="num">
                                      <p:cBhvr additive="base">
                                        <p:cTn dur="500"/>
                                        <p:tgtEl>
                                          <p:spTgt spid="1883"/>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884"/>
                                        </p:tgtEl>
                                        <p:attrNameLst>
                                          <p:attrName>style.visibility</p:attrName>
                                        </p:attrNameLst>
                                      </p:cBhvr>
                                      <p:to>
                                        <p:strVal val="visible"/>
                                      </p:to>
                                    </p:set>
                                    <p:anim calcmode="lin" valueType="num">
                                      <p:cBhvr additive="base">
                                        <p:cTn dur="500"/>
                                        <p:tgtEl>
                                          <p:spTgt spid="1884"/>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885"/>
                                        </p:tgtEl>
                                        <p:attrNameLst>
                                          <p:attrName>style.visibility</p:attrName>
                                        </p:attrNameLst>
                                      </p:cBhvr>
                                      <p:to>
                                        <p:strVal val="visible"/>
                                      </p:to>
                                    </p:set>
                                    <p:anim calcmode="lin" valueType="num">
                                      <p:cBhvr additive="base">
                                        <p:cTn dur="500"/>
                                        <p:tgtEl>
                                          <p:spTgt spid="1885"/>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886"/>
                                        </p:tgtEl>
                                        <p:attrNameLst>
                                          <p:attrName>style.visibility</p:attrName>
                                        </p:attrNameLst>
                                      </p:cBhvr>
                                      <p:to>
                                        <p:strVal val="visible"/>
                                      </p:to>
                                    </p:set>
                                    <p:anim calcmode="lin" valueType="num">
                                      <p:cBhvr additive="base">
                                        <p:cTn dur="500"/>
                                        <p:tgtEl>
                                          <p:spTgt spid="1886"/>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887"/>
                                        </p:tgtEl>
                                        <p:attrNameLst>
                                          <p:attrName>style.visibility</p:attrName>
                                        </p:attrNameLst>
                                      </p:cBhvr>
                                      <p:to>
                                        <p:strVal val="visible"/>
                                      </p:to>
                                    </p:set>
                                    <p:anim calcmode="lin" valueType="num">
                                      <p:cBhvr additive="base">
                                        <p:cTn dur="500"/>
                                        <p:tgtEl>
                                          <p:spTgt spid="1887"/>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888"/>
                                        </p:tgtEl>
                                        <p:attrNameLst>
                                          <p:attrName>style.visibility</p:attrName>
                                        </p:attrNameLst>
                                      </p:cBhvr>
                                      <p:to>
                                        <p:strVal val="visible"/>
                                      </p:to>
                                    </p:set>
                                    <p:anim calcmode="lin" valueType="num">
                                      <p:cBhvr additive="base">
                                        <p:cTn dur="500"/>
                                        <p:tgtEl>
                                          <p:spTgt spid="1888"/>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889"/>
                                        </p:tgtEl>
                                        <p:attrNameLst>
                                          <p:attrName>style.visibility</p:attrName>
                                        </p:attrNameLst>
                                      </p:cBhvr>
                                      <p:to>
                                        <p:strVal val="visible"/>
                                      </p:to>
                                    </p:set>
                                    <p:anim calcmode="lin" valueType="num">
                                      <p:cBhvr additive="base">
                                        <p:cTn dur="500"/>
                                        <p:tgtEl>
                                          <p:spTgt spid="1889"/>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890"/>
                                        </p:tgtEl>
                                        <p:attrNameLst>
                                          <p:attrName>style.visibility</p:attrName>
                                        </p:attrNameLst>
                                      </p:cBhvr>
                                      <p:to>
                                        <p:strVal val="visible"/>
                                      </p:to>
                                    </p:set>
                                    <p:anim calcmode="lin" valueType="num">
                                      <p:cBhvr additive="base">
                                        <p:cTn dur="500"/>
                                        <p:tgtEl>
                                          <p:spTgt spid="1890"/>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891"/>
                                        </p:tgtEl>
                                        <p:attrNameLst>
                                          <p:attrName>style.visibility</p:attrName>
                                        </p:attrNameLst>
                                      </p:cBhvr>
                                      <p:to>
                                        <p:strVal val="visible"/>
                                      </p:to>
                                    </p:set>
                                    <p:anim calcmode="lin" valueType="num">
                                      <p:cBhvr additive="base">
                                        <p:cTn dur="500"/>
                                        <p:tgtEl>
                                          <p:spTgt spid="1891"/>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892"/>
                                        </p:tgtEl>
                                        <p:attrNameLst>
                                          <p:attrName>style.visibility</p:attrName>
                                        </p:attrNameLst>
                                      </p:cBhvr>
                                      <p:to>
                                        <p:strVal val="visible"/>
                                      </p:to>
                                    </p:set>
                                    <p:anim calcmode="lin" valueType="num">
                                      <p:cBhvr additive="base">
                                        <p:cTn dur="500"/>
                                        <p:tgtEl>
                                          <p:spTgt spid="1892"/>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893"/>
                                        </p:tgtEl>
                                        <p:attrNameLst>
                                          <p:attrName>style.visibility</p:attrName>
                                        </p:attrNameLst>
                                      </p:cBhvr>
                                      <p:to>
                                        <p:strVal val="visible"/>
                                      </p:to>
                                    </p:set>
                                    <p:anim calcmode="lin" valueType="num">
                                      <p:cBhvr additive="base">
                                        <p:cTn dur="500"/>
                                        <p:tgtEl>
                                          <p:spTgt spid="1893"/>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894"/>
                                        </p:tgtEl>
                                        <p:attrNameLst>
                                          <p:attrName>style.visibility</p:attrName>
                                        </p:attrNameLst>
                                      </p:cBhvr>
                                      <p:to>
                                        <p:strVal val="visible"/>
                                      </p:to>
                                    </p:set>
                                    <p:anim calcmode="lin" valueType="num">
                                      <p:cBhvr additive="base">
                                        <p:cTn dur="500"/>
                                        <p:tgtEl>
                                          <p:spTgt spid="1894"/>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895"/>
                                        </p:tgtEl>
                                        <p:attrNameLst>
                                          <p:attrName>style.visibility</p:attrName>
                                        </p:attrNameLst>
                                      </p:cBhvr>
                                      <p:to>
                                        <p:strVal val="visible"/>
                                      </p:to>
                                    </p:set>
                                    <p:anim calcmode="lin" valueType="num">
                                      <p:cBhvr additive="base">
                                        <p:cTn dur="500"/>
                                        <p:tgtEl>
                                          <p:spTgt spid="1895"/>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896"/>
                                        </p:tgtEl>
                                        <p:attrNameLst>
                                          <p:attrName>style.visibility</p:attrName>
                                        </p:attrNameLst>
                                      </p:cBhvr>
                                      <p:to>
                                        <p:strVal val="visible"/>
                                      </p:to>
                                    </p:set>
                                    <p:anim calcmode="lin" valueType="num">
                                      <p:cBhvr additive="base">
                                        <p:cTn dur="500"/>
                                        <p:tgtEl>
                                          <p:spTgt spid="1896"/>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897"/>
                                        </p:tgtEl>
                                        <p:attrNameLst>
                                          <p:attrName>style.visibility</p:attrName>
                                        </p:attrNameLst>
                                      </p:cBhvr>
                                      <p:to>
                                        <p:strVal val="visible"/>
                                      </p:to>
                                    </p:set>
                                    <p:anim calcmode="lin" valueType="num">
                                      <p:cBhvr additive="base">
                                        <p:cTn dur="500"/>
                                        <p:tgtEl>
                                          <p:spTgt spid="1897"/>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898"/>
                                        </p:tgtEl>
                                        <p:attrNameLst>
                                          <p:attrName>style.visibility</p:attrName>
                                        </p:attrNameLst>
                                      </p:cBhvr>
                                      <p:to>
                                        <p:strVal val="visible"/>
                                      </p:to>
                                    </p:set>
                                    <p:anim calcmode="lin" valueType="num">
                                      <p:cBhvr additive="base">
                                        <p:cTn dur="500"/>
                                        <p:tgtEl>
                                          <p:spTgt spid="1898"/>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899"/>
                                        </p:tgtEl>
                                        <p:attrNameLst>
                                          <p:attrName>style.visibility</p:attrName>
                                        </p:attrNameLst>
                                      </p:cBhvr>
                                      <p:to>
                                        <p:strVal val="visible"/>
                                      </p:to>
                                    </p:set>
                                    <p:anim calcmode="lin" valueType="num">
                                      <p:cBhvr additive="base">
                                        <p:cTn dur="500"/>
                                        <p:tgtEl>
                                          <p:spTgt spid="1899"/>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900"/>
                                        </p:tgtEl>
                                        <p:attrNameLst>
                                          <p:attrName>style.visibility</p:attrName>
                                        </p:attrNameLst>
                                      </p:cBhvr>
                                      <p:to>
                                        <p:strVal val="visible"/>
                                      </p:to>
                                    </p:set>
                                    <p:anim calcmode="lin" valueType="num">
                                      <p:cBhvr additive="base">
                                        <p:cTn dur="500"/>
                                        <p:tgtEl>
                                          <p:spTgt spid="1900"/>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901"/>
                                        </p:tgtEl>
                                        <p:attrNameLst>
                                          <p:attrName>style.visibility</p:attrName>
                                        </p:attrNameLst>
                                      </p:cBhvr>
                                      <p:to>
                                        <p:strVal val="visible"/>
                                      </p:to>
                                    </p:set>
                                    <p:anim calcmode="lin" valueType="num">
                                      <p:cBhvr additive="base">
                                        <p:cTn dur="500"/>
                                        <p:tgtEl>
                                          <p:spTgt spid="1901"/>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902"/>
                                        </p:tgtEl>
                                        <p:attrNameLst>
                                          <p:attrName>style.visibility</p:attrName>
                                        </p:attrNameLst>
                                      </p:cBhvr>
                                      <p:to>
                                        <p:strVal val="visible"/>
                                      </p:to>
                                    </p:set>
                                    <p:anim calcmode="lin" valueType="num">
                                      <p:cBhvr additive="base">
                                        <p:cTn dur="500"/>
                                        <p:tgtEl>
                                          <p:spTgt spid="1902"/>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903"/>
                                        </p:tgtEl>
                                        <p:attrNameLst>
                                          <p:attrName>style.visibility</p:attrName>
                                        </p:attrNameLst>
                                      </p:cBhvr>
                                      <p:to>
                                        <p:strVal val="visible"/>
                                      </p:to>
                                    </p:set>
                                    <p:anim calcmode="lin" valueType="num">
                                      <p:cBhvr additive="base">
                                        <p:cTn dur="500"/>
                                        <p:tgtEl>
                                          <p:spTgt spid="1903"/>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904"/>
                                        </p:tgtEl>
                                        <p:attrNameLst>
                                          <p:attrName>style.visibility</p:attrName>
                                        </p:attrNameLst>
                                      </p:cBhvr>
                                      <p:to>
                                        <p:strVal val="visible"/>
                                      </p:to>
                                    </p:set>
                                    <p:anim calcmode="lin" valueType="num">
                                      <p:cBhvr additive="base">
                                        <p:cTn dur="500"/>
                                        <p:tgtEl>
                                          <p:spTgt spid="1904"/>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905"/>
                                        </p:tgtEl>
                                        <p:attrNameLst>
                                          <p:attrName>style.visibility</p:attrName>
                                        </p:attrNameLst>
                                      </p:cBhvr>
                                      <p:to>
                                        <p:strVal val="visible"/>
                                      </p:to>
                                    </p:set>
                                    <p:anim calcmode="lin" valueType="num">
                                      <p:cBhvr additive="base">
                                        <p:cTn dur="500"/>
                                        <p:tgtEl>
                                          <p:spTgt spid="1905"/>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906"/>
                                        </p:tgtEl>
                                        <p:attrNameLst>
                                          <p:attrName>style.visibility</p:attrName>
                                        </p:attrNameLst>
                                      </p:cBhvr>
                                      <p:to>
                                        <p:strVal val="visible"/>
                                      </p:to>
                                    </p:set>
                                    <p:anim calcmode="lin" valueType="num">
                                      <p:cBhvr additive="base">
                                        <p:cTn dur="500"/>
                                        <p:tgtEl>
                                          <p:spTgt spid="1906"/>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907"/>
                                        </p:tgtEl>
                                        <p:attrNameLst>
                                          <p:attrName>style.visibility</p:attrName>
                                        </p:attrNameLst>
                                      </p:cBhvr>
                                      <p:to>
                                        <p:strVal val="visible"/>
                                      </p:to>
                                    </p:set>
                                    <p:anim calcmode="lin" valueType="num">
                                      <p:cBhvr additive="base">
                                        <p:cTn dur="500"/>
                                        <p:tgtEl>
                                          <p:spTgt spid="1907"/>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908"/>
                                        </p:tgtEl>
                                        <p:attrNameLst>
                                          <p:attrName>style.visibility</p:attrName>
                                        </p:attrNameLst>
                                      </p:cBhvr>
                                      <p:to>
                                        <p:strVal val="visible"/>
                                      </p:to>
                                    </p:set>
                                    <p:anim calcmode="lin" valueType="num">
                                      <p:cBhvr additive="base">
                                        <p:cTn dur="500"/>
                                        <p:tgtEl>
                                          <p:spTgt spid="1908"/>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909"/>
                                        </p:tgtEl>
                                        <p:attrNameLst>
                                          <p:attrName>style.visibility</p:attrName>
                                        </p:attrNameLst>
                                      </p:cBhvr>
                                      <p:to>
                                        <p:strVal val="visible"/>
                                      </p:to>
                                    </p:set>
                                    <p:anim calcmode="lin" valueType="num">
                                      <p:cBhvr additive="base">
                                        <p:cTn dur="500"/>
                                        <p:tgtEl>
                                          <p:spTgt spid="1909"/>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910"/>
                                        </p:tgtEl>
                                        <p:attrNameLst>
                                          <p:attrName>style.visibility</p:attrName>
                                        </p:attrNameLst>
                                      </p:cBhvr>
                                      <p:to>
                                        <p:strVal val="visible"/>
                                      </p:to>
                                    </p:set>
                                    <p:anim calcmode="lin" valueType="num">
                                      <p:cBhvr additive="base">
                                        <p:cTn dur="500"/>
                                        <p:tgtEl>
                                          <p:spTgt spid="1910"/>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911"/>
                                        </p:tgtEl>
                                        <p:attrNameLst>
                                          <p:attrName>style.visibility</p:attrName>
                                        </p:attrNameLst>
                                      </p:cBhvr>
                                      <p:to>
                                        <p:strVal val="visible"/>
                                      </p:to>
                                    </p:set>
                                    <p:anim calcmode="lin" valueType="num">
                                      <p:cBhvr additive="base">
                                        <p:cTn dur="500"/>
                                        <p:tgtEl>
                                          <p:spTgt spid="1911"/>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912"/>
                                        </p:tgtEl>
                                        <p:attrNameLst>
                                          <p:attrName>style.visibility</p:attrName>
                                        </p:attrNameLst>
                                      </p:cBhvr>
                                      <p:to>
                                        <p:strVal val="visible"/>
                                      </p:to>
                                    </p:set>
                                    <p:anim calcmode="lin" valueType="num">
                                      <p:cBhvr additive="base">
                                        <p:cTn dur="500"/>
                                        <p:tgtEl>
                                          <p:spTgt spid="1912"/>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913"/>
                                        </p:tgtEl>
                                        <p:attrNameLst>
                                          <p:attrName>style.visibility</p:attrName>
                                        </p:attrNameLst>
                                      </p:cBhvr>
                                      <p:to>
                                        <p:strVal val="visible"/>
                                      </p:to>
                                    </p:set>
                                    <p:anim calcmode="lin" valueType="num">
                                      <p:cBhvr additive="base">
                                        <p:cTn dur="500"/>
                                        <p:tgtEl>
                                          <p:spTgt spid="1913"/>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914"/>
                                        </p:tgtEl>
                                        <p:attrNameLst>
                                          <p:attrName>style.visibility</p:attrName>
                                        </p:attrNameLst>
                                      </p:cBhvr>
                                      <p:to>
                                        <p:strVal val="visible"/>
                                      </p:to>
                                    </p:set>
                                    <p:anim calcmode="lin" valueType="num">
                                      <p:cBhvr additive="base">
                                        <p:cTn dur="500"/>
                                        <p:tgtEl>
                                          <p:spTgt spid="1914"/>
                                        </p:tgtEl>
                                        <p:attrNameLst>
                                          <p:attrName>ppt_y</p:attrName>
                                        </p:attrNameLst>
                                      </p:cBhvr>
                                      <p:tavLst>
                                        <p:tav fmla="" tm="0">
                                          <p:val>
                                            <p:strVal val="#ppt_y+1"/>
                                          </p:val>
                                        </p:tav>
                                        <p:tav fmla="" tm="100000">
                                          <p:val>
                                            <p:strVal val="#ppt_y"/>
                                          </p:val>
                                        </p:tav>
                                      </p:tavLst>
                                    </p:anim>
                                  </p:childTnLst>
                                </p:cTn>
                              </p:par>
                              <p:par>
                                <p:cTn fill="hold" nodeType="withEffect" presetClass="emph" presetID="8" presetSubtype="0">
                                  <p:stCondLst>
                                    <p:cond delay="0"/>
                                  </p:stCondLst>
                                  <p:childTnLst>
                                    <p:animRot by="-21600000">
                                      <p:cBhvr>
                                        <p:cTn dur="2000" fill="hold"/>
                                        <p:tgtEl>
                                          <p:spTgt spid="1855"/>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1856"/>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1857"/>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1858"/>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1859"/>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1860"/>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1861"/>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1862"/>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1863"/>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1864"/>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1865"/>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1866"/>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1867"/>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1868"/>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1869"/>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1870"/>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1871"/>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1872"/>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1873"/>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1874"/>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1875"/>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1876"/>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1877"/>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1878"/>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1879"/>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1880"/>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1881"/>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1882"/>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1883"/>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1884"/>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1885"/>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1886"/>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1887"/>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1888"/>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1889"/>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1890"/>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1891"/>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1892"/>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1893"/>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1894"/>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1895"/>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1896"/>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1897"/>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1898"/>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1899"/>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1900"/>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1901"/>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1902"/>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1903"/>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1904"/>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1905"/>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1906"/>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1907"/>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1908"/>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1909"/>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1910"/>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1911"/>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1912"/>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1913"/>
                                        </p:tgtEl>
                                        <p:attrNameLst>
                                          <p:attrName>r</p:attrName>
                                        </p:attrNameLst>
                                      </p:cBhvr>
                                    </p:animRot>
                                  </p:childTnLst>
                                </p:cTn>
                              </p:par>
                              <p:par>
                                <p:cTn fill="hold" nodeType="withEffect" presetClass="emph" presetID="8" presetSubtype="0">
                                  <p:stCondLst>
                                    <p:cond delay="0"/>
                                  </p:stCondLst>
                                  <p:childTnLst>
                                    <p:animRot by="-21600000">
                                      <p:cBhvr>
                                        <p:cTn dur="2000" fill="hold"/>
                                        <p:tgtEl>
                                          <p:spTgt spid="1914"/>
                                        </p:tgtEl>
                                        <p:attrNameLst>
                                          <p:attrName>r</p:attrName>
                                        </p:attrNameLst>
                                      </p:cBhvr>
                                    </p:animRo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53"/>
                                        </p:tgtEl>
                                        <p:attrNameLst>
                                          <p:attrName>style.visibility</p:attrName>
                                        </p:attrNameLst>
                                      </p:cBhvr>
                                      <p:to>
                                        <p:strVal val="visible"/>
                                      </p:to>
                                    </p:set>
                                    <p:animEffect filter="fade" transition="in">
                                      <p:cBhvr>
                                        <p:cTn dur="500"/>
                                        <p:tgtEl>
                                          <p:spTgt spid="185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853"/>
                                        </p:tgtEl>
                                      </p:cBhvr>
                                    </p:animEffect>
                                    <p:set>
                                      <p:cBhvr>
                                        <p:cTn dur="1" fill="hold">
                                          <p:stCondLst>
                                            <p:cond delay="500"/>
                                          </p:stCondLst>
                                        </p:cTn>
                                        <p:tgtEl>
                                          <p:spTgt spid="1853"/>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54"/>
                                        </p:tgtEl>
                                        <p:attrNameLst>
                                          <p:attrName>style.visibility</p:attrName>
                                        </p:attrNameLst>
                                      </p:cBhvr>
                                      <p:to>
                                        <p:strVal val="visible"/>
                                      </p:to>
                                    </p:set>
                                    <p:animEffect filter="fade" transition="in">
                                      <p:cBhvr>
                                        <p:cTn dur="500"/>
                                        <p:tgtEl>
                                          <p:spTgt spid="185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52"/>
                                        </p:tgtEl>
                                        <p:attrNameLst>
                                          <p:attrName>style.visibility</p:attrName>
                                        </p:attrNameLst>
                                      </p:cBhvr>
                                      <p:to>
                                        <p:strVal val="visible"/>
                                      </p:to>
                                    </p:set>
                                    <p:animEffect filter="fade" transition="in">
                                      <p:cBhvr>
                                        <p:cTn dur="500"/>
                                        <p:tgtEl>
                                          <p:spTgt spid="185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51"/>
                                        </p:tgtEl>
                                        <p:attrNameLst>
                                          <p:attrName>style.visibility</p:attrName>
                                        </p:attrNameLst>
                                      </p:cBhvr>
                                      <p:to>
                                        <p:strVal val="visible"/>
                                      </p:to>
                                    </p:set>
                                    <p:animEffect filter="fade" transition="in">
                                      <p:cBhvr>
                                        <p:cTn dur="500"/>
                                        <p:tgtEl>
                                          <p:spTgt spid="185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50"/>
                                        </p:tgtEl>
                                        <p:attrNameLst>
                                          <p:attrName>style.visibility</p:attrName>
                                        </p:attrNameLst>
                                      </p:cBhvr>
                                      <p:to>
                                        <p:strVal val="visible"/>
                                      </p:to>
                                    </p:set>
                                    <p:animEffect filter="fade" transition="in">
                                      <p:cBhvr>
                                        <p:cTn dur="500"/>
                                        <p:tgtEl>
                                          <p:spTgt spid="185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49"/>
                                        </p:tgtEl>
                                        <p:attrNameLst>
                                          <p:attrName>style.visibility</p:attrName>
                                        </p:attrNameLst>
                                      </p:cBhvr>
                                      <p:to>
                                        <p:strVal val="visible"/>
                                      </p:to>
                                    </p:set>
                                    <p:animEffect filter="fade" transition="in">
                                      <p:cBhvr>
                                        <p:cTn dur="500"/>
                                        <p:tgtEl>
                                          <p:spTgt spid="184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48"/>
                                        </p:tgtEl>
                                        <p:attrNameLst>
                                          <p:attrName>style.visibility</p:attrName>
                                        </p:attrNameLst>
                                      </p:cBhvr>
                                      <p:to>
                                        <p:strVal val="visible"/>
                                      </p:to>
                                    </p:set>
                                    <p:animEffect filter="fade" transition="in">
                                      <p:cBhvr>
                                        <p:cTn dur="500"/>
                                        <p:tgtEl>
                                          <p:spTgt spid="184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47"/>
                                        </p:tgtEl>
                                        <p:attrNameLst>
                                          <p:attrName>style.visibility</p:attrName>
                                        </p:attrNameLst>
                                      </p:cBhvr>
                                      <p:to>
                                        <p:strVal val="visible"/>
                                      </p:to>
                                    </p:set>
                                    <p:animEffect filter="fade" transition="in">
                                      <p:cBhvr>
                                        <p:cTn dur="500"/>
                                        <p:tgtEl>
                                          <p:spTgt spid="184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46"/>
                                        </p:tgtEl>
                                        <p:attrNameLst>
                                          <p:attrName>style.visibility</p:attrName>
                                        </p:attrNameLst>
                                      </p:cBhvr>
                                      <p:to>
                                        <p:strVal val="visible"/>
                                      </p:to>
                                    </p:set>
                                    <p:animEffect filter="fade" transition="in">
                                      <p:cBhvr>
                                        <p:cTn dur="500"/>
                                        <p:tgtEl>
                                          <p:spTgt spid="184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45"/>
                                        </p:tgtEl>
                                        <p:attrNameLst>
                                          <p:attrName>style.visibility</p:attrName>
                                        </p:attrNameLst>
                                      </p:cBhvr>
                                      <p:to>
                                        <p:strVal val="visible"/>
                                      </p:to>
                                    </p:set>
                                    <p:animEffect filter="fade" transition="in">
                                      <p:cBhvr>
                                        <p:cTn dur="500"/>
                                        <p:tgtEl>
                                          <p:spTgt spid="184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44"/>
                                        </p:tgtEl>
                                        <p:attrNameLst>
                                          <p:attrName>style.visibility</p:attrName>
                                        </p:attrNameLst>
                                      </p:cBhvr>
                                      <p:to>
                                        <p:strVal val="visible"/>
                                      </p:to>
                                    </p:set>
                                    <p:animEffect filter="fade" transition="in">
                                      <p:cBhvr>
                                        <p:cTn dur="500"/>
                                        <p:tgtEl>
                                          <p:spTgt spid="184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43"/>
                                        </p:tgtEl>
                                        <p:attrNameLst>
                                          <p:attrName>style.visibility</p:attrName>
                                        </p:attrNameLst>
                                      </p:cBhvr>
                                      <p:to>
                                        <p:strVal val="visible"/>
                                      </p:to>
                                    </p:set>
                                    <p:animEffect filter="fade" transition="in">
                                      <p:cBhvr>
                                        <p:cTn dur="500"/>
                                        <p:tgtEl>
                                          <p:spTgt spid="184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42"/>
                                        </p:tgtEl>
                                        <p:attrNameLst>
                                          <p:attrName>style.visibility</p:attrName>
                                        </p:attrNameLst>
                                      </p:cBhvr>
                                      <p:to>
                                        <p:strVal val="visible"/>
                                      </p:to>
                                    </p:set>
                                    <p:animEffect filter="fade" transition="in">
                                      <p:cBhvr>
                                        <p:cTn dur="500"/>
                                        <p:tgtEl>
                                          <p:spTgt spid="184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41"/>
                                        </p:tgtEl>
                                        <p:attrNameLst>
                                          <p:attrName>style.visibility</p:attrName>
                                        </p:attrNameLst>
                                      </p:cBhvr>
                                      <p:to>
                                        <p:strVal val="visible"/>
                                      </p:to>
                                    </p:set>
                                    <p:animEffect filter="fade" transition="in">
                                      <p:cBhvr>
                                        <p:cTn dur="500"/>
                                        <p:tgtEl>
                                          <p:spTgt spid="184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15"/>
                                        </p:tgtEl>
                                        <p:attrNameLst>
                                          <p:attrName>style.visibility</p:attrName>
                                        </p:attrNameLst>
                                      </p:cBhvr>
                                      <p:to>
                                        <p:strVal val="visible"/>
                                      </p:to>
                                    </p:set>
                                    <p:animEffect filter="fade" transition="in">
                                      <p:cBhvr>
                                        <p:cTn dur="500"/>
                                        <p:tgtEl>
                                          <p:spTgt spid="1915"/>
                                        </p:tgtEl>
                                      </p:cBhvr>
                                    </p:animEffect>
                                  </p:childTnLst>
                                </p:cTn>
                              </p:par>
                              <p:par>
                                <p:cTn fill="hold" nodeType="withEffect" presetClass="entr" presetID="10" presetSubtype="0">
                                  <p:stCondLst>
                                    <p:cond delay="0"/>
                                  </p:stCondLst>
                                  <p:childTnLst>
                                    <p:set>
                                      <p:cBhvr>
                                        <p:cTn dur="1" fill="hold">
                                          <p:stCondLst>
                                            <p:cond delay="0"/>
                                          </p:stCondLst>
                                        </p:cTn>
                                        <p:tgtEl>
                                          <p:spTgt spid="1916"/>
                                        </p:tgtEl>
                                        <p:attrNameLst>
                                          <p:attrName>style.visibility</p:attrName>
                                        </p:attrNameLst>
                                      </p:cBhvr>
                                      <p:to>
                                        <p:strVal val="visible"/>
                                      </p:to>
                                    </p:set>
                                    <p:animEffect filter="fade" transition="in">
                                      <p:cBhvr>
                                        <p:cTn dur="500"/>
                                        <p:tgtEl>
                                          <p:spTgt spid="191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17"/>
                                        </p:tgtEl>
                                        <p:attrNameLst>
                                          <p:attrName>style.visibility</p:attrName>
                                        </p:attrNameLst>
                                      </p:cBhvr>
                                      <p:to>
                                        <p:strVal val="visible"/>
                                      </p:to>
                                    </p:set>
                                    <p:animEffect filter="fade" transition="in">
                                      <p:cBhvr>
                                        <p:cTn dur="500"/>
                                        <p:tgtEl>
                                          <p:spTgt spid="1917"/>
                                        </p:tgtEl>
                                      </p:cBhvr>
                                    </p:animEffect>
                                  </p:childTnLst>
                                </p:cTn>
                              </p:par>
                              <p:par>
                                <p:cTn fill="hold" nodeType="withEffect" presetClass="entr" presetID="10" presetSubtype="0">
                                  <p:stCondLst>
                                    <p:cond delay="0"/>
                                  </p:stCondLst>
                                  <p:childTnLst>
                                    <p:set>
                                      <p:cBhvr>
                                        <p:cTn dur="1" fill="hold">
                                          <p:stCondLst>
                                            <p:cond delay="0"/>
                                          </p:stCondLst>
                                        </p:cTn>
                                        <p:tgtEl>
                                          <p:spTgt spid="1918"/>
                                        </p:tgtEl>
                                        <p:attrNameLst>
                                          <p:attrName>style.visibility</p:attrName>
                                        </p:attrNameLst>
                                      </p:cBhvr>
                                      <p:to>
                                        <p:strVal val="visible"/>
                                      </p:to>
                                    </p:set>
                                    <p:animEffect filter="fade" transition="in">
                                      <p:cBhvr>
                                        <p:cTn dur="500"/>
                                        <p:tgtEl>
                                          <p:spTgt spid="191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19"/>
                                        </p:tgtEl>
                                        <p:attrNameLst>
                                          <p:attrName>style.visibility</p:attrName>
                                        </p:attrNameLst>
                                      </p:cBhvr>
                                      <p:to>
                                        <p:strVal val="visible"/>
                                      </p:to>
                                    </p:set>
                                    <p:animEffect filter="fade" transition="in">
                                      <p:cBhvr>
                                        <p:cTn dur="500"/>
                                        <p:tgtEl>
                                          <p:spTgt spid="1919"/>
                                        </p:tgtEl>
                                      </p:cBhvr>
                                    </p:animEffect>
                                  </p:childTnLst>
                                </p:cTn>
                              </p:par>
                              <p:par>
                                <p:cTn fill="hold" nodeType="withEffect" presetClass="entr" presetID="10" presetSubtype="0">
                                  <p:stCondLst>
                                    <p:cond delay="0"/>
                                  </p:stCondLst>
                                  <p:childTnLst>
                                    <p:set>
                                      <p:cBhvr>
                                        <p:cTn dur="1" fill="hold">
                                          <p:stCondLst>
                                            <p:cond delay="0"/>
                                          </p:stCondLst>
                                        </p:cTn>
                                        <p:tgtEl>
                                          <p:spTgt spid="1920"/>
                                        </p:tgtEl>
                                        <p:attrNameLst>
                                          <p:attrName>style.visibility</p:attrName>
                                        </p:attrNameLst>
                                      </p:cBhvr>
                                      <p:to>
                                        <p:strVal val="visible"/>
                                      </p:to>
                                    </p:set>
                                    <p:animEffect filter="fade" transition="in">
                                      <p:cBhvr>
                                        <p:cTn dur="500"/>
                                        <p:tgtEl>
                                          <p:spTgt spid="192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21"/>
                                        </p:tgtEl>
                                        <p:attrNameLst>
                                          <p:attrName>style.visibility</p:attrName>
                                        </p:attrNameLst>
                                      </p:cBhvr>
                                      <p:to>
                                        <p:strVal val="visible"/>
                                      </p:to>
                                    </p:set>
                                    <p:animEffect filter="fade" transition="in">
                                      <p:cBhvr>
                                        <p:cTn dur="500"/>
                                        <p:tgtEl>
                                          <p:spTgt spid="1921"/>
                                        </p:tgtEl>
                                      </p:cBhvr>
                                    </p:animEffect>
                                  </p:childTnLst>
                                </p:cTn>
                              </p:par>
                              <p:par>
                                <p:cTn fill="hold" nodeType="withEffect" presetClass="entr" presetID="10" presetSubtype="0">
                                  <p:stCondLst>
                                    <p:cond delay="0"/>
                                  </p:stCondLst>
                                  <p:childTnLst>
                                    <p:set>
                                      <p:cBhvr>
                                        <p:cTn dur="1" fill="hold">
                                          <p:stCondLst>
                                            <p:cond delay="0"/>
                                          </p:stCondLst>
                                        </p:cTn>
                                        <p:tgtEl>
                                          <p:spTgt spid="1922"/>
                                        </p:tgtEl>
                                        <p:attrNameLst>
                                          <p:attrName>style.visibility</p:attrName>
                                        </p:attrNameLst>
                                      </p:cBhvr>
                                      <p:to>
                                        <p:strVal val="visible"/>
                                      </p:to>
                                    </p:set>
                                    <p:animEffect filter="fade" transition="in">
                                      <p:cBhvr>
                                        <p:cTn dur="500"/>
                                        <p:tgtEl>
                                          <p:spTgt spid="192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23"/>
                                        </p:tgtEl>
                                        <p:attrNameLst>
                                          <p:attrName>style.visibility</p:attrName>
                                        </p:attrNameLst>
                                      </p:cBhvr>
                                      <p:to>
                                        <p:strVal val="visible"/>
                                      </p:to>
                                    </p:set>
                                    <p:animEffect filter="fade" transition="in">
                                      <p:cBhvr>
                                        <p:cTn dur="500"/>
                                        <p:tgtEl>
                                          <p:spTgt spid="1923"/>
                                        </p:tgtEl>
                                      </p:cBhvr>
                                    </p:animEffect>
                                  </p:childTnLst>
                                </p:cTn>
                              </p:par>
                              <p:par>
                                <p:cTn fill="hold" nodeType="withEffect" presetClass="entr" presetID="10" presetSubtype="0">
                                  <p:stCondLst>
                                    <p:cond delay="0"/>
                                  </p:stCondLst>
                                  <p:childTnLst>
                                    <p:set>
                                      <p:cBhvr>
                                        <p:cTn dur="1" fill="hold">
                                          <p:stCondLst>
                                            <p:cond delay="0"/>
                                          </p:stCondLst>
                                        </p:cTn>
                                        <p:tgtEl>
                                          <p:spTgt spid="1924"/>
                                        </p:tgtEl>
                                        <p:attrNameLst>
                                          <p:attrName>style.visibility</p:attrName>
                                        </p:attrNameLst>
                                      </p:cBhvr>
                                      <p:to>
                                        <p:strVal val="visible"/>
                                      </p:to>
                                    </p:set>
                                    <p:animEffect filter="fade" transition="in">
                                      <p:cBhvr>
                                        <p:cTn dur="500"/>
                                        <p:tgtEl>
                                          <p:spTgt spid="192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25"/>
                                        </p:tgtEl>
                                        <p:attrNameLst>
                                          <p:attrName>style.visibility</p:attrName>
                                        </p:attrNameLst>
                                      </p:cBhvr>
                                      <p:to>
                                        <p:strVal val="visible"/>
                                      </p:to>
                                    </p:set>
                                    <p:animEffect filter="fade" transition="in">
                                      <p:cBhvr>
                                        <p:cTn dur="500"/>
                                        <p:tgtEl>
                                          <p:spTgt spid="1925"/>
                                        </p:tgtEl>
                                      </p:cBhvr>
                                    </p:animEffect>
                                  </p:childTnLst>
                                </p:cTn>
                              </p:par>
                              <p:par>
                                <p:cTn fill="hold" nodeType="withEffect" presetClass="entr" presetID="10" presetSubtype="0">
                                  <p:stCondLst>
                                    <p:cond delay="0"/>
                                  </p:stCondLst>
                                  <p:childTnLst>
                                    <p:set>
                                      <p:cBhvr>
                                        <p:cTn dur="1" fill="hold">
                                          <p:stCondLst>
                                            <p:cond delay="0"/>
                                          </p:stCondLst>
                                        </p:cTn>
                                        <p:tgtEl>
                                          <p:spTgt spid="1926"/>
                                        </p:tgtEl>
                                        <p:attrNameLst>
                                          <p:attrName>style.visibility</p:attrName>
                                        </p:attrNameLst>
                                      </p:cBhvr>
                                      <p:to>
                                        <p:strVal val="visible"/>
                                      </p:to>
                                    </p:set>
                                    <p:animEffect filter="fade" transition="in">
                                      <p:cBhvr>
                                        <p:cTn dur="500"/>
                                        <p:tgtEl>
                                          <p:spTgt spid="192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27"/>
                                        </p:tgtEl>
                                        <p:attrNameLst>
                                          <p:attrName>style.visibility</p:attrName>
                                        </p:attrNameLst>
                                      </p:cBhvr>
                                      <p:to>
                                        <p:strVal val="visible"/>
                                      </p:to>
                                    </p:set>
                                    <p:animEffect filter="fade" transition="in">
                                      <p:cBhvr>
                                        <p:cTn dur="500"/>
                                        <p:tgtEl>
                                          <p:spTgt spid="1927"/>
                                        </p:tgtEl>
                                      </p:cBhvr>
                                    </p:animEffect>
                                  </p:childTnLst>
                                </p:cTn>
                              </p:par>
                              <p:par>
                                <p:cTn fill="hold" nodeType="withEffect" presetClass="entr" presetID="10" presetSubtype="0">
                                  <p:stCondLst>
                                    <p:cond delay="0"/>
                                  </p:stCondLst>
                                  <p:childTnLst>
                                    <p:set>
                                      <p:cBhvr>
                                        <p:cTn dur="1" fill="hold">
                                          <p:stCondLst>
                                            <p:cond delay="0"/>
                                          </p:stCondLst>
                                        </p:cTn>
                                        <p:tgtEl>
                                          <p:spTgt spid="1928"/>
                                        </p:tgtEl>
                                        <p:attrNameLst>
                                          <p:attrName>style.visibility</p:attrName>
                                        </p:attrNameLst>
                                      </p:cBhvr>
                                      <p:to>
                                        <p:strVal val="visible"/>
                                      </p:to>
                                    </p:set>
                                    <p:animEffect filter="fade" transition="in">
                                      <p:cBhvr>
                                        <p:cTn dur="500"/>
                                        <p:tgtEl>
                                          <p:spTgt spid="1928"/>
                                        </p:tgtEl>
                                      </p:cBhvr>
                                    </p:animEffect>
                                  </p:childTnLst>
                                </p:cTn>
                              </p:par>
                              <p:par>
                                <p:cTn fill="hold" nodeType="withEffect" presetClass="entr" presetID="10" presetSubtype="0">
                                  <p:stCondLst>
                                    <p:cond delay="0"/>
                                  </p:stCondLst>
                                  <p:childTnLst>
                                    <p:set>
                                      <p:cBhvr>
                                        <p:cTn dur="1" fill="hold">
                                          <p:stCondLst>
                                            <p:cond delay="0"/>
                                          </p:stCondLst>
                                        </p:cTn>
                                        <p:tgtEl>
                                          <p:spTgt spid="1929"/>
                                        </p:tgtEl>
                                        <p:attrNameLst>
                                          <p:attrName>style.visibility</p:attrName>
                                        </p:attrNameLst>
                                      </p:cBhvr>
                                      <p:to>
                                        <p:strVal val="visible"/>
                                      </p:to>
                                    </p:set>
                                    <p:animEffect filter="fade" transition="in">
                                      <p:cBhvr>
                                        <p:cTn dur="500"/>
                                        <p:tgtEl>
                                          <p:spTgt spid="192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30"/>
                                        </p:tgtEl>
                                        <p:attrNameLst>
                                          <p:attrName>style.visibility</p:attrName>
                                        </p:attrNameLst>
                                      </p:cBhvr>
                                      <p:to>
                                        <p:strVal val="visible"/>
                                      </p:to>
                                    </p:set>
                                    <p:animEffect filter="fade" transition="in">
                                      <p:cBhvr>
                                        <p:cTn dur="500"/>
                                        <p:tgtEl>
                                          <p:spTgt spid="1930"/>
                                        </p:tgtEl>
                                      </p:cBhvr>
                                    </p:animEffect>
                                  </p:childTnLst>
                                </p:cTn>
                              </p:par>
                              <p:par>
                                <p:cTn fill="hold" nodeType="withEffect" presetClass="entr" presetID="10" presetSubtype="0">
                                  <p:stCondLst>
                                    <p:cond delay="0"/>
                                  </p:stCondLst>
                                  <p:childTnLst>
                                    <p:set>
                                      <p:cBhvr>
                                        <p:cTn dur="1" fill="hold">
                                          <p:stCondLst>
                                            <p:cond delay="0"/>
                                          </p:stCondLst>
                                        </p:cTn>
                                        <p:tgtEl>
                                          <p:spTgt spid="1931"/>
                                        </p:tgtEl>
                                        <p:attrNameLst>
                                          <p:attrName>style.visibility</p:attrName>
                                        </p:attrNameLst>
                                      </p:cBhvr>
                                      <p:to>
                                        <p:strVal val="visible"/>
                                      </p:to>
                                    </p:set>
                                    <p:animEffect filter="fade" transition="in">
                                      <p:cBhvr>
                                        <p:cTn dur="500"/>
                                        <p:tgtEl>
                                          <p:spTgt spid="193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32"/>
                                        </p:tgtEl>
                                        <p:attrNameLst>
                                          <p:attrName>style.visibility</p:attrName>
                                        </p:attrNameLst>
                                      </p:cBhvr>
                                      <p:to>
                                        <p:strVal val="visible"/>
                                      </p:to>
                                    </p:set>
                                    <p:animEffect filter="fade" transition="in">
                                      <p:cBhvr>
                                        <p:cTn dur="500"/>
                                        <p:tgtEl>
                                          <p:spTgt spid="1932"/>
                                        </p:tgtEl>
                                      </p:cBhvr>
                                    </p:animEffect>
                                  </p:childTnLst>
                                </p:cTn>
                              </p:par>
                              <p:par>
                                <p:cTn fill="hold" nodeType="withEffect" presetClass="entr" presetID="10" presetSubtype="0">
                                  <p:stCondLst>
                                    <p:cond delay="0"/>
                                  </p:stCondLst>
                                  <p:childTnLst>
                                    <p:set>
                                      <p:cBhvr>
                                        <p:cTn dur="1" fill="hold">
                                          <p:stCondLst>
                                            <p:cond delay="0"/>
                                          </p:stCondLst>
                                        </p:cTn>
                                        <p:tgtEl>
                                          <p:spTgt spid="1933"/>
                                        </p:tgtEl>
                                        <p:attrNameLst>
                                          <p:attrName>style.visibility</p:attrName>
                                        </p:attrNameLst>
                                      </p:cBhvr>
                                      <p:to>
                                        <p:strVal val="visible"/>
                                      </p:to>
                                    </p:set>
                                    <p:animEffect filter="fade" transition="in">
                                      <p:cBhvr>
                                        <p:cTn dur="500"/>
                                        <p:tgtEl>
                                          <p:spTgt spid="193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34"/>
                                        </p:tgtEl>
                                        <p:attrNameLst>
                                          <p:attrName>style.visibility</p:attrName>
                                        </p:attrNameLst>
                                      </p:cBhvr>
                                      <p:to>
                                        <p:strVal val="visible"/>
                                      </p:to>
                                    </p:set>
                                    <p:animEffect filter="fade" transition="in">
                                      <p:cBhvr>
                                        <p:cTn dur="500"/>
                                        <p:tgtEl>
                                          <p:spTgt spid="1934"/>
                                        </p:tgtEl>
                                      </p:cBhvr>
                                    </p:animEffect>
                                  </p:childTnLst>
                                </p:cTn>
                              </p:par>
                              <p:par>
                                <p:cTn fill="hold" nodeType="withEffect" presetClass="entr" presetID="10" presetSubtype="0">
                                  <p:stCondLst>
                                    <p:cond delay="0"/>
                                  </p:stCondLst>
                                  <p:childTnLst>
                                    <p:set>
                                      <p:cBhvr>
                                        <p:cTn dur="1" fill="hold">
                                          <p:stCondLst>
                                            <p:cond delay="0"/>
                                          </p:stCondLst>
                                        </p:cTn>
                                        <p:tgtEl>
                                          <p:spTgt spid="1935"/>
                                        </p:tgtEl>
                                        <p:attrNameLst>
                                          <p:attrName>style.visibility</p:attrName>
                                        </p:attrNameLst>
                                      </p:cBhvr>
                                      <p:to>
                                        <p:strVal val="visible"/>
                                      </p:to>
                                    </p:set>
                                    <p:animEffect filter="fade" transition="in">
                                      <p:cBhvr>
                                        <p:cTn dur="500"/>
                                        <p:tgtEl>
                                          <p:spTgt spid="193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36"/>
                                        </p:tgtEl>
                                        <p:attrNameLst>
                                          <p:attrName>style.visibility</p:attrName>
                                        </p:attrNameLst>
                                      </p:cBhvr>
                                      <p:to>
                                        <p:strVal val="visible"/>
                                      </p:to>
                                    </p:set>
                                    <p:animEffect filter="fade" transition="in">
                                      <p:cBhvr>
                                        <p:cTn dur="500"/>
                                        <p:tgtEl>
                                          <p:spTgt spid="1936"/>
                                        </p:tgtEl>
                                      </p:cBhvr>
                                    </p:animEffect>
                                  </p:childTnLst>
                                </p:cTn>
                              </p:par>
                              <p:par>
                                <p:cTn fill="hold" nodeType="withEffect" presetClass="entr" presetID="10" presetSubtype="0">
                                  <p:stCondLst>
                                    <p:cond delay="0"/>
                                  </p:stCondLst>
                                  <p:childTnLst>
                                    <p:set>
                                      <p:cBhvr>
                                        <p:cTn dur="1" fill="hold">
                                          <p:stCondLst>
                                            <p:cond delay="0"/>
                                          </p:stCondLst>
                                        </p:cTn>
                                        <p:tgtEl>
                                          <p:spTgt spid="1937"/>
                                        </p:tgtEl>
                                        <p:attrNameLst>
                                          <p:attrName>style.visibility</p:attrName>
                                        </p:attrNameLst>
                                      </p:cBhvr>
                                      <p:to>
                                        <p:strVal val="visible"/>
                                      </p:to>
                                    </p:set>
                                    <p:animEffect filter="fade" transition="in">
                                      <p:cBhvr>
                                        <p:cTn dur="500"/>
                                        <p:tgtEl>
                                          <p:spTgt spid="193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38"/>
                                        </p:tgtEl>
                                        <p:attrNameLst>
                                          <p:attrName>style.visibility</p:attrName>
                                        </p:attrNameLst>
                                      </p:cBhvr>
                                      <p:to>
                                        <p:strVal val="visible"/>
                                      </p:to>
                                    </p:set>
                                    <p:animEffect filter="fade" transition="in">
                                      <p:cBhvr>
                                        <p:cTn dur="500"/>
                                        <p:tgtEl>
                                          <p:spTgt spid="1938"/>
                                        </p:tgtEl>
                                      </p:cBhvr>
                                    </p:animEffect>
                                  </p:childTnLst>
                                </p:cTn>
                              </p:par>
                              <p:par>
                                <p:cTn fill="hold" nodeType="withEffect" presetClass="entr" presetID="10" presetSubtype="0">
                                  <p:stCondLst>
                                    <p:cond delay="0"/>
                                  </p:stCondLst>
                                  <p:childTnLst>
                                    <p:set>
                                      <p:cBhvr>
                                        <p:cTn dur="1" fill="hold">
                                          <p:stCondLst>
                                            <p:cond delay="0"/>
                                          </p:stCondLst>
                                        </p:cTn>
                                        <p:tgtEl>
                                          <p:spTgt spid="1939"/>
                                        </p:tgtEl>
                                        <p:attrNameLst>
                                          <p:attrName>style.visibility</p:attrName>
                                        </p:attrNameLst>
                                      </p:cBhvr>
                                      <p:to>
                                        <p:strVal val="visible"/>
                                      </p:to>
                                    </p:set>
                                    <p:animEffect filter="fade" transition="in">
                                      <p:cBhvr>
                                        <p:cTn dur="500"/>
                                        <p:tgtEl>
                                          <p:spTgt spid="193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40"/>
                                        </p:tgtEl>
                                        <p:attrNameLst>
                                          <p:attrName>style.visibility</p:attrName>
                                        </p:attrNameLst>
                                      </p:cBhvr>
                                      <p:to>
                                        <p:strVal val="visible"/>
                                      </p:to>
                                    </p:set>
                                    <p:animEffect filter="fade" transition="in">
                                      <p:cBhvr>
                                        <p:cTn dur="500"/>
                                        <p:tgtEl>
                                          <p:spTgt spid="1940"/>
                                        </p:tgtEl>
                                      </p:cBhvr>
                                    </p:animEffect>
                                  </p:childTnLst>
                                </p:cTn>
                              </p:par>
                              <p:par>
                                <p:cTn fill="hold" nodeType="withEffect" presetClass="entr" presetID="10" presetSubtype="0">
                                  <p:stCondLst>
                                    <p:cond delay="0"/>
                                  </p:stCondLst>
                                  <p:childTnLst>
                                    <p:set>
                                      <p:cBhvr>
                                        <p:cTn dur="1" fill="hold">
                                          <p:stCondLst>
                                            <p:cond delay="0"/>
                                          </p:stCondLst>
                                        </p:cTn>
                                        <p:tgtEl>
                                          <p:spTgt spid="1941"/>
                                        </p:tgtEl>
                                        <p:attrNameLst>
                                          <p:attrName>style.visibility</p:attrName>
                                        </p:attrNameLst>
                                      </p:cBhvr>
                                      <p:to>
                                        <p:strVal val="visible"/>
                                      </p:to>
                                    </p:set>
                                    <p:animEffect filter="fade" transition="in">
                                      <p:cBhvr>
                                        <p:cTn dur="500"/>
                                        <p:tgtEl>
                                          <p:spTgt spid="194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44"/>
                                        </p:tgtEl>
                                        <p:attrNameLst>
                                          <p:attrName>style.visibility</p:attrName>
                                        </p:attrNameLst>
                                      </p:cBhvr>
                                      <p:to>
                                        <p:strVal val="visible"/>
                                      </p:to>
                                    </p:set>
                                    <p:animEffect filter="fade" transition="in">
                                      <p:cBhvr>
                                        <p:cTn dur="500"/>
                                        <p:tgtEl>
                                          <p:spTgt spid="194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42"/>
                                        </p:tgtEl>
                                        <p:attrNameLst>
                                          <p:attrName>style.visibility</p:attrName>
                                        </p:attrNameLst>
                                      </p:cBhvr>
                                      <p:to>
                                        <p:strVal val="visible"/>
                                      </p:to>
                                    </p:set>
                                    <p:animEffect filter="fade" transition="in">
                                      <p:cBhvr>
                                        <p:cTn dur="500"/>
                                        <p:tgtEl>
                                          <p:spTgt spid="194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43"/>
                                        </p:tgtEl>
                                        <p:attrNameLst>
                                          <p:attrName>style.visibility</p:attrName>
                                        </p:attrNameLst>
                                      </p:cBhvr>
                                      <p:to>
                                        <p:strVal val="visible"/>
                                      </p:to>
                                    </p:set>
                                    <p:animEffect filter="fade" transition="in">
                                      <p:cBhvr>
                                        <p:cTn dur="500"/>
                                        <p:tgtEl>
                                          <p:spTgt spid="194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45"/>
                                        </p:tgtEl>
                                        <p:attrNameLst>
                                          <p:attrName>style.visibility</p:attrName>
                                        </p:attrNameLst>
                                      </p:cBhvr>
                                      <p:to>
                                        <p:strVal val="visible"/>
                                      </p:to>
                                    </p:set>
                                    <p:animEffect filter="fade" transition="in">
                                      <p:cBhvr>
                                        <p:cTn dur="500"/>
                                        <p:tgtEl>
                                          <p:spTgt spid="194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46"/>
                                        </p:tgtEl>
                                        <p:attrNameLst>
                                          <p:attrName>style.visibility</p:attrName>
                                        </p:attrNameLst>
                                      </p:cBhvr>
                                      <p:to>
                                        <p:strVal val="visible"/>
                                      </p:to>
                                    </p:set>
                                    <p:animEffect filter="fade" transition="in">
                                      <p:cBhvr>
                                        <p:cTn dur="500"/>
                                        <p:tgtEl>
                                          <p:spTgt spid="194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47"/>
                                        </p:tgtEl>
                                        <p:attrNameLst>
                                          <p:attrName>style.visibility</p:attrName>
                                        </p:attrNameLst>
                                      </p:cBhvr>
                                      <p:to>
                                        <p:strVal val="visible"/>
                                      </p:to>
                                    </p:set>
                                    <p:animEffect filter="fade" transition="in">
                                      <p:cBhvr>
                                        <p:cTn dur="500"/>
                                        <p:tgtEl>
                                          <p:spTgt spid="194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1" name="Shape 1951"/>
        <p:cNvGrpSpPr/>
        <p:nvPr/>
      </p:nvGrpSpPr>
      <p:grpSpPr>
        <a:xfrm>
          <a:off x="0" y="0"/>
          <a:ext cx="0" cy="0"/>
          <a:chOff x="0" y="0"/>
          <a:chExt cx="0" cy="0"/>
        </a:xfrm>
      </p:grpSpPr>
      <p:sp>
        <p:nvSpPr>
          <p:cNvPr id="1952" name="Google Shape;1952;p77"/>
          <p:cNvSpPr/>
          <p:nvPr/>
        </p:nvSpPr>
        <p:spPr>
          <a:xfrm>
            <a:off x="685800" y="1401763"/>
            <a:ext cx="7772400" cy="5456237"/>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i="1" lang="en-US" sz="2400">
                <a:solidFill>
                  <a:schemeClr val="accent2"/>
                </a:solidFill>
                <a:latin typeface="Arial"/>
                <a:ea typeface="Arial"/>
                <a:cs typeface="Arial"/>
                <a:sym typeface="Arial"/>
              </a:rPr>
              <a:t>Analysing projectile motion</a:t>
            </a:r>
            <a:r>
              <a:rPr lang="en-US" sz="2400">
                <a:solidFill>
                  <a:schemeClr val="accent2"/>
                </a:solidFill>
                <a:latin typeface="Arial"/>
                <a:ea typeface="Arial"/>
                <a:cs typeface="Arial"/>
                <a:sym typeface="Arial"/>
              </a:rPr>
              <a:t> </a:t>
            </a:r>
            <a:r>
              <a:rPr lang="en-US" sz="2400">
                <a:solidFill>
                  <a:srgbClr val="000000"/>
                </a:solidFill>
                <a:latin typeface="Arial"/>
                <a:ea typeface="Arial"/>
                <a:cs typeface="Arial"/>
                <a:sym typeface="Arial"/>
              </a:rPr>
              <a:t>	</a:t>
            </a:r>
            <a:endParaRPr/>
          </a:p>
          <a:p>
            <a:pPr indent="0" lvl="0" marL="0" marR="0" rtl="0" algn="l">
              <a:spcBef>
                <a:spcPts val="480"/>
              </a:spcBef>
              <a:spcAft>
                <a:spcPts val="0"/>
              </a:spcAft>
              <a:buNone/>
            </a:pPr>
            <a:r>
              <a:rPr lang="en-US" sz="2400">
                <a:solidFill>
                  <a:srgbClr val="000000"/>
                </a:solidFill>
                <a:latin typeface="Arial"/>
                <a:ea typeface="Arial"/>
                <a:cs typeface="Arial"/>
                <a:sym typeface="Arial"/>
              </a:rPr>
              <a:t>∙The trajectory of a projectile in the absence of air is </a:t>
            </a:r>
            <a:r>
              <a:rPr b="1" lang="en-US" sz="2400">
                <a:solidFill>
                  <a:srgbClr val="000000"/>
                </a:solidFill>
                <a:latin typeface="Arial"/>
                <a:ea typeface="Arial"/>
                <a:cs typeface="Arial"/>
                <a:sym typeface="Arial"/>
              </a:rPr>
              <a:t>parabolic</a:t>
            </a:r>
            <a:r>
              <a:rPr lang="en-US" sz="2400">
                <a:solidFill>
                  <a:srgbClr val="000000"/>
                </a:solidFill>
                <a:latin typeface="Arial"/>
                <a:ea typeface="Arial"/>
                <a:cs typeface="Arial"/>
                <a:sym typeface="Arial"/>
              </a:rPr>
              <a:t>. Know this!	</a:t>
            </a:r>
            <a:endParaRPr/>
          </a:p>
        </p:txBody>
      </p:sp>
      <p:sp>
        <p:nvSpPr>
          <p:cNvPr id="1953" name="Google Shape;1953;p77"/>
          <p:cNvSpPr txBox="1"/>
          <p:nvPr>
            <p:ph type="ctrTitle"/>
          </p:nvPr>
        </p:nvSpPr>
        <p:spPr>
          <a:xfrm>
            <a:off x="685800" y="533400"/>
            <a:ext cx="7772400" cy="8334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2: Mechanics</a:t>
            </a:r>
            <a:br>
              <a:rPr b="1" lang="en-US" sz="2800"/>
            </a:br>
            <a:r>
              <a:rPr lang="en-US" sz="2800">
                <a:solidFill>
                  <a:schemeClr val="dk1"/>
                </a:solidFill>
              </a:rPr>
              <a:t>2.1 – Motion</a:t>
            </a:r>
            <a:endParaRPr/>
          </a:p>
        </p:txBody>
      </p:sp>
      <p:grpSp>
        <p:nvGrpSpPr>
          <p:cNvPr id="1954" name="Google Shape;1954;p77"/>
          <p:cNvGrpSpPr/>
          <p:nvPr/>
        </p:nvGrpSpPr>
        <p:grpSpPr>
          <a:xfrm>
            <a:off x="1117600" y="3314700"/>
            <a:ext cx="6743700" cy="3009900"/>
            <a:chOff x="704" y="2088"/>
            <a:chExt cx="4248" cy="1896"/>
          </a:xfrm>
        </p:grpSpPr>
        <p:pic>
          <p:nvPicPr>
            <p:cNvPr descr="Baseball" id="1955" name="Google Shape;1955;p77"/>
            <p:cNvPicPr preferRelativeResize="0"/>
            <p:nvPr/>
          </p:nvPicPr>
          <p:blipFill rotWithShape="1">
            <a:blip r:embed="rId3">
              <a:alphaModFix/>
            </a:blip>
            <a:srcRect b="0" l="0" r="0" t="0"/>
            <a:stretch/>
          </p:blipFill>
          <p:spPr>
            <a:xfrm>
              <a:off x="4732" y="3752"/>
              <a:ext cx="220" cy="218"/>
            </a:xfrm>
            <a:prstGeom prst="rect">
              <a:avLst/>
            </a:prstGeom>
            <a:noFill/>
            <a:ln>
              <a:noFill/>
            </a:ln>
          </p:spPr>
        </p:pic>
        <p:pic>
          <p:nvPicPr>
            <p:cNvPr descr="Baseball" id="1956" name="Google Shape;1956;p77"/>
            <p:cNvPicPr preferRelativeResize="0"/>
            <p:nvPr/>
          </p:nvPicPr>
          <p:blipFill rotWithShape="1">
            <a:blip r:embed="rId3">
              <a:alphaModFix/>
            </a:blip>
            <a:srcRect b="0" l="0" r="0" t="0"/>
            <a:stretch/>
          </p:blipFill>
          <p:spPr>
            <a:xfrm>
              <a:off x="4397" y="3347"/>
              <a:ext cx="220" cy="218"/>
            </a:xfrm>
            <a:prstGeom prst="rect">
              <a:avLst/>
            </a:prstGeom>
            <a:noFill/>
            <a:ln>
              <a:noFill/>
            </a:ln>
          </p:spPr>
        </p:pic>
        <p:pic>
          <p:nvPicPr>
            <p:cNvPr descr="Baseball" id="1957" name="Google Shape;1957;p77"/>
            <p:cNvPicPr preferRelativeResize="0"/>
            <p:nvPr/>
          </p:nvPicPr>
          <p:blipFill rotWithShape="1">
            <a:blip r:embed="rId3">
              <a:alphaModFix/>
            </a:blip>
            <a:srcRect b="0" l="0" r="0" t="0"/>
            <a:stretch/>
          </p:blipFill>
          <p:spPr>
            <a:xfrm>
              <a:off x="4062" y="2963"/>
              <a:ext cx="220" cy="218"/>
            </a:xfrm>
            <a:prstGeom prst="rect">
              <a:avLst/>
            </a:prstGeom>
            <a:noFill/>
            <a:ln>
              <a:noFill/>
            </a:ln>
          </p:spPr>
        </p:pic>
        <p:pic>
          <p:nvPicPr>
            <p:cNvPr descr="Baseball" id="1958" name="Google Shape;1958;p77"/>
            <p:cNvPicPr preferRelativeResize="0"/>
            <p:nvPr/>
          </p:nvPicPr>
          <p:blipFill rotWithShape="1">
            <a:blip r:embed="rId3">
              <a:alphaModFix/>
            </a:blip>
            <a:srcRect b="0" l="0" r="0" t="0"/>
            <a:stretch/>
          </p:blipFill>
          <p:spPr>
            <a:xfrm>
              <a:off x="3727" y="2607"/>
              <a:ext cx="220" cy="218"/>
            </a:xfrm>
            <a:prstGeom prst="rect">
              <a:avLst/>
            </a:prstGeom>
            <a:noFill/>
            <a:ln>
              <a:noFill/>
            </a:ln>
          </p:spPr>
        </p:pic>
        <p:pic>
          <p:nvPicPr>
            <p:cNvPr descr="Baseball" id="1959" name="Google Shape;1959;p77"/>
            <p:cNvPicPr preferRelativeResize="0"/>
            <p:nvPr/>
          </p:nvPicPr>
          <p:blipFill rotWithShape="1">
            <a:blip r:embed="rId3">
              <a:alphaModFix/>
            </a:blip>
            <a:srcRect b="0" l="0" r="0" t="0"/>
            <a:stretch/>
          </p:blipFill>
          <p:spPr>
            <a:xfrm>
              <a:off x="3386" y="2336"/>
              <a:ext cx="220" cy="218"/>
            </a:xfrm>
            <a:prstGeom prst="rect">
              <a:avLst/>
            </a:prstGeom>
            <a:noFill/>
            <a:ln>
              <a:noFill/>
            </a:ln>
          </p:spPr>
        </p:pic>
        <p:pic>
          <p:nvPicPr>
            <p:cNvPr descr="Baseball" id="1960" name="Google Shape;1960;p77"/>
            <p:cNvPicPr preferRelativeResize="0"/>
            <p:nvPr/>
          </p:nvPicPr>
          <p:blipFill rotWithShape="1">
            <a:blip r:embed="rId3">
              <a:alphaModFix/>
            </a:blip>
            <a:srcRect b="0" l="0" r="0" t="0"/>
            <a:stretch/>
          </p:blipFill>
          <p:spPr>
            <a:xfrm>
              <a:off x="3051" y="2156"/>
              <a:ext cx="220" cy="218"/>
            </a:xfrm>
            <a:prstGeom prst="rect">
              <a:avLst/>
            </a:prstGeom>
            <a:noFill/>
            <a:ln>
              <a:noFill/>
            </a:ln>
          </p:spPr>
        </p:pic>
        <p:pic>
          <p:nvPicPr>
            <p:cNvPr descr="Baseball" id="1961" name="Google Shape;1961;p77"/>
            <p:cNvPicPr preferRelativeResize="0"/>
            <p:nvPr/>
          </p:nvPicPr>
          <p:blipFill rotWithShape="1">
            <a:blip r:embed="rId3">
              <a:alphaModFix/>
            </a:blip>
            <a:srcRect b="0" l="0" r="0" t="0"/>
            <a:stretch/>
          </p:blipFill>
          <p:spPr>
            <a:xfrm>
              <a:off x="2723" y="2088"/>
              <a:ext cx="220" cy="218"/>
            </a:xfrm>
            <a:prstGeom prst="rect">
              <a:avLst/>
            </a:prstGeom>
            <a:noFill/>
            <a:ln>
              <a:noFill/>
            </a:ln>
          </p:spPr>
        </p:pic>
        <p:pic>
          <p:nvPicPr>
            <p:cNvPr descr="Baseball" id="1962" name="Google Shape;1962;p77"/>
            <p:cNvPicPr preferRelativeResize="0"/>
            <p:nvPr/>
          </p:nvPicPr>
          <p:blipFill rotWithShape="1">
            <a:blip r:embed="rId3">
              <a:alphaModFix/>
            </a:blip>
            <a:srcRect b="0" l="0" r="0" t="0"/>
            <a:stretch/>
          </p:blipFill>
          <p:spPr>
            <a:xfrm>
              <a:off x="2388" y="2153"/>
              <a:ext cx="220" cy="218"/>
            </a:xfrm>
            <a:prstGeom prst="rect">
              <a:avLst/>
            </a:prstGeom>
            <a:noFill/>
            <a:ln>
              <a:noFill/>
            </a:ln>
          </p:spPr>
        </p:pic>
        <p:pic>
          <p:nvPicPr>
            <p:cNvPr descr="Baseball" id="1963" name="Google Shape;1963;p77"/>
            <p:cNvPicPr preferRelativeResize="0"/>
            <p:nvPr/>
          </p:nvPicPr>
          <p:blipFill rotWithShape="1">
            <a:blip r:embed="rId3">
              <a:alphaModFix/>
            </a:blip>
            <a:srcRect b="0" l="0" r="0" t="0"/>
            <a:stretch/>
          </p:blipFill>
          <p:spPr>
            <a:xfrm>
              <a:off x="2046" y="2331"/>
              <a:ext cx="220" cy="218"/>
            </a:xfrm>
            <a:prstGeom prst="rect">
              <a:avLst/>
            </a:prstGeom>
            <a:noFill/>
            <a:ln>
              <a:noFill/>
            </a:ln>
          </p:spPr>
        </p:pic>
        <p:pic>
          <p:nvPicPr>
            <p:cNvPr descr="Baseball" id="1964" name="Google Shape;1964;p77"/>
            <p:cNvPicPr preferRelativeResize="0"/>
            <p:nvPr/>
          </p:nvPicPr>
          <p:blipFill rotWithShape="1">
            <a:blip r:embed="rId3">
              <a:alphaModFix/>
            </a:blip>
            <a:srcRect b="0" l="0" r="0" t="0"/>
            <a:stretch/>
          </p:blipFill>
          <p:spPr>
            <a:xfrm>
              <a:off x="1711" y="2615"/>
              <a:ext cx="220" cy="218"/>
            </a:xfrm>
            <a:prstGeom prst="rect">
              <a:avLst/>
            </a:prstGeom>
            <a:noFill/>
            <a:ln>
              <a:noFill/>
            </a:ln>
          </p:spPr>
        </p:pic>
        <p:pic>
          <p:nvPicPr>
            <p:cNvPr descr="Baseball" id="1965" name="Google Shape;1965;p77"/>
            <p:cNvPicPr preferRelativeResize="0"/>
            <p:nvPr/>
          </p:nvPicPr>
          <p:blipFill rotWithShape="1">
            <a:blip r:embed="rId3">
              <a:alphaModFix/>
            </a:blip>
            <a:srcRect b="0" l="0" r="0" t="0"/>
            <a:stretch/>
          </p:blipFill>
          <p:spPr>
            <a:xfrm>
              <a:off x="1369" y="2955"/>
              <a:ext cx="220" cy="218"/>
            </a:xfrm>
            <a:prstGeom prst="rect">
              <a:avLst/>
            </a:prstGeom>
            <a:noFill/>
            <a:ln>
              <a:noFill/>
            </a:ln>
          </p:spPr>
        </p:pic>
        <p:pic>
          <p:nvPicPr>
            <p:cNvPr descr="Baseball" id="1966" name="Google Shape;1966;p77"/>
            <p:cNvPicPr preferRelativeResize="0"/>
            <p:nvPr/>
          </p:nvPicPr>
          <p:blipFill rotWithShape="1">
            <a:blip r:embed="rId3">
              <a:alphaModFix/>
            </a:blip>
            <a:srcRect b="0" l="0" r="0" t="0"/>
            <a:stretch/>
          </p:blipFill>
          <p:spPr>
            <a:xfrm>
              <a:off x="1034" y="3350"/>
              <a:ext cx="220" cy="218"/>
            </a:xfrm>
            <a:prstGeom prst="rect">
              <a:avLst/>
            </a:prstGeom>
            <a:noFill/>
            <a:ln>
              <a:noFill/>
            </a:ln>
          </p:spPr>
        </p:pic>
        <p:pic>
          <p:nvPicPr>
            <p:cNvPr descr="Baseball" id="1967" name="Google Shape;1967;p77"/>
            <p:cNvPicPr preferRelativeResize="0"/>
            <p:nvPr/>
          </p:nvPicPr>
          <p:blipFill rotWithShape="1">
            <a:blip r:embed="rId3">
              <a:alphaModFix/>
            </a:blip>
            <a:srcRect b="0" l="0" r="0" t="0"/>
            <a:stretch/>
          </p:blipFill>
          <p:spPr>
            <a:xfrm>
              <a:off x="704" y="3765"/>
              <a:ext cx="220" cy="218"/>
            </a:xfrm>
            <a:prstGeom prst="rect">
              <a:avLst/>
            </a:prstGeom>
            <a:noFill/>
            <a:ln>
              <a:noFill/>
            </a:ln>
          </p:spPr>
        </p:pic>
        <p:pic>
          <p:nvPicPr>
            <p:cNvPr descr="Baseball" id="1968" name="Google Shape;1968;p77"/>
            <p:cNvPicPr preferRelativeResize="0"/>
            <p:nvPr/>
          </p:nvPicPr>
          <p:blipFill rotWithShape="1">
            <a:blip r:embed="rId3">
              <a:alphaModFix/>
            </a:blip>
            <a:srcRect b="0" l="0" r="0" t="0"/>
            <a:stretch/>
          </p:blipFill>
          <p:spPr>
            <a:xfrm>
              <a:off x="706" y="3766"/>
              <a:ext cx="220" cy="218"/>
            </a:xfrm>
            <a:prstGeom prst="rect">
              <a:avLst/>
            </a:prstGeom>
            <a:noFill/>
            <a:ln>
              <a:noFill/>
            </a:ln>
          </p:spPr>
        </p:pic>
        <p:sp>
          <p:nvSpPr>
            <p:cNvPr id="1969" name="Google Shape;1969;p77"/>
            <p:cNvSpPr/>
            <p:nvPr/>
          </p:nvSpPr>
          <p:spPr>
            <a:xfrm>
              <a:off x="814" y="2194"/>
              <a:ext cx="336" cy="336"/>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970" name="Google Shape;1970;p77"/>
            <p:cNvSpPr/>
            <p:nvPr/>
          </p:nvSpPr>
          <p:spPr>
            <a:xfrm>
              <a:off x="1150" y="2194"/>
              <a:ext cx="336" cy="336"/>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971" name="Google Shape;1971;p77"/>
            <p:cNvSpPr/>
            <p:nvPr/>
          </p:nvSpPr>
          <p:spPr>
            <a:xfrm>
              <a:off x="1486" y="2194"/>
              <a:ext cx="336" cy="336"/>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972" name="Google Shape;1972;p77"/>
            <p:cNvSpPr/>
            <p:nvPr/>
          </p:nvSpPr>
          <p:spPr>
            <a:xfrm>
              <a:off x="1822" y="2194"/>
              <a:ext cx="336" cy="336"/>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973" name="Google Shape;1973;p77"/>
            <p:cNvSpPr/>
            <p:nvPr/>
          </p:nvSpPr>
          <p:spPr>
            <a:xfrm>
              <a:off x="2158" y="2194"/>
              <a:ext cx="336" cy="336"/>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974" name="Google Shape;1974;p77"/>
            <p:cNvSpPr/>
            <p:nvPr/>
          </p:nvSpPr>
          <p:spPr>
            <a:xfrm>
              <a:off x="2494" y="2194"/>
              <a:ext cx="336" cy="336"/>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975" name="Google Shape;1975;p77"/>
            <p:cNvSpPr/>
            <p:nvPr/>
          </p:nvSpPr>
          <p:spPr>
            <a:xfrm>
              <a:off x="2830" y="2194"/>
              <a:ext cx="336" cy="336"/>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976" name="Google Shape;1976;p77"/>
            <p:cNvSpPr/>
            <p:nvPr/>
          </p:nvSpPr>
          <p:spPr>
            <a:xfrm>
              <a:off x="3166" y="2194"/>
              <a:ext cx="336" cy="336"/>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977" name="Google Shape;1977;p77"/>
            <p:cNvSpPr/>
            <p:nvPr/>
          </p:nvSpPr>
          <p:spPr>
            <a:xfrm>
              <a:off x="3502" y="2194"/>
              <a:ext cx="336" cy="336"/>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978" name="Google Shape;1978;p77"/>
            <p:cNvSpPr/>
            <p:nvPr/>
          </p:nvSpPr>
          <p:spPr>
            <a:xfrm>
              <a:off x="3838" y="2194"/>
              <a:ext cx="336" cy="336"/>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979" name="Google Shape;1979;p77"/>
            <p:cNvSpPr/>
            <p:nvPr/>
          </p:nvSpPr>
          <p:spPr>
            <a:xfrm>
              <a:off x="4174" y="2194"/>
              <a:ext cx="336" cy="336"/>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980" name="Google Shape;1980;p77"/>
            <p:cNvSpPr/>
            <p:nvPr/>
          </p:nvSpPr>
          <p:spPr>
            <a:xfrm>
              <a:off x="4510" y="2194"/>
              <a:ext cx="336" cy="336"/>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981" name="Google Shape;1981;p77"/>
            <p:cNvSpPr/>
            <p:nvPr/>
          </p:nvSpPr>
          <p:spPr>
            <a:xfrm>
              <a:off x="814" y="2530"/>
              <a:ext cx="336" cy="336"/>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982" name="Google Shape;1982;p77"/>
            <p:cNvSpPr/>
            <p:nvPr/>
          </p:nvSpPr>
          <p:spPr>
            <a:xfrm>
              <a:off x="1150" y="2530"/>
              <a:ext cx="336" cy="336"/>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983" name="Google Shape;1983;p77"/>
            <p:cNvSpPr/>
            <p:nvPr/>
          </p:nvSpPr>
          <p:spPr>
            <a:xfrm>
              <a:off x="1486" y="2530"/>
              <a:ext cx="336" cy="336"/>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984" name="Google Shape;1984;p77"/>
            <p:cNvSpPr/>
            <p:nvPr/>
          </p:nvSpPr>
          <p:spPr>
            <a:xfrm>
              <a:off x="1822" y="2530"/>
              <a:ext cx="336" cy="336"/>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985" name="Google Shape;1985;p77"/>
            <p:cNvSpPr/>
            <p:nvPr/>
          </p:nvSpPr>
          <p:spPr>
            <a:xfrm>
              <a:off x="2158" y="2530"/>
              <a:ext cx="336" cy="336"/>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986" name="Google Shape;1986;p77"/>
            <p:cNvSpPr/>
            <p:nvPr/>
          </p:nvSpPr>
          <p:spPr>
            <a:xfrm>
              <a:off x="2494" y="2530"/>
              <a:ext cx="336" cy="336"/>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987" name="Google Shape;1987;p77"/>
            <p:cNvSpPr/>
            <p:nvPr/>
          </p:nvSpPr>
          <p:spPr>
            <a:xfrm>
              <a:off x="2830" y="2530"/>
              <a:ext cx="336" cy="336"/>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988" name="Google Shape;1988;p77"/>
            <p:cNvSpPr/>
            <p:nvPr/>
          </p:nvSpPr>
          <p:spPr>
            <a:xfrm>
              <a:off x="3166" y="2530"/>
              <a:ext cx="336" cy="336"/>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989" name="Google Shape;1989;p77"/>
            <p:cNvSpPr/>
            <p:nvPr/>
          </p:nvSpPr>
          <p:spPr>
            <a:xfrm>
              <a:off x="3502" y="2530"/>
              <a:ext cx="336" cy="336"/>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990" name="Google Shape;1990;p77"/>
            <p:cNvSpPr/>
            <p:nvPr/>
          </p:nvSpPr>
          <p:spPr>
            <a:xfrm>
              <a:off x="3838" y="2530"/>
              <a:ext cx="336" cy="336"/>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991" name="Google Shape;1991;p77"/>
            <p:cNvSpPr/>
            <p:nvPr/>
          </p:nvSpPr>
          <p:spPr>
            <a:xfrm>
              <a:off x="4174" y="2530"/>
              <a:ext cx="336" cy="336"/>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992" name="Google Shape;1992;p77"/>
            <p:cNvSpPr/>
            <p:nvPr/>
          </p:nvSpPr>
          <p:spPr>
            <a:xfrm>
              <a:off x="4510" y="2530"/>
              <a:ext cx="336" cy="336"/>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993" name="Google Shape;1993;p77"/>
            <p:cNvSpPr/>
            <p:nvPr/>
          </p:nvSpPr>
          <p:spPr>
            <a:xfrm>
              <a:off x="814" y="2866"/>
              <a:ext cx="336" cy="336"/>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994" name="Google Shape;1994;p77"/>
            <p:cNvSpPr/>
            <p:nvPr/>
          </p:nvSpPr>
          <p:spPr>
            <a:xfrm>
              <a:off x="1150" y="2866"/>
              <a:ext cx="336" cy="336"/>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995" name="Google Shape;1995;p77"/>
            <p:cNvSpPr/>
            <p:nvPr/>
          </p:nvSpPr>
          <p:spPr>
            <a:xfrm>
              <a:off x="1486" y="2866"/>
              <a:ext cx="336" cy="336"/>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996" name="Google Shape;1996;p77"/>
            <p:cNvSpPr/>
            <p:nvPr/>
          </p:nvSpPr>
          <p:spPr>
            <a:xfrm>
              <a:off x="1822" y="2866"/>
              <a:ext cx="336" cy="336"/>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997" name="Google Shape;1997;p77"/>
            <p:cNvSpPr/>
            <p:nvPr/>
          </p:nvSpPr>
          <p:spPr>
            <a:xfrm>
              <a:off x="2158" y="2866"/>
              <a:ext cx="336" cy="336"/>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998" name="Google Shape;1998;p77"/>
            <p:cNvSpPr/>
            <p:nvPr/>
          </p:nvSpPr>
          <p:spPr>
            <a:xfrm>
              <a:off x="2494" y="2866"/>
              <a:ext cx="336" cy="336"/>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1999" name="Google Shape;1999;p77"/>
            <p:cNvSpPr/>
            <p:nvPr/>
          </p:nvSpPr>
          <p:spPr>
            <a:xfrm>
              <a:off x="2830" y="2866"/>
              <a:ext cx="336" cy="336"/>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000" name="Google Shape;2000;p77"/>
            <p:cNvSpPr/>
            <p:nvPr/>
          </p:nvSpPr>
          <p:spPr>
            <a:xfrm>
              <a:off x="3166" y="2866"/>
              <a:ext cx="336" cy="336"/>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001" name="Google Shape;2001;p77"/>
            <p:cNvSpPr/>
            <p:nvPr/>
          </p:nvSpPr>
          <p:spPr>
            <a:xfrm>
              <a:off x="3502" y="2866"/>
              <a:ext cx="336" cy="336"/>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002" name="Google Shape;2002;p77"/>
            <p:cNvSpPr/>
            <p:nvPr/>
          </p:nvSpPr>
          <p:spPr>
            <a:xfrm>
              <a:off x="3838" y="2866"/>
              <a:ext cx="336" cy="336"/>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003" name="Google Shape;2003;p77"/>
            <p:cNvSpPr/>
            <p:nvPr/>
          </p:nvSpPr>
          <p:spPr>
            <a:xfrm>
              <a:off x="4174" y="2866"/>
              <a:ext cx="336" cy="336"/>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004" name="Google Shape;2004;p77"/>
            <p:cNvSpPr/>
            <p:nvPr/>
          </p:nvSpPr>
          <p:spPr>
            <a:xfrm>
              <a:off x="4510" y="2866"/>
              <a:ext cx="336" cy="336"/>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005" name="Google Shape;2005;p77"/>
            <p:cNvSpPr/>
            <p:nvPr/>
          </p:nvSpPr>
          <p:spPr>
            <a:xfrm>
              <a:off x="814" y="3202"/>
              <a:ext cx="336" cy="336"/>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006" name="Google Shape;2006;p77"/>
            <p:cNvSpPr/>
            <p:nvPr/>
          </p:nvSpPr>
          <p:spPr>
            <a:xfrm>
              <a:off x="1150" y="3202"/>
              <a:ext cx="336" cy="336"/>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007" name="Google Shape;2007;p77"/>
            <p:cNvSpPr/>
            <p:nvPr/>
          </p:nvSpPr>
          <p:spPr>
            <a:xfrm>
              <a:off x="1486" y="3202"/>
              <a:ext cx="336" cy="336"/>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008" name="Google Shape;2008;p77"/>
            <p:cNvSpPr/>
            <p:nvPr/>
          </p:nvSpPr>
          <p:spPr>
            <a:xfrm>
              <a:off x="1822" y="3202"/>
              <a:ext cx="336" cy="336"/>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009" name="Google Shape;2009;p77"/>
            <p:cNvSpPr/>
            <p:nvPr/>
          </p:nvSpPr>
          <p:spPr>
            <a:xfrm>
              <a:off x="2158" y="3202"/>
              <a:ext cx="336" cy="336"/>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010" name="Google Shape;2010;p77"/>
            <p:cNvSpPr/>
            <p:nvPr/>
          </p:nvSpPr>
          <p:spPr>
            <a:xfrm>
              <a:off x="2494" y="3202"/>
              <a:ext cx="336" cy="336"/>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011" name="Google Shape;2011;p77"/>
            <p:cNvSpPr/>
            <p:nvPr/>
          </p:nvSpPr>
          <p:spPr>
            <a:xfrm>
              <a:off x="2830" y="3202"/>
              <a:ext cx="336" cy="336"/>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012" name="Google Shape;2012;p77"/>
            <p:cNvSpPr/>
            <p:nvPr/>
          </p:nvSpPr>
          <p:spPr>
            <a:xfrm>
              <a:off x="3166" y="3202"/>
              <a:ext cx="336" cy="336"/>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013" name="Google Shape;2013;p77"/>
            <p:cNvSpPr/>
            <p:nvPr/>
          </p:nvSpPr>
          <p:spPr>
            <a:xfrm>
              <a:off x="3502" y="3202"/>
              <a:ext cx="336" cy="336"/>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014" name="Google Shape;2014;p77"/>
            <p:cNvSpPr/>
            <p:nvPr/>
          </p:nvSpPr>
          <p:spPr>
            <a:xfrm>
              <a:off x="3838" y="3202"/>
              <a:ext cx="336" cy="336"/>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015" name="Google Shape;2015;p77"/>
            <p:cNvSpPr/>
            <p:nvPr/>
          </p:nvSpPr>
          <p:spPr>
            <a:xfrm>
              <a:off x="4174" y="3202"/>
              <a:ext cx="336" cy="336"/>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016" name="Google Shape;2016;p77"/>
            <p:cNvSpPr/>
            <p:nvPr/>
          </p:nvSpPr>
          <p:spPr>
            <a:xfrm>
              <a:off x="4510" y="3202"/>
              <a:ext cx="336" cy="336"/>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017" name="Google Shape;2017;p77"/>
            <p:cNvSpPr/>
            <p:nvPr/>
          </p:nvSpPr>
          <p:spPr>
            <a:xfrm>
              <a:off x="814" y="3538"/>
              <a:ext cx="336" cy="336"/>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018" name="Google Shape;2018;p77"/>
            <p:cNvSpPr/>
            <p:nvPr/>
          </p:nvSpPr>
          <p:spPr>
            <a:xfrm>
              <a:off x="1150" y="3538"/>
              <a:ext cx="336" cy="336"/>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019" name="Google Shape;2019;p77"/>
            <p:cNvSpPr/>
            <p:nvPr/>
          </p:nvSpPr>
          <p:spPr>
            <a:xfrm>
              <a:off x="1486" y="3538"/>
              <a:ext cx="336" cy="336"/>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020" name="Google Shape;2020;p77"/>
            <p:cNvSpPr/>
            <p:nvPr/>
          </p:nvSpPr>
          <p:spPr>
            <a:xfrm>
              <a:off x="1822" y="3538"/>
              <a:ext cx="336" cy="336"/>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021" name="Google Shape;2021;p77"/>
            <p:cNvSpPr/>
            <p:nvPr/>
          </p:nvSpPr>
          <p:spPr>
            <a:xfrm>
              <a:off x="2158" y="3538"/>
              <a:ext cx="336" cy="336"/>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022" name="Google Shape;2022;p77"/>
            <p:cNvSpPr/>
            <p:nvPr/>
          </p:nvSpPr>
          <p:spPr>
            <a:xfrm>
              <a:off x="2494" y="3538"/>
              <a:ext cx="336" cy="336"/>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023" name="Google Shape;2023;p77"/>
            <p:cNvSpPr/>
            <p:nvPr/>
          </p:nvSpPr>
          <p:spPr>
            <a:xfrm>
              <a:off x="2830" y="3538"/>
              <a:ext cx="336" cy="336"/>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024" name="Google Shape;2024;p77"/>
            <p:cNvSpPr/>
            <p:nvPr/>
          </p:nvSpPr>
          <p:spPr>
            <a:xfrm>
              <a:off x="3166" y="3538"/>
              <a:ext cx="336" cy="336"/>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025" name="Google Shape;2025;p77"/>
            <p:cNvSpPr/>
            <p:nvPr/>
          </p:nvSpPr>
          <p:spPr>
            <a:xfrm>
              <a:off x="3502" y="3538"/>
              <a:ext cx="336" cy="336"/>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026" name="Google Shape;2026;p77"/>
            <p:cNvSpPr/>
            <p:nvPr/>
          </p:nvSpPr>
          <p:spPr>
            <a:xfrm>
              <a:off x="3838" y="3538"/>
              <a:ext cx="336" cy="336"/>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027" name="Google Shape;2027;p77"/>
            <p:cNvSpPr/>
            <p:nvPr/>
          </p:nvSpPr>
          <p:spPr>
            <a:xfrm>
              <a:off x="4174" y="3538"/>
              <a:ext cx="336" cy="336"/>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028" name="Google Shape;2028;p77"/>
            <p:cNvSpPr/>
            <p:nvPr/>
          </p:nvSpPr>
          <p:spPr>
            <a:xfrm>
              <a:off x="4510" y="3538"/>
              <a:ext cx="336" cy="336"/>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grpSp>
      <p:sp>
        <p:nvSpPr>
          <p:cNvPr id="2029" name="Google Shape;2029;p77"/>
          <p:cNvSpPr/>
          <p:nvPr/>
        </p:nvSpPr>
        <p:spPr>
          <a:xfrm>
            <a:off x="1279525" y="3473450"/>
            <a:ext cx="6410325" cy="2671763"/>
          </a:xfrm>
          <a:custGeom>
            <a:rect b="b" l="l" r="r" t="t"/>
            <a:pathLst>
              <a:path extrusionOk="0" h="1683" w="4038">
                <a:moveTo>
                  <a:pt x="0" y="1683"/>
                </a:moveTo>
                <a:cubicBezTo>
                  <a:pt x="114" y="1543"/>
                  <a:pt x="228" y="1403"/>
                  <a:pt x="340" y="1268"/>
                </a:cubicBezTo>
                <a:cubicBezTo>
                  <a:pt x="452" y="1133"/>
                  <a:pt x="563" y="994"/>
                  <a:pt x="674" y="871"/>
                </a:cubicBezTo>
                <a:cubicBezTo>
                  <a:pt x="785" y="748"/>
                  <a:pt x="896" y="635"/>
                  <a:pt x="1008" y="531"/>
                </a:cubicBezTo>
                <a:cubicBezTo>
                  <a:pt x="1120" y="427"/>
                  <a:pt x="1234" y="325"/>
                  <a:pt x="1348" y="248"/>
                </a:cubicBezTo>
                <a:cubicBezTo>
                  <a:pt x="1462" y="171"/>
                  <a:pt x="1582" y="111"/>
                  <a:pt x="1694" y="70"/>
                </a:cubicBezTo>
                <a:cubicBezTo>
                  <a:pt x="1806" y="29"/>
                  <a:pt x="1912" y="0"/>
                  <a:pt x="2022" y="1"/>
                </a:cubicBezTo>
                <a:cubicBezTo>
                  <a:pt x="2132" y="2"/>
                  <a:pt x="2245" y="35"/>
                  <a:pt x="2356" y="76"/>
                </a:cubicBezTo>
                <a:cubicBezTo>
                  <a:pt x="2467" y="117"/>
                  <a:pt x="2578" y="171"/>
                  <a:pt x="2690" y="248"/>
                </a:cubicBezTo>
                <a:cubicBezTo>
                  <a:pt x="2802" y="325"/>
                  <a:pt x="2918" y="430"/>
                  <a:pt x="3030" y="536"/>
                </a:cubicBezTo>
                <a:cubicBezTo>
                  <a:pt x="3142" y="642"/>
                  <a:pt x="3253" y="761"/>
                  <a:pt x="3364" y="882"/>
                </a:cubicBezTo>
                <a:cubicBezTo>
                  <a:pt x="3475" y="1003"/>
                  <a:pt x="3586" y="1130"/>
                  <a:pt x="3698" y="1262"/>
                </a:cubicBezTo>
                <a:cubicBezTo>
                  <a:pt x="3810" y="1394"/>
                  <a:pt x="3924" y="1535"/>
                  <a:pt x="4038" y="1677"/>
                </a:cubicBezTo>
              </a:path>
            </a:pathLst>
          </a:custGeom>
          <a:noFill/>
          <a:ln cap="flat" cmpd="sng" w="2857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29"/>
                                        </p:tgtEl>
                                        <p:attrNameLst>
                                          <p:attrName>style.visibility</p:attrName>
                                        </p:attrNameLst>
                                      </p:cBhvr>
                                      <p:to>
                                        <p:strVal val="visible"/>
                                      </p:to>
                                    </p:set>
                                    <p:animEffect filter="fade" transition="in">
                                      <p:cBhvr>
                                        <p:cTn dur="2000"/>
                                        <p:tgtEl>
                                          <p:spTgt spid="202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3" name="Shape 2033"/>
        <p:cNvGrpSpPr/>
        <p:nvPr/>
      </p:nvGrpSpPr>
      <p:grpSpPr>
        <a:xfrm>
          <a:off x="0" y="0"/>
          <a:ext cx="0" cy="0"/>
          <a:chOff x="0" y="0"/>
          <a:chExt cx="0" cy="0"/>
        </a:xfrm>
      </p:grpSpPr>
      <p:sp>
        <p:nvSpPr>
          <p:cNvPr id="2034" name="Google Shape;2034;p78"/>
          <p:cNvSpPr/>
          <p:nvPr/>
        </p:nvSpPr>
        <p:spPr>
          <a:xfrm>
            <a:off x="685800" y="1401763"/>
            <a:ext cx="7772400" cy="5456237"/>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i="1" lang="en-US" sz="2400">
                <a:solidFill>
                  <a:schemeClr val="accent2"/>
                </a:solidFill>
                <a:latin typeface="Arial"/>
                <a:ea typeface="Arial"/>
                <a:cs typeface="Arial"/>
                <a:sym typeface="Arial"/>
              </a:rPr>
              <a:t>Analysing projectile motion</a:t>
            </a:r>
            <a:r>
              <a:rPr lang="en-US" sz="2400">
                <a:solidFill>
                  <a:schemeClr val="accent2"/>
                </a:solidFill>
                <a:latin typeface="Arial"/>
                <a:ea typeface="Arial"/>
                <a:cs typeface="Arial"/>
                <a:sym typeface="Arial"/>
              </a:rPr>
              <a:t> </a:t>
            </a:r>
            <a:r>
              <a:rPr i="1" lang="en-US" sz="2400">
                <a:solidFill>
                  <a:schemeClr val="accent2"/>
                </a:solidFill>
                <a:latin typeface="Arial"/>
                <a:ea typeface="Arial"/>
                <a:cs typeface="Arial"/>
                <a:sym typeface="Arial"/>
              </a:rPr>
              <a:t>with fluid resistance</a:t>
            </a:r>
            <a:r>
              <a:rPr i="1" lang="en-US" sz="2000">
                <a:solidFill>
                  <a:srgbClr val="000000"/>
                </a:solidFill>
                <a:latin typeface="Courier New"/>
                <a:ea typeface="Courier New"/>
                <a:cs typeface="Courier New"/>
                <a:sym typeface="Courier New"/>
              </a:rPr>
              <a:t>	</a:t>
            </a:r>
            <a:endParaRPr/>
          </a:p>
          <a:p>
            <a:pPr indent="0" lvl="0" marL="0" marR="0" rtl="0" algn="l">
              <a:spcBef>
                <a:spcPts val="480"/>
              </a:spcBef>
              <a:spcAft>
                <a:spcPts val="0"/>
              </a:spcAft>
              <a:buNone/>
            </a:pPr>
            <a:r>
              <a:rPr lang="en-US" sz="2400">
                <a:solidFill>
                  <a:srgbClr val="000000"/>
                </a:solidFill>
                <a:latin typeface="Arial"/>
                <a:ea typeface="Arial"/>
                <a:cs typeface="Arial"/>
                <a:sym typeface="Arial"/>
              </a:rPr>
              <a:t>∙If there is air resistance, it is proportional to the square of the velocity. Thus, when the ball moves fast its deceleration is greater than when it moves slow.	</a:t>
            </a:r>
            <a:endParaRPr/>
          </a:p>
        </p:txBody>
      </p:sp>
      <p:sp>
        <p:nvSpPr>
          <p:cNvPr id="2035" name="Google Shape;2035;p78"/>
          <p:cNvSpPr txBox="1"/>
          <p:nvPr>
            <p:ph type="ctrTitle"/>
          </p:nvPr>
        </p:nvSpPr>
        <p:spPr>
          <a:xfrm>
            <a:off x="685800" y="533400"/>
            <a:ext cx="7772400" cy="8334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2: Mechanics</a:t>
            </a:r>
            <a:br>
              <a:rPr b="1" lang="en-US" sz="2800"/>
            </a:br>
            <a:r>
              <a:rPr lang="en-US" sz="2800">
                <a:solidFill>
                  <a:schemeClr val="dk1"/>
                </a:solidFill>
              </a:rPr>
              <a:t>2.1 – Motion</a:t>
            </a:r>
            <a:endParaRPr/>
          </a:p>
        </p:txBody>
      </p:sp>
      <p:grpSp>
        <p:nvGrpSpPr>
          <p:cNvPr id="2036" name="Google Shape;2036;p78"/>
          <p:cNvGrpSpPr/>
          <p:nvPr/>
        </p:nvGrpSpPr>
        <p:grpSpPr>
          <a:xfrm>
            <a:off x="1117600" y="3314700"/>
            <a:ext cx="6743700" cy="3009900"/>
            <a:chOff x="704" y="2088"/>
            <a:chExt cx="4248" cy="1896"/>
          </a:xfrm>
        </p:grpSpPr>
        <p:pic>
          <p:nvPicPr>
            <p:cNvPr descr="Baseball" id="2037" name="Google Shape;2037;p78"/>
            <p:cNvPicPr preferRelativeResize="0"/>
            <p:nvPr/>
          </p:nvPicPr>
          <p:blipFill rotWithShape="1">
            <a:blip r:embed="rId3">
              <a:alphaModFix/>
            </a:blip>
            <a:srcRect b="0" l="0" r="0" t="0"/>
            <a:stretch/>
          </p:blipFill>
          <p:spPr>
            <a:xfrm>
              <a:off x="4732" y="3752"/>
              <a:ext cx="220" cy="218"/>
            </a:xfrm>
            <a:prstGeom prst="rect">
              <a:avLst/>
            </a:prstGeom>
            <a:noFill/>
            <a:ln>
              <a:noFill/>
            </a:ln>
          </p:spPr>
        </p:pic>
        <p:pic>
          <p:nvPicPr>
            <p:cNvPr descr="Baseball" id="2038" name="Google Shape;2038;p78"/>
            <p:cNvPicPr preferRelativeResize="0"/>
            <p:nvPr/>
          </p:nvPicPr>
          <p:blipFill rotWithShape="1">
            <a:blip r:embed="rId3">
              <a:alphaModFix/>
            </a:blip>
            <a:srcRect b="0" l="0" r="0" t="0"/>
            <a:stretch/>
          </p:blipFill>
          <p:spPr>
            <a:xfrm>
              <a:off x="4397" y="3347"/>
              <a:ext cx="220" cy="218"/>
            </a:xfrm>
            <a:prstGeom prst="rect">
              <a:avLst/>
            </a:prstGeom>
            <a:noFill/>
            <a:ln>
              <a:noFill/>
            </a:ln>
          </p:spPr>
        </p:pic>
        <p:pic>
          <p:nvPicPr>
            <p:cNvPr descr="Baseball" id="2039" name="Google Shape;2039;p78"/>
            <p:cNvPicPr preferRelativeResize="0"/>
            <p:nvPr/>
          </p:nvPicPr>
          <p:blipFill rotWithShape="1">
            <a:blip r:embed="rId3">
              <a:alphaModFix/>
            </a:blip>
            <a:srcRect b="0" l="0" r="0" t="0"/>
            <a:stretch/>
          </p:blipFill>
          <p:spPr>
            <a:xfrm>
              <a:off x="4062" y="2963"/>
              <a:ext cx="220" cy="218"/>
            </a:xfrm>
            <a:prstGeom prst="rect">
              <a:avLst/>
            </a:prstGeom>
            <a:noFill/>
            <a:ln>
              <a:noFill/>
            </a:ln>
          </p:spPr>
        </p:pic>
        <p:pic>
          <p:nvPicPr>
            <p:cNvPr descr="Baseball" id="2040" name="Google Shape;2040;p78"/>
            <p:cNvPicPr preferRelativeResize="0"/>
            <p:nvPr/>
          </p:nvPicPr>
          <p:blipFill rotWithShape="1">
            <a:blip r:embed="rId3">
              <a:alphaModFix/>
            </a:blip>
            <a:srcRect b="0" l="0" r="0" t="0"/>
            <a:stretch/>
          </p:blipFill>
          <p:spPr>
            <a:xfrm>
              <a:off x="3727" y="2607"/>
              <a:ext cx="220" cy="218"/>
            </a:xfrm>
            <a:prstGeom prst="rect">
              <a:avLst/>
            </a:prstGeom>
            <a:noFill/>
            <a:ln>
              <a:noFill/>
            </a:ln>
          </p:spPr>
        </p:pic>
        <p:pic>
          <p:nvPicPr>
            <p:cNvPr descr="Baseball" id="2041" name="Google Shape;2041;p78"/>
            <p:cNvPicPr preferRelativeResize="0"/>
            <p:nvPr/>
          </p:nvPicPr>
          <p:blipFill rotWithShape="1">
            <a:blip r:embed="rId3">
              <a:alphaModFix/>
            </a:blip>
            <a:srcRect b="0" l="0" r="0" t="0"/>
            <a:stretch/>
          </p:blipFill>
          <p:spPr>
            <a:xfrm>
              <a:off x="3386" y="2336"/>
              <a:ext cx="220" cy="218"/>
            </a:xfrm>
            <a:prstGeom prst="rect">
              <a:avLst/>
            </a:prstGeom>
            <a:noFill/>
            <a:ln>
              <a:noFill/>
            </a:ln>
          </p:spPr>
        </p:pic>
        <p:pic>
          <p:nvPicPr>
            <p:cNvPr descr="Baseball" id="2042" name="Google Shape;2042;p78"/>
            <p:cNvPicPr preferRelativeResize="0"/>
            <p:nvPr/>
          </p:nvPicPr>
          <p:blipFill rotWithShape="1">
            <a:blip r:embed="rId3">
              <a:alphaModFix/>
            </a:blip>
            <a:srcRect b="0" l="0" r="0" t="0"/>
            <a:stretch/>
          </p:blipFill>
          <p:spPr>
            <a:xfrm>
              <a:off x="3051" y="2156"/>
              <a:ext cx="220" cy="218"/>
            </a:xfrm>
            <a:prstGeom prst="rect">
              <a:avLst/>
            </a:prstGeom>
            <a:noFill/>
            <a:ln>
              <a:noFill/>
            </a:ln>
          </p:spPr>
        </p:pic>
        <p:pic>
          <p:nvPicPr>
            <p:cNvPr descr="Baseball" id="2043" name="Google Shape;2043;p78"/>
            <p:cNvPicPr preferRelativeResize="0"/>
            <p:nvPr/>
          </p:nvPicPr>
          <p:blipFill rotWithShape="1">
            <a:blip r:embed="rId3">
              <a:alphaModFix/>
            </a:blip>
            <a:srcRect b="0" l="0" r="0" t="0"/>
            <a:stretch/>
          </p:blipFill>
          <p:spPr>
            <a:xfrm>
              <a:off x="2723" y="2088"/>
              <a:ext cx="220" cy="218"/>
            </a:xfrm>
            <a:prstGeom prst="rect">
              <a:avLst/>
            </a:prstGeom>
            <a:noFill/>
            <a:ln>
              <a:noFill/>
            </a:ln>
          </p:spPr>
        </p:pic>
        <p:pic>
          <p:nvPicPr>
            <p:cNvPr descr="Baseball" id="2044" name="Google Shape;2044;p78"/>
            <p:cNvPicPr preferRelativeResize="0"/>
            <p:nvPr/>
          </p:nvPicPr>
          <p:blipFill rotWithShape="1">
            <a:blip r:embed="rId3">
              <a:alphaModFix/>
            </a:blip>
            <a:srcRect b="0" l="0" r="0" t="0"/>
            <a:stretch/>
          </p:blipFill>
          <p:spPr>
            <a:xfrm>
              <a:off x="2388" y="2153"/>
              <a:ext cx="220" cy="218"/>
            </a:xfrm>
            <a:prstGeom prst="rect">
              <a:avLst/>
            </a:prstGeom>
            <a:noFill/>
            <a:ln>
              <a:noFill/>
            </a:ln>
          </p:spPr>
        </p:pic>
        <p:pic>
          <p:nvPicPr>
            <p:cNvPr descr="Baseball" id="2045" name="Google Shape;2045;p78"/>
            <p:cNvPicPr preferRelativeResize="0"/>
            <p:nvPr/>
          </p:nvPicPr>
          <p:blipFill rotWithShape="1">
            <a:blip r:embed="rId3">
              <a:alphaModFix/>
            </a:blip>
            <a:srcRect b="0" l="0" r="0" t="0"/>
            <a:stretch/>
          </p:blipFill>
          <p:spPr>
            <a:xfrm>
              <a:off x="2046" y="2331"/>
              <a:ext cx="220" cy="218"/>
            </a:xfrm>
            <a:prstGeom prst="rect">
              <a:avLst/>
            </a:prstGeom>
            <a:noFill/>
            <a:ln>
              <a:noFill/>
            </a:ln>
          </p:spPr>
        </p:pic>
        <p:pic>
          <p:nvPicPr>
            <p:cNvPr descr="Baseball" id="2046" name="Google Shape;2046;p78"/>
            <p:cNvPicPr preferRelativeResize="0"/>
            <p:nvPr/>
          </p:nvPicPr>
          <p:blipFill rotWithShape="1">
            <a:blip r:embed="rId3">
              <a:alphaModFix/>
            </a:blip>
            <a:srcRect b="0" l="0" r="0" t="0"/>
            <a:stretch/>
          </p:blipFill>
          <p:spPr>
            <a:xfrm>
              <a:off x="1711" y="2615"/>
              <a:ext cx="220" cy="218"/>
            </a:xfrm>
            <a:prstGeom prst="rect">
              <a:avLst/>
            </a:prstGeom>
            <a:noFill/>
            <a:ln>
              <a:noFill/>
            </a:ln>
          </p:spPr>
        </p:pic>
        <p:pic>
          <p:nvPicPr>
            <p:cNvPr descr="Baseball" id="2047" name="Google Shape;2047;p78"/>
            <p:cNvPicPr preferRelativeResize="0"/>
            <p:nvPr/>
          </p:nvPicPr>
          <p:blipFill rotWithShape="1">
            <a:blip r:embed="rId3">
              <a:alphaModFix/>
            </a:blip>
            <a:srcRect b="0" l="0" r="0" t="0"/>
            <a:stretch/>
          </p:blipFill>
          <p:spPr>
            <a:xfrm>
              <a:off x="1369" y="2955"/>
              <a:ext cx="220" cy="218"/>
            </a:xfrm>
            <a:prstGeom prst="rect">
              <a:avLst/>
            </a:prstGeom>
            <a:noFill/>
            <a:ln>
              <a:noFill/>
            </a:ln>
          </p:spPr>
        </p:pic>
        <p:pic>
          <p:nvPicPr>
            <p:cNvPr descr="Baseball" id="2048" name="Google Shape;2048;p78"/>
            <p:cNvPicPr preferRelativeResize="0"/>
            <p:nvPr/>
          </p:nvPicPr>
          <p:blipFill rotWithShape="1">
            <a:blip r:embed="rId3">
              <a:alphaModFix/>
            </a:blip>
            <a:srcRect b="0" l="0" r="0" t="0"/>
            <a:stretch/>
          </p:blipFill>
          <p:spPr>
            <a:xfrm>
              <a:off x="1034" y="3350"/>
              <a:ext cx="220" cy="218"/>
            </a:xfrm>
            <a:prstGeom prst="rect">
              <a:avLst/>
            </a:prstGeom>
            <a:noFill/>
            <a:ln>
              <a:noFill/>
            </a:ln>
          </p:spPr>
        </p:pic>
        <p:pic>
          <p:nvPicPr>
            <p:cNvPr descr="Baseball" id="2049" name="Google Shape;2049;p78"/>
            <p:cNvPicPr preferRelativeResize="0"/>
            <p:nvPr/>
          </p:nvPicPr>
          <p:blipFill rotWithShape="1">
            <a:blip r:embed="rId3">
              <a:alphaModFix/>
            </a:blip>
            <a:srcRect b="0" l="0" r="0" t="0"/>
            <a:stretch/>
          </p:blipFill>
          <p:spPr>
            <a:xfrm>
              <a:off x="704" y="3765"/>
              <a:ext cx="220" cy="218"/>
            </a:xfrm>
            <a:prstGeom prst="rect">
              <a:avLst/>
            </a:prstGeom>
            <a:noFill/>
            <a:ln>
              <a:noFill/>
            </a:ln>
          </p:spPr>
        </p:pic>
        <p:pic>
          <p:nvPicPr>
            <p:cNvPr descr="Baseball" id="2050" name="Google Shape;2050;p78"/>
            <p:cNvPicPr preferRelativeResize="0"/>
            <p:nvPr/>
          </p:nvPicPr>
          <p:blipFill rotWithShape="1">
            <a:blip r:embed="rId3">
              <a:alphaModFix/>
            </a:blip>
            <a:srcRect b="0" l="0" r="0" t="0"/>
            <a:stretch/>
          </p:blipFill>
          <p:spPr>
            <a:xfrm>
              <a:off x="706" y="3766"/>
              <a:ext cx="220" cy="218"/>
            </a:xfrm>
            <a:prstGeom prst="rect">
              <a:avLst/>
            </a:prstGeom>
            <a:noFill/>
            <a:ln>
              <a:noFill/>
            </a:ln>
          </p:spPr>
        </p:pic>
        <p:sp>
          <p:nvSpPr>
            <p:cNvPr id="2051" name="Google Shape;2051;p78"/>
            <p:cNvSpPr/>
            <p:nvPr/>
          </p:nvSpPr>
          <p:spPr>
            <a:xfrm>
              <a:off x="814" y="2194"/>
              <a:ext cx="336" cy="336"/>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052" name="Google Shape;2052;p78"/>
            <p:cNvSpPr/>
            <p:nvPr/>
          </p:nvSpPr>
          <p:spPr>
            <a:xfrm>
              <a:off x="1150" y="2194"/>
              <a:ext cx="336" cy="336"/>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053" name="Google Shape;2053;p78"/>
            <p:cNvSpPr/>
            <p:nvPr/>
          </p:nvSpPr>
          <p:spPr>
            <a:xfrm>
              <a:off x="1486" y="2194"/>
              <a:ext cx="336" cy="336"/>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054" name="Google Shape;2054;p78"/>
            <p:cNvSpPr/>
            <p:nvPr/>
          </p:nvSpPr>
          <p:spPr>
            <a:xfrm>
              <a:off x="1822" y="2194"/>
              <a:ext cx="336" cy="336"/>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055" name="Google Shape;2055;p78"/>
            <p:cNvSpPr/>
            <p:nvPr/>
          </p:nvSpPr>
          <p:spPr>
            <a:xfrm>
              <a:off x="2158" y="2194"/>
              <a:ext cx="336" cy="336"/>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056" name="Google Shape;2056;p78"/>
            <p:cNvSpPr/>
            <p:nvPr/>
          </p:nvSpPr>
          <p:spPr>
            <a:xfrm>
              <a:off x="2494" y="2194"/>
              <a:ext cx="336" cy="336"/>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057" name="Google Shape;2057;p78"/>
            <p:cNvSpPr/>
            <p:nvPr/>
          </p:nvSpPr>
          <p:spPr>
            <a:xfrm>
              <a:off x="2830" y="2194"/>
              <a:ext cx="336" cy="336"/>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058" name="Google Shape;2058;p78"/>
            <p:cNvSpPr/>
            <p:nvPr/>
          </p:nvSpPr>
          <p:spPr>
            <a:xfrm>
              <a:off x="3166" y="2194"/>
              <a:ext cx="336" cy="336"/>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059" name="Google Shape;2059;p78"/>
            <p:cNvSpPr/>
            <p:nvPr/>
          </p:nvSpPr>
          <p:spPr>
            <a:xfrm>
              <a:off x="3502" y="2194"/>
              <a:ext cx="336" cy="336"/>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060" name="Google Shape;2060;p78"/>
            <p:cNvSpPr/>
            <p:nvPr/>
          </p:nvSpPr>
          <p:spPr>
            <a:xfrm>
              <a:off x="3838" y="2194"/>
              <a:ext cx="336" cy="336"/>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061" name="Google Shape;2061;p78"/>
            <p:cNvSpPr/>
            <p:nvPr/>
          </p:nvSpPr>
          <p:spPr>
            <a:xfrm>
              <a:off x="4174" y="2194"/>
              <a:ext cx="336" cy="336"/>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062" name="Google Shape;2062;p78"/>
            <p:cNvSpPr/>
            <p:nvPr/>
          </p:nvSpPr>
          <p:spPr>
            <a:xfrm>
              <a:off x="4510" y="2194"/>
              <a:ext cx="336" cy="336"/>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063" name="Google Shape;2063;p78"/>
            <p:cNvSpPr/>
            <p:nvPr/>
          </p:nvSpPr>
          <p:spPr>
            <a:xfrm>
              <a:off x="814" y="2530"/>
              <a:ext cx="336" cy="336"/>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064" name="Google Shape;2064;p78"/>
            <p:cNvSpPr/>
            <p:nvPr/>
          </p:nvSpPr>
          <p:spPr>
            <a:xfrm>
              <a:off x="1150" y="2530"/>
              <a:ext cx="336" cy="336"/>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065" name="Google Shape;2065;p78"/>
            <p:cNvSpPr/>
            <p:nvPr/>
          </p:nvSpPr>
          <p:spPr>
            <a:xfrm>
              <a:off x="1486" y="2530"/>
              <a:ext cx="336" cy="336"/>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066" name="Google Shape;2066;p78"/>
            <p:cNvSpPr/>
            <p:nvPr/>
          </p:nvSpPr>
          <p:spPr>
            <a:xfrm>
              <a:off x="1822" y="2530"/>
              <a:ext cx="336" cy="336"/>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067" name="Google Shape;2067;p78"/>
            <p:cNvSpPr/>
            <p:nvPr/>
          </p:nvSpPr>
          <p:spPr>
            <a:xfrm>
              <a:off x="2158" y="2530"/>
              <a:ext cx="336" cy="336"/>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068" name="Google Shape;2068;p78"/>
            <p:cNvSpPr/>
            <p:nvPr/>
          </p:nvSpPr>
          <p:spPr>
            <a:xfrm>
              <a:off x="2494" y="2530"/>
              <a:ext cx="336" cy="336"/>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069" name="Google Shape;2069;p78"/>
            <p:cNvSpPr/>
            <p:nvPr/>
          </p:nvSpPr>
          <p:spPr>
            <a:xfrm>
              <a:off x="2830" y="2530"/>
              <a:ext cx="336" cy="336"/>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070" name="Google Shape;2070;p78"/>
            <p:cNvSpPr/>
            <p:nvPr/>
          </p:nvSpPr>
          <p:spPr>
            <a:xfrm>
              <a:off x="3166" y="2530"/>
              <a:ext cx="336" cy="336"/>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071" name="Google Shape;2071;p78"/>
            <p:cNvSpPr/>
            <p:nvPr/>
          </p:nvSpPr>
          <p:spPr>
            <a:xfrm>
              <a:off x="3502" y="2530"/>
              <a:ext cx="336" cy="336"/>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072" name="Google Shape;2072;p78"/>
            <p:cNvSpPr/>
            <p:nvPr/>
          </p:nvSpPr>
          <p:spPr>
            <a:xfrm>
              <a:off x="3838" y="2530"/>
              <a:ext cx="336" cy="336"/>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073" name="Google Shape;2073;p78"/>
            <p:cNvSpPr/>
            <p:nvPr/>
          </p:nvSpPr>
          <p:spPr>
            <a:xfrm>
              <a:off x="4174" y="2530"/>
              <a:ext cx="336" cy="336"/>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074" name="Google Shape;2074;p78"/>
            <p:cNvSpPr/>
            <p:nvPr/>
          </p:nvSpPr>
          <p:spPr>
            <a:xfrm>
              <a:off x="4510" y="2530"/>
              <a:ext cx="336" cy="336"/>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075" name="Google Shape;2075;p78"/>
            <p:cNvSpPr/>
            <p:nvPr/>
          </p:nvSpPr>
          <p:spPr>
            <a:xfrm>
              <a:off x="814" y="2866"/>
              <a:ext cx="336" cy="336"/>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076" name="Google Shape;2076;p78"/>
            <p:cNvSpPr/>
            <p:nvPr/>
          </p:nvSpPr>
          <p:spPr>
            <a:xfrm>
              <a:off x="1150" y="2866"/>
              <a:ext cx="336" cy="336"/>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077" name="Google Shape;2077;p78"/>
            <p:cNvSpPr/>
            <p:nvPr/>
          </p:nvSpPr>
          <p:spPr>
            <a:xfrm>
              <a:off x="1486" y="2866"/>
              <a:ext cx="336" cy="336"/>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078" name="Google Shape;2078;p78"/>
            <p:cNvSpPr/>
            <p:nvPr/>
          </p:nvSpPr>
          <p:spPr>
            <a:xfrm>
              <a:off x="1822" y="2866"/>
              <a:ext cx="336" cy="336"/>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079" name="Google Shape;2079;p78"/>
            <p:cNvSpPr/>
            <p:nvPr/>
          </p:nvSpPr>
          <p:spPr>
            <a:xfrm>
              <a:off x="2158" y="2866"/>
              <a:ext cx="336" cy="336"/>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080" name="Google Shape;2080;p78"/>
            <p:cNvSpPr/>
            <p:nvPr/>
          </p:nvSpPr>
          <p:spPr>
            <a:xfrm>
              <a:off x="2494" y="2866"/>
              <a:ext cx="336" cy="336"/>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081" name="Google Shape;2081;p78"/>
            <p:cNvSpPr/>
            <p:nvPr/>
          </p:nvSpPr>
          <p:spPr>
            <a:xfrm>
              <a:off x="2830" y="2866"/>
              <a:ext cx="336" cy="336"/>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082" name="Google Shape;2082;p78"/>
            <p:cNvSpPr/>
            <p:nvPr/>
          </p:nvSpPr>
          <p:spPr>
            <a:xfrm>
              <a:off x="3166" y="2866"/>
              <a:ext cx="336" cy="336"/>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083" name="Google Shape;2083;p78"/>
            <p:cNvSpPr/>
            <p:nvPr/>
          </p:nvSpPr>
          <p:spPr>
            <a:xfrm>
              <a:off x="3502" y="2866"/>
              <a:ext cx="336" cy="336"/>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084" name="Google Shape;2084;p78"/>
            <p:cNvSpPr/>
            <p:nvPr/>
          </p:nvSpPr>
          <p:spPr>
            <a:xfrm>
              <a:off x="3838" y="2866"/>
              <a:ext cx="336" cy="336"/>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085" name="Google Shape;2085;p78"/>
            <p:cNvSpPr/>
            <p:nvPr/>
          </p:nvSpPr>
          <p:spPr>
            <a:xfrm>
              <a:off x="4174" y="2866"/>
              <a:ext cx="336" cy="336"/>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086" name="Google Shape;2086;p78"/>
            <p:cNvSpPr/>
            <p:nvPr/>
          </p:nvSpPr>
          <p:spPr>
            <a:xfrm>
              <a:off x="4510" y="2866"/>
              <a:ext cx="336" cy="336"/>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087" name="Google Shape;2087;p78"/>
            <p:cNvSpPr/>
            <p:nvPr/>
          </p:nvSpPr>
          <p:spPr>
            <a:xfrm>
              <a:off x="814" y="3202"/>
              <a:ext cx="336" cy="336"/>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088" name="Google Shape;2088;p78"/>
            <p:cNvSpPr/>
            <p:nvPr/>
          </p:nvSpPr>
          <p:spPr>
            <a:xfrm>
              <a:off x="1150" y="3202"/>
              <a:ext cx="336" cy="336"/>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089" name="Google Shape;2089;p78"/>
            <p:cNvSpPr/>
            <p:nvPr/>
          </p:nvSpPr>
          <p:spPr>
            <a:xfrm>
              <a:off x="1486" y="3202"/>
              <a:ext cx="336" cy="336"/>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090" name="Google Shape;2090;p78"/>
            <p:cNvSpPr/>
            <p:nvPr/>
          </p:nvSpPr>
          <p:spPr>
            <a:xfrm>
              <a:off x="1822" y="3202"/>
              <a:ext cx="336" cy="336"/>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091" name="Google Shape;2091;p78"/>
            <p:cNvSpPr/>
            <p:nvPr/>
          </p:nvSpPr>
          <p:spPr>
            <a:xfrm>
              <a:off x="2158" y="3202"/>
              <a:ext cx="336" cy="336"/>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092" name="Google Shape;2092;p78"/>
            <p:cNvSpPr/>
            <p:nvPr/>
          </p:nvSpPr>
          <p:spPr>
            <a:xfrm>
              <a:off x="2494" y="3202"/>
              <a:ext cx="336" cy="336"/>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093" name="Google Shape;2093;p78"/>
            <p:cNvSpPr/>
            <p:nvPr/>
          </p:nvSpPr>
          <p:spPr>
            <a:xfrm>
              <a:off x="2830" y="3202"/>
              <a:ext cx="336" cy="336"/>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094" name="Google Shape;2094;p78"/>
            <p:cNvSpPr/>
            <p:nvPr/>
          </p:nvSpPr>
          <p:spPr>
            <a:xfrm>
              <a:off x="3166" y="3202"/>
              <a:ext cx="336" cy="336"/>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095" name="Google Shape;2095;p78"/>
            <p:cNvSpPr/>
            <p:nvPr/>
          </p:nvSpPr>
          <p:spPr>
            <a:xfrm>
              <a:off x="3502" y="3202"/>
              <a:ext cx="336" cy="336"/>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096" name="Google Shape;2096;p78"/>
            <p:cNvSpPr/>
            <p:nvPr/>
          </p:nvSpPr>
          <p:spPr>
            <a:xfrm>
              <a:off x="3838" y="3202"/>
              <a:ext cx="336" cy="336"/>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097" name="Google Shape;2097;p78"/>
            <p:cNvSpPr/>
            <p:nvPr/>
          </p:nvSpPr>
          <p:spPr>
            <a:xfrm>
              <a:off x="4174" y="3202"/>
              <a:ext cx="336" cy="336"/>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098" name="Google Shape;2098;p78"/>
            <p:cNvSpPr/>
            <p:nvPr/>
          </p:nvSpPr>
          <p:spPr>
            <a:xfrm>
              <a:off x="4510" y="3202"/>
              <a:ext cx="336" cy="336"/>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099" name="Google Shape;2099;p78"/>
            <p:cNvSpPr/>
            <p:nvPr/>
          </p:nvSpPr>
          <p:spPr>
            <a:xfrm>
              <a:off x="814" y="3538"/>
              <a:ext cx="336" cy="336"/>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100" name="Google Shape;2100;p78"/>
            <p:cNvSpPr/>
            <p:nvPr/>
          </p:nvSpPr>
          <p:spPr>
            <a:xfrm>
              <a:off x="1150" y="3538"/>
              <a:ext cx="336" cy="336"/>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101" name="Google Shape;2101;p78"/>
            <p:cNvSpPr/>
            <p:nvPr/>
          </p:nvSpPr>
          <p:spPr>
            <a:xfrm>
              <a:off x="1486" y="3538"/>
              <a:ext cx="336" cy="336"/>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102" name="Google Shape;2102;p78"/>
            <p:cNvSpPr/>
            <p:nvPr/>
          </p:nvSpPr>
          <p:spPr>
            <a:xfrm>
              <a:off x="1822" y="3538"/>
              <a:ext cx="336" cy="336"/>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103" name="Google Shape;2103;p78"/>
            <p:cNvSpPr/>
            <p:nvPr/>
          </p:nvSpPr>
          <p:spPr>
            <a:xfrm>
              <a:off x="2158" y="3538"/>
              <a:ext cx="336" cy="336"/>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104" name="Google Shape;2104;p78"/>
            <p:cNvSpPr/>
            <p:nvPr/>
          </p:nvSpPr>
          <p:spPr>
            <a:xfrm>
              <a:off x="2494" y="3538"/>
              <a:ext cx="336" cy="336"/>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105" name="Google Shape;2105;p78"/>
            <p:cNvSpPr/>
            <p:nvPr/>
          </p:nvSpPr>
          <p:spPr>
            <a:xfrm>
              <a:off x="2830" y="3538"/>
              <a:ext cx="336" cy="336"/>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106" name="Google Shape;2106;p78"/>
            <p:cNvSpPr/>
            <p:nvPr/>
          </p:nvSpPr>
          <p:spPr>
            <a:xfrm>
              <a:off x="3166" y="3538"/>
              <a:ext cx="336" cy="336"/>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107" name="Google Shape;2107;p78"/>
            <p:cNvSpPr/>
            <p:nvPr/>
          </p:nvSpPr>
          <p:spPr>
            <a:xfrm>
              <a:off x="3502" y="3538"/>
              <a:ext cx="336" cy="336"/>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108" name="Google Shape;2108;p78"/>
            <p:cNvSpPr/>
            <p:nvPr/>
          </p:nvSpPr>
          <p:spPr>
            <a:xfrm>
              <a:off x="3838" y="3538"/>
              <a:ext cx="336" cy="336"/>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109" name="Google Shape;2109;p78"/>
            <p:cNvSpPr/>
            <p:nvPr/>
          </p:nvSpPr>
          <p:spPr>
            <a:xfrm>
              <a:off x="4174" y="3538"/>
              <a:ext cx="336" cy="336"/>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110" name="Google Shape;2110;p78"/>
            <p:cNvSpPr/>
            <p:nvPr/>
          </p:nvSpPr>
          <p:spPr>
            <a:xfrm>
              <a:off x="4510" y="3538"/>
              <a:ext cx="336" cy="336"/>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grpSp>
      <p:sp>
        <p:nvSpPr>
          <p:cNvPr id="2111" name="Google Shape;2111;p78"/>
          <p:cNvSpPr/>
          <p:nvPr/>
        </p:nvSpPr>
        <p:spPr>
          <a:xfrm>
            <a:off x="1279525" y="3473450"/>
            <a:ext cx="6410325" cy="2671763"/>
          </a:xfrm>
          <a:custGeom>
            <a:rect b="b" l="l" r="r" t="t"/>
            <a:pathLst>
              <a:path extrusionOk="0" h="1683" w="4038">
                <a:moveTo>
                  <a:pt x="0" y="1683"/>
                </a:moveTo>
                <a:cubicBezTo>
                  <a:pt x="114" y="1543"/>
                  <a:pt x="228" y="1403"/>
                  <a:pt x="340" y="1268"/>
                </a:cubicBezTo>
                <a:cubicBezTo>
                  <a:pt x="452" y="1133"/>
                  <a:pt x="563" y="994"/>
                  <a:pt x="674" y="871"/>
                </a:cubicBezTo>
                <a:cubicBezTo>
                  <a:pt x="785" y="748"/>
                  <a:pt x="896" y="635"/>
                  <a:pt x="1008" y="531"/>
                </a:cubicBezTo>
                <a:cubicBezTo>
                  <a:pt x="1120" y="427"/>
                  <a:pt x="1234" y="325"/>
                  <a:pt x="1348" y="248"/>
                </a:cubicBezTo>
                <a:cubicBezTo>
                  <a:pt x="1462" y="171"/>
                  <a:pt x="1582" y="111"/>
                  <a:pt x="1694" y="70"/>
                </a:cubicBezTo>
                <a:cubicBezTo>
                  <a:pt x="1806" y="29"/>
                  <a:pt x="1912" y="0"/>
                  <a:pt x="2022" y="1"/>
                </a:cubicBezTo>
                <a:cubicBezTo>
                  <a:pt x="2132" y="2"/>
                  <a:pt x="2245" y="35"/>
                  <a:pt x="2356" y="76"/>
                </a:cubicBezTo>
                <a:cubicBezTo>
                  <a:pt x="2467" y="117"/>
                  <a:pt x="2578" y="171"/>
                  <a:pt x="2690" y="248"/>
                </a:cubicBezTo>
                <a:cubicBezTo>
                  <a:pt x="2802" y="325"/>
                  <a:pt x="2918" y="430"/>
                  <a:pt x="3030" y="536"/>
                </a:cubicBezTo>
                <a:cubicBezTo>
                  <a:pt x="3142" y="642"/>
                  <a:pt x="3253" y="761"/>
                  <a:pt x="3364" y="882"/>
                </a:cubicBezTo>
                <a:cubicBezTo>
                  <a:pt x="3475" y="1003"/>
                  <a:pt x="3586" y="1130"/>
                  <a:pt x="3698" y="1262"/>
                </a:cubicBezTo>
                <a:cubicBezTo>
                  <a:pt x="3810" y="1394"/>
                  <a:pt x="3924" y="1535"/>
                  <a:pt x="4038" y="1677"/>
                </a:cubicBezTo>
              </a:path>
            </a:pathLst>
          </a:custGeom>
          <a:noFill/>
          <a:ln cap="flat" cmpd="sng" w="2857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112" name="Google Shape;2112;p78"/>
          <p:cNvSpPr/>
          <p:nvPr/>
        </p:nvSpPr>
        <p:spPr>
          <a:xfrm>
            <a:off x="1281113" y="4098925"/>
            <a:ext cx="4570412" cy="2038350"/>
          </a:xfrm>
          <a:custGeom>
            <a:rect b="b" l="l" r="r" t="t"/>
            <a:pathLst>
              <a:path extrusionOk="0" h="1284" w="2879">
                <a:moveTo>
                  <a:pt x="0" y="1284"/>
                </a:moveTo>
                <a:cubicBezTo>
                  <a:pt x="93" y="1177"/>
                  <a:pt x="186" y="1070"/>
                  <a:pt x="278" y="967"/>
                </a:cubicBezTo>
                <a:cubicBezTo>
                  <a:pt x="369" y="864"/>
                  <a:pt x="460" y="758"/>
                  <a:pt x="551" y="664"/>
                </a:cubicBezTo>
                <a:cubicBezTo>
                  <a:pt x="642" y="570"/>
                  <a:pt x="732" y="484"/>
                  <a:pt x="824" y="404"/>
                </a:cubicBezTo>
                <a:cubicBezTo>
                  <a:pt x="915" y="325"/>
                  <a:pt x="1008" y="247"/>
                  <a:pt x="1102" y="188"/>
                </a:cubicBezTo>
                <a:cubicBezTo>
                  <a:pt x="1195" y="130"/>
                  <a:pt x="1293" y="84"/>
                  <a:pt x="1384" y="52"/>
                </a:cubicBezTo>
                <a:cubicBezTo>
                  <a:pt x="1476" y="21"/>
                  <a:pt x="1572" y="0"/>
                  <a:pt x="1652" y="0"/>
                </a:cubicBezTo>
                <a:cubicBezTo>
                  <a:pt x="1732" y="0"/>
                  <a:pt x="1791" y="19"/>
                  <a:pt x="1866" y="50"/>
                </a:cubicBezTo>
                <a:cubicBezTo>
                  <a:pt x="1941" y="81"/>
                  <a:pt x="2021" y="129"/>
                  <a:pt x="2102" y="189"/>
                </a:cubicBezTo>
                <a:cubicBezTo>
                  <a:pt x="2183" y="249"/>
                  <a:pt x="2273" y="324"/>
                  <a:pt x="2349" y="407"/>
                </a:cubicBezTo>
                <a:cubicBezTo>
                  <a:pt x="2425" y="490"/>
                  <a:pt x="2496" y="598"/>
                  <a:pt x="2557" y="690"/>
                </a:cubicBezTo>
                <a:cubicBezTo>
                  <a:pt x="2618" y="782"/>
                  <a:pt x="2664" y="862"/>
                  <a:pt x="2718" y="960"/>
                </a:cubicBezTo>
                <a:cubicBezTo>
                  <a:pt x="2772" y="1058"/>
                  <a:pt x="2846" y="1211"/>
                  <a:pt x="2879" y="1277"/>
                </a:cubicBezTo>
              </a:path>
            </a:pathLst>
          </a:custGeom>
          <a:noFill/>
          <a:ln cap="flat" cmpd="sng" w="28575">
            <a:solidFill>
              <a:srgbClr val="FF0000"/>
            </a:solidFill>
            <a:prstDash val="dash"/>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113" name="Google Shape;2113;p78"/>
          <p:cNvSpPr txBox="1"/>
          <p:nvPr/>
        </p:nvSpPr>
        <p:spPr>
          <a:xfrm>
            <a:off x="3146425" y="6400800"/>
            <a:ext cx="2863850" cy="4572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2400">
                <a:solidFill>
                  <a:schemeClr val="hlink"/>
                </a:solidFill>
                <a:latin typeface="Arial"/>
                <a:ea typeface="Arial"/>
                <a:cs typeface="Arial"/>
                <a:sym typeface="Arial"/>
              </a:rPr>
              <a:t>SKETCH POINTS</a:t>
            </a:r>
            <a:endParaRPr/>
          </a:p>
        </p:txBody>
      </p:sp>
      <p:sp>
        <p:nvSpPr>
          <p:cNvPr id="2114" name="Google Shape;2114;p78"/>
          <p:cNvSpPr txBox="1"/>
          <p:nvPr/>
        </p:nvSpPr>
        <p:spPr>
          <a:xfrm>
            <a:off x="5459413" y="3041650"/>
            <a:ext cx="2863850" cy="822325"/>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2400">
                <a:solidFill>
                  <a:schemeClr val="hlink"/>
                </a:solidFill>
                <a:latin typeface="Arial"/>
                <a:ea typeface="Arial"/>
                <a:cs typeface="Arial"/>
                <a:sym typeface="Arial"/>
              </a:rPr>
              <a:t>∙Peak to left of original one.</a:t>
            </a:r>
            <a:endParaRPr/>
          </a:p>
        </p:txBody>
      </p:sp>
      <p:grpSp>
        <p:nvGrpSpPr>
          <p:cNvPr id="2115" name="Google Shape;2115;p78"/>
          <p:cNvGrpSpPr/>
          <p:nvPr/>
        </p:nvGrpSpPr>
        <p:grpSpPr>
          <a:xfrm>
            <a:off x="3889375" y="2995613"/>
            <a:ext cx="598488" cy="1096962"/>
            <a:chOff x="2450" y="1887"/>
            <a:chExt cx="377" cy="691"/>
          </a:xfrm>
        </p:grpSpPr>
        <p:cxnSp>
          <p:nvCxnSpPr>
            <p:cNvPr id="2116" name="Google Shape;2116;p78"/>
            <p:cNvCxnSpPr/>
            <p:nvPr/>
          </p:nvCxnSpPr>
          <p:spPr>
            <a:xfrm>
              <a:off x="2827" y="1887"/>
              <a:ext cx="0" cy="296"/>
            </a:xfrm>
            <a:prstGeom prst="straightConnector1">
              <a:avLst/>
            </a:prstGeom>
            <a:noFill/>
            <a:ln cap="flat" cmpd="sng" w="28575">
              <a:solidFill>
                <a:schemeClr val="hlink"/>
              </a:solidFill>
              <a:prstDash val="solid"/>
              <a:round/>
              <a:headEnd len="med" w="med" type="none"/>
              <a:tailEnd len="med" w="med" type="stealth"/>
            </a:ln>
          </p:spPr>
        </p:cxnSp>
        <p:cxnSp>
          <p:nvCxnSpPr>
            <p:cNvPr id="2117" name="Google Shape;2117;p78"/>
            <p:cNvCxnSpPr/>
            <p:nvPr/>
          </p:nvCxnSpPr>
          <p:spPr>
            <a:xfrm>
              <a:off x="2450" y="2282"/>
              <a:ext cx="0" cy="296"/>
            </a:xfrm>
            <a:prstGeom prst="straightConnector1">
              <a:avLst/>
            </a:prstGeom>
            <a:noFill/>
            <a:ln cap="flat" cmpd="sng" w="28575">
              <a:solidFill>
                <a:schemeClr val="hlink"/>
              </a:solidFill>
              <a:prstDash val="solid"/>
              <a:round/>
              <a:headEnd len="med" w="med" type="none"/>
              <a:tailEnd len="med" w="med" type="stealth"/>
            </a:ln>
          </p:spPr>
        </p:cxnSp>
      </p:grpSp>
      <p:sp>
        <p:nvSpPr>
          <p:cNvPr id="2118" name="Google Shape;2118;p78"/>
          <p:cNvSpPr txBox="1"/>
          <p:nvPr/>
        </p:nvSpPr>
        <p:spPr>
          <a:xfrm>
            <a:off x="2474913" y="4895850"/>
            <a:ext cx="2863850" cy="11874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hlink"/>
                </a:solidFill>
                <a:latin typeface="Arial"/>
                <a:ea typeface="Arial"/>
                <a:cs typeface="Arial"/>
                <a:sym typeface="Arial"/>
              </a:rPr>
              <a:t>∙</a:t>
            </a:r>
            <a:r>
              <a:rPr lang="en-US" sz="2400">
                <a:solidFill>
                  <a:schemeClr val="accent2"/>
                </a:solidFill>
                <a:latin typeface="Arial"/>
                <a:ea typeface="Arial"/>
                <a:cs typeface="Arial"/>
                <a:sym typeface="Arial"/>
              </a:rPr>
              <a:t>Pre-peak</a:t>
            </a:r>
            <a:r>
              <a:rPr lang="en-US" sz="2400">
                <a:solidFill>
                  <a:schemeClr val="hlink"/>
                </a:solidFill>
                <a:latin typeface="Arial"/>
                <a:ea typeface="Arial"/>
                <a:cs typeface="Arial"/>
                <a:sym typeface="Arial"/>
              </a:rPr>
              <a:t> distance more than </a:t>
            </a:r>
            <a:r>
              <a:rPr lang="en-US" sz="2400">
                <a:solidFill>
                  <a:srgbClr val="FF0000"/>
                </a:solidFill>
                <a:latin typeface="Arial"/>
                <a:ea typeface="Arial"/>
                <a:cs typeface="Arial"/>
                <a:sym typeface="Arial"/>
              </a:rPr>
              <a:t>post-peak</a:t>
            </a:r>
            <a:r>
              <a:rPr lang="en-US" sz="2400">
                <a:solidFill>
                  <a:schemeClr val="hlink"/>
                </a:solidFill>
                <a:latin typeface="Arial"/>
                <a:ea typeface="Arial"/>
                <a:cs typeface="Arial"/>
                <a:sym typeface="Arial"/>
              </a:rPr>
              <a:t>.</a:t>
            </a:r>
            <a:endParaRPr/>
          </a:p>
        </p:txBody>
      </p:sp>
      <p:cxnSp>
        <p:nvCxnSpPr>
          <p:cNvPr id="2119" name="Google Shape;2119;p78"/>
          <p:cNvCxnSpPr/>
          <p:nvPr/>
        </p:nvCxnSpPr>
        <p:spPr>
          <a:xfrm>
            <a:off x="3886200" y="4114800"/>
            <a:ext cx="0" cy="830263"/>
          </a:xfrm>
          <a:prstGeom prst="straightConnector1">
            <a:avLst/>
          </a:prstGeom>
          <a:noFill/>
          <a:ln cap="flat" cmpd="sng" w="28575">
            <a:solidFill>
              <a:schemeClr val="hlink"/>
            </a:solidFill>
            <a:prstDash val="dot"/>
            <a:round/>
            <a:headEnd len="med" w="med" type="none"/>
            <a:tailEnd len="med" w="med" type="none"/>
          </a:ln>
        </p:spPr>
      </p:cxnSp>
      <p:cxnSp>
        <p:nvCxnSpPr>
          <p:cNvPr id="2120" name="Google Shape;2120;p78"/>
          <p:cNvCxnSpPr/>
          <p:nvPr/>
        </p:nvCxnSpPr>
        <p:spPr>
          <a:xfrm>
            <a:off x="3890963" y="5789613"/>
            <a:ext cx="0" cy="349250"/>
          </a:xfrm>
          <a:prstGeom prst="straightConnector1">
            <a:avLst/>
          </a:prstGeom>
          <a:noFill/>
          <a:ln cap="flat" cmpd="sng" w="28575">
            <a:solidFill>
              <a:schemeClr val="hlink"/>
            </a:solidFill>
            <a:prstDash val="dot"/>
            <a:round/>
            <a:headEnd len="med" w="med" type="none"/>
            <a:tailEnd len="med" w="med" type="none"/>
          </a:ln>
        </p:spPr>
      </p:cxnSp>
      <p:cxnSp>
        <p:nvCxnSpPr>
          <p:cNvPr id="2121" name="Google Shape;2121;p78"/>
          <p:cNvCxnSpPr/>
          <p:nvPr/>
        </p:nvCxnSpPr>
        <p:spPr>
          <a:xfrm>
            <a:off x="1274763" y="6159500"/>
            <a:ext cx="2624137" cy="0"/>
          </a:xfrm>
          <a:prstGeom prst="straightConnector1">
            <a:avLst/>
          </a:prstGeom>
          <a:noFill/>
          <a:ln cap="flat" cmpd="sng" w="38100">
            <a:solidFill>
              <a:schemeClr val="accent2"/>
            </a:solidFill>
            <a:prstDash val="solid"/>
            <a:round/>
            <a:headEnd len="med" w="med" type="none"/>
            <a:tailEnd len="med" w="med" type="none"/>
          </a:ln>
        </p:spPr>
      </p:cxnSp>
      <p:cxnSp>
        <p:nvCxnSpPr>
          <p:cNvPr id="2122" name="Google Shape;2122;p78"/>
          <p:cNvCxnSpPr/>
          <p:nvPr/>
        </p:nvCxnSpPr>
        <p:spPr>
          <a:xfrm>
            <a:off x="3898900" y="6162675"/>
            <a:ext cx="1949450" cy="0"/>
          </a:xfrm>
          <a:prstGeom prst="straightConnector1">
            <a:avLst/>
          </a:prstGeom>
          <a:noFill/>
          <a:ln cap="flat" cmpd="sng" w="38100">
            <a:solidFill>
              <a:srgbClr val="FF0000"/>
            </a:solidFill>
            <a:prstDash val="solid"/>
            <a:round/>
            <a:headEnd len="med" w="med" type="none"/>
            <a:tailEnd len="med" w="med"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34">
                                            <p:txEl>
                                              <p:pRg end="0" st="0"/>
                                            </p:txEl>
                                          </p:spTgt>
                                        </p:tgtEl>
                                        <p:attrNameLst>
                                          <p:attrName>style.visibility</p:attrName>
                                        </p:attrNameLst>
                                      </p:cBhvr>
                                      <p:to>
                                        <p:strVal val="visible"/>
                                      </p:to>
                                    </p:set>
                                    <p:anim calcmode="lin" valueType="num">
                                      <p:cBhvr additive="base">
                                        <p:cTn dur="500"/>
                                        <p:tgtEl>
                                          <p:spTgt spid="2034">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34">
                                            <p:txEl>
                                              <p:pRg end="1" st="1"/>
                                            </p:txEl>
                                          </p:spTgt>
                                        </p:tgtEl>
                                        <p:attrNameLst>
                                          <p:attrName>style.visibility</p:attrName>
                                        </p:attrNameLst>
                                      </p:cBhvr>
                                      <p:to>
                                        <p:strVal val="visible"/>
                                      </p:to>
                                    </p:set>
                                    <p:anim calcmode="lin" valueType="num">
                                      <p:cBhvr additive="base">
                                        <p:cTn dur="500"/>
                                        <p:tgtEl>
                                          <p:spTgt spid="2034">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11"/>
                                        </p:tgtEl>
                                        <p:attrNameLst>
                                          <p:attrName>style.visibility</p:attrName>
                                        </p:attrNameLst>
                                      </p:cBhvr>
                                      <p:to>
                                        <p:strVal val="visible"/>
                                      </p:to>
                                    </p:set>
                                    <p:animEffect filter="fade" transition="in">
                                      <p:cBhvr>
                                        <p:cTn dur="2000"/>
                                        <p:tgtEl>
                                          <p:spTgt spid="211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12"/>
                                        </p:tgtEl>
                                        <p:attrNameLst>
                                          <p:attrName>style.visibility</p:attrName>
                                        </p:attrNameLst>
                                      </p:cBhvr>
                                      <p:to>
                                        <p:strVal val="visible"/>
                                      </p:to>
                                    </p:set>
                                    <p:animEffect filter="fade" transition="in">
                                      <p:cBhvr>
                                        <p:cTn dur="2000"/>
                                        <p:tgtEl>
                                          <p:spTgt spid="211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2113"/>
                                        </p:tgtEl>
                                        <p:attrNameLst>
                                          <p:attrName>style.visibility</p:attrName>
                                        </p:attrNameLst>
                                      </p:cBhvr>
                                      <p:to>
                                        <p:strVal val="visible"/>
                                      </p:to>
                                    </p:set>
                                    <p:anim calcmode="lin" valueType="num">
                                      <p:cBhvr additive="base">
                                        <p:cTn dur="500"/>
                                        <p:tgtEl>
                                          <p:spTgt spid="2113"/>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2114"/>
                                        </p:tgtEl>
                                        <p:attrNameLst>
                                          <p:attrName>style.visibility</p:attrName>
                                        </p:attrNameLst>
                                      </p:cBhvr>
                                      <p:to>
                                        <p:strVal val="visible"/>
                                      </p:to>
                                    </p:set>
                                    <p:anim calcmode="lin" valueType="num">
                                      <p:cBhvr additive="base">
                                        <p:cTn dur="500"/>
                                        <p:tgtEl>
                                          <p:spTgt spid="2114"/>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15"/>
                                        </p:tgtEl>
                                        <p:attrNameLst>
                                          <p:attrName>style.visibility</p:attrName>
                                        </p:attrNameLst>
                                      </p:cBhvr>
                                      <p:to>
                                        <p:strVal val="visible"/>
                                      </p:to>
                                    </p:set>
                                    <p:animEffect filter="fade" transition="in">
                                      <p:cBhvr>
                                        <p:cTn dur="1822"/>
                                        <p:tgtEl>
                                          <p:spTgt spid="211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2118"/>
                                        </p:tgtEl>
                                        <p:attrNameLst>
                                          <p:attrName>style.visibility</p:attrName>
                                        </p:attrNameLst>
                                      </p:cBhvr>
                                      <p:to>
                                        <p:strVal val="visible"/>
                                      </p:to>
                                    </p:set>
                                    <p:anim calcmode="lin" valueType="num">
                                      <p:cBhvr additive="base">
                                        <p:cTn dur="500"/>
                                        <p:tgtEl>
                                          <p:spTgt spid="2118"/>
                                        </p:tgtEl>
                                        <p:attrNameLst>
                                          <p:attrName>ppt_x</p:attrName>
                                        </p:attrNameLst>
                                      </p:cBhvr>
                                      <p:tavLst>
                                        <p:tav fmla="" tm="0">
                                          <p:val>
                                            <p:strVal val="#ppt_x+1"/>
                                          </p:val>
                                        </p:tav>
                                        <p:tav fmla="" tm="100000">
                                          <p:val>
                                            <p:strVal val="#ppt_x"/>
                                          </p:val>
                                        </p:tav>
                                      </p:tavLst>
                                    </p:anim>
                                  </p:childTnLst>
                                </p:cTn>
                              </p:par>
                              <p:par>
                                <p:cTn fill="hold" nodeType="withEffect" presetClass="entr" presetID="10" presetSubtype="0">
                                  <p:stCondLst>
                                    <p:cond delay="0"/>
                                  </p:stCondLst>
                                  <p:childTnLst>
                                    <p:set>
                                      <p:cBhvr>
                                        <p:cTn dur="1" fill="hold">
                                          <p:stCondLst>
                                            <p:cond delay="0"/>
                                          </p:stCondLst>
                                        </p:cTn>
                                        <p:tgtEl>
                                          <p:spTgt spid="2119"/>
                                        </p:tgtEl>
                                        <p:attrNameLst>
                                          <p:attrName>style.visibility</p:attrName>
                                        </p:attrNameLst>
                                      </p:cBhvr>
                                      <p:to>
                                        <p:strVal val="visible"/>
                                      </p:to>
                                    </p:set>
                                    <p:animEffect filter="fade" transition="in">
                                      <p:cBhvr>
                                        <p:cTn dur="500"/>
                                        <p:tgtEl>
                                          <p:spTgt spid="2119"/>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120"/>
                                        </p:tgtEl>
                                        <p:attrNameLst>
                                          <p:attrName>style.visibility</p:attrName>
                                        </p:attrNameLst>
                                      </p:cBhvr>
                                      <p:to>
                                        <p:strVal val="visible"/>
                                      </p:to>
                                    </p:set>
                                    <p:animEffect filter="fade" transition="in">
                                      <p:cBhvr>
                                        <p:cTn dur="500"/>
                                        <p:tgtEl>
                                          <p:spTgt spid="212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21"/>
                                        </p:tgtEl>
                                        <p:attrNameLst>
                                          <p:attrName>style.visibility</p:attrName>
                                        </p:attrNameLst>
                                      </p:cBhvr>
                                      <p:to>
                                        <p:strVal val="visible"/>
                                      </p:to>
                                    </p:set>
                                    <p:animEffect filter="fade" transition="in">
                                      <p:cBhvr>
                                        <p:cTn dur="500"/>
                                        <p:tgtEl>
                                          <p:spTgt spid="2121"/>
                                        </p:tgtEl>
                                      </p:cBhvr>
                                    </p:animEffect>
                                  </p:childTnLst>
                                </p:cTn>
                              </p:par>
                              <p:par>
                                <p:cTn fill="hold" nodeType="withEffect" presetClass="entr" presetID="10" presetSubtype="0">
                                  <p:stCondLst>
                                    <p:cond delay="0"/>
                                  </p:stCondLst>
                                  <p:childTnLst>
                                    <p:set>
                                      <p:cBhvr>
                                        <p:cTn dur="1" fill="hold">
                                          <p:stCondLst>
                                            <p:cond delay="0"/>
                                          </p:stCondLst>
                                        </p:cTn>
                                        <p:tgtEl>
                                          <p:spTgt spid="2122"/>
                                        </p:tgtEl>
                                        <p:attrNameLst>
                                          <p:attrName>style.visibility</p:attrName>
                                        </p:attrNameLst>
                                      </p:cBhvr>
                                      <p:to>
                                        <p:strVal val="visible"/>
                                      </p:to>
                                    </p:set>
                                    <p:animEffect filter="fade" transition="in">
                                      <p:cBhvr>
                                        <p:cTn dur="500"/>
                                        <p:tgtEl>
                                          <p:spTgt spid="212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6" name="Shape 2126"/>
        <p:cNvGrpSpPr/>
        <p:nvPr/>
      </p:nvGrpSpPr>
      <p:grpSpPr>
        <a:xfrm>
          <a:off x="0" y="0"/>
          <a:ext cx="0" cy="0"/>
          <a:chOff x="0" y="0"/>
          <a:chExt cx="0" cy="0"/>
        </a:xfrm>
      </p:grpSpPr>
      <p:sp>
        <p:nvSpPr>
          <p:cNvPr id="2127" name="Google Shape;2127;p79"/>
          <p:cNvSpPr/>
          <p:nvPr/>
        </p:nvSpPr>
        <p:spPr>
          <a:xfrm>
            <a:off x="685800" y="1401763"/>
            <a:ext cx="7772400" cy="5456237"/>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i="1" lang="en-US" sz="2400">
                <a:solidFill>
                  <a:schemeClr val="accent2"/>
                </a:solidFill>
                <a:latin typeface="Arial"/>
                <a:ea typeface="Arial"/>
                <a:cs typeface="Arial"/>
                <a:sym typeface="Arial"/>
              </a:rPr>
              <a:t>Analysing projectile motion</a:t>
            </a:r>
            <a:r>
              <a:rPr lang="en-US" sz="2400">
                <a:solidFill>
                  <a:schemeClr val="accent2"/>
                </a:solidFill>
                <a:latin typeface="Arial"/>
                <a:ea typeface="Arial"/>
                <a:cs typeface="Arial"/>
                <a:sym typeface="Arial"/>
              </a:rPr>
              <a:t> </a:t>
            </a:r>
            <a:r>
              <a:rPr lang="en-US" sz="2000">
                <a:solidFill>
                  <a:srgbClr val="000000"/>
                </a:solidFill>
                <a:latin typeface="Courier New"/>
                <a:ea typeface="Courier New"/>
                <a:cs typeface="Courier New"/>
                <a:sym typeface="Courier New"/>
              </a:rPr>
              <a:t>	</a:t>
            </a:r>
            <a:endParaRPr/>
          </a:p>
          <a:p>
            <a:pPr indent="0" lvl="0" marL="0" marR="0" rtl="0" algn="l">
              <a:spcBef>
                <a:spcPts val="0"/>
              </a:spcBef>
              <a:spcAft>
                <a:spcPts val="0"/>
              </a:spcAft>
              <a:buNone/>
            </a:pPr>
            <a:r>
              <a:rPr lang="en-US" sz="2400">
                <a:solidFill>
                  <a:srgbClr val="000000"/>
                </a:solidFill>
                <a:latin typeface="Arial"/>
                <a:ea typeface="Arial"/>
                <a:cs typeface="Arial"/>
                <a:sym typeface="Arial"/>
              </a:rPr>
              <a:t>∙Recall the kinematic equations:	</a:t>
            </a:r>
            <a:endParaRPr/>
          </a:p>
          <a:p>
            <a:pPr indent="0" lvl="0" marL="0" marR="0" rtl="0" algn="l">
              <a:spcBef>
                <a:spcPts val="0"/>
              </a:spcBef>
              <a:spcAft>
                <a:spcPts val="0"/>
              </a:spcAft>
              <a:buNone/>
            </a:pPr>
            <a:r>
              <a:t/>
            </a:r>
            <a:endParaRPr sz="2400">
              <a:solidFill>
                <a:srgbClr val="000000"/>
              </a:solidFill>
              <a:latin typeface="Arial"/>
              <a:ea typeface="Arial"/>
              <a:cs typeface="Arial"/>
              <a:sym typeface="Arial"/>
            </a:endParaRPr>
          </a:p>
          <a:p>
            <a:pPr indent="0" lvl="0" marL="0" marR="0" rtl="0" algn="l">
              <a:spcBef>
                <a:spcPts val="0"/>
              </a:spcBef>
              <a:spcAft>
                <a:spcPts val="0"/>
              </a:spcAft>
              <a:buNone/>
            </a:pPr>
            <a:r>
              <a:t/>
            </a:r>
            <a:endParaRPr sz="2400">
              <a:solidFill>
                <a:srgbClr val="000000"/>
              </a:solidFill>
              <a:latin typeface="Arial"/>
              <a:ea typeface="Arial"/>
              <a:cs typeface="Arial"/>
              <a:sym typeface="Arial"/>
            </a:endParaRPr>
          </a:p>
          <a:p>
            <a:pPr indent="0" lvl="0" marL="0" marR="0" rtl="0" algn="l">
              <a:spcBef>
                <a:spcPts val="0"/>
              </a:spcBef>
              <a:spcAft>
                <a:spcPts val="0"/>
              </a:spcAft>
              <a:buNone/>
            </a:pPr>
            <a:r>
              <a:t/>
            </a:r>
            <a:endParaRPr sz="2400">
              <a:solidFill>
                <a:srgbClr val="000000"/>
              </a:solidFill>
              <a:latin typeface="Arial"/>
              <a:ea typeface="Arial"/>
              <a:cs typeface="Arial"/>
              <a:sym typeface="Arial"/>
            </a:endParaRPr>
          </a:p>
          <a:p>
            <a:pPr indent="0" lvl="0" marL="0" marR="0" rtl="0" algn="l">
              <a:spcBef>
                <a:spcPts val="960"/>
              </a:spcBef>
              <a:spcAft>
                <a:spcPts val="0"/>
              </a:spcAft>
              <a:buNone/>
            </a:pPr>
            <a:r>
              <a:rPr lang="en-US" sz="2400">
                <a:solidFill>
                  <a:srgbClr val="000000"/>
                </a:solidFill>
                <a:latin typeface="Arial"/>
                <a:ea typeface="Arial"/>
                <a:cs typeface="Arial"/>
                <a:sym typeface="Arial"/>
              </a:rPr>
              <a:t>∙Since we worked only in 1D at the time, we didn’t have to distinguish between </a:t>
            </a:r>
            <a:r>
              <a:rPr i="1" lang="en-US" sz="2400">
                <a:solidFill>
                  <a:srgbClr val="000000"/>
                </a:solidFill>
                <a:latin typeface="Arial"/>
                <a:ea typeface="Arial"/>
                <a:cs typeface="Arial"/>
                <a:sym typeface="Arial"/>
              </a:rPr>
              <a:t>x</a:t>
            </a:r>
            <a:r>
              <a:rPr lang="en-US" sz="2400">
                <a:solidFill>
                  <a:srgbClr val="000000"/>
                </a:solidFill>
                <a:latin typeface="Arial"/>
                <a:ea typeface="Arial"/>
                <a:cs typeface="Arial"/>
                <a:sym typeface="Arial"/>
              </a:rPr>
              <a:t> and </a:t>
            </a:r>
            <a:r>
              <a:rPr i="1" lang="en-US" sz="2400">
                <a:solidFill>
                  <a:srgbClr val="000000"/>
                </a:solidFill>
                <a:latin typeface="Arial"/>
                <a:ea typeface="Arial"/>
                <a:cs typeface="Arial"/>
                <a:sym typeface="Arial"/>
              </a:rPr>
              <a:t>y</a:t>
            </a:r>
            <a:r>
              <a:rPr lang="en-US" sz="2400">
                <a:solidFill>
                  <a:srgbClr val="000000"/>
                </a:solidFill>
                <a:latin typeface="Arial"/>
                <a:ea typeface="Arial"/>
                <a:cs typeface="Arial"/>
                <a:sym typeface="Arial"/>
              </a:rPr>
              <a:t> in these equations.</a:t>
            </a:r>
            <a:endParaRPr/>
          </a:p>
          <a:p>
            <a:pPr indent="0" lvl="0" marL="0" marR="0" rtl="0" algn="l">
              <a:spcBef>
                <a:spcPts val="480"/>
              </a:spcBef>
              <a:spcAft>
                <a:spcPts val="0"/>
              </a:spcAft>
              <a:buNone/>
            </a:pPr>
            <a:r>
              <a:rPr lang="en-US" sz="2400">
                <a:solidFill>
                  <a:srgbClr val="000000"/>
                </a:solidFill>
                <a:latin typeface="Arial"/>
                <a:ea typeface="Arial"/>
                <a:cs typeface="Arial"/>
                <a:sym typeface="Arial"/>
              </a:rPr>
              <a:t>∙Now we appropriately modify the above to meet our new requirements of simultaneous equations:</a:t>
            </a:r>
            <a:endParaRPr/>
          </a:p>
        </p:txBody>
      </p:sp>
      <p:sp>
        <p:nvSpPr>
          <p:cNvPr id="2128" name="Google Shape;2128;p79"/>
          <p:cNvSpPr txBox="1"/>
          <p:nvPr>
            <p:ph type="ctrTitle"/>
          </p:nvPr>
        </p:nvSpPr>
        <p:spPr>
          <a:xfrm>
            <a:off x="685800" y="533400"/>
            <a:ext cx="7772400" cy="8334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2: Mechanics</a:t>
            </a:r>
            <a:br>
              <a:rPr b="1" lang="en-US" sz="2800"/>
            </a:br>
            <a:r>
              <a:rPr lang="en-US" sz="2800">
                <a:solidFill>
                  <a:schemeClr val="dk1"/>
                </a:solidFill>
              </a:rPr>
              <a:t>2.1 – Motion</a:t>
            </a:r>
            <a:endParaRPr/>
          </a:p>
        </p:txBody>
      </p:sp>
      <p:grpSp>
        <p:nvGrpSpPr>
          <p:cNvPr id="2129" name="Google Shape;2129;p79"/>
          <p:cNvGrpSpPr/>
          <p:nvPr/>
        </p:nvGrpSpPr>
        <p:grpSpPr>
          <a:xfrm>
            <a:off x="847725" y="4987925"/>
            <a:ext cx="7464425" cy="1800225"/>
            <a:chOff x="494" y="3078"/>
            <a:chExt cx="4702" cy="1134"/>
          </a:xfrm>
        </p:grpSpPr>
        <p:sp>
          <p:nvSpPr>
            <p:cNvPr id="2130" name="Google Shape;2130;p79"/>
            <p:cNvSpPr txBox="1"/>
            <p:nvPr/>
          </p:nvSpPr>
          <p:spPr>
            <a:xfrm>
              <a:off x="3747" y="3078"/>
              <a:ext cx="1449" cy="518"/>
            </a:xfrm>
            <a:prstGeom prst="rect">
              <a:avLst/>
            </a:prstGeom>
            <a:solidFill>
              <a:srgbClr val="FF0000"/>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lt1"/>
                  </a:solidFill>
                  <a:latin typeface="Arial"/>
                  <a:ea typeface="Arial"/>
                  <a:cs typeface="Arial"/>
                  <a:sym typeface="Arial"/>
                </a:rPr>
                <a:t>kinematic equations 2D</a:t>
              </a:r>
              <a:endParaRPr/>
            </a:p>
          </p:txBody>
        </p:sp>
        <p:sp>
          <p:nvSpPr>
            <p:cNvPr id="2131" name="Google Shape;2131;p79"/>
            <p:cNvSpPr/>
            <p:nvPr/>
          </p:nvSpPr>
          <p:spPr>
            <a:xfrm>
              <a:off x="494" y="3080"/>
              <a:ext cx="4701" cy="1132"/>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132" name="Google Shape;2132;p79"/>
            <p:cNvSpPr txBox="1"/>
            <p:nvPr/>
          </p:nvSpPr>
          <p:spPr>
            <a:xfrm>
              <a:off x="634" y="3119"/>
              <a:ext cx="221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chemeClr val="dk1"/>
                  </a:solidFill>
                  <a:latin typeface="Arial"/>
                  <a:ea typeface="Arial"/>
                  <a:cs typeface="Arial"/>
                  <a:sym typeface="Arial"/>
                </a:rPr>
                <a:t>∆x</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u</a:t>
              </a:r>
              <a:r>
                <a:rPr baseline="-25000" i="1" lang="en-US" sz="2400">
                  <a:solidFill>
                    <a:schemeClr val="dk1"/>
                  </a:solidFill>
                  <a:latin typeface="Arial"/>
                  <a:ea typeface="Arial"/>
                  <a:cs typeface="Arial"/>
                  <a:sym typeface="Arial"/>
                </a:rPr>
                <a:t>x</a:t>
              </a:r>
              <a:r>
                <a:rPr i="1" lang="en-US" sz="2400">
                  <a:solidFill>
                    <a:schemeClr val="dk1"/>
                  </a:solidFill>
                  <a:latin typeface="Arial"/>
                  <a:ea typeface="Arial"/>
                  <a:cs typeface="Arial"/>
                  <a:sym typeface="Arial"/>
                </a:rPr>
                <a:t>t</a:t>
              </a:r>
              <a:r>
                <a:rPr lang="en-US" sz="2400">
                  <a:solidFill>
                    <a:schemeClr val="dk1"/>
                  </a:solidFill>
                  <a:latin typeface="Arial"/>
                  <a:ea typeface="Arial"/>
                  <a:cs typeface="Arial"/>
                  <a:sym typeface="Arial"/>
                </a:rPr>
                <a:t> + (1/2)</a:t>
              </a:r>
              <a:r>
                <a:rPr i="1" lang="en-US" sz="2400">
                  <a:solidFill>
                    <a:schemeClr val="dk1"/>
                  </a:solidFill>
                  <a:latin typeface="Arial"/>
                  <a:ea typeface="Arial"/>
                  <a:cs typeface="Arial"/>
                  <a:sym typeface="Arial"/>
                </a:rPr>
                <a:t>a</a:t>
              </a:r>
              <a:r>
                <a:rPr baseline="-25000" i="1" lang="en-US" sz="2400">
                  <a:solidFill>
                    <a:schemeClr val="dk1"/>
                  </a:solidFill>
                  <a:latin typeface="Arial"/>
                  <a:ea typeface="Arial"/>
                  <a:cs typeface="Arial"/>
                  <a:sym typeface="Arial"/>
                </a:rPr>
                <a:t>x</a:t>
              </a:r>
              <a:r>
                <a:rPr i="1" lang="en-US" sz="2400">
                  <a:solidFill>
                    <a:schemeClr val="dk1"/>
                  </a:solidFill>
                  <a:latin typeface="Arial"/>
                  <a:ea typeface="Arial"/>
                  <a:cs typeface="Arial"/>
                  <a:sym typeface="Arial"/>
                </a:rPr>
                <a:t>t </a:t>
              </a:r>
              <a:r>
                <a:rPr baseline="30000" lang="en-US" sz="2400">
                  <a:solidFill>
                    <a:schemeClr val="dk1"/>
                  </a:solidFill>
                  <a:latin typeface="Arial"/>
                  <a:ea typeface="Arial"/>
                  <a:cs typeface="Arial"/>
                  <a:sym typeface="Arial"/>
                </a:rPr>
                <a:t>2</a:t>
              </a:r>
              <a:endParaRPr/>
            </a:p>
          </p:txBody>
        </p:sp>
        <p:sp>
          <p:nvSpPr>
            <p:cNvPr id="2133" name="Google Shape;2133;p79"/>
            <p:cNvSpPr txBox="1"/>
            <p:nvPr/>
          </p:nvSpPr>
          <p:spPr>
            <a:xfrm>
              <a:off x="625" y="3347"/>
              <a:ext cx="1669"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chemeClr val="dk1"/>
                  </a:solidFill>
                  <a:latin typeface="Arial"/>
                  <a:ea typeface="Arial"/>
                  <a:cs typeface="Arial"/>
                  <a:sym typeface="Arial"/>
                </a:rPr>
                <a:t> v</a:t>
              </a:r>
              <a:r>
                <a:rPr baseline="-25000" i="1" lang="en-US" sz="2400">
                  <a:solidFill>
                    <a:schemeClr val="dk1"/>
                  </a:solidFill>
                  <a:latin typeface="Arial"/>
                  <a:ea typeface="Arial"/>
                  <a:cs typeface="Arial"/>
                  <a:sym typeface="Arial"/>
                </a:rPr>
                <a:t>x</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u</a:t>
              </a:r>
              <a:r>
                <a:rPr baseline="-25000" i="1" lang="en-US" sz="2400">
                  <a:solidFill>
                    <a:schemeClr val="dk1"/>
                  </a:solidFill>
                  <a:latin typeface="Arial"/>
                  <a:ea typeface="Arial"/>
                  <a:cs typeface="Arial"/>
                  <a:sym typeface="Arial"/>
                </a:rPr>
                <a:t>x</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a</a:t>
              </a:r>
              <a:r>
                <a:rPr baseline="-25000" i="1" lang="en-US" sz="2400">
                  <a:solidFill>
                    <a:schemeClr val="dk1"/>
                  </a:solidFill>
                  <a:latin typeface="Arial"/>
                  <a:ea typeface="Arial"/>
                  <a:cs typeface="Arial"/>
                  <a:sym typeface="Arial"/>
                </a:rPr>
                <a:t>x</a:t>
              </a:r>
              <a:r>
                <a:rPr i="1" lang="en-US" sz="2400">
                  <a:solidFill>
                    <a:schemeClr val="dk1"/>
                  </a:solidFill>
                  <a:latin typeface="Arial"/>
                  <a:ea typeface="Arial"/>
                  <a:cs typeface="Arial"/>
                  <a:sym typeface="Arial"/>
                </a:rPr>
                <a:t>t</a:t>
              </a:r>
              <a:endParaRPr/>
            </a:p>
          </p:txBody>
        </p:sp>
        <p:sp>
          <p:nvSpPr>
            <p:cNvPr id="2134" name="Google Shape;2134;p79"/>
            <p:cNvSpPr txBox="1"/>
            <p:nvPr/>
          </p:nvSpPr>
          <p:spPr>
            <a:xfrm>
              <a:off x="3231" y="3604"/>
              <a:ext cx="1955" cy="518"/>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i="1" lang="en-US" sz="2400">
                  <a:solidFill>
                    <a:schemeClr val="accent2"/>
                  </a:solidFill>
                  <a:latin typeface="Arial"/>
                  <a:ea typeface="Arial"/>
                  <a:cs typeface="Arial"/>
                  <a:sym typeface="Arial"/>
                </a:rPr>
                <a:t>a</a:t>
              </a:r>
              <a:r>
                <a:rPr baseline="-25000" i="1" lang="en-US" sz="2400">
                  <a:solidFill>
                    <a:schemeClr val="accent2"/>
                  </a:solidFill>
                  <a:latin typeface="Arial"/>
                  <a:ea typeface="Arial"/>
                  <a:cs typeface="Arial"/>
                  <a:sym typeface="Arial"/>
                </a:rPr>
                <a:t>x</a:t>
              </a:r>
              <a:r>
                <a:rPr i="1" lang="en-US" sz="2400">
                  <a:solidFill>
                    <a:schemeClr val="accent2"/>
                  </a:solidFill>
                  <a:latin typeface="Arial"/>
                  <a:ea typeface="Arial"/>
                  <a:cs typeface="Arial"/>
                  <a:sym typeface="Arial"/>
                </a:rPr>
                <a:t> and </a:t>
              </a:r>
              <a:r>
                <a:rPr lang="en-US" sz="2400">
                  <a:solidFill>
                    <a:schemeClr val="accent2"/>
                  </a:solidFill>
                  <a:latin typeface="Arial"/>
                  <a:ea typeface="Arial"/>
                  <a:cs typeface="Arial"/>
                  <a:sym typeface="Arial"/>
                </a:rPr>
                <a:t>a</a:t>
              </a:r>
              <a:r>
                <a:rPr baseline="-25000" lang="en-US" sz="2400">
                  <a:solidFill>
                    <a:schemeClr val="accent2"/>
                  </a:solidFill>
                  <a:latin typeface="Arial"/>
                  <a:ea typeface="Arial"/>
                  <a:cs typeface="Arial"/>
                  <a:sym typeface="Arial"/>
                </a:rPr>
                <a:t>y</a:t>
              </a:r>
              <a:r>
                <a:rPr i="1" lang="en-US" sz="2400">
                  <a:solidFill>
                    <a:schemeClr val="accent2"/>
                  </a:solidFill>
                  <a:latin typeface="Arial"/>
                  <a:ea typeface="Arial"/>
                  <a:cs typeface="Arial"/>
                  <a:sym typeface="Arial"/>
                </a:rPr>
                <a:t> </a:t>
              </a:r>
              <a:r>
                <a:rPr lang="en-US" sz="2400">
                  <a:solidFill>
                    <a:schemeClr val="accent2"/>
                  </a:solidFill>
                  <a:latin typeface="Arial"/>
                  <a:ea typeface="Arial"/>
                  <a:cs typeface="Arial"/>
                  <a:sym typeface="Arial"/>
                </a:rPr>
                <a:t>are constant</a:t>
              </a:r>
              <a:endParaRPr baseline="-25000" i="1" sz="2400">
                <a:solidFill>
                  <a:schemeClr val="accent2"/>
                </a:solidFill>
                <a:latin typeface="Arial"/>
                <a:ea typeface="Arial"/>
                <a:cs typeface="Arial"/>
                <a:sym typeface="Arial"/>
              </a:endParaRPr>
            </a:p>
          </p:txBody>
        </p:sp>
        <p:sp>
          <p:nvSpPr>
            <p:cNvPr id="2135" name="Google Shape;2135;p79"/>
            <p:cNvSpPr txBox="1"/>
            <p:nvPr/>
          </p:nvSpPr>
          <p:spPr>
            <a:xfrm>
              <a:off x="634" y="3615"/>
              <a:ext cx="221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chemeClr val="dk1"/>
                  </a:solidFill>
                  <a:latin typeface="Arial"/>
                  <a:ea typeface="Arial"/>
                  <a:cs typeface="Arial"/>
                  <a:sym typeface="Arial"/>
                </a:rPr>
                <a:t>∆y</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u</a:t>
              </a:r>
              <a:r>
                <a:rPr baseline="-25000" i="1" lang="en-US" sz="2400">
                  <a:solidFill>
                    <a:schemeClr val="dk1"/>
                  </a:solidFill>
                  <a:latin typeface="Arial"/>
                  <a:ea typeface="Arial"/>
                  <a:cs typeface="Arial"/>
                  <a:sym typeface="Arial"/>
                </a:rPr>
                <a:t>y</a:t>
              </a:r>
              <a:r>
                <a:rPr i="1" lang="en-US" sz="2400">
                  <a:solidFill>
                    <a:schemeClr val="dk1"/>
                  </a:solidFill>
                  <a:latin typeface="Arial"/>
                  <a:ea typeface="Arial"/>
                  <a:cs typeface="Arial"/>
                  <a:sym typeface="Arial"/>
                </a:rPr>
                <a:t>t</a:t>
              </a:r>
              <a:r>
                <a:rPr lang="en-US" sz="2400">
                  <a:solidFill>
                    <a:schemeClr val="dk1"/>
                  </a:solidFill>
                  <a:latin typeface="Arial"/>
                  <a:ea typeface="Arial"/>
                  <a:cs typeface="Arial"/>
                  <a:sym typeface="Arial"/>
                </a:rPr>
                <a:t> + (1/2)</a:t>
              </a:r>
              <a:r>
                <a:rPr i="1" lang="en-US" sz="2400">
                  <a:solidFill>
                    <a:schemeClr val="dk1"/>
                  </a:solidFill>
                  <a:latin typeface="Arial"/>
                  <a:ea typeface="Arial"/>
                  <a:cs typeface="Arial"/>
                  <a:sym typeface="Arial"/>
                </a:rPr>
                <a:t>a</a:t>
              </a:r>
              <a:r>
                <a:rPr baseline="-25000" i="1" lang="en-US" sz="2400">
                  <a:solidFill>
                    <a:schemeClr val="dk1"/>
                  </a:solidFill>
                  <a:latin typeface="Arial"/>
                  <a:ea typeface="Arial"/>
                  <a:cs typeface="Arial"/>
                  <a:sym typeface="Arial"/>
                </a:rPr>
                <a:t>y</a:t>
              </a:r>
              <a:r>
                <a:rPr i="1" lang="en-US" sz="2400">
                  <a:solidFill>
                    <a:schemeClr val="dk1"/>
                  </a:solidFill>
                  <a:latin typeface="Arial"/>
                  <a:ea typeface="Arial"/>
                  <a:cs typeface="Arial"/>
                  <a:sym typeface="Arial"/>
                </a:rPr>
                <a:t>t </a:t>
              </a:r>
              <a:r>
                <a:rPr baseline="30000" lang="en-US" sz="2400">
                  <a:solidFill>
                    <a:schemeClr val="dk1"/>
                  </a:solidFill>
                  <a:latin typeface="Arial"/>
                  <a:ea typeface="Arial"/>
                  <a:cs typeface="Arial"/>
                  <a:sym typeface="Arial"/>
                </a:rPr>
                <a:t>2</a:t>
              </a:r>
              <a:endParaRPr/>
            </a:p>
          </p:txBody>
        </p:sp>
        <p:sp>
          <p:nvSpPr>
            <p:cNvPr id="2136" name="Google Shape;2136;p79"/>
            <p:cNvSpPr txBox="1"/>
            <p:nvPr/>
          </p:nvSpPr>
          <p:spPr>
            <a:xfrm>
              <a:off x="625" y="3867"/>
              <a:ext cx="1669"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chemeClr val="dk1"/>
                  </a:solidFill>
                  <a:latin typeface="Arial"/>
                  <a:ea typeface="Arial"/>
                  <a:cs typeface="Arial"/>
                  <a:sym typeface="Arial"/>
                </a:rPr>
                <a:t> v</a:t>
              </a:r>
              <a:r>
                <a:rPr baseline="-25000" i="1" lang="en-US" sz="2400">
                  <a:solidFill>
                    <a:schemeClr val="dk1"/>
                  </a:solidFill>
                  <a:latin typeface="Arial"/>
                  <a:ea typeface="Arial"/>
                  <a:cs typeface="Arial"/>
                  <a:sym typeface="Arial"/>
                </a:rPr>
                <a:t>y</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u</a:t>
              </a:r>
              <a:r>
                <a:rPr baseline="-25000" i="1" lang="en-US" sz="2400">
                  <a:solidFill>
                    <a:schemeClr val="dk1"/>
                  </a:solidFill>
                  <a:latin typeface="Arial"/>
                  <a:ea typeface="Arial"/>
                  <a:cs typeface="Arial"/>
                  <a:sym typeface="Arial"/>
                </a:rPr>
                <a:t>y</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a</a:t>
              </a:r>
              <a:r>
                <a:rPr baseline="-25000" i="1" lang="en-US" sz="2400">
                  <a:solidFill>
                    <a:schemeClr val="dk1"/>
                  </a:solidFill>
                  <a:latin typeface="Arial"/>
                  <a:ea typeface="Arial"/>
                  <a:cs typeface="Arial"/>
                  <a:sym typeface="Arial"/>
                </a:rPr>
                <a:t>y</a:t>
              </a:r>
              <a:r>
                <a:rPr i="1" lang="en-US" sz="2400">
                  <a:solidFill>
                    <a:schemeClr val="dk1"/>
                  </a:solidFill>
                  <a:latin typeface="Arial"/>
                  <a:ea typeface="Arial"/>
                  <a:cs typeface="Arial"/>
                  <a:sym typeface="Arial"/>
                </a:rPr>
                <a:t>t</a:t>
              </a:r>
              <a:endParaRPr/>
            </a:p>
          </p:txBody>
        </p:sp>
      </p:grpSp>
      <p:grpSp>
        <p:nvGrpSpPr>
          <p:cNvPr id="2137" name="Google Shape;2137;p79"/>
          <p:cNvGrpSpPr/>
          <p:nvPr/>
        </p:nvGrpSpPr>
        <p:grpSpPr>
          <a:xfrm>
            <a:off x="844550" y="2211388"/>
            <a:ext cx="7464425" cy="1246187"/>
            <a:chOff x="532" y="1433"/>
            <a:chExt cx="4702" cy="785"/>
          </a:xfrm>
        </p:grpSpPr>
        <p:sp>
          <p:nvSpPr>
            <p:cNvPr id="2138" name="Google Shape;2138;p79"/>
            <p:cNvSpPr txBox="1"/>
            <p:nvPr/>
          </p:nvSpPr>
          <p:spPr>
            <a:xfrm>
              <a:off x="3785" y="1433"/>
              <a:ext cx="1449" cy="518"/>
            </a:xfrm>
            <a:prstGeom prst="rect">
              <a:avLst/>
            </a:prstGeom>
            <a:solidFill>
              <a:srgbClr val="FF0000"/>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lt1"/>
                  </a:solidFill>
                  <a:latin typeface="Arial"/>
                  <a:ea typeface="Arial"/>
                  <a:cs typeface="Arial"/>
                  <a:sym typeface="Arial"/>
                </a:rPr>
                <a:t>kinematic equations 1D</a:t>
              </a:r>
              <a:endParaRPr/>
            </a:p>
          </p:txBody>
        </p:sp>
        <p:sp>
          <p:nvSpPr>
            <p:cNvPr id="2139" name="Google Shape;2139;p79"/>
            <p:cNvSpPr/>
            <p:nvPr/>
          </p:nvSpPr>
          <p:spPr>
            <a:xfrm>
              <a:off x="532" y="1435"/>
              <a:ext cx="4701" cy="769"/>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140" name="Google Shape;2140;p79"/>
            <p:cNvSpPr txBox="1"/>
            <p:nvPr/>
          </p:nvSpPr>
          <p:spPr>
            <a:xfrm>
              <a:off x="608" y="1456"/>
              <a:ext cx="221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chemeClr val="dk1"/>
                  </a:solidFill>
                  <a:latin typeface="Arial"/>
                  <a:ea typeface="Arial"/>
                  <a:cs typeface="Arial"/>
                  <a:sym typeface="Arial"/>
                </a:rPr>
                <a:t>s</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ut</a:t>
              </a:r>
              <a:r>
                <a:rPr lang="en-US" sz="2400">
                  <a:solidFill>
                    <a:schemeClr val="dk1"/>
                  </a:solidFill>
                  <a:latin typeface="Arial"/>
                  <a:ea typeface="Arial"/>
                  <a:cs typeface="Arial"/>
                  <a:sym typeface="Arial"/>
                </a:rPr>
                <a:t> + (1/2)</a:t>
              </a:r>
              <a:r>
                <a:rPr i="1" lang="en-US" sz="2400">
                  <a:solidFill>
                    <a:schemeClr val="dk1"/>
                  </a:solidFill>
                  <a:latin typeface="Arial"/>
                  <a:ea typeface="Arial"/>
                  <a:cs typeface="Arial"/>
                  <a:sym typeface="Arial"/>
                </a:rPr>
                <a:t>at </a:t>
              </a:r>
              <a:r>
                <a:rPr baseline="30000" lang="en-US" sz="2400">
                  <a:solidFill>
                    <a:schemeClr val="dk1"/>
                  </a:solidFill>
                  <a:latin typeface="Arial"/>
                  <a:ea typeface="Arial"/>
                  <a:cs typeface="Arial"/>
                  <a:sym typeface="Arial"/>
                </a:rPr>
                <a:t>2</a:t>
              </a:r>
              <a:endParaRPr/>
            </a:p>
          </p:txBody>
        </p:sp>
        <p:sp>
          <p:nvSpPr>
            <p:cNvPr id="2141" name="Google Shape;2141;p79"/>
            <p:cNvSpPr txBox="1"/>
            <p:nvPr/>
          </p:nvSpPr>
          <p:spPr>
            <a:xfrm>
              <a:off x="607" y="1699"/>
              <a:ext cx="1669"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chemeClr val="dk1"/>
                  </a:solidFill>
                  <a:latin typeface="Arial"/>
                  <a:ea typeface="Arial"/>
                  <a:cs typeface="Arial"/>
                  <a:sym typeface="Arial"/>
                </a:rPr>
                <a:t>v</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u</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at</a:t>
              </a:r>
              <a:endParaRPr/>
            </a:p>
          </p:txBody>
        </p:sp>
        <p:sp>
          <p:nvSpPr>
            <p:cNvPr id="2142" name="Google Shape;2142;p79"/>
            <p:cNvSpPr txBox="1"/>
            <p:nvPr/>
          </p:nvSpPr>
          <p:spPr>
            <a:xfrm>
              <a:off x="3807" y="1930"/>
              <a:ext cx="1417" cy="288"/>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i="1" lang="en-US" sz="2400" u="sng">
                  <a:solidFill>
                    <a:schemeClr val="accent2"/>
                  </a:solidFill>
                  <a:latin typeface="Arial"/>
                  <a:ea typeface="Arial"/>
                  <a:cs typeface="Arial"/>
                  <a:sym typeface="Arial"/>
                </a:rPr>
                <a:t>a </a:t>
              </a:r>
              <a:r>
                <a:rPr lang="en-US" sz="2400" u="sng">
                  <a:solidFill>
                    <a:schemeClr val="accent2"/>
                  </a:solidFill>
                  <a:latin typeface="Arial"/>
                  <a:ea typeface="Arial"/>
                  <a:cs typeface="Arial"/>
                  <a:sym typeface="Arial"/>
                </a:rPr>
                <a:t>is constant</a:t>
              </a:r>
              <a:endParaRPr baseline="-25000" i="1" sz="2400" u="sng">
                <a:solidFill>
                  <a:schemeClr val="accent2"/>
                </a:solidFill>
                <a:latin typeface="Arial"/>
                <a:ea typeface="Arial"/>
                <a:cs typeface="Arial"/>
                <a:sym typeface="Arial"/>
              </a:endParaRPr>
            </a:p>
          </p:txBody>
        </p:sp>
        <p:sp>
          <p:nvSpPr>
            <p:cNvPr id="2143" name="Google Shape;2143;p79"/>
            <p:cNvSpPr txBox="1"/>
            <p:nvPr/>
          </p:nvSpPr>
          <p:spPr>
            <a:xfrm>
              <a:off x="2213" y="1457"/>
              <a:ext cx="189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chemeClr val="accent2"/>
                  </a:solidFill>
                  <a:latin typeface="Arial"/>
                  <a:ea typeface="Arial"/>
                  <a:cs typeface="Arial"/>
                  <a:sym typeface="Arial"/>
                </a:rPr>
                <a:t>Displacement</a:t>
              </a:r>
              <a:endParaRPr/>
            </a:p>
          </p:txBody>
        </p:sp>
        <p:sp>
          <p:nvSpPr>
            <p:cNvPr id="2144" name="Google Shape;2144;p79"/>
            <p:cNvSpPr txBox="1"/>
            <p:nvPr/>
          </p:nvSpPr>
          <p:spPr>
            <a:xfrm>
              <a:off x="2219" y="1695"/>
              <a:ext cx="189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chemeClr val="accent2"/>
                  </a:solidFill>
                  <a:latin typeface="Arial"/>
                  <a:ea typeface="Arial"/>
                  <a:cs typeface="Arial"/>
                  <a:sym typeface="Arial"/>
                </a:rPr>
                <a:t>Velocity</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127">
                                            <p:txEl>
                                              <p:pRg end="0" st="0"/>
                                            </p:txEl>
                                          </p:spTgt>
                                        </p:tgtEl>
                                        <p:attrNameLst>
                                          <p:attrName>style.visibility</p:attrName>
                                        </p:attrNameLst>
                                      </p:cBhvr>
                                      <p:to>
                                        <p:strVal val="visible"/>
                                      </p:to>
                                    </p:set>
                                    <p:anim calcmode="lin" valueType="num">
                                      <p:cBhvr additive="base">
                                        <p:cTn dur="500"/>
                                        <p:tgtEl>
                                          <p:spTgt spid="2127">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127">
                                            <p:txEl>
                                              <p:pRg end="1" st="1"/>
                                            </p:txEl>
                                          </p:spTgt>
                                        </p:tgtEl>
                                        <p:attrNameLst>
                                          <p:attrName>style.visibility</p:attrName>
                                        </p:attrNameLst>
                                      </p:cBhvr>
                                      <p:to>
                                        <p:strVal val="visible"/>
                                      </p:to>
                                    </p:set>
                                    <p:anim calcmode="lin" valueType="num">
                                      <p:cBhvr additive="base">
                                        <p:cTn dur="500"/>
                                        <p:tgtEl>
                                          <p:spTgt spid="2127">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127">
                                            <p:txEl>
                                              <p:pRg end="2" st="2"/>
                                            </p:txEl>
                                          </p:spTgt>
                                        </p:tgtEl>
                                        <p:attrNameLst>
                                          <p:attrName>style.visibility</p:attrName>
                                        </p:attrNameLst>
                                      </p:cBhvr>
                                      <p:to>
                                        <p:strVal val="visible"/>
                                      </p:to>
                                    </p:set>
                                    <p:anim calcmode="lin" valueType="num">
                                      <p:cBhvr additive="base">
                                        <p:cTn dur="500"/>
                                        <p:tgtEl>
                                          <p:spTgt spid="2127">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127">
                                            <p:txEl>
                                              <p:pRg end="3" st="3"/>
                                            </p:txEl>
                                          </p:spTgt>
                                        </p:tgtEl>
                                        <p:attrNameLst>
                                          <p:attrName>style.visibility</p:attrName>
                                        </p:attrNameLst>
                                      </p:cBhvr>
                                      <p:to>
                                        <p:strVal val="visible"/>
                                      </p:to>
                                    </p:set>
                                    <p:anim calcmode="lin" valueType="num">
                                      <p:cBhvr additive="base">
                                        <p:cTn dur="500"/>
                                        <p:tgtEl>
                                          <p:spTgt spid="2127">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127">
                                            <p:txEl>
                                              <p:pRg end="4" st="4"/>
                                            </p:txEl>
                                          </p:spTgt>
                                        </p:tgtEl>
                                        <p:attrNameLst>
                                          <p:attrName>style.visibility</p:attrName>
                                        </p:attrNameLst>
                                      </p:cBhvr>
                                      <p:to>
                                        <p:strVal val="visible"/>
                                      </p:to>
                                    </p:set>
                                    <p:anim calcmode="lin" valueType="num">
                                      <p:cBhvr additive="base">
                                        <p:cTn dur="500"/>
                                        <p:tgtEl>
                                          <p:spTgt spid="2127">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127">
                                            <p:txEl>
                                              <p:pRg end="5" st="5"/>
                                            </p:txEl>
                                          </p:spTgt>
                                        </p:tgtEl>
                                        <p:attrNameLst>
                                          <p:attrName>style.visibility</p:attrName>
                                        </p:attrNameLst>
                                      </p:cBhvr>
                                      <p:to>
                                        <p:strVal val="visible"/>
                                      </p:to>
                                    </p:set>
                                    <p:anim calcmode="lin" valueType="num">
                                      <p:cBhvr additive="base">
                                        <p:cTn dur="500"/>
                                        <p:tgtEl>
                                          <p:spTgt spid="2127">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127">
                                            <p:txEl>
                                              <p:pRg end="6" st="6"/>
                                            </p:txEl>
                                          </p:spTgt>
                                        </p:tgtEl>
                                        <p:attrNameLst>
                                          <p:attrName>style.visibility</p:attrName>
                                        </p:attrNameLst>
                                      </p:cBhvr>
                                      <p:to>
                                        <p:strVal val="visible"/>
                                      </p:to>
                                    </p:set>
                                    <p:anim calcmode="lin" valueType="num">
                                      <p:cBhvr additive="base">
                                        <p:cTn dur="500"/>
                                        <p:tgtEl>
                                          <p:spTgt spid="2127">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137"/>
                                        </p:tgtEl>
                                        <p:attrNameLst>
                                          <p:attrName>style.visibility</p:attrName>
                                        </p:attrNameLst>
                                      </p:cBhvr>
                                      <p:to>
                                        <p:strVal val="visible"/>
                                      </p:to>
                                    </p:set>
                                    <p:anim calcmode="lin" valueType="num">
                                      <p:cBhvr additive="base">
                                        <p:cTn dur="500"/>
                                        <p:tgtEl>
                                          <p:spTgt spid="2137"/>
                                        </p:tgtEl>
                                        <p:attrNameLst>
                                          <p:attrName>ppt_w</p:attrName>
                                        </p:attrNameLst>
                                      </p:cBhvr>
                                      <p:tavLst>
                                        <p:tav fmla="" tm="0">
                                          <p:val>
                                            <p:strVal val="0"/>
                                          </p:val>
                                        </p:tav>
                                        <p:tav fmla="" tm="100000">
                                          <p:val>
                                            <p:strVal val="#ppt_w"/>
                                          </p:val>
                                        </p:tav>
                                      </p:tavLst>
                                    </p:anim>
                                    <p:anim calcmode="lin" valueType="num">
                                      <p:cBhvr additive="base">
                                        <p:cTn dur="500"/>
                                        <p:tgtEl>
                                          <p:spTgt spid="2137"/>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129"/>
                                        </p:tgtEl>
                                        <p:attrNameLst>
                                          <p:attrName>style.visibility</p:attrName>
                                        </p:attrNameLst>
                                      </p:cBhvr>
                                      <p:to>
                                        <p:strVal val="visible"/>
                                      </p:to>
                                    </p:set>
                                    <p:anim calcmode="lin" valueType="num">
                                      <p:cBhvr additive="base">
                                        <p:cTn dur="500"/>
                                        <p:tgtEl>
                                          <p:spTgt spid="2129"/>
                                        </p:tgtEl>
                                        <p:attrNameLst>
                                          <p:attrName>ppt_w</p:attrName>
                                        </p:attrNameLst>
                                      </p:cBhvr>
                                      <p:tavLst>
                                        <p:tav fmla="" tm="0">
                                          <p:val>
                                            <p:strVal val="0"/>
                                          </p:val>
                                        </p:tav>
                                        <p:tav fmla="" tm="100000">
                                          <p:val>
                                            <p:strVal val="#ppt_w"/>
                                          </p:val>
                                        </p:tav>
                                      </p:tavLst>
                                    </p:anim>
                                    <p:anim calcmode="lin" valueType="num">
                                      <p:cBhvr additive="base">
                                        <p:cTn dur="500"/>
                                        <p:tgtEl>
                                          <p:spTgt spid="2129"/>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8" name="Shape 2148"/>
        <p:cNvGrpSpPr/>
        <p:nvPr/>
      </p:nvGrpSpPr>
      <p:grpSpPr>
        <a:xfrm>
          <a:off x="0" y="0"/>
          <a:ext cx="0" cy="0"/>
          <a:chOff x="0" y="0"/>
          <a:chExt cx="0" cy="0"/>
        </a:xfrm>
      </p:grpSpPr>
      <p:sp>
        <p:nvSpPr>
          <p:cNvPr id="2149" name="Google Shape;2149;p80"/>
          <p:cNvSpPr/>
          <p:nvPr/>
        </p:nvSpPr>
        <p:spPr>
          <a:xfrm>
            <a:off x="685800" y="1401763"/>
            <a:ext cx="7772400" cy="2422525"/>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i="1" lang="en-US" sz="2400">
                <a:solidFill>
                  <a:schemeClr val="accent2"/>
                </a:solidFill>
                <a:latin typeface="Arial"/>
                <a:ea typeface="Arial"/>
                <a:cs typeface="Arial"/>
                <a:sym typeface="Arial"/>
              </a:rPr>
              <a:t>Analysing projectile motion</a:t>
            </a:r>
            <a:r>
              <a:rPr lang="en-US" sz="2400">
                <a:solidFill>
                  <a:schemeClr val="accent2"/>
                </a:solidFill>
                <a:latin typeface="Arial"/>
                <a:ea typeface="Arial"/>
                <a:cs typeface="Arial"/>
                <a:sym typeface="Arial"/>
              </a:rPr>
              <a:t> </a:t>
            </a:r>
            <a:r>
              <a:rPr lang="en-US" sz="2000">
                <a:solidFill>
                  <a:srgbClr val="000000"/>
                </a:solidFill>
                <a:latin typeface="Courier New"/>
                <a:ea typeface="Courier New"/>
                <a:cs typeface="Courier New"/>
                <a:sym typeface="Courier New"/>
              </a:rPr>
              <a:t>	</a:t>
            </a:r>
            <a:endParaRPr/>
          </a:p>
        </p:txBody>
      </p:sp>
      <p:grpSp>
        <p:nvGrpSpPr>
          <p:cNvPr id="2150" name="Google Shape;2150;p80"/>
          <p:cNvGrpSpPr/>
          <p:nvPr/>
        </p:nvGrpSpPr>
        <p:grpSpPr>
          <a:xfrm>
            <a:off x="847725" y="1835150"/>
            <a:ext cx="7464425" cy="1800225"/>
            <a:chOff x="494" y="3078"/>
            <a:chExt cx="4702" cy="1134"/>
          </a:xfrm>
        </p:grpSpPr>
        <p:sp>
          <p:nvSpPr>
            <p:cNvPr id="2151" name="Google Shape;2151;p80"/>
            <p:cNvSpPr txBox="1"/>
            <p:nvPr/>
          </p:nvSpPr>
          <p:spPr>
            <a:xfrm>
              <a:off x="3747" y="3078"/>
              <a:ext cx="1449" cy="518"/>
            </a:xfrm>
            <a:prstGeom prst="rect">
              <a:avLst/>
            </a:prstGeom>
            <a:solidFill>
              <a:srgbClr val="FF0000"/>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lt1"/>
                  </a:solidFill>
                  <a:latin typeface="Arial"/>
                  <a:ea typeface="Arial"/>
                  <a:cs typeface="Arial"/>
                  <a:sym typeface="Arial"/>
                </a:rPr>
                <a:t>kinematic equations 2D</a:t>
              </a:r>
              <a:endParaRPr/>
            </a:p>
          </p:txBody>
        </p:sp>
        <p:sp>
          <p:nvSpPr>
            <p:cNvPr id="2152" name="Google Shape;2152;p80"/>
            <p:cNvSpPr/>
            <p:nvPr/>
          </p:nvSpPr>
          <p:spPr>
            <a:xfrm>
              <a:off x="494" y="3080"/>
              <a:ext cx="4701" cy="1132"/>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153" name="Google Shape;2153;p80"/>
            <p:cNvSpPr txBox="1"/>
            <p:nvPr/>
          </p:nvSpPr>
          <p:spPr>
            <a:xfrm>
              <a:off x="634" y="3119"/>
              <a:ext cx="221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Courier New"/>
                  <a:ea typeface="Courier New"/>
                  <a:cs typeface="Courier New"/>
                  <a:sym typeface="Courier New"/>
                </a:rPr>
                <a:t>∆</a:t>
              </a:r>
              <a:r>
                <a:rPr i="1" lang="en-US" sz="2400">
                  <a:solidFill>
                    <a:schemeClr val="dk1"/>
                  </a:solidFill>
                  <a:latin typeface="Arial"/>
                  <a:ea typeface="Arial"/>
                  <a:cs typeface="Arial"/>
                  <a:sym typeface="Arial"/>
                </a:rPr>
                <a:t>x</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u</a:t>
              </a:r>
              <a:r>
                <a:rPr baseline="-25000" i="1" lang="en-US" sz="2400">
                  <a:solidFill>
                    <a:schemeClr val="dk1"/>
                  </a:solidFill>
                  <a:latin typeface="Arial"/>
                  <a:ea typeface="Arial"/>
                  <a:cs typeface="Arial"/>
                  <a:sym typeface="Arial"/>
                </a:rPr>
                <a:t>x</a:t>
              </a:r>
              <a:r>
                <a:rPr i="1" lang="en-US" sz="2400">
                  <a:solidFill>
                    <a:schemeClr val="dk1"/>
                  </a:solidFill>
                  <a:latin typeface="Arial"/>
                  <a:ea typeface="Arial"/>
                  <a:cs typeface="Arial"/>
                  <a:sym typeface="Arial"/>
                </a:rPr>
                <a:t>t</a:t>
              </a:r>
              <a:r>
                <a:rPr lang="en-US" sz="2400">
                  <a:solidFill>
                    <a:schemeClr val="dk1"/>
                  </a:solidFill>
                  <a:latin typeface="Arial"/>
                  <a:ea typeface="Arial"/>
                  <a:cs typeface="Arial"/>
                  <a:sym typeface="Arial"/>
                </a:rPr>
                <a:t> + (1/2)</a:t>
              </a:r>
              <a:r>
                <a:rPr i="1" lang="en-US" sz="2400">
                  <a:solidFill>
                    <a:schemeClr val="dk1"/>
                  </a:solidFill>
                  <a:latin typeface="Arial"/>
                  <a:ea typeface="Arial"/>
                  <a:cs typeface="Arial"/>
                  <a:sym typeface="Arial"/>
                </a:rPr>
                <a:t>a</a:t>
              </a:r>
              <a:r>
                <a:rPr baseline="-25000" i="1" lang="en-US" sz="2400">
                  <a:solidFill>
                    <a:schemeClr val="dk1"/>
                  </a:solidFill>
                  <a:latin typeface="Arial"/>
                  <a:ea typeface="Arial"/>
                  <a:cs typeface="Arial"/>
                  <a:sym typeface="Arial"/>
                </a:rPr>
                <a:t>x</a:t>
              </a:r>
              <a:r>
                <a:rPr i="1" lang="en-US" sz="2400">
                  <a:solidFill>
                    <a:schemeClr val="dk1"/>
                  </a:solidFill>
                  <a:latin typeface="Arial"/>
                  <a:ea typeface="Arial"/>
                  <a:cs typeface="Arial"/>
                  <a:sym typeface="Arial"/>
                </a:rPr>
                <a:t>t </a:t>
              </a:r>
              <a:r>
                <a:rPr baseline="30000" lang="en-US" sz="2400">
                  <a:solidFill>
                    <a:schemeClr val="dk1"/>
                  </a:solidFill>
                  <a:latin typeface="Arial"/>
                  <a:ea typeface="Arial"/>
                  <a:cs typeface="Arial"/>
                  <a:sym typeface="Arial"/>
                </a:rPr>
                <a:t>2</a:t>
              </a:r>
              <a:endParaRPr/>
            </a:p>
          </p:txBody>
        </p:sp>
        <p:sp>
          <p:nvSpPr>
            <p:cNvPr id="2154" name="Google Shape;2154;p80"/>
            <p:cNvSpPr txBox="1"/>
            <p:nvPr/>
          </p:nvSpPr>
          <p:spPr>
            <a:xfrm>
              <a:off x="625" y="3347"/>
              <a:ext cx="1669"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chemeClr val="dk1"/>
                  </a:solidFill>
                  <a:latin typeface="Arial"/>
                  <a:ea typeface="Arial"/>
                  <a:cs typeface="Arial"/>
                  <a:sym typeface="Arial"/>
                </a:rPr>
                <a:t> v</a:t>
              </a:r>
              <a:r>
                <a:rPr baseline="-25000" i="1" lang="en-US" sz="2400">
                  <a:solidFill>
                    <a:schemeClr val="dk1"/>
                  </a:solidFill>
                  <a:latin typeface="Arial"/>
                  <a:ea typeface="Arial"/>
                  <a:cs typeface="Arial"/>
                  <a:sym typeface="Arial"/>
                </a:rPr>
                <a:t>x</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u</a:t>
              </a:r>
              <a:r>
                <a:rPr baseline="-25000" i="1" lang="en-US" sz="2400">
                  <a:solidFill>
                    <a:schemeClr val="dk1"/>
                  </a:solidFill>
                  <a:latin typeface="Arial"/>
                  <a:ea typeface="Arial"/>
                  <a:cs typeface="Arial"/>
                  <a:sym typeface="Arial"/>
                </a:rPr>
                <a:t>x</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a</a:t>
              </a:r>
              <a:r>
                <a:rPr baseline="-25000" i="1" lang="en-US" sz="2400">
                  <a:solidFill>
                    <a:schemeClr val="dk1"/>
                  </a:solidFill>
                  <a:latin typeface="Arial"/>
                  <a:ea typeface="Arial"/>
                  <a:cs typeface="Arial"/>
                  <a:sym typeface="Arial"/>
                </a:rPr>
                <a:t>x</a:t>
              </a:r>
              <a:r>
                <a:rPr i="1" lang="en-US" sz="2400">
                  <a:solidFill>
                    <a:schemeClr val="dk1"/>
                  </a:solidFill>
                  <a:latin typeface="Arial"/>
                  <a:ea typeface="Arial"/>
                  <a:cs typeface="Arial"/>
                  <a:sym typeface="Arial"/>
                </a:rPr>
                <a:t>t</a:t>
              </a:r>
              <a:endParaRPr/>
            </a:p>
          </p:txBody>
        </p:sp>
        <p:sp>
          <p:nvSpPr>
            <p:cNvPr id="2155" name="Google Shape;2155;p80"/>
            <p:cNvSpPr txBox="1"/>
            <p:nvPr/>
          </p:nvSpPr>
          <p:spPr>
            <a:xfrm>
              <a:off x="3231" y="3604"/>
              <a:ext cx="1955" cy="518"/>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i="1" lang="en-US" sz="2400">
                  <a:solidFill>
                    <a:schemeClr val="accent2"/>
                  </a:solidFill>
                  <a:latin typeface="Arial"/>
                  <a:ea typeface="Arial"/>
                  <a:cs typeface="Arial"/>
                  <a:sym typeface="Arial"/>
                </a:rPr>
                <a:t>a</a:t>
              </a:r>
              <a:r>
                <a:rPr baseline="-25000" i="1" lang="en-US" sz="2400">
                  <a:solidFill>
                    <a:schemeClr val="accent2"/>
                  </a:solidFill>
                  <a:latin typeface="Arial"/>
                  <a:ea typeface="Arial"/>
                  <a:cs typeface="Arial"/>
                  <a:sym typeface="Arial"/>
                </a:rPr>
                <a:t>x</a:t>
              </a:r>
              <a:r>
                <a:rPr i="1" lang="en-US" sz="2400">
                  <a:solidFill>
                    <a:schemeClr val="accent2"/>
                  </a:solidFill>
                  <a:latin typeface="Arial"/>
                  <a:ea typeface="Arial"/>
                  <a:cs typeface="Arial"/>
                  <a:sym typeface="Arial"/>
                </a:rPr>
                <a:t> and </a:t>
              </a:r>
              <a:r>
                <a:rPr lang="en-US" sz="2400">
                  <a:solidFill>
                    <a:schemeClr val="accent2"/>
                  </a:solidFill>
                  <a:latin typeface="Arial"/>
                  <a:ea typeface="Arial"/>
                  <a:cs typeface="Arial"/>
                  <a:sym typeface="Arial"/>
                </a:rPr>
                <a:t>a</a:t>
              </a:r>
              <a:r>
                <a:rPr baseline="-25000" lang="en-US" sz="2400">
                  <a:solidFill>
                    <a:schemeClr val="accent2"/>
                  </a:solidFill>
                  <a:latin typeface="Arial"/>
                  <a:ea typeface="Arial"/>
                  <a:cs typeface="Arial"/>
                  <a:sym typeface="Arial"/>
                </a:rPr>
                <a:t>y</a:t>
              </a:r>
              <a:r>
                <a:rPr i="1" lang="en-US" sz="2400">
                  <a:solidFill>
                    <a:schemeClr val="accent2"/>
                  </a:solidFill>
                  <a:latin typeface="Arial"/>
                  <a:ea typeface="Arial"/>
                  <a:cs typeface="Arial"/>
                  <a:sym typeface="Arial"/>
                </a:rPr>
                <a:t> </a:t>
              </a:r>
              <a:r>
                <a:rPr lang="en-US" sz="2400">
                  <a:solidFill>
                    <a:schemeClr val="accent2"/>
                  </a:solidFill>
                  <a:latin typeface="Arial"/>
                  <a:ea typeface="Arial"/>
                  <a:cs typeface="Arial"/>
                  <a:sym typeface="Arial"/>
                </a:rPr>
                <a:t>are constant</a:t>
              </a:r>
              <a:endParaRPr baseline="-25000" i="1" sz="2400">
                <a:solidFill>
                  <a:schemeClr val="accent2"/>
                </a:solidFill>
                <a:latin typeface="Arial"/>
                <a:ea typeface="Arial"/>
                <a:cs typeface="Arial"/>
                <a:sym typeface="Arial"/>
              </a:endParaRPr>
            </a:p>
          </p:txBody>
        </p:sp>
        <p:sp>
          <p:nvSpPr>
            <p:cNvPr id="2156" name="Google Shape;2156;p80"/>
            <p:cNvSpPr txBox="1"/>
            <p:nvPr/>
          </p:nvSpPr>
          <p:spPr>
            <a:xfrm>
              <a:off x="634" y="3615"/>
              <a:ext cx="221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Courier New"/>
                  <a:ea typeface="Courier New"/>
                  <a:cs typeface="Courier New"/>
                  <a:sym typeface="Courier New"/>
                </a:rPr>
                <a:t>∆</a:t>
              </a:r>
              <a:r>
                <a:rPr i="1" lang="en-US" sz="2400">
                  <a:solidFill>
                    <a:schemeClr val="dk1"/>
                  </a:solidFill>
                  <a:latin typeface="Arial"/>
                  <a:ea typeface="Arial"/>
                  <a:cs typeface="Arial"/>
                  <a:sym typeface="Arial"/>
                </a:rPr>
                <a:t>y</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u</a:t>
              </a:r>
              <a:r>
                <a:rPr baseline="-25000" i="1" lang="en-US" sz="2400">
                  <a:solidFill>
                    <a:schemeClr val="dk1"/>
                  </a:solidFill>
                  <a:latin typeface="Arial"/>
                  <a:ea typeface="Arial"/>
                  <a:cs typeface="Arial"/>
                  <a:sym typeface="Arial"/>
                </a:rPr>
                <a:t>y</a:t>
              </a:r>
              <a:r>
                <a:rPr i="1" lang="en-US" sz="2400">
                  <a:solidFill>
                    <a:schemeClr val="dk1"/>
                  </a:solidFill>
                  <a:latin typeface="Arial"/>
                  <a:ea typeface="Arial"/>
                  <a:cs typeface="Arial"/>
                  <a:sym typeface="Arial"/>
                </a:rPr>
                <a:t>t</a:t>
              </a:r>
              <a:r>
                <a:rPr lang="en-US" sz="2400">
                  <a:solidFill>
                    <a:schemeClr val="dk1"/>
                  </a:solidFill>
                  <a:latin typeface="Arial"/>
                  <a:ea typeface="Arial"/>
                  <a:cs typeface="Arial"/>
                  <a:sym typeface="Arial"/>
                </a:rPr>
                <a:t> + (1/2)</a:t>
              </a:r>
              <a:r>
                <a:rPr i="1" lang="en-US" sz="2400">
                  <a:solidFill>
                    <a:schemeClr val="dk1"/>
                  </a:solidFill>
                  <a:latin typeface="Arial"/>
                  <a:ea typeface="Arial"/>
                  <a:cs typeface="Arial"/>
                  <a:sym typeface="Arial"/>
                </a:rPr>
                <a:t>a</a:t>
              </a:r>
              <a:r>
                <a:rPr baseline="-25000" i="1" lang="en-US" sz="2400">
                  <a:solidFill>
                    <a:schemeClr val="dk1"/>
                  </a:solidFill>
                  <a:latin typeface="Arial"/>
                  <a:ea typeface="Arial"/>
                  <a:cs typeface="Arial"/>
                  <a:sym typeface="Arial"/>
                </a:rPr>
                <a:t>y</a:t>
              </a:r>
              <a:r>
                <a:rPr i="1" lang="en-US" sz="2400">
                  <a:solidFill>
                    <a:schemeClr val="dk1"/>
                  </a:solidFill>
                  <a:latin typeface="Arial"/>
                  <a:ea typeface="Arial"/>
                  <a:cs typeface="Arial"/>
                  <a:sym typeface="Arial"/>
                </a:rPr>
                <a:t>t </a:t>
              </a:r>
              <a:r>
                <a:rPr baseline="30000" lang="en-US" sz="2400">
                  <a:solidFill>
                    <a:schemeClr val="dk1"/>
                  </a:solidFill>
                  <a:latin typeface="Arial"/>
                  <a:ea typeface="Arial"/>
                  <a:cs typeface="Arial"/>
                  <a:sym typeface="Arial"/>
                </a:rPr>
                <a:t>2</a:t>
              </a:r>
              <a:endParaRPr/>
            </a:p>
          </p:txBody>
        </p:sp>
        <p:sp>
          <p:nvSpPr>
            <p:cNvPr id="2157" name="Google Shape;2157;p80"/>
            <p:cNvSpPr txBox="1"/>
            <p:nvPr/>
          </p:nvSpPr>
          <p:spPr>
            <a:xfrm>
              <a:off x="625" y="3867"/>
              <a:ext cx="1669"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chemeClr val="dk1"/>
                  </a:solidFill>
                  <a:latin typeface="Arial"/>
                  <a:ea typeface="Arial"/>
                  <a:cs typeface="Arial"/>
                  <a:sym typeface="Arial"/>
                </a:rPr>
                <a:t> v</a:t>
              </a:r>
              <a:r>
                <a:rPr baseline="-25000" i="1" lang="en-US" sz="2400">
                  <a:solidFill>
                    <a:schemeClr val="dk1"/>
                  </a:solidFill>
                  <a:latin typeface="Arial"/>
                  <a:ea typeface="Arial"/>
                  <a:cs typeface="Arial"/>
                  <a:sym typeface="Arial"/>
                </a:rPr>
                <a:t>y</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u</a:t>
              </a:r>
              <a:r>
                <a:rPr baseline="-25000" i="1" lang="en-US" sz="2400">
                  <a:solidFill>
                    <a:schemeClr val="dk1"/>
                  </a:solidFill>
                  <a:latin typeface="Arial"/>
                  <a:ea typeface="Arial"/>
                  <a:cs typeface="Arial"/>
                  <a:sym typeface="Arial"/>
                </a:rPr>
                <a:t>y</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a</a:t>
              </a:r>
              <a:r>
                <a:rPr baseline="-25000" i="1" lang="en-US" sz="2400">
                  <a:solidFill>
                    <a:schemeClr val="dk1"/>
                  </a:solidFill>
                  <a:latin typeface="Arial"/>
                  <a:ea typeface="Arial"/>
                  <a:cs typeface="Arial"/>
                  <a:sym typeface="Arial"/>
                </a:rPr>
                <a:t>y</a:t>
              </a:r>
              <a:r>
                <a:rPr i="1" lang="en-US" sz="2400">
                  <a:solidFill>
                    <a:schemeClr val="dk1"/>
                  </a:solidFill>
                  <a:latin typeface="Arial"/>
                  <a:ea typeface="Arial"/>
                  <a:cs typeface="Arial"/>
                  <a:sym typeface="Arial"/>
                </a:rPr>
                <a:t>t</a:t>
              </a:r>
              <a:endParaRPr/>
            </a:p>
          </p:txBody>
        </p:sp>
      </p:grpSp>
      <p:sp>
        <p:nvSpPr>
          <p:cNvPr id="2158" name="Google Shape;2158;p80"/>
          <p:cNvSpPr txBox="1"/>
          <p:nvPr>
            <p:ph type="ctrTitle"/>
          </p:nvPr>
        </p:nvSpPr>
        <p:spPr>
          <a:xfrm>
            <a:off x="685800" y="533400"/>
            <a:ext cx="7772400" cy="8334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2: Mechanics</a:t>
            </a:r>
            <a:br>
              <a:rPr b="1" lang="en-US" sz="2800"/>
            </a:br>
            <a:r>
              <a:rPr lang="en-US" sz="2800">
                <a:solidFill>
                  <a:schemeClr val="dk1"/>
                </a:solidFill>
              </a:rPr>
              <a:t>2.1 – Motion</a:t>
            </a:r>
            <a:endParaRPr/>
          </a:p>
        </p:txBody>
      </p:sp>
      <p:sp>
        <p:nvSpPr>
          <p:cNvPr id="2159" name="Google Shape;2159;p80"/>
          <p:cNvSpPr/>
          <p:nvPr/>
        </p:nvSpPr>
        <p:spPr>
          <a:xfrm>
            <a:off x="685800" y="3803650"/>
            <a:ext cx="7772400" cy="3054350"/>
          </a:xfrm>
          <a:prstGeom prst="rect">
            <a:avLst/>
          </a:prstGeom>
          <a:solidFill>
            <a:srgbClr val="CCFFC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400">
                <a:solidFill>
                  <a:schemeClr val="dk1"/>
                </a:solidFill>
                <a:latin typeface="Arial"/>
                <a:ea typeface="Arial"/>
                <a:cs typeface="Arial"/>
                <a:sym typeface="Arial"/>
              </a:rPr>
              <a:t>PRACTICE: Show that the reduced equations for projectile motion are</a:t>
            </a:r>
            <a:endParaRPr/>
          </a:p>
          <a:p>
            <a:pPr indent="0" lvl="0" marL="0" marR="0" rtl="0" algn="l">
              <a:spcBef>
                <a:spcPts val="0"/>
              </a:spcBef>
              <a:spcAft>
                <a:spcPts val="0"/>
              </a:spcAft>
              <a:buNone/>
            </a:pPr>
            <a:r>
              <a:t/>
            </a:r>
            <a:endParaRPr sz="2400">
              <a:solidFill>
                <a:schemeClr val="dk1"/>
              </a:solidFill>
              <a:latin typeface="Arial"/>
              <a:ea typeface="Arial"/>
              <a:cs typeface="Arial"/>
              <a:sym typeface="Arial"/>
            </a:endParaRPr>
          </a:p>
          <a:p>
            <a:pPr indent="0" lvl="0" marL="0" marR="0" rtl="0" algn="l">
              <a:spcBef>
                <a:spcPts val="0"/>
              </a:spcBef>
              <a:spcAft>
                <a:spcPts val="0"/>
              </a:spcAft>
              <a:buNone/>
            </a:pPr>
            <a:r>
              <a:t/>
            </a:r>
            <a:endParaRPr sz="2400">
              <a:solidFill>
                <a:schemeClr val="dk1"/>
              </a:solidFill>
              <a:latin typeface="Arial"/>
              <a:ea typeface="Arial"/>
              <a:cs typeface="Arial"/>
              <a:sym typeface="Arial"/>
            </a:endParaRPr>
          </a:p>
          <a:p>
            <a:pPr indent="0" lvl="0" marL="0" marR="0" rtl="0" algn="l">
              <a:spcBef>
                <a:spcPts val="0"/>
              </a:spcBef>
              <a:spcAft>
                <a:spcPts val="0"/>
              </a:spcAft>
              <a:buNone/>
            </a:pPr>
            <a:r>
              <a:t/>
            </a:r>
            <a:endParaRPr sz="2400">
              <a:solidFill>
                <a:schemeClr val="dk1"/>
              </a:solidFill>
              <a:latin typeface="Arial"/>
              <a:ea typeface="Arial"/>
              <a:cs typeface="Arial"/>
              <a:sym typeface="Arial"/>
            </a:endParaRPr>
          </a:p>
          <a:p>
            <a:pPr indent="0" lvl="0" marL="0" marR="0" rtl="0" algn="l">
              <a:spcBef>
                <a:spcPts val="0"/>
              </a:spcBef>
              <a:spcAft>
                <a:spcPts val="0"/>
              </a:spcAft>
              <a:buNone/>
            </a:pPr>
            <a:r>
              <a:rPr lang="en-US" sz="2400">
                <a:solidFill>
                  <a:schemeClr val="dk1"/>
                </a:solidFill>
                <a:latin typeface="Arial"/>
                <a:ea typeface="Arial"/>
                <a:cs typeface="Arial"/>
                <a:sym typeface="Arial"/>
              </a:rPr>
              <a:t>SOLUTION: </a:t>
            </a:r>
            <a:endParaRPr/>
          </a:p>
          <a:p>
            <a:pPr indent="0" lvl="0" marL="0" marR="0" rtl="0" algn="l">
              <a:spcBef>
                <a:spcPts val="0"/>
              </a:spcBef>
              <a:spcAft>
                <a:spcPts val="0"/>
              </a:spcAft>
              <a:buNone/>
            </a:pPr>
            <a:r>
              <a:rPr lang="en-US" sz="2400">
                <a:solidFill>
                  <a:schemeClr val="dk1"/>
                </a:solidFill>
                <a:latin typeface="Arial"/>
                <a:ea typeface="Arial"/>
                <a:cs typeface="Arial"/>
                <a:sym typeface="Arial"/>
              </a:rPr>
              <a:t>∙</a:t>
            </a:r>
            <a:r>
              <a:rPr i="1" lang="en-US" sz="2400">
                <a:solidFill>
                  <a:schemeClr val="dk1"/>
                </a:solidFill>
                <a:latin typeface="Arial"/>
                <a:ea typeface="Arial"/>
                <a:cs typeface="Arial"/>
                <a:sym typeface="Arial"/>
              </a:rPr>
              <a:t>a</a:t>
            </a:r>
            <a:r>
              <a:rPr baseline="-25000" i="1" lang="en-US" sz="2400">
                <a:solidFill>
                  <a:schemeClr val="dk1"/>
                </a:solidFill>
                <a:latin typeface="Arial"/>
                <a:ea typeface="Arial"/>
                <a:cs typeface="Arial"/>
                <a:sym typeface="Arial"/>
              </a:rPr>
              <a:t>x</a:t>
            </a:r>
            <a:r>
              <a:rPr lang="en-US" sz="2400">
                <a:solidFill>
                  <a:schemeClr val="dk1"/>
                </a:solidFill>
                <a:latin typeface="Arial"/>
                <a:ea typeface="Arial"/>
                <a:cs typeface="Arial"/>
                <a:sym typeface="Arial"/>
              </a:rPr>
              <a:t> = 0 in the absence of air resistance.</a:t>
            </a:r>
            <a:endParaRPr/>
          </a:p>
          <a:p>
            <a:pPr indent="0" lvl="0" marL="0" marR="0" rtl="0" algn="l">
              <a:spcBef>
                <a:spcPts val="0"/>
              </a:spcBef>
              <a:spcAft>
                <a:spcPts val="0"/>
              </a:spcAft>
              <a:buNone/>
            </a:pPr>
            <a:r>
              <a:rPr lang="en-US" sz="2400">
                <a:solidFill>
                  <a:schemeClr val="dk1"/>
                </a:solidFill>
                <a:latin typeface="Arial"/>
                <a:ea typeface="Arial"/>
                <a:cs typeface="Arial"/>
                <a:sym typeface="Arial"/>
              </a:rPr>
              <a:t>∙</a:t>
            </a:r>
            <a:r>
              <a:rPr i="1" lang="en-US" sz="2400">
                <a:solidFill>
                  <a:schemeClr val="dk1"/>
                </a:solidFill>
                <a:latin typeface="Arial"/>
                <a:ea typeface="Arial"/>
                <a:cs typeface="Arial"/>
                <a:sym typeface="Arial"/>
              </a:rPr>
              <a:t>a</a:t>
            </a:r>
            <a:r>
              <a:rPr baseline="-25000" i="1" lang="en-US" sz="2400">
                <a:solidFill>
                  <a:schemeClr val="dk1"/>
                </a:solidFill>
                <a:latin typeface="Arial"/>
                <a:ea typeface="Arial"/>
                <a:cs typeface="Arial"/>
                <a:sym typeface="Arial"/>
              </a:rPr>
              <a:t>y</a:t>
            </a:r>
            <a:r>
              <a:rPr lang="en-US" sz="2400">
                <a:solidFill>
                  <a:schemeClr val="dk1"/>
                </a:solidFill>
                <a:latin typeface="Arial"/>
                <a:ea typeface="Arial"/>
                <a:cs typeface="Arial"/>
                <a:sym typeface="Arial"/>
              </a:rPr>
              <a:t> = -10 in the absence of air resistance.</a:t>
            </a:r>
            <a:endParaRPr/>
          </a:p>
        </p:txBody>
      </p:sp>
      <p:grpSp>
        <p:nvGrpSpPr>
          <p:cNvPr id="2160" name="Google Shape;2160;p80"/>
          <p:cNvGrpSpPr/>
          <p:nvPr/>
        </p:nvGrpSpPr>
        <p:grpSpPr>
          <a:xfrm>
            <a:off x="3181350" y="1803400"/>
            <a:ext cx="423863" cy="463550"/>
            <a:chOff x="2097" y="1090"/>
            <a:chExt cx="267" cy="292"/>
          </a:xfrm>
        </p:grpSpPr>
        <p:cxnSp>
          <p:nvCxnSpPr>
            <p:cNvPr id="2161" name="Google Shape;2161;p80"/>
            <p:cNvCxnSpPr/>
            <p:nvPr/>
          </p:nvCxnSpPr>
          <p:spPr>
            <a:xfrm flipH="1" rot="10800000">
              <a:off x="2097" y="1210"/>
              <a:ext cx="138" cy="172"/>
            </a:xfrm>
            <a:prstGeom prst="straightConnector1">
              <a:avLst/>
            </a:prstGeom>
            <a:noFill/>
            <a:ln cap="flat" cmpd="sng" w="12700">
              <a:solidFill>
                <a:srgbClr val="FF0000"/>
              </a:solidFill>
              <a:prstDash val="solid"/>
              <a:round/>
              <a:headEnd len="med" w="med" type="none"/>
              <a:tailEnd len="med" w="med" type="stealth"/>
            </a:ln>
          </p:spPr>
        </p:cxnSp>
        <p:sp>
          <p:nvSpPr>
            <p:cNvPr id="2162" name="Google Shape;2162;p80"/>
            <p:cNvSpPr txBox="1"/>
            <p:nvPr/>
          </p:nvSpPr>
          <p:spPr>
            <a:xfrm>
              <a:off x="2171" y="1090"/>
              <a:ext cx="193" cy="2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rgbClr val="FF0000"/>
                  </a:solidFill>
                  <a:latin typeface="Courier New"/>
                  <a:ea typeface="Courier New"/>
                  <a:cs typeface="Courier New"/>
                  <a:sym typeface="Courier New"/>
                </a:rPr>
                <a:t>0</a:t>
              </a:r>
              <a:endParaRPr/>
            </a:p>
          </p:txBody>
        </p:sp>
      </p:grpSp>
      <p:grpSp>
        <p:nvGrpSpPr>
          <p:cNvPr id="2163" name="Google Shape;2163;p80"/>
          <p:cNvGrpSpPr/>
          <p:nvPr/>
        </p:nvGrpSpPr>
        <p:grpSpPr>
          <a:xfrm>
            <a:off x="2414588" y="2203450"/>
            <a:ext cx="423862" cy="463550"/>
            <a:chOff x="2097" y="1090"/>
            <a:chExt cx="267" cy="292"/>
          </a:xfrm>
        </p:grpSpPr>
        <p:cxnSp>
          <p:nvCxnSpPr>
            <p:cNvPr id="2164" name="Google Shape;2164;p80"/>
            <p:cNvCxnSpPr/>
            <p:nvPr/>
          </p:nvCxnSpPr>
          <p:spPr>
            <a:xfrm flipH="1" rot="10800000">
              <a:off x="2097" y="1210"/>
              <a:ext cx="138" cy="172"/>
            </a:xfrm>
            <a:prstGeom prst="straightConnector1">
              <a:avLst/>
            </a:prstGeom>
            <a:noFill/>
            <a:ln cap="flat" cmpd="sng" w="12700">
              <a:solidFill>
                <a:srgbClr val="FF0000"/>
              </a:solidFill>
              <a:prstDash val="solid"/>
              <a:round/>
              <a:headEnd len="med" w="med" type="none"/>
              <a:tailEnd len="med" w="med" type="stealth"/>
            </a:ln>
          </p:spPr>
        </p:cxnSp>
        <p:sp>
          <p:nvSpPr>
            <p:cNvPr id="2165" name="Google Shape;2165;p80"/>
            <p:cNvSpPr txBox="1"/>
            <p:nvPr/>
          </p:nvSpPr>
          <p:spPr>
            <a:xfrm>
              <a:off x="2171" y="1090"/>
              <a:ext cx="193" cy="2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rgbClr val="FF0000"/>
                  </a:solidFill>
                  <a:latin typeface="Courier New"/>
                  <a:ea typeface="Courier New"/>
                  <a:cs typeface="Courier New"/>
                  <a:sym typeface="Courier New"/>
                </a:rPr>
                <a:t>0</a:t>
              </a:r>
              <a:endParaRPr/>
            </a:p>
          </p:txBody>
        </p:sp>
      </p:grpSp>
      <p:grpSp>
        <p:nvGrpSpPr>
          <p:cNvPr id="2166" name="Google Shape;2166;p80"/>
          <p:cNvGrpSpPr/>
          <p:nvPr/>
        </p:nvGrpSpPr>
        <p:grpSpPr>
          <a:xfrm>
            <a:off x="2509838" y="2744788"/>
            <a:ext cx="1576387" cy="1887537"/>
            <a:chOff x="1581" y="1729"/>
            <a:chExt cx="993" cy="1189"/>
          </a:xfrm>
        </p:grpSpPr>
        <p:sp>
          <p:nvSpPr>
            <p:cNvPr id="2167" name="Google Shape;2167;p80"/>
            <p:cNvSpPr/>
            <p:nvPr/>
          </p:nvSpPr>
          <p:spPr>
            <a:xfrm>
              <a:off x="1581" y="1729"/>
              <a:ext cx="600" cy="233"/>
            </a:xfrm>
            <a:prstGeom prst="rect">
              <a:avLst/>
            </a:prstGeom>
            <a:noFill/>
            <a:ln cap="flat" cmpd="sng" w="952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cxnSp>
          <p:nvCxnSpPr>
            <p:cNvPr id="2168" name="Google Shape;2168;p80"/>
            <p:cNvCxnSpPr/>
            <p:nvPr/>
          </p:nvCxnSpPr>
          <p:spPr>
            <a:xfrm>
              <a:off x="2169" y="1954"/>
              <a:ext cx="405" cy="964"/>
            </a:xfrm>
            <a:prstGeom prst="straightConnector1">
              <a:avLst/>
            </a:prstGeom>
            <a:noFill/>
            <a:ln cap="flat" cmpd="sng" w="12700">
              <a:solidFill>
                <a:srgbClr val="FF0000"/>
              </a:solidFill>
              <a:prstDash val="solid"/>
              <a:round/>
              <a:headEnd len="med" w="med" type="none"/>
              <a:tailEnd len="med" w="med" type="stealth"/>
            </a:ln>
          </p:spPr>
        </p:cxnSp>
      </p:grpSp>
      <p:grpSp>
        <p:nvGrpSpPr>
          <p:cNvPr id="2169" name="Google Shape;2169;p80"/>
          <p:cNvGrpSpPr/>
          <p:nvPr/>
        </p:nvGrpSpPr>
        <p:grpSpPr>
          <a:xfrm>
            <a:off x="2365375" y="3205163"/>
            <a:ext cx="1698625" cy="1814512"/>
            <a:chOff x="1493" y="1882"/>
            <a:chExt cx="1426" cy="1143"/>
          </a:xfrm>
        </p:grpSpPr>
        <p:sp>
          <p:nvSpPr>
            <p:cNvPr id="2170" name="Google Shape;2170;p80"/>
            <p:cNvSpPr/>
            <p:nvPr/>
          </p:nvSpPr>
          <p:spPr>
            <a:xfrm>
              <a:off x="1493" y="1882"/>
              <a:ext cx="334" cy="204"/>
            </a:xfrm>
            <a:prstGeom prst="rect">
              <a:avLst/>
            </a:prstGeom>
            <a:noFill/>
            <a:ln cap="flat" cmpd="sng" w="952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cxnSp>
          <p:nvCxnSpPr>
            <p:cNvPr id="2171" name="Google Shape;2171;p80"/>
            <p:cNvCxnSpPr/>
            <p:nvPr/>
          </p:nvCxnSpPr>
          <p:spPr>
            <a:xfrm>
              <a:off x="1828" y="2093"/>
              <a:ext cx="1091" cy="932"/>
            </a:xfrm>
            <a:prstGeom prst="straightConnector1">
              <a:avLst/>
            </a:prstGeom>
            <a:noFill/>
            <a:ln cap="flat" cmpd="sng" w="12700">
              <a:solidFill>
                <a:srgbClr val="FF0000"/>
              </a:solidFill>
              <a:prstDash val="solid"/>
              <a:round/>
              <a:headEnd len="med" w="med" type="none"/>
              <a:tailEnd len="med" w="med" type="stealth"/>
            </a:ln>
          </p:spPr>
        </p:cxnSp>
      </p:grpSp>
      <p:grpSp>
        <p:nvGrpSpPr>
          <p:cNvPr id="2172" name="Google Shape;2172;p80"/>
          <p:cNvGrpSpPr/>
          <p:nvPr/>
        </p:nvGrpSpPr>
        <p:grpSpPr>
          <a:xfrm>
            <a:off x="836613" y="4546600"/>
            <a:ext cx="7464425" cy="881063"/>
            <a:chOff x="497" y="2822"/>
            <a:chExt cx="4702" cy="555"/>
          </a:xfrm>
        </p:grpSpPr>
        <p:sp>
          <p:nvSpPr>
            <p:cNvPr id="2173" name="Google Shape;2173;p80"/>
            <p:cNvSpPr txBox="1"/>
            <p:nvPr/>
          </p:nvSpPr>
          <p:spPr>
            <a:xfrm>
              <a:off x="3258" y="2859"/>
              <a:ext cx="1941" cy="518"/>
            </a:xfrm>
            <a:prstGeom prst="rect">
              <a:avLst/>
            </a:prstGeom>
            <a:solidFill>
              <a:srgbClr val="FF0000"/>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lt1"/>
                  </a:solidFill>
                  <a:latin typeface="Arial"/>
                  <a:ea typeface="Arial"/>
                  <a:cs typeface="Arial"/>
                  <a:sym typeface="Arial"/>
                </a:rPr>
                <a:t>reduced equations of projectile motion</a:t>
              </a:r>
              <a:endParaRPr/>
            </a:p>
          </p:txBody>
        </p:sp>
        <p:sp>
          <p:nvSpPr>
            <p:cNvPr id="2174" name="Google Shape;2174;p80"/>
            <p:cNvSpPr/>
            <p:nvPr/>
          </p:nvSpPr>
          <p:spPr>
            <a:xfrm>
              <a:off x="497" y="2861"/>
              <a:ext cx="4701" cy="513"/>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175" name="Google Shape;2175;p80"/>
            <p:cNvSpPr txBox="1"/>
            <p:nvPr/>
          </p:nvSpPr>
          <p:spPr>
            <a:xfrm>
              <a:off x="589" y="2822"/>
              <a:ext cx="1343"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Arial"/>
                  <a:ea typeface="Arial"/>
                  <a:cs typeface="Arial"/>
                  <a:sym typeface="Arial"/>
                </a:rPr>
                <a:t>∆</a:t>
              </a:r>
              <a:r>
                <a:rPr i="1" lang="en-US" sz="2400">
                  <a:solidFill>
                    <a:schemeClr val="dk1"/>
                  </a:solidFill>
                  <a:latin typeface="Arial"/>
                  <a:ea typeface="Arial"/>
                  <a:cs typeface="Arial"/>
                  <a:sym typeface="Arial"/>
                </a:rPr>
                <a:t>x</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u</a:t>
              </a:r>
              <a:r>
                <a:rPr baseline="-25000" i="1" lang="en-US" sz="2400">
                  <a:solidFill>
                    <a:schemeClr val="dk1"/>
                  </a:solidFill>
                  <a:latin typeface="Arial"/>
                  <a:ea typeface="Arial"/>
                  <a:cs typeface="Arial"/>
                  <a:sym typeface="Arial"/>
                </a:rPr>
                <a:t>x</a:t>
              </a:r>
              <a:r>
                <a:rPr i="1" lang="en-US" sz="2400">
                  <a:solidFill>
                    <a:schemeClr val="dk1"/>
                  </a:solidFill>
                  <a:latin typeface="Arial"/>
                  <a:ea typeface="Arial"/>
                  <a:cs typeface="Arial"/>
                  <a:sym typeface="Arial"/>
                </a:rPr>
                <a:t>t</a:t>
              </a:r>
              <a:endParaRPr/>
            </a:p>
          </p:txBody>
        </p:sp>
        <p:sp>
          <p:nvSpPr>
            <p:cNvPr id="2176" name="Google Shape;2176;p80"/>
            <p:cNvSpPr txBox="1"/>
            <p:nvPr/>
          </p:nvSpPr>
          <p:spPr>
            <a:xfrm>
              <a:off x="586" y="3074"/>
              <a:ext cx="1063"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chemeClr val="dk1"/>
                  </a:solidFill>
                  <a:latin typeface="Arial"/>
                  <a:ea typeface="Arial"/>
                  <a:cs typeface="Arial"/>
                  <a:sym typeface="Arial"/>
                </a:rPr>
                <a:t> v</a:t>
              </a:r>
              <a:r>
                <a:rPr baseline="-25000" i="1" lang="en-US" sz="2400">
                  <a:solidFill>
                    <a:schemeClr val="dk1"/>
                  </a:solidFill>
                  <a:latin typeface="Arial"/>
                  <a:ea typeface="Arial"/>
                  <a:cs typeface="Arial"/>
                  <a:sym typeface="Arial"/>
                </a:rPr>
                <a:t>x</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u</a:t>
              </a:r>
              <a:r>
                <a:rPr baseline="-25000" i="1" lang="en-US" sz="2400">
                  <a:solidFill>
                    <a:schemeClr val="dk1"/>
                  </a:solidFill>
                  <a:latin typeface="Arial"/>
                  <a:ea typeface="Arial"/>
                  <a:cs typeface="Arial"/>
                  <a:sym typeface="Arial"/>
                </a:rPr>
                <a:t>x</a:t>
              </a:r>
              <a:endParaRPr i="1" sz="2400">
                <a:solidFill>
                  <a:schemeClr val="dk1"/>
                </a:solidFill>
                <a:latin typeface="Arial"/>
                <a:ea typeface="Arial"/>
                <a:cs typeface="Arial"/>
                <a:sym typeface="Arial"/>
              </a:endParaRPr>
            </a:p>
          </p:txBody>
        </p:sp>
        <p:sp>
          <p:nvSpPr>
            <p:cNvPr id="2177" name="Google Shape;2177;p80"/>
            <p:cNvSpPr txBox="1"/>
            <p:nvPr/>
          </p:nvSpPr>
          <p:spPr>
            <a:xfrm>
              <a:off x="1649" y="2823"/>
              <a:ext cx="1683"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Arial"/>
                  <a:ea typeface="Arial"/>
                  <a:cs typeface="Arial"/>
                  <a:sym typeface="Arial"/>
                </a:rPr>
                <a:t>∆</a:t>
              </a:r>
              <a:r>
                <a:rPr i="1" lang="en-US" sz="2400">
                  <a:solidFill>
                    <a:schemeClr val="dk1"/>
                  </a:solidFill>
                  <a:latin typeface="Arial"/>
                  <a:ea typeface="Arial"/>
                  <a:cs typeface="Arial"/>
                  <a:sym typeface="Arial"/>
                </a:rPr>
                <a:t>y</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u</a:t>
              </a:r>
              <a:r>
                <a:rPr baseline="-25000" i="1" lang="en-US" sz="2400">
                  <a:solidFill>
                    <a:schemeClr val="dk1"/>
                  </a:solidFill>
                  <a:latin typeface="Arial"/>
                  <a:ea typeface="Arial"/>
                  <a:cs typeface="Arial"/>
                  <a:sym typeface="Arial"/>
                </a:rPr>
                <a:t>y</a:t>
              </a:r>
              <a:r>
                <a:rPr i="1" lang="en-US" sz="2400">
                  <a:solidFill>
                    <a:schemeClr val="dk1"/>
                  </a:solidFill>
                  <a:latin typeface="Arial"/>
                  <a:ea typeface="Arial"/>
                  <a:cs typeface="Arial"/>
                  <a:sym typeface="Arial"/>
                </a:rPr>
                <a:t>t</a:t>
              </a:r>
              <a:r>
                <a:rPr lang="en-US" sz="2400">
                  <a:solidFill>
                    <a:schemeClr val="dk1"/>
                  </a:solidFill>
                  <a:latin typeface="Arial"/>
                  <a:ea typeface="Arial"/>
                  <a:cs typeface="Arial"/>
                  <a:sym typeface="Arial"/>
                </a:rPr>
                <a:t> - 5</a:t>
              </a:r>
              <a:r>
                <a:rPr i="1" lang="en-US" sz="2400">
                  <a:solidFill>
                    <a:schemeClr val="dk1"/>
                  </a:solidFill>
                  <a:latin typeface="Arial"/>
                  <a:ea typeface="Arial"/>
                  <a:cs typeface="Arial"/>
                  <a:sym typeface="Arial"/>
                </a:rPr>
                <a:t>t </a:t>
              </a:r>
              <a:r>
                <a:rPr baseline="30000" lang="en-US" sz="2400">
                  <a:solidFill>
                    <a:schemeClr val="dk1"/>
                  </a:solidFill>
                  <a:latin typeface="Arial"/>
                  <a:ea typeface="Arial"/>
                  <a:cs typeface="Arial"/>
                  <a:sym typeface="Arial"/>
                </a:rPr>
                <a:t>2</a:t>
              </a:r>
              <a:endParaRPr/>
            </a:p>
          </p:txBody>
        </p:sp>
        <p:sp>
          <p:nvSpPr>
            <p:cNvPr id="2178" name="Google Shape;2178;p80"/>
            <p:cNvSpPr txBox="1"/>
            <p:nvPr/>
          </p:nvSpPr>
          <p:spPr>
            <a:xfrm>
              <a:off x="1647" y="3074"/>
              <a:ext cx="168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chemeClr val="dk1"/>
                  </a:solidFill>
                  <a:latin typeface="Arial"/>
                  <a:ea typeface="Arial"/>
                  <a:cs typeface="Arial"/>
                  <a:sym typeface="Arial"/>
                </a:rPr>
                <a:t> v</a:t>
              </a:r>
              <a:r>
                <a:rPr baseline="-25000" i="1" lang="en-US" sz="2400">
                  <a:solidFill>
                    <a:schemeClr val="dk1"/>
                  </a:solidFill>
                  <a:latin typeface="Arial"/>
                  <a:ea typeface="Arial"/>
                  <a:cs typeface="Arial"/>
                  <a:sym typeface="Arial"/>
                </a:rPr>
                <a:t>y</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u</a:t>
              </a:r>
              <a:r>
                <a:rPr baseline="-25000" i="1" lang="en-US" sz="2400">
                  <a:solidFill>
                    <a:schemeClr val="dk1"/>
                  </a:solidFill>
                  <a:latin typeface="Arial"/>
                  <a:ea typeface="Arial"/>
                  <a:cs typeface="Arial"/>
                  <a:sym typeface="Arial"/>
                </a:rPr>
                <a:t>y</a:t>
              </a:r>
              <a:r>
                <a:rPr lang="en-US" sz="2400">
                  <a:solidFill>
                    <a:schemeClr val="dk1"/>
                  </a:solidFill>
                  <a:latin typeface="Arial"/>
                  <a:ea typeface="Arial"/>
                  <a:cs typeface="Arial"/>
                  <a:sym typeface="Arial"/>
                </a:rPr>
                <a:t> - 10</a:t>
              </a:r>
              <a:r>
                <a:rPr i="1" lang="en-US" sz="2400">
                  <a:solidFill>
                    <a:schemeClr val="dk1"/>
                  </a:solidFill>
                  <a:latin typeface="Arial"/>
                  <a:ea typeface="Arial"/>
                  <a:cs typeface="Arial"/>
                  <a:sym typeface="Arial"/>
                </a:rPr>
                <a:t>t</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150"/>
                                        </p:tgtEl>
                                        <p:attrNameLst>
                                          <p:attrName>style.visibility</p:attrName>
                                        </p:attrNameLst>
                                      </p:cBhvr>
                                      <p:to>
                                        <p:strVal val="visible"/>
                                      </p:to>
                                    </p:set>
                                    <p:anim calcmode="lin" valueType="num">
                                      <p:cBhvr additive="base">
                                        <p:cTn dur="500"/>
                                        <p:tgtEl>
                                          <p:spTgt spid="2150"/>
                                        </p:tgtEl>
                                        <p:attrNameLst>
                                          <p:attrName>ppt_w</p:attrName>
                                        </p:attrNameLst>
                                      </p:cBhvr>
                                      <p:tavLst>
                                        <p:tav fmla="" tm="0">
                                          <p:val>
                                            <p:strVal val="0"/>
                                          </p:val>
                                        </p:tav>
                                        <p:tav fmla="" tm="100000">
                                          <p:val>
                                            <p:strVal val="#ppt_w"/>
                                          </p:val>
                                        </p:tav>
                                      </p:tavLst>
                                    </p:anim>
                                    <p:anim calcmode="lin" valueType="num">
                                      <p:cBhvr additive="base">
                                        <p:cTn dur="500"/>
                                        <p:tgtEl>
                                          <p:spTgt spid="2150"/>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159">
                                            <p:txEl>
                                              <p:pRg end="0" st="0"/>
                                            </p:txEl>
                                          </p:spTgt>
                                        </p:tgtEl>
                                        <p:attrNameLst>
                                          <p:attrName>style.visibility</p:attrName>
                                        </p:attrNameLst>
                                      </p:cBhvr>
                                      <p:to>
                                        <p:strVal val="visible"/>
                                      </p:to>
                                    </p:set>
                                    <p:anim calcmode="lin" valueType="num">
                                      <p:cBhvr additive="base">
                                        <p:cTn dur="500"/>
                                        <p:tgtEl>
                                          <p:spTgt spid="2159">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159">
                                            <p:txEl>
                                              <p:pRg end="1" st="1"/>
                                            </p:txEl>
                                          </p:spTgt>
                                        </p:tgtEl>
                                        <p:attrNameLst>
                                          <p:attrName>style.visibility</p:attrName>
                                        </p:attrNameLst>
                                      </p:cBhvr>
                                      <p:to>
                                        <p:strVal val="visible"/>
                                      </p:to>
                                    </p:set>
                                    <p:anim calcmode="lin" valueType="num">
                                      <p:cBhvr additive="base">
                                        <p:cTn dur="500"/>
                                        <p:tgtEl>
                                          <p:spTgt spid="2159">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159">
                                            <p:txEl>
                                              <p:pRg end="2" st="2"/>
                                            </p:txEl>
                                          </p:spTgt>
                                        </p:tgtEl>
                                        <p:attrNameLst>
                                          <p:attrName>style.visibility</p:attrName>
                                        </p:attrNameLst>
                                      </p:cBhvr>
                                      <p:to>
                                        <p:strVal val="visible"/>
                                      </p:to>
                                    </p:set>
                                    <p:anim calcmode="lin" valueType="num">
                                      <p:cBhvr additive="base">
                                        <p:cTn dur="500"/>
                                        <p:tgtEl>
                                          <p:spTgt spid="2159">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159">
                                            <p:txEl>
                                              <p:pRg end="3" st="3"/>
                                            </p:txEl>
                                          </p:spTgt>
                                        </p:tgtEl>
                                        <p:attrNameLst>
                                          <p:attrName>style.visibility</p:attrName>
                                        </p:attrNameLst>
                                      </p:cBhvr>
                                      <p:to>
                                        <p:strVal val="visible"/>
                                      </p:to>
                                    </p:set>
                                    <p:anim calcmode="lin" valueType="num">
                                      <p:cBhvr additive="base">
                                        <p:cTn dur="500"/>
                                        <p:tgtEl>
                                          <p:spTgt spid="2159">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159">
                                            <p:txEl>
                                              <p:pRg end="4" st="4"/>
                                            </p:txEl>
                                          </p:spTgt>
                                        </p:tgtEl>
                                        <p:attrNameLst>
                                          <p:attrName>style.visibility</p:attrName>
                                        </p:attrNameLst>
                                      </p:cBhvr>
                                      <p:to>
                                        <p:strVal val="visible"/>
                                      </p:to>
                                    </p:set>
                                    <p:anim calcmode="lin" valueType="num">
                                      <p:cBhvr additive="base">
                                        <p:cTn dur="500"/>
                                        <p:tgtEl>
                                          <p:spTgt spid="2159">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159">
                                            <p:txEl>
                                              <p:pRg end="5" st="5"/>
                                            </p:txEl>
                                          </p:spTgt>
                                        </p:tgtEl>
                                        <p:attrNameLst>
                                          <p:attrName>style.visibility</p:attrName>
                                        </p:attrNameLst>
                                      </p:cBhvr>
                                      <p:to>
                                        <p:strVal val="visible"/>
                                      </p:to>
                                    </p:set>
                                    <p:anim calcmode="lin" valueType="num">
                                      <p:cBhvr additive="base">
                                        <p:cTn dur="500"/>
                                        <p:tgtEl>
                                          <p:spTgt spid="2159">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159">
                                            <p:txEl>
                                              <p:pRg end="6" st="6"/>
                                            </p:txEl>
                                          </p:spTgt>
                                        </p:tgtEl>
                                        <p:attrNameLst>
                                          <p:attrName>style.visibility</p:attrName>
                                        </p:attrNameLst>
                                      </p:cBhvr>
                                      <p:to>
                                        <p:strVal val="visible"/>
                                      </p:to>
                                    </p:set>
                                    <p:anim calcmode="lin" valueType="num">
                                      <p:cBhvr additive="base">
                                        <p:cTn dur="500"/>
                                        <p:tgtEl>
                                          <p:spTgt spid="2159">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172"/>
                                        </p:tgtEl>
                                        <p:attrNameLst>
                                          <p:attrName>style.visibility</p:attrName>
                                        </p:attrNameLst>
                                      </p:cBhvr>
                                      <p:to>
                                        <p:strVal val="visible"/>
                                      </p:to>
                                    </p:set>
                                    <p:anim calcmode="lin" valueType="num">
                                      <p:cBhvr additive="base">
                                        <p:cTn dur="500"/>
                                        <p:tgtEl>
                                          <p:spTgt spid="2172"/>
                                        </p:tgtEl>
                                        <p:attrNameLst>
                                          <p:attrName>ppt_w</p:attrName>
                                        </p:attrNameLst>
                                      </p:cBhvr>
                                      <p:tavLst>
                                        <p:tav fmla="" tm="0">
                                          <p:val>
                                            <p:strVal val="0"/>
                                          </p:val>
                                        </p:tav>
                                        <p:tav fmla="" tm="100000">
                                          <p:val>
                                            <p:strVal val="#ppt_w"/>
                                          </p:val>
                                        </p:tav>
                                      </p:tavLst>
                                    </p:anim>
                                    <p:anim calcmode="lin" valueType="num">
                                      <p:cBhvr additive="base">
                                        <p:cTn dur="500"/>
                                        <p:tgtEl>
                                          <p:spTgt spid="2172"/>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60"/>
                                        </p:tgtEl>
                                        <p:attrNameLst>
                                          <p:attrName>style.visibility</p:attrName>
                                        </p:attrNameLst>
                                      </p:cBhvr>
                                      <p:to>
                                        <p:strVal val="visible"/>
                                      </p:to>
                                    </p:set>
                                    <p:animEffect filter="fade" transition="in">
                                      <p:cBhvr>
                                        <p:cTn dur="500"/>
                                        <p:tgtEl>
                                          <p:spTgt spid="216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63"/>
                                        </p:tgtEl>
                                        <p:attrNameLst>
                                          <p:attrName>style.visibility</p:attrName>
                                        </p:attrNameLst>
                                      </p:cBhvr>
                                      <p:to>
                                        <p:strVal val="visible"/>
                                      </p:to>
                                    </p:set>
                                    <p:animEffect filter="fade" transition="in">
                                      <p:cBhvr>
                                        <p:cTn dur="500"/>
                                        <p:tgtEl>
                                          <p:spTgt spid="216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66"/>
                                        </p:tgtEl>
                                        <p:attrNameLst>
                                          <p:attrName>style.visibility</p:attrName>
                                        </p:attrNameLst>
                                      </p:cBhvr>
                                      <p:to>
                                        <p:strVal val="visible"/>
                                      </p:to>
                                    </p:set>
                                    <p:animEffect filter="fade" transition="in">
                                      <p:cBhvr>
                                        <p:cTn dur="500"/>
                                        <p:tgtEl>
                                          <p:spTgt spid="216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69"/>
                                        </p:tgtEl>
                                        <p:attrNameLst>
                                          <p:attrName>style.visibility</p:attrName>
                                        </p:attrNameLst>
                                      </p:cBhvr>
                                      <p:to>
                                        <p:strVal val="visible"/>
                                      </p:to>
                                    </p:set>
                                    <p:animEffect filter="fade" transition="in">
                                      <p:cBhvr>
                                        <p:cTn dur="500"/>
                                        <p:tgtEl>
                                          <p:spTgt spid="216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2" name="Shape 2182"/>
        <p:cNvGrpSpPr/>
        <p:nvPr/>
      </p:nvGrpSpPr>
      <p:grpSpPr>
        <a:xfrm>
          <a:off x="0" y="0"/>
          <a:ext cx="0" cy="0"/>
          <a:chOff x="0" y="0"/>
          <a:chExt cx="0" cy="0"/>
        </a:xfrm>
      </p:grpSpPr>
      <p:sp>
        <p:nvSpPr>
          <p:cNvPr id="2183" name="Google Shape;2183;p81"/>
          <p:cNvSpPr/>
          <p:nvPr/>
        </p:nvSpPr>
        <p:spPr>
          <a:xfrm>
            <a:off x="685800" y="1401763"/>
            <a:ext cx="7772400" cy="1303337"/>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i="1" lang="en-US" sz="2400">
                <a:solidFill>
                  <a:schemeClr val="accent2"/>
                </a:solidFill>
                <a:latin typeface="Arial"/>
                <a:ea typeface="Arial"/>
                <a:cs typeface="Arial"/>
                <a:sym typeface="Arial"/>
              </a:rPr>
              <a:t>Analysing projectile motion</a:t>
            </a:r>
            <a:r>
              <a:rPr lang="en-US" sz="2400">
                <a:solidFill>
                  <a:schemeClr val="accent2"/>
                </a:solidFill>
                <a:latin typeface="Arial"/>
                <a:ea typeface="Arial"/>
                <a:cs typeface="Arial"/>
                <a:sym typeface="Arial"/>
              </a:rPr>
              <a:t> </a:t>
            </a:r>
            <a:r>
              <a:rPr lang="en-US" sz="2000">
                <a:solidFill>
                  <a:srgbClr val="000000"/>
                </a:solidFill>
                <a:latin typeface="Courier New"/>
                <a:ea typeface="Courier New"/>
                <a:cs typeface="Courier New"/>
                <a:sym typeface="Courier New"/>
              </a:rPr>
              <a:t>	</a:t>
            </a:r>
            <a:endParaRPr/>
          </a:p>
        </p:txBody>
      </p:sp>
      <p:sp>
        <p:nvSpPr>
          <p:cNvPr id="2184" name="Google Shape;2184;p81"/>
          <p:cNvSpPr txBox="1"/>
          <p:nvPr>
            <p:ph type="ctrTitle"/>
          </p:nvPr>
        </p:nvSpPr>
        <p:spPr>
          <a:xfrm>
            <a:off x="685800" y="533400"/>
            <a:ext cx="7772400" cy="8334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2: Mechanics</a:t>
            </a:r>
            <a:br>
              <a:rPr b="1" lang="en-US" sz="2800"/>
            </a:br>
            <a:r>
              <a:rPr lang="en-US" sz="2800">
                <a:solidFill>
                  <a:schemeClr val="dk1"/>
                </a:solidFill>
              </a:rPr>
              <a:t>2.1 – Motion</a:t>
            </a:r>
            <a:endParaRPr/>
          </a:p>
        </p:txBody>
      </p:sp>
      <p:sp>
        <p:nvSpPr>
          <p:cNvPr id="2185" name="Google Shape;2185;p81"/>
          <p:cNvSpPr/>
          <p:nvPr/>
        </p:nvSpPr>
        <p:spPr>
          <a:xfrm>
            <a:off x="665163" y="2720975"/>
            <a:ext cx="7772400" cy="2946400"/>
          </a:xfrm>
          <a:prstGeom prst="rect">
            <a:avLst/>
          </a:prstGeom>
          <a:solidFill>
            <a:srgbClr val="FFFFC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400">
                <a:solidFill>
                  <a:schemeClr val="dk1"/>
                </a:solidFill>
                <a:latin typeface="Arial"/>
                <a:ea typeface="Arial"/>
                <a:cs typeface="Arial"/>
                <a:sym typeface="Arial"/>
              </a:rPr>
              <a:t>EXAMPLE: Use the reduced equations above to prove that projectile motion is parabolic in nature.</a:t>
            </a:r>
            <a:endParaRPr/>
          </a:p>
          <a:p>
            <a:pPr indent="0" lvl="0" marL="0" marR="0" rtl="0" algn="l">
              <a:spcBef>
                <a:spcPts val="0"/>
              </a:spcBef>
              <a:spcAft>
                <a:spcPts val="0"/>
              </a:spcAft>
              <a:buNone/>
            </a:pPr>
            <a:r>
              <a:rPr lang="en-US" sz="2400">
                <a:solidFill>
                  <a:schemeClr val="dk1"/>
                </a:solidFill>
                <a:latin typeface="Arial"/>
                <a:ea typeface="Arial"/>
                <a:cs typeface="Arial"/>
                <a:sym typeface="Arial"/>
              </a:rPr>
              <a:t>SOLUTION: Just solve for </a:t>
            </a:r>
            <a:r>
              <a:rPr i="1" lang="en-US" sz="2400">
                <a:solidFill>
                  <a:schemeClr val="dk1"/>
                </a:solidFill>
                <a:latin typeface="Arial"/>
                <a:ea typeface="Arial"/>
                <a:cs typeface="Arial"/>
                <a:sym typeface="Arial"/>
              </a:rPr>
              <a:t>t</a:t>
            </a:r>
            <a:r>
              <a:rPr lang="en-US" sz="2400">
                <a:solidFill>
                  <a:schemeClr val="dk1"/>
                </a:solidFill>
                <a:latin typeface="Arial"/>
                <a:ea typeface="Arial"/>
                <a:cs typeface="Arial"/>
                <a:sym typeface="Arial"/>
              </a:rPr>
              <a:t> in the first equation and substitute it into the second equation.</a:t>
            </a:r>
            <a:endParaRPr/>
          </a:p>
          <a:p>
            <a:pPr indent="0" lvl="0" marL="0" marR="0" rtl="0" algn="l">
              <a:spcBef>
                <a:spcPts val="360"/>
              </a:spcBef>
              <a:spcAft>
                <a:spcPts val="0"/>
              </a:spcAft>
              <a:buNone/>
            </a:pPr>
            <a:r>
              <a:rPr i="1"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a:t>
            </a:r>
            <a:r>
              <a:rPr i="1" lang="en-US" sz="2400">
                <a:solidFill>
                  <a:schemeClr val="dk1"/>
                </a:solidFill>
                <a:latin typeface="Arial"/>
                <a:ea typeface="Arial"/>
                <a:cs typeface="Arial"/>
                <a:sym typeface="Arial"/>
              </a:rPr>
              <a:t>x</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u</a:t>
            </a:r>
            <a:r>
              <a:rPr baseline="-25000" i="1" lang="en-US" sz="2400">
                <a:solidFill>
                  <a:schemeClr val="dk1"/>
                </a:solidFill>
                <a:latin typeface="Arial"/>
                <a:ea typeface="Arial"/>
                <a:cs typeface="Arial"/>
                <a:sym typeface="Arial"/>
              </a:rPr>
              <a:t>x</a:t>
            </a:r>
            <a:r>
              <a:rPr i="1" lang="en-US" sz="2400">
                <a:solidFill>
                  <a:schemeClr val="dk1"/>
                </a:solidFill>
                <a:latin typeface="Arial"/>
                <a:ea typeface="Arial"/>
                <a:cs typeface="Arial"/>
                <a:sym typeface="Arial"/>
              </a:rPr>
              <a:t>t</a:t>
            </a:r>
            <a:r>
              <a:rPr lang="en-US" sz="2400">
                <a:solidFill>
                  <a:schemeClr val="dk1"/>
                </a:solidFill>
                <a:latin typeface="Arial"/>
                <a:ea typeface="Arial"/>
                <a:cs typeface="Arial"/>
                <a:sym typeface="Arial"/>
              </a:rPr>
              <a:t> becomes </a:t>
            </a:r>
            <a:r>
              <a:rPr i="1" lang="en-US" sz="2400">
                <a:solidFill>
                  <a:schemeClr val="dk1"/>
                </a:solidFill>
                <a:latin typeface="Arial"/>
                <a:ea typeface="Arial"/>
                <a:cs typeface="Arial"/>
                <a:sym typeface="Arial"/>
              </a:rPr>
              <a:t>t</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x </a:t>
            </a:r>
            <a:r>
              <a:rPr lang="en-US" sz="2400">
                <a:solidFill>
                  <a:schemeClr val="dk1"/>
                </a:solidFill>
                <a:latin typeface="Arial"/>
                <a:ea typeface="Arial"/>
                <a:cs typeface="Arial"/>
                <a:sym typeface="Arial"/>
              </a:rPr>
              <a:t>/ </a:t>
            </a:r>
            <a:r>
              <a:rPr i="1" lang="en-US" sz="2400">
                <a:solidFill>
                  <a:schemeClr val="dk1"/>
                </a:solidFill>
                <a:latin typeface="Arial"/>
                <a:ea typeface="Arial"/>
                <a:cs typeface="Arial"/>
                <a:sym typeface="Arial"/>
              </a:rPr>
              <a:t>u</a:t>
            </a:r>
            <a:r>
              <a:rPr baseline="-25000" i="1" lang="en-US" sz="2400">
                <a:solidFill>
                  <a:schemeClr val="dk1"/>
                </a:solidFill>
                <a:latin typeface="Arial"/>
                <a:ea typeface="Arial"/>
                <a:cs typeface="Arial"/>
                <a:sym typeface="Arial"/>
              </a:rPr>
              <a:t>x</a:t>
            </a:r>
            <a:r>
              <a:rPr i="1"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so that </a:t>
            </a:r>
            <a:r>
              <a:rPr i="1" lang="en-US" sz="2400">
                <a:solidFill>
                  <a:schemeClr val="dk1"/>
                </a:solidFill>
                <a:latin typeface="Arial"/>
                <a:ea typeface="Arial"/>
                <a:cs typeface="Arial"/>
                <a:sym typeface="Arial"/>
              </a:rPr>
              <a:t>t </a:t>
            </a:r>
            <a:r>
              <a:rPr baseline="30000" lang="en-US" sz="2400">
                <a:solidFill>
                  <a:schemeClr val="dk1"/>
                </a:solidFill>
                <a:latin typeface="Arial"/>
                <a:ea typeface="Arial"/>
                <a:cs typeface="Arial"/>
                <a:sym typeface="Arial"/>
              </a:rPr>
              <a:t>2</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x</a:t>
            </a:r>
            <a:r>
              <a:rPr baseline="30000" lang="en-US" sz="2400">
                <a:solidFill>
                  <a:schemeClr val="dk1"/>
                </a:solidFill>
                <a:latin typeface="Arial"/>
                <a:ea typeface="Arial"/>
                <a:cs typeface="Arial"/>
                <a:sym typeface="Arial"/>
              </a:rPr>
              <a:t>2 </a:t>
            </a:r>
            <a:r>
              <a:rPr lang="en-US" sz="2400">
                <a:solidFill>
                  <a:schemeClr val="dk1"/>
                </a:solidFill>
                <a:latin typeface="Arial"/>
                <a:ea typeface="Arial"/>
                <a:cs typeface="Arial"/>
                <a:sym typeface="Arial"/>
              </a:rPr>
              <a:t>/ </a:t>
            </a:r>
            <a:r>
              <a:rPr i="1" lang="en-US" sz="2400">
                <a:solidFill>
                  <a:schemeClr val="dk1"/>
                </a:solidFill>
                <a:latin typeface="Arial"/>
                <a:ea typeface="Arial"/>
                <a:cs typeface="Arial"/>
                <a:sym typeface="Arial"/>
              </a:rPr>
              <a:t>u</a:t>
            </a:r>
            <a:r>
              <a:rPr baseline="-25000" i="1" lang="en-US" sz="2400">
                <a:solidFill>
                  <a:schemeClr val="dk1"/>
                </a:solidFill>
                <a:latin typeface="Arial"/>
                <a:ea typeface="Arial"/>
                <a:cs typeface="Arial"/>
                <a:sym typeface="Arial"/>
              </a:rPr>
              <a:t>x</a:t>
            </a:r>
            <a:r>
              <a:rPr baseline="30000" lang="en-US" sz="2400">
                <a:solidFill>
                  <a:schemeClr val="dk1"/>
                </a:solidFill>
                <a:latin typeface="Arial"/>
                <a:ea typeface="Arial"/>
                <a:cs typeface="Arial"/>
                <a:sym typeface="Arial"/>
              </a:rPr>
              <a:t>2</a:t>
            </a:r>
            <a:r>
              <a:rPr lang="en-US" sz="2400">
                <a:solidFill>
                  <a:schemeClr val="dk1"/>
                </a:solidFill>
                <a:latin typeface="Arial"/>
                <a:ea typeface="Arial"/>
                <a:cs typeface="Arial"/>
                <a:sym typeface="Arial"/>
              </a:rPr>
              <a:t>.</a:t>
            </a:r>
            <a:endParaRPr/>
          </a:p>
          <a:p>
            <a:pPr indent="0" lvl="0" marL="0" marR="0" rtl="0" algn="l">
              <a:spcBef>
                <a:spcPts val="360"/>
              </a:spcBef>
              <a:spcAft>
                <a:spcPts val="0"/>
              </a:spcAft>
              <a:buNone/>
            </a:pPr>
            <a:r>
              <a:rPr lang="en-US" sz="2400">
                <a:solidFill>
                  <a:schemeClr val="dk1"/>
                </a:solidFill>
                <a:latin typeface="Arial"/>
                <a:ea typeface="Arial"/>
                <a:cs typeface="Arial"/>
                <a:sym typeface="Arial"/>
              </a:rPr>
              <a:t>Then since </a:t>
            </a:r>
            <a:r>
              <a:rPr i="1" lang="en-US" sz="2400">
                <a:solidFill>
                  <a:schemeClr val="dk1"/>
                </a:solidFill>
                <a:latin typeface="Arial"/>
                <a:ea typeface="Arial"/>
                <a:cs typeface="Arial"/>
                <a:sym typeface="Arial"/>
              </a:rPr>
              <a:t>y</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u</a:t>
            </a:r>
            <a:r>
              <a:rPr baseline="-25000" i="1" lang="en-US" sz="2400">
                <a:solidFill>
                  <a:schemeClr val="dk1"/>
                </a:solidFill>
                <a:latin typeface="Arial"/>
                <a:ea typeface="Arial"/>
                <a:cs typeface="Arial"/>
                <a:sym typeface="Arial"/>
              </a:rPr>
              <a:t>y</a:t>
            </a:r>
            <a:r>
              <a:rPr i="1" lang="en-US" sz="2400">
                <a:solidFill>
                  <a:schemeClr val="dk1"/>
                </a:solidFill>
                <a:latin typeface="Arial"/>
                <a:ea typeface="Arial"/>
                <a:cs typeface="Arial"/>
                <a:sym typeface="Arial"/>
              </a:rPr>
              <a:t>t</a:t>
            </a:r>
            <a:r>
              <a:rPr lang="en-US" sz="2400">
                <a:solidFill>
                  <a:schemeClr val="dk1"/>
                </a:solidFill>
                <a:latin typeface="Arial"/>
                <a:ea typeface="Arial"/>
                <a:cs typeface="Arial"/>
                <a:sym typeface="Arial"/>
              </a:rPr>
              <a:t> - 5</a:t>
            </a:r>
            <a:r>
              <a:rPr i="1" lang="en-US" sz="2400">
                <a:solidFill>
                  <a:schemeClr val="dk1"/>
                </a:solidFill>
                <a:latin typeface="Arial"/>
                <a:ea typeface="Arial"/>
                <a:cs typeface="Arial"/>
                <a:sym typeface="Arial"/>
              </a:rPr>
              <a:t>t </a:t>
            </a:r>
            <a:r>
              <a:rPr baseline="30000" lang="en-US" sz="2400">
                <a:solidFill>
                  <a:schemeClr val="dk1"/>
                </a:solidFill>
                <a:latin typeface="Arial"/>
                <a:ea typeface="Arial"/>
                <a:cs typeface="Arial"/>
                <a:sym typeface="Arial"/>
              </a:rPr>
              <a:t>2</a:t>
            </a:r>
            <a:r>
              <a:rPr lang="en-US" sz="2400">
                <a:solidFill>
                  <a:schemeClr val="dk1"/>
                </a:solidFill>
                <a:latin typeface="Arial"/>
                <a:ea typeface="Arial"/>
                <a:cs typeface="Arial"/>
                <a:sym typeface="Arial"/>
              </a:rPr>
              <a:t>, we have</a:t>
            </a:r>
            <a:endParaRPr/>
          </a:p>
          <a:p>
            <a:pPr indent="0" lvl="0" marL="0" marR="0" rtl="0" algn="l">
              <a:spcBef>
                <a:spcPts val="360"/>
              </a:spcBef>
              <a:spcAft>
                <a:spcPts val="0"/>
              </a:spcAft>
              <a:buNone/>
            </a:pPr>
            <a:r>
              <a:rPr i="1" lang="en-US" sz="2400">
                <a:solidFill>
                  <a:schemeClr val="dk1"/>
                </a:solidFill>
                <a:latin typeface="Arial"/>
                <a:ea typeface="Arial"/>
                <a:cs typeface="Arial"/>
                <a:sym typeface="Arial"/>
              </a:rPr>
              <a:t>            y</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u</a:t>
            </a:r>
            <a:r>
              <a:rPr baseline="-25000" i="1" lang="en-US" sz="2400">
                <a:solidFill>
                  <a:schemeClr val="dk1"/>
                </a:solidFill>
                <a:latin typeface="Arial"/>
                <a:ea typeface="Arial"/>
                <a:cs typeface="Arial"/>
                <a:sym typeface="Arial"/>
              </a:rPr>
              <a:t>y </a:t>
            </a:r>
            <a:r>
              <a:rPr lang="en-US" sz="2400">
                <a:solidFill>
                  <a:schemeClr val="dk1"/>
                </a:solidFill>
                <a:latin typeface="Arial"/>
                <a:ea typeface="Arial"/>
                <a:cs typeface="Arial"/>
                <a:sym typeface="Arial"/>
              </a:rPr>
              <a:t>/ </a:t>
            </a:r>
            <a:r>
              <a:rPr i="1" lang="en-US" sz="2400">
                <a:solidFill>
                  <a:schemeClr val="dk1"/>
                </a:solidFill>
                <a:latin typeface="Arial"/>
                <a:ea typeface="Arial"/>
                <a:cs typeface="Arial"/>
                <a:sym typeface="Arial"/>
              </a:rPr>
              <a:t>u</a:t>
            </a:r>
            <a:r>
              <a:rPr baseline="-25000" i="1" lang="en-US" sz="2400">
                <a:solidFill>
                  <a:schemeClr val="dk1"/>
                </a:solidFill>
                <a:latin typeface="Arial"/>
                <a:ea typeface="Arial"/>
                <a:cs typeface="Arial"/>
                <a:sym typeface="Arial"/>
              </a:rPr>
              <a:t>x</a:t>
            </a:r>
            <a:r>
              <a:rPr lang="en-US" sz="2400">
                <a:solidFill>
                  <a:schemeClr val="dk1"/>
                </a:solidFill>
                <a:latin typeface="Arial"/>
                <a:ea typeface="Arial"/>
                <a:cs typeface="Arial"/>
                <a:sym typeface="Arial"/>
              </a:rPr>
              <a:t>)</a:t>
            </a:r>
            <a:r>
              <a:rPr i="1" lang="en-US" sz="2400">
                <a:solidFill>
                  <a:schemeClr val="dk1"/>
                </a:solidFill>
                <a:latin typeface="Arial"/>
                <a:ea typeface="Arial"/>
                <a:cs typeface="Arial"/>
                <a:sym typeface="Arial"/>
              </a:rPr>
              <a:t>x</a:t>
            </a:r>
            <a:r>
              <a:rPr lang="en-US" sz="2400">
                <a:solidFill>
                  <a:schemeClr val="dk1"/>
                </a:solidFill>
                <a:latin typeface="Arial"/>
                <a:ea typeface="Arial"/>
                <a:cs typeface="Arial"/>
                <a:sym typeface="Arial"/>
              </a:rPr>
              <a:t> – (5 / </a:t>
            </a:r>
            <a:r>
              <a:rPr i="1" lang="en-US" sz="2400">
                <a:solidFill>
                  <a:schemeClr val="dk1"/>
                </a:solidFill>
                <a:latin typeface="Arial"/>
                <a:ea typeface="Arial"/>
                <a:cs typeface="Arial"/>
                <a:sym typeface="Arial"/>
              </a:rPr>
              <a:t>u</a:t>
            </a:r>
            <a:r>
              <a:rPr baseline="-25000" i="1" lang="en-US" sz="2400">
                <a:solidFill>
                  <a:schemeClr val="dk1"/>
                </a:solidFill>
                <a:latin typeface="Arial"/>
                <a:ea typeface="Arial"/>
                <a:cs typeface="Arial"/>
                <a:sym typeface="Arial"/>
              </a:rPr>
              <a:t>x</a:t>
            </a:r>
            <a:r>
              <a:rPr baseline="30000" lang="en-US" sz="2400">
                <a:solidFill>
                  <a:schemeClr val="dk1"/>
                </a:solidFill>
                <a:latin typeface="Arial"/>
                <a:ea typeface="Arial"/>
                <a:cs typeface="Arial"/>
                <a:sym typeface="Arial"/>
              </a:rPr>
              <a:t>2</a:t>
            </a:r>
            <a:r>
              <a:rPr lang="en-US" sz="2400">
                <a:solidFill>
                  <a:schemeClr val="dk1"/>
                </a:solidFill>
                <a:latin typeface="Arial"/>
                <a:ea typeface="Arial"/>
                <a:cs typeface="Arial"/>
                <a:sym typeface="Arial"/>
              </a:rPr>
              <a:t>)</a:t>
            </a:r>
            <a:r>
              <a:rPr i="1" lang="en-US" sz="2400">
                <a:solidFill>
                  <a:schemeClr val="dk1"/>
                </a:solidFill>
                <a:latin typeface="Arial"/>
                <a:ea typeface="Arial"/>
                <a:cs typeface="Arial"/>
                <a:sym typeface="Arial"/>
              </a:rPr>
              <a:t>x</a:t>
            </a:r>
            <a:r>
              <a:rPr baseline="30000" lang="en-US" sz="2400">
                <a:solidFill>
                  <a:schemeClr val="dk1"/>
                </a:solidFill>
                <a:latin typeface="Arial"/>
                <a:ea typeface="Arial"/>
                <a:cs typeface="Arial"/>
                <a:sym typeface="Arial"/>
              </a:rPr>
              <a:t>2</a:t>
            </a:r>
            <a:r>
              <a:rPr lang="en-US" sz="2400">
                <a:solidFill>
                  <a:schemeClr val="dk1"/>
                </a:solidFill>
                <a:latin typeface="Arial"/>
                <a:ea typeface="Arial"/>
                <a:cs typeface="Arial"/>
                <a:sym typeface="Arial"/>
              </a:rPr>
              <a:t>.</a:t>
            </a:r>
            <a:endParaRPr sz="2400">
              <a:solidFill>
                <a:schemeClr val="dk1"/>
              </a:solidFill>
              <a:latin typeface="Arial"/>
              <a:ea typeface="Arial"/>
              <a:cs typeface="Arial"/>
              <a:sym typeface="Arial"/>
            </a:endParaRPr>
          </a:p>
        </p:txBody>
      </p:sp>
      <p:sp>
        <p:nvSpPr>
          <p:cNvPr id="2186" name="Google Shape;2186;p81"/>
          <p:cNvSpPr/>
          <p:nvPr/>
        </p:nvSpPr>
        <p:spPr>
          <a:xfrm>
            <a:off x="682625" y="5556250"/>
            <a:ext cx="7764463" cy="1301750"/>
          </a:xfrm>
          <a:prstGeom prst="rect">
            <a:avLst/>
          </a:prstGeom>
          <a:solidFill>
            <a:srgbClr val="FFCCC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1" lang="en-US" sz="2400">
                <a:solidFill>
                  <a:schemeClr val="dk1"/>
                </a:solidFill>
                <a:latin typeface="Arial"/>
                <a:ea typeface="Arial"/>
                <a:cs typeface="Arial"/>
                <a:sym typeface="Arial"/>
              </a:rPr>
              <a:t>FYI</a:t>
            </a:r>
            <a:endParaRPr/>
          </a:p>
          <a:p>
            <a:pPr indent="0" lvl="0" marL="0" marR="0" rtl="0" algn="l">
              <a:spcBef>
                <a:spcPts val="0"/>
              </a:spcBef>
              <a:spcAft>
                <a:spcPts val="0"/>
              </a:spcAft>
              <a:buNone/>
            </a:pPr>
            <a:r>
              <a:rPr b="1" lang="en-US" sz="2400">
                <a:solidFill>
                  <a:schemeClr val="dk1"/>
                </a:solidFill>
                <a:latin typeface="Arial"/>
                <a:ea typeface="Arial"/>
                <a:cs typeface="Arial"/>
                <a:sym typeface="Arial"/>
              </a:rPr>
              <a:t>∙</a:t>
            </a:r>
            <a:r>
              <a:rPr lang="en-US" sz="2400">
                <a:solidFill>
                  <a:schemeClr val="dk1"/>
                </a:solidFill>
                <a:latin typeface="Arial"/>
                <a:ea typeface="Arial"/>
                <a:cs typeface="Arial"/>
                <a:sym typeface="Arial"/>
              </a:rPr>
              <a:t>The equation of a parabola is </a:t>
            </a:r>
            <a:r>
              <a:rPr i="1" lang="en-US" sz="2400">
                <a:solidFill>
                  <a:schemeClr val="dk1"/>
                </a:solidFill>
                <a:latin typeface="Arial"/>
                <a:ea typeface="Arial"/>
                <a:cs typeface="Arial"/>
                <a:sym typeface="Arial"/>
              </a:rPr>
              <a:t>y</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Ax</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Bx</a:t>
            </a:r>
            <a:r>
              <a:rPr baseline="30000" lang="en-US" sz="2400">
                <a:solidFill>
                  <a:schemeClr val="dk1"/>
                </a:solidFill>
                <a:latin typeface="Arial"/>
                <a:ea typeface="Arial"/>
                <a:cs typeface="Arial"/>
                <a:sym typeface="Arial"/>
              </a:rPr>
              <a:t>2</a:t>
            </a:r>
            <a:r>
              <a:rPr lang="en-US" sz="2400">
                <a:solidFill>
                  <a:schemeClr val="dk1"/>
                </a:solidFill>
                <a:latin typeface="Arial"/>
                <a:ea typeface="Arial"/>
                <a:cs typeface="Arial"/>
                <a:sym typeface="Arial"/>
              </a:rPr>
              <a:t>.</a:t>
            </a:r>
            <a:endParaRPr/>
          </a:p>
          <a:p>
            <a:pPr indent="0" lvl="0" marL="0" marR="0" rtl="0" algn="l">
              <a:spcBef>
                <a:spcPts val="0"/>
              </a:spcBef>
              <a:spcAft>
                <a:spcPts val="0"/>
              </a:spcAft>
              <a:buNone/>
            </a:pPr>
            <a:r>
              <a:rPr b="1" lang="en-US" sz="2400">
                <a:solidFill>
                  <a:schemeClr val="dk1"/>
                </a:solidFill>
                <a:latin typeface="Arial"/>
                <a:ea typeface="Arial"/>
                <a:cs typeface="Arial"/>
                <a:sym typeface="Arial"/>
              </a:rPr>
              <a:t>∙</a:t>
            </a:r>
            <a:r>
              <a:rPr lang="en-US" sz="2400">
                <a:solidFill>
                  <a:schemeClr val="dk1"/>
                </a:solidFill>
                <a:latin typeface="Arial"/>
                <a:ea typeface="Arial"/>
                <a:cs typeface="Arial"/>
                <a:sym typeface="Arial"/>
              </a:rPr>
              <a:t>In this case, </a:t>
            </a:r>
            <a:r>
              <a:rPr i="1" lang="en-US" sz="2400">
                <a:solidFill>
                  <a:schemeClr val="dk1"/>
                </a:solidFill>
                <a:latin typeface="Arial"/>
                <a:ea typeface="Arial"/>
                <a:cs typeface="Arial"/>
                <a:sym typeface="Arial"/>
              </a:rPr>
              <a:t>A</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u</a:t>
            </a:r>
            <a:r>
              <a:rPr baseline="-25000" i="1" lang="en-US" sz="2400">
                <a:solidFill>
                  <a:schemeClr val="dk1"/>
                </a:solidFill>
                <a:latin typeface="Arial"/>
                <a:ea typeface="Arial"/>
                <a:cs typeface="Arial"/>
                <a:sym typeface="Arial"/>
              </a:rPr>
              <a:t>y </a:t>
            </a:r>
            <a:r>
              <a:rPr lang="en-US" sz="2400">
                <a:solidFill>
                  <a:schemeClr val="dk1"/>
                </a:solidFill>
                <a:latin typeface="Arial"/>
                <a:ea typeface="Arial"/>
                <a:cs typeface="Arial"/>
                <a:sym typeface="Arial"/>
              </a:rPr>
              <a:t>/ </a:t>
            </a:r>
            <a:r>
              <a:rPr i="1" lang="en-US" sz="2400">
                <a:solidFill>
                  <a:schemeClr val="dk1"/>
                </a:solidFill>
                <a:latin typeface="Arial"/>
                <a:ea typeface="Arial"/>
                <a:cs typeface="Arial"/>
                <a:sym typeface="Arial"/>
              </a:rPr>
              <a:t>u</a:t>
            </a:r>
            <a:r>
              <a:rPr baseline="-25000" i="1" lang="en-US" sz="2400">
                <a:solidFill>
                  <a:schemeClr val="dk1"/>
                </a:solidFill>
                <a:latin typeface="Arial"/>
                <a:ea typeface="Arial"/>
                <a:cs typeface="Arial"/>
                <a:sym typeface="Arial"/>
              </a:rPr>
              <a:t>x</a:t>
            </a:r>
            <a:r>
              <a:rPr baseline="-25000"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and </a:t>
            </a:r>
            <a:r>
              <a:rPr i="1" lang="en-US" sz="2400">
                <a:solidFill>
                  <a:schemeClr val="dk1"/>
                </a:solidFill>
                <a:latin typeface="Arial"/>
                <a:ea typeface="Arial"/>
                <a:cs typeface="Arial"/>
                <a:sym typeface="Arial"/>
              </a:rPr>
              <a:t>B</a:t>
            </a:r>
            <a:r>
              <a:rPr lang="en-US" sz="2400">
                <a:solidFill>
                  <a:schemeClr val="dk1"/>
                </a:solidFill>
                <a:latin typeface="Arial"/>
                <a:ea typeface="Arial"/>
                <a:cs typeface="Arial"/>
                <a:sym typeface="Arial"/>
              </a:rPr>
              <a:t> = -5 / </a:t>
            </a:r>
            <a:r>
              <a:rPr i="1" lang="en-US" sz="2400">
                <a:solidFill>
                  <a:schemeClr val="dk1"/>
                </a:solidFill>
                <a:latin typeface="Arial"/>
                <a:ea typeface="Arial"/>
                <a:cs typeface="Arial"/>
                <a:sym typeface="Arial"/>
              </a:rPr>
              <a:t>u</a:t>
            </a:r>
            <a:r>
              <a:rPr baseline="-25000" i="1" lang="en-US" sz="2400">
                <a:solidFill>
                  <a:schemeClr val="dk1"/>
                </a:solidFill>
                <a:latin typeface="Arial"/>
                <a:ea typeface="Arial"/>
                <a:cs typeface="Arial"/>
                <a:sym typeface="Arial"/>
              </a:rPr>
              <a:t>x</a:t>
            </a:r>
            <a:r>
              <a:rPr baseline="30000" lang="en-US" sz="2400">
                <a:solidFill>
                  <a:schemeClr val="dk1"/>
                </a:solidFill>
                <a:latin typeface="Arial"/>
                <a:ea typeface="Arial"/>
                <a:cs typeface="Arial"/>
                <a:sym typeface="Arial"/>
              </a:rPr>
              <a:t>2</a:t>
            </a:r>
            <a:r>
              <a:rPr lang="en-US" sz="2400">
                <a:solidFill>
                  <a:schemeClr val="dk1"/>
                </a:solidFill>
                <a:latin typeface="Arial"/>
                <a:ea typeface="Arial"/>
                <a:cs typeface="Arial"/>
                <a:sym typeface="Arial"/>
              </a:rPr>
              <a:t>.</a:t>
            </a:r>
            <a:endParaRPr i="1" sz="2400">
              <a:solidFill>
                <a:schemeClr val="dk1"/>
              </a:solidFill>
              <a:latin typeface="Arial"/>
              <a:ea typeface="Arial"/>
              <a:cs typeface="Arial"/>
              <a:sym typeface="Arial"/>
            </a:endParaRPr>
          </a:p>
        </p:txBody>
      </p:sp>
      <p:grpSp>
        <p:nvGrpSpPr>
          <p:cNvPr id="2187" name="Google Shape;2187;p81"/>
          <p:cNvGrpSpPr/>
          <p:nvPr/>
        </p:nvGrpSpPr>
        <p:grpSpPr>
          <a:xfrm>
            <a:off x="836613" y="1776413"/>
            <a:ext cx="7464425" cy="881062"/>
            <a:chOff x="497" y="2822"/>
            <a:chExt cx="4702" cy="555"/>
          </a:xfrm>
        </p:grpSpPr>
        <p:sp>
          <p:nvSpPr>
            <p:cNvPr id="2188" name="Google Shape;2188;p81"/>
            <p:cNvSpPr txBox="1"/>
            <p:nvPr/>
          </p:nvSpPr>
          <p:spPr>
            <a:xfrm>
              <a:off x="3258" y="2859"/>
              <a:ext cx="1941" cy="518"/>
            </a:xfrm>
            <a:prstGeom prst="rect">
              <a:avLst/>
            </a:prstGeom>
            <a:solidFill>
              <a:srgbClr val="FF0000"/>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lt1"/>
                  </a:solidFill>
                  <a:latin typeface="Arial"/>
                  <a:ea typeface="Arial"/>
                  <a:cs typeface="Arial"/>
                  <a:sym typeface="Arial"/>
                </a:rPr>
                <a:t>reduced equations of projectile motion</a:t>
              </a:r>
              <a:endParaRPr/>
            </a:p>
          </p:txBody>
        </p:sp>
        <p:sp>
          <p:nvSpPr>
            <p:cNvPr id="2189" name="Google Shape;2189;p81"/>
            <p:cNvSpPr/>
            <p:nvPr/>
          </p:nvSpPr>
          <p:spPr>
            <a:xfrm>
              <a:off x="497" y="2861"/>
              <a:ext cx="4701" cy="513"/>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190" name="Google Shape;2190;p81"/>
            <p:cNvSpPr txBox="1"/>
            <p:nvPr/>
          </p:nvSpPr>
          <p:spPr>
            <a:xfrm>
              <a:off x="589" y="2822"/>
              <a:ext cx="1343"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Arial"/>
                  <a:ea typeface="Arial"/>
                  <a:cs typeface="Arial"/>
                  <a:sym typeface="Arial"/>
                </a:rPr>
                <a:t>∆</a:t>
              </a:r>
              <a:r>
                <a:rPr i="1" lang="en-US" sz="2400">
                  <a:solidFill>
                    <a:schemeClr val="dk1"/>
                  </a:solidFill>
                  <a:latin typeface="Arial"/>
                  <a:ea typeface="Arial"/>
                  <a:cs typeface="Arial"/>
                  <a:sym typeface="Arial"/>
                </a:rPr>
                <a:t>x</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u</a:t>
              </a:r>
              <a:r>
                <a:rPr baseline="-25000" i="1" lang="en-US" sz="2400">
                  <a:solidFill>
                    <a:schemeClr val="dk1"/>
                  </a:solidFill>
                  <a:latin typeface="Arial"/>
                  <a:ea typeface="Arial"/>
                  <a:cs typeface="Arial"/>
                  <a:sym typeface="Arial"/>
                </a:rPr>
                <a:t>x</a:t>
              </a:r>
              <a:r>
                <a:rPr i="1" lang="en-US" sz="2400">
                  <a:solidFill>
                    <a:schemeClr val="dk1"/>
                  </a:solidFill>
                  <a:latin typeface="Arial"/>
                  <a:ea typeface="Arial"/>
                  <a:cs typeface="Arial"/>
                  <a:sym typeface="Arial"/>
                </a:rPr>
                <a:t>t</a:t>
              </a:r>
              <a:endParaRPr/>
            </a:p>
          </p:txBody>
        </p:sp>
        <p:sp>
          <p:nvSpPr>
            <p:cNvPr id="2191" name="Google Shape;2191;p81"/>
            <p:cNvSpPr txBox="1"/>
            <p:nvPr/>
          </p:nvSpPr>
          <p:spPr>
            <a:xfrm>
              <a:off x="586" y="3074"/>
              <a:ext cx="1063"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chemeClr val="dk1"/>
                  </a:solidFill>
                  <a:latin typeface="Arial"/>
                  <a:ea typeface="Arial"/>
                  <a:cs typeface="Arial"/>
                  <a:sym typeface="Arial"/>
                </a:rPr>
                <a:t> v</a:t>
              </a:r>
              <a:r>
                <a:rPr baseline="-25000" i="1" lang="en-US" sz="2400">
                  <a:solidFill>
                    <a:schemeClr val="dk1"/>
                  </a:solidFill>
                  <a:latin typeface="Arial"/>
                  <a:ea typeface="Arial"/>
                  <a:cs typeface="Arial"/>
                  <a:sym typeface="Arial"/>
                </a:rPr>
                <a:t>x</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u</a:t>
              </a:r>
              <a:r>
                <a:rPr baseline="-25000" i="1" lang="en-US" sz="2400">
                  <a:solidFill>
                    <a:schemeClr val="dk1"/>
                  </a:solidFill>
                  <a:latin typeface="Arial"/>
                  <a:ea typeface="Arial"/>
                  <a:cs typeface="Arial"/>
                  <a:sym typeface="Arial"/>
                </a:rPr>
                <a:t>x</a:t>
              </a:r>
              <a:endParaRPr i="1" sz="2400">
                <a:solidFill>
                  <a:schemeClr val="dk1"/>
                </a:solidFill>
                <a:latin typeface="Arial"/>
                <a:ea typeface="Arial"/>
                <a:cs typeface="Arial"/>
                <a:sym typeface="Arial"/>
              </a:endParaRPr>
            </a:p>
          </p:txBody>
        </p:sp>
        <p:sp>
          <p:nvSpPr>
            <p:cNvPr id="2192" name="Google Shape;2192;p81"/>
            <p:cNvSpPr txBox="1"/>
            <p:nvPr/>
          </p:nvSpPr>
          <p:spPr>
            <a:xfrm>
              <a:off x="1649" y="2823"/>
              <a:ext cx="1683"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Arial"/>
                  <a:ea typeface="Arial"/>
                  <a:cs typeface="Arial"/>
                  <a:sym typeface="Arial"/>
                </a:rPr>
                <a:t>∆</a:t>
              </a:r>
              <a:r>
                <a:rPr i="1" lang="en-US" sz="2400">
                  <a:solidFill>
                    <a:schemeClr val="dk1"/>
                  </a:solidFill>
                  <a:latin typeface="Arial"/>
                  <a:ea typeface="Arial"/>
                  <a:cs typeface="Arial"/>
                  <a:sym typeface="Arial"/>
                </a:rPr>
                <a:t>y</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u</a:t>
              </a:r>
              <a:r>
                <a:rPr baseline="-25000" i="1" lang="en-US" sz="2400">
                  <a:solidFill>
                    <a:schemeClr val="dk1"/>
                  </a:solidFill>
                  <a:latin typeface="Arial"/>
                  <a:ea typeface="Arial"/>
                  <a:cs typeface="Arial"/>
                  <a:sym typeface="Arial"/>
                </a:rPr>
                <a:t>y</a:t>
              </a:r>
              <a:r>
                <a:rPr i="1" lang="en-US" sz="2400">
                  <a:solidFill>
                    <a:schemeClr val="dk1"/>
                  </a:solidFill>
                  <a:latin typeface="Arial"/>
                  <a:ea typeface="Arial"/>
                  <a:cs typeface="Arial"/>
                  <a:sym typeface="Arial"/>
                </a:rPr>
                <a:t>t</a:t>
              </a:r>
              <a:r>
                <a:rPr lang="en-US" sz="2400">
                  <a:solidFill>
                    <a:schemeClr val="dk1"/>
                  </a:solidFill>
                  <a:latin typeface="Arial"/>
                  <a:ea typeface="Arial"/>
                  <a:cs typeface="Arial"/>
                  <a:sym typeface="Arial"/>
                </a:rPr>
                <a:t> - 5</a:t>
              </a:r>
              <a:r>
                <a:rPr i="1" lang="en-US" sz="2400">
                  <a:solidFill>
                    <a:schemeClr val="dk1"/>
                  </a:solidFill>
                  <a:latin typeface="Arial"/>
                  <a:ea typeface="Arial"/>
                  <a:cs typeface="Arial"/>
                  <a:sym typeface="Arial"/>
                </a:rPr>
                <a:t>t </a:t>
              </a:r>
              <a:r>
                <a:rPr baseline="30000" lang="en-US" sz="2400">
                  <a:solidFill>
                    <a:schemeClr val="dk1"/>
                  </a:solidFill>
                  <a:latin typeface="Arial"/>
                  <a:ea typeface="Arial"/>
                  <a:cs typeface="Arial"/>
                  <a:sym typeface="Arial"/>
                </a:rPr>
                <a:t>2</a:t>
              </a:r>
              <a:endParaRPr/>
            </a:p>
          </p:txBody>
        </p:sp>
        <p:sp>
          <p:nvSpPr>
            <p:cNvPr id="2193" name="Google Shape;2193;p81"/>
            <p:cNvSpPr txBox="1"/>
            <p:nvPr/>
          </p:nvSpPr>
          <p:spPr>
            <a:xfrm>
              <a:off x="1647" y="3074"/>
              <a:ext cx="168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chemeClr val="dk1"/>
                  </a:solidFill>
                  <a:latin typeface="Arial"/>
                  <a:ea typeface="Arial"/>
                  <a:cs typeface="Arial"/>
                  <a:sym typeface="Arial"/>
                </a:rPr>
                <a:t> v</a:t>
              </a:r>
              <a:r>
                <a:rPr baseline="-25000" i="1" lang="en-US" sz="2400">
                  <a:solidFill>
                    <a:schemeClr val="dk1"/>
                  </a:solidFill>
                  <a:latin typeface="Arial"/>
                  <a:ea typeface="Arial"/>
                  <a:cs typeface="Arial"/>
                  <a:sym typeface="Arial"/>
                </a:rPr>
                <a:t>y</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u</a:t>
              </a:r>
              <a:r>
                <a:rPr baseline="-25000" i="1" lang="en-US" sz="2400">
                  <a:solidFill>
                    <a:schemeClr val="dk1"/>
                  </a:solidFill>
                  <a:latin typeface="Arial"/>
                  <a:ea typeface="Arial"/>
                  <a:cs typeface="Arial"/>
                  <a:sym typeface="Arial"/>
                </a:rPr>
                <a:t>y</a:t>
              </a:r>
              <a:r>
                <a:rPr lang="en-US" sz="2400">
                  <a:solidFill>
                    <a:schemeClr val="dk1"/>
                  </a:solidFill>
                  <a:latin typeface="Arial"/>
                  <a:ea typeface="Arial"/>
                  <a:cs typeface="Arial"/>
                  <a:sym typeface="Arial"/>
                </a:rPr>
                <a:t> - 10</a:t>
              </a:r>
              <a:r>
                <a:rPr i="1" lang="en-US" sz="2400">
                  <a:solidFill>
                    <a:schemeClr val="dk1"/>
                  </a:solidFill>
                  <a:latin typeface="Arial"/>
                  <a:ea typeface="Arial"/>
                  <a:cs typeface="Arial"/>
                  <a:sym typeface="Arial"/>
                </a:rPr>
                <a:t>t</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187"/>
                                        </p:tgtEl>
                                        <p:attrNameLst>
                                          <p:attrName>style.visibility</p:attrName>
                                        </p:attrNameLst>
                                      </p:cBhvr>
                                      <p:to>
                                        <p:strVal val="visible"/>
                                      </p:to>
                                    </p:set>
                                    <p:anim calcmode="lin" valueType="num">
                                      <p:cBhvr additive="base">
                                        <p:cTn dur="500"/>
                                        <p:tgtEl>
                                          <p:spTgt spid="2187"/>
                                        </p:tgtEl>
                                        <p:attrNameLst>
                                          <p:attrName>ppt_w</p:attrName>
                                        </p:attrNameLst>
                                      </p:cBhvr>
                                      <p:tavLst>
                                        <p:tav fmla="" tm="0">
                                          <p:val>
                                            <p:strVal val="0"/>
                                          </p:val>
                                        </p:tav>
                                        <p:tav fmla="" tm="100000">
                                          <p:val>
                                            <p:strVal val="#ppt_w"/>
                                          </p:val>
                                        </p:tav>
                                      </p:tavLst>
                                    </p:anim>
                                    <p:anim calcmode="lin" valueType="num">
                                      <p:cBhvr additive="base">
                                        <p:cTn dur="500"/>
                                        <p:tgtEl>
                                          <p:spTgt spid="2187"/>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185">
                                            <p:txEl>
                                              <p:pRg end="0" st="0"/>
                                            </p:txEl>
                                          </p:spTgt>
                                        </p:tgtEl>
                                        <p:attrNameLst>
                                          <p:attrName>style.visibility</p:attrName>
                                        </p:attrNameLst>
                                      </p:cBhvr>
                                      <p:to>
                                        <p:strVal val="visible"/>
                                      </p:to>
                                    </p:set>
                                    <p:anim calcmode="lin" valueType="num">
                                      <p:cBhvr additive="base">
                                        <p:cTn dur="500"/>
                                        <p:tgtEl>
                                          <p:spTgt spid="2185">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185">
                                            <p:txEl>
                                              <p:pRg end="1" st="1"/>
                                            </p:txEl>
                                          </p:spTgt>
                                        </p:tgtEl>
                                        <p:attrNameLst>
                                          <p:attrName>style.visibility</p:attrName>
                                        </p:attrNameLst>
                                      </p:cBhvr>
                                      <p:to>
                                        <p:strVal val="visible"/>
                                      </p:to>
                                    </p:set>
                                    <p:anim calcmode="lin" valueType="num">
                                      <p:cBhvr additive="base">
                                        <p:cTn dur="500"/>
                                        <p:tgtEl>
                                          <p:spTgt spid="2185">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185">
                                            <p:txEl>
                                              <p:pRg end="2" st="2"/>
                                            </p:txEl>
                                          </p:spTgt>
                                        </p:tgtEl>
                                        <p:attrNameLst>
                                          <p:attrName>style.visibility</p:attrName>
                                        </p:attrNameLst>
                                      </p:cBhvr>
                                      <p:to>
                                        <p:strVal val="visible"/>
                                      </p:to>
                                    </p:set>
                                    <p:anim calcmode="lin" valueType="num">
                                      <p:cBhvr additive="base">
                                        <p:cTn dur="500"/>
                                        <p:tgtEl>
                                          <p:spTgt spid="2185">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185">
                                            <p:txEl>
                                              <p:pRg end="3" st="3"/>
                                            </p:txEl>
                                          </p:spTgt>
                                        </p:tgtEl>
                                        <p:attrNameLst>
                                          <p:attrName>style.visibility</p:attrName>
                                        </p:attrNameLst>
                                      </p:cBhvr>
                                      <p:to>
                                        <p:strVal val="visible"/>
                                      </p:to>
                                    </p:set>
                                    <p:anim calcmode="lin" valueType="num">
                                      <p:cBhvr additive="base">
                                        <p:cTn dur="500"/>
                                        <p:tgtEl>
                                          <p:spTgt spid="2185">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185">
                                            <p:txEl>
                                              <p:pRg end="4" st="4"/>
                                            </p:txEl>
                                          </p:spTgt>
                                        </p:tgtEl>
                                        <p:attrNameLst>
                                          <p:attrName>style.visibility</p:attrName>
                                        </p:attrNameLst>
                                      </p:cBhvr>
                                      <p:to>
                                        <p:strVal val="visible"/>
                                      </p:to>
                                    </p:set>
                                    <p:anim calcmode="lin" valueType="num">
                                      <p:cBhvr additive="base">
                                        <p:cTn dur="500"/>
                                        <p:tgtEl>
                                          <p:spTgt spid="2185">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7" name="Shape 2197"/>
        <p:cNvGrpSpPr/>
        <p:nvPr/>
      </p:nvGrpSpPr>
      <p:grpSpPr>
        <a:xfrm>
          <a:off x="0" y="0"/>
          <a:ext cx="0" cy="0"/>
          <a:chOff x="0" y="0"/>
          <a:chExt cx="0" cy="0"/>
        </a:xfrm>
      </p:grpSpPr>
      <p:sp>
        <p:nvSpPr>
          <p:cNvPr id="2198" name="Google Shape;2198;p82"/>
          <p:cNvSpPr/>
          <p:nvPr/>
        </p:nvSpPr>
        <p:spPr>
          <a:xfrm>
            <a:off x="685800" y="1401763"/>
            <a:ext cx="7772400" cy="1303337"/>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i="1" lang="en-US" sz="2400">
                <a:solidFill>
                  <a:schemeClr val="accent2"/>
                </a:solidFill>
                <a:latin typeface="Arial"/>
                <a:ea typeface="Arial"/>
                <a:cs typeface="Arial"/>
                <a:sym typeface="Arial"/>
              </a:rPr>
              <a:t>Analysing projectile motion</a:t>
            </a:r>
            <a:r>
              <a:rPr lang="en-US" sz="2400">
                <a:solidFill>
                  <a:schemeClr val="accent2"/>
                </a:solidFill>
                <a:latin typeface="Arial"/>
                <a:ea typeface="Arial"/>
                <a:cs typeface="Arial"/>
                <a:sym typeface="Arial"/>
              </a:rPr>
              <a:t> </a:t>
            </a:r>
            <a:r>
              <a:rPr lang="en-US" sz="2000">
                <a:solidFill>
                  <a:srgbClr val="000000"/>
                </a:solidFill>
                <a:latin typeface="Courier New"/>
                <a:ea typeface="Courier New"/>
                <a:cs typeface="Courier New"/>
                <a:sym typeface="Courier New"/>
              </a:rPr>
              <a:t>	</a:t>
            </a:r>
            <a:endParaRPr/>
          </a:p>
        </p:txBody>
      </p:sp>
      <p:sp>
        <p:nvSpPr>
          <p:cNvPr id="2199" name="Google Shape;2199;p82"/>
          <p:cNvSpPr txBox="1"/>
          <p:nvPr>
            <p:ph type="ctrTitle"/>
          </p:nvPr>
        </p:nvSpPr>
        <p:spPr>
          <a:xfrm>
            <a:off x="685800" y="533400"/>
            <a:ext cx="7772400" cy="8334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2: Mechanics</a:t>
            </a:r>
            <a:br>
              <a:rPr b="1" lang="en-US" sz="2800"/>
            </a:br>
            <a:r>
              <a:rPr lang="en-US" sz="2800">
                <a:solidFill>
                  <a:schemeClr val="dk1"/>
                </a:solidFill>
              </a:rPr>
              <a:t>2.1 – Motion</a:t>
            </a:r>
            <a:endParaRPr/>
          </a:p>
        </p:txBody>
      </p:sp>
      <p:sp>
        <p:nvSpPr>
          <p:cNvPr id="2200" name="Google Shape;2200;p82"/>
          <p:cNvSpPr/>
          <p:nvPr/>
        </p:nvSpPr>
        <p:spPr>
          <a:xfrm>
            <a:off x="685800" y="2698750"/>
            <a:ext cx="7772400" cy="4159250"/>
          </a:xfrm>
          <a:prstGeom prst="rect">
            <a:avLst/>
          </a:prstGeom>
          <a:solidFill>
            <a:srgbClr val="CCFFC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400">
                <a:solidFill>
                  <a:schemeClr val="dk1"/>
                </a:solidFill>
                <a:latin typeface="Arial"/>
                <a:ea typeface="Arial"/>
                <a:cs typeface="Arial"/>
                <a:sym typeface="Arial"/>
              </a:rPr>
              <a:t>PRACTICE: A cannon fires a projectile with a muzzle velocity of 56 ms</a:t>
            </a:r>
            <a:r>
              <a:rPr baseline="30000" lang="en-US" sz="2400">
                <a:solidFill>
                  <a:schemeClr val="dk1"/>
                </a:solidFill>
                <a:latin typeface="Arial"/>
                <a:ea typeface="Arial"/>
                <a:cs typeface="Arial"/>
                <a:sym typeface="Arial"/>
              </a:rPr>
              <a:t>-1</a:t>
            </a:r>
            <a:r>
              <a:rPr lang="en-US" sz="2400">
                <a:solidFill>
                  <a:schemeClr val="dk1"/>
                </a:solidFill>
                <a:latin typeface="Arial"/>
                <a:ea typeface="Arial"/>
                <a:cs typeface="Arial"/>
                <a:sym typeface="Arial"/>
              </a:rPr>
              <a:t> at an angle of inclination of 15º. </a:t>
            </a:r>
            <a:endParaRPr/>
          </a:p>
          <a:p>
            <a:pPr indent="0" lvl="0" marL="0" marR="0" rtl="0" algn="l">
              <a:spcBef>
                <a:spcPts val="0"/>
              </a:spcBef>
              <a:spcAft>
                <a:spcPts val="0"/>
              </a:spcAft>
              <a:buNone/>
            </a:pPr>
            <a:r>
              <a:rPr lang="en-US" sz="2400">
                <a:solidFill>
                  <a:schemeClr val="dk1"/>
                </a:solidFill>
                <a:latin typeface="Arial"/>
                <a:ea typeface="Arial"/>
                <a:cs typeface="Arial"/>
                <a:sym typeface="Arial"/>
              </a:rPr>
              <a:t>(a) What are </a:t>
            </a:r>
            <a:r>
              <a:rPr i="1" lang="en-US" sz="2400">
                <a:solidFill>
                  <a:schemeClr val="dk1"/>
                </a:solidFill>
                <a:latin typeface="Arial"/>
                <a:ea typeface="Arial"/>
                <a:cs typeface="Arial"/>
                <a:sym typeface="Arial"/>
              </a:rPr>
              <a:t>u</a:t>
            </a:r>
            <a:r>
              <a:rPr baseline="-25000" i="1" lang="en-US" sz="2400">
                <a:solidFill>
                  <a:schemeClr val="dk1"/>
                </a:solidFill>
                <a:latin typeface="Arial"/>
                <a:ea typeface="Arial"/>
                <a:cs typeface="Arial"/>
                <a:sym typeface="Arial"/>
              </a:rPr>
              <a:t>x</a:t>
            </a:r>
            <a:r>
              <a:rPr lang="en-US" sz="2400">
                <a:solidFill>
                  <a:schemeClr val="dk1"/>
                </a:solidFill>
                <a:latin typeface="Arial"/>
                <a:ea typeface="Arial"/>
                <a:cs typeface="Arial"/>
                <a:sym typeface="Arial"/>
              </a:rPr>
              <a:t> and </a:t>
            </a:r>
            <a:r>
              <a:rPr i="1" lang="en-US" sz="2400">
                <a:solidFill>
                  <a:schemeClr val="dk1"/>
                </a:solidFill>
                <a:latin typeface="Arial"/>
                <a:ea typeface="Arial"/>
                <a:cs typeface="Arial"/>
                <a:sym typeface="Arial"/>
              </a:rPr>
              <a:t>u</a:t>
            </a:r>
            <a:r>
              <a:rPr baseline="-25000" i="1" lang="en-US" sz="2400">
                <a:solidFill>
                  <a:schemeClr val="dk1"/>
                </a:solidFill>
                <a:latin typeface="Arial"/>
                <a:ea typeface="Arial"/>
                <a:cs typeface="Arial"/>
                <a:sym typeface="Arial"/>
              </a:rPr>
              <a:t>y</a:t>
            </a:r>
            <a:r>
              <a:rPr lang="en-US" sz="2400">
                <a:solidFill>
                  <a:schemeClr val="dk1"/>
                </a:solidFill>
                <a:latin typeface="Arial"/>
                <a:ea typeface="Arial"/>
                <a:cs typeface="Arial"/>
                <a:sym typeface="Arial"/>
              </a:rPr>
              <a:t>?</a:t>
            </a:r>
            <a:endParaRPr/>
          </a:p>
          <a:p>
            <a:pPr indent="0" lvl="0" marL="0" marR="0" rtl="0" algn="l">
              <a:spcBef>
                <a:spcPts val="0"/>
              </a:spcBef>
              <a:spcAft>
                <a:spcPts val="0"/>
              </a:spcAft>
              <a:buNone/>
            </a:pPr>
            <a:r>
              <a:rPr lang="en-US" sz="2400">
                <a:solidFill>
                  <a:schemeClr val="dk1"/>
                </a:solidFill>
                <a:latin typeface="Arial"/>
                <a:ea typeface="Arial"/>
                <a:cs typeface="Arial"/>
                <a:sym typeface="Arial"/>
              </a:rPr>
              <a:t>SOLUTION: Make a velocity triangle.</a:t>
            </a:r>
            <a:endParaRPr/>
          </a:p>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pic>
        <p:nvPicPr>
          <p:cNvPr descr="field-cannon-composite-carrier" id="2201" name="Google Shape;2201;p82"/>
          <p:cNvPicPr preferRelativeResize="0"/>
          <p:nvPr/>
        </p:nvPicPr>
        <p:blipFill rotWithShape="1">
          <a:blip r:embed="rId3">
            <a:alphaModFix/>
          </a:blip>
          <a:srcRect b="0" l="0" r="0" t="0"/>
          <a:stretch/>
        </p:blipFill>
        <p:spPr>
          <a:xfrm>
            <a:off x="-325438" y="4470400"/>
            <a:ext cx="3783013" cy="2387600"/>
          </a:xfrm>
          <a:prstGeom prst="rect">
            <a:avLst/>
          </a:prstGeom>
          <a:noFill/>
          <a:ln>
            <a:noFill/>
          </a:ln>
        </p:spPr>
      </p:pic>
      <p:cxnSp>
        <p:nvCxnSpPr>
          <p:cNvPr id="2202" name="Google Shape;2202;p82"/>
          <p:cNvCxnSpPr/>
          <p:nvPr/>
        </p:nvCxnSpPr>
        <p:spPr>
          <a:xfrm flipH="1" rot="10800000">
            <a:off x="2941638" y="4102100"/>
            <a:ext cx="3357562" cy="806450"/>
          </a:xfrm>
          <a:prstGeom prst="straightConnector1">
            <a:avLst/>
          </a:prstGeom>
          <a:noFill/>
          <a:ln cap="flat" cmpd="sng" w="38100">
            <a:solidFill>
              <a:srgbClr val="FF0000"/>
            </a:solidFill>
            <a:prstDash val="solid"/>
            <a:round/>
            <a:headEnd len="med" w="med" type="none"/>
            <a:tailEnd len="med" w="med" type="stealth"/>
          </a:ln>
        </p:spPr>
      </p:cxnSp>
      <p:cxnSp>
        <p:nvCxnSpPr>
          <p:cNvPr id="2203" name="Google Shape;2203;p82"/>
          <p:cNvCxnSpPr/>
          <p:nvPr/>
        </p:nvCxnSpPr>
        <p:spPr>
          <a:xfrm>
            <a:off x="2941638" y="4908550"/>
            <a:ext cx="3309937" cy="0"/>
          </a:xfrm>
          <a:prstGeom prst="straightConnector1">
            <a:avLst/>
          </a:prstGeom>
          <a:noFill/>
          <a:ln cap="flat" cmpd="sng" w="38100">
            <a:solidFill>
              <a:schemeClr val="accent2"/>
            </a:solidFill>
            <a:prstDash val="solid"/>
            <a:round/>
            <a:headEnd len="med" w="med" type="none"/>
            <a:tailEnd len="med" w="med" type="stealth"/>
          </a:ln>
        </p:spPr>
      </p:cxnSp>
      <p:cxnSp>
        <p:nvCxnSpPr>
          <p:cNvPr id="2204" name="Google Shape;2204;p82"/>
          <p:cNvCxnSpPr/>
          <p:nvPr/>
        </p:nvCxnSpPr>
        <p:spPr>
          <a:xfrm rot="10800000">
            <a:off x="6251575" y="4090988"/>
            <a:ext cx="0" cy="817562"/>
          </a:xfrm>
          <a:prstGeom prst="straightConnector1">
            <a:avLst/>
          </a:prstGeom>
          <a:noFill/>
          <a:ln cap="flat" cmpd="sng" w="28575">
            <a:solidFill>
              <a:srgbClr val="FF00FF"/>
            </a:solidFill>
            <a:prstDash val="solid"/>
            <a:round/>
            <a:headEnd len="med" w="med" type="none"/>
            <a:tailEnd len="med" w="med" type="stealth"/>
          </a:ln>
        </p:spPr>
      </p:cxnSp>
      <p:sp>
        <p:nvSpPr>
          <p:cNvPr id="2205" name="Google Shape;2205;p82"/>
          <p:cNvSpPr/>
          <p:nvPr/>
        </p:nvSpPr>
        <p:spPr>
          <a:xfrm>
            <a:off x="2894013" y="4787900"/>
            <a:ext cx="228600" cy="228600"/>
          </a:xfrm>
          <a:prstGeom prst="ellipse">
            <a:avLst/>
          </a:prstGeom>
          <a:gradFill>
            <a:gsLst>
              <a:gs pos="0">
                <a:srgbClr val="FFFFFF"/>
              </a:gs>
              <a:gs pos="100000">
                <a:schemeClr val="dk1"/>
              </a:gs>
            </a:gsLst>
            <a:path path="circle">
              <a:fillToRect b="50%" l="50%" r="50%" t="50%"/>
            </a:path>
            <a:tileRect/>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206" name="Google Shape;2206;p82"/>
          <p:cNvSpPr/>
          <p:nvPr/>
        </p:nvSpPr>
        <p:spPr>
          <a:xfrm>
            <a:off x="3014663" y="4049713"/>
            <a:ext cx="6081712" cy="835025"/>
          </a:xfrm>
          <a:custGeom>
            <a:rect b="b" l="l" r="r" t="t"/>
            <a:pathLst>
              <a:path extrusionOk="0" h="526" w="3831">
                <a:moveTo>
                  <a:pt x="0" y="526"/>
                </a:moveTo>
                <a:cubicBezTo>
                  <a:pt x="139" y="498"/>
                  <a:pt x="278" y="470"/>
                  <a:pt x="462" y="428"/>
                </a:cubicBezTo>
                <a:cubicBezTo>
                  <a:pt x="646" y="386"/>
                  <a:pt x="893" y="321"/>
                  <a:pt x="1106" y="276"/>
                </a:cubicBezTo>
                <a:cubicBezTo>
                  <a:pt x="1319" y="231"/>
                  <a:pt x="1535" y="189"/>
                  <a:pt x="1743" y="155"/>
                </a:cubicBezTo>
                <a:cubicBezTo>
                  <a:pt x="1951" y="121"/>
                  <a:pt x="2155" y="95"/>
                  <a:pt x="2357" y="71"/>
                </a:cubicBezTo>
                <a:cubicBezTo>
                  <a:pt x="2559" y="47"/>
                  <a:pt x="2710" y="22"/>
                  <a:pt x="2956" y="11"/>
                </a:cubicBezTo>
                <a:cubicBezTo>
                  <a:pt x="3202" y="0"/>
                  <a:pt x="3649" y="5"/>
                  <a:pt x="3831" y="3"/>
                </a:cubicBezTo>
              </a:path>
            </a:pathLst>
          </a:custGeom>
          <a:noFill/>
          <a:ln cap="flat" cmpd="sng" w="9525">
            <a:solidFill>
              <a:schemeClr val="dk1"/>
            </a:solidFill>
            <a:prstDash val="dash"/>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207" name="Google Shape;2207;p82"/>
          <p:cNvSpPr txBox="1"/>
          <p:nvPr/>
        </p:nvSpPr>
        <p:spPr>
          <a:xfrm rot="-747281">
            <a:off x="3157538" y="4208463"/>
            <a:ext cx="20447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rgbClr val="FF0000"/>
                </a:solidFill>
                <a:latin typeface="Arial"/>
                <a:ea typeface="Arial"/>
                <a:cs typeface="Arial"/>
                <a:sym typeface="Arial"/>
              </a:rPr>
              <a:t>u = 56 m</a:t>
            </a:r>
            <a:r>
              <a:rPr baseline="-25000" i="1" lang="en-US" sz="2400">
                <a:solidFill>
                  <a:srgbClr val="FF0000"/>
                </a:solidFill>
                <a:latin typeface="Arial"/>
                <a:ea typeface="Arial"/>
                <a:cs typeface="Arial"/>
                <a:sym typeface="Arial"/>
              </a:rPr>
              <a:t> </a:t>
            </a:r>
            <a:r>
              <a:rPr i="1" lang="en-US" sz="2400">
                <a:solidFill>
                  <a:srgbClr val="FF0000"/>
                </a:solidFill>
                <a:latin typeface="Arial"/>
                <a:ea typeface="Arial"/>
                <a:cs typeface="Arial"/>
                <a:sym typeface="Arial"/>
              </a:rPr>
              <a:t>s</a:t>
            </a:r>
            <a:r>
              <a:rPr baseline="30000" i="1" lang="en-US" sz="2400">
                <a:solidFill>
                  <a:srgbClr val="FF0000"/>
                </a:solidFill>
                <a:latin typeface="Arial"/>
                <a:ea typeface="Arial"/>
                <a:cs typeface="Arial"/>
                <a:sym typeface="Arial"/>
              </a:rPr>
              <a:t>-1</a:t>
            </a:r>
            <a:endParaRPr i="1" sz="2400">
              <a:solidFill>
                <a:srgbClr val="FF0000"/>
              </a:solidFill>
              <a:latin typeface="Arial"/>
              <a:ea typeface="Arial"/>
              <a:cs typeface="Arial"/>
              <a:sym typeface="Arial"/>
            </a:endParaRPr>
          </a:p>
        </p:txBody>
      </p:sp>
      <p:sp>
        <p:nvSpPr>
          <p:cNvPr id="2208" name="Google Shape;2208;p82"/>
          <p:cNvSpPr txBox="1"/>
          <p:nvPr/>
        </p:nvSpPr>
        <p:spPr>
          <a:xfrm>
            <a:off x="3827463" y="4929188"/>
            <a:ext cx="22161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chemeClr val="accent2"/>
                </a:solidFill>
                <a:latin typeface="Arial"/>
                <a:ea typeface="Arial"/>
                <a:cs typeface="Arial"/>
                <a:sym typeface="Arial"/>
              </a:rPr>
              <a:t>u</a:t>
            </a:r>
            <a:r>
              <a:rPr baseline="-25000" i="1" lang="en-US" sz="2400">
                <a:solidFill>
                  <a:schemeClr val="accent2"/>
                </a:solidFill>
                <a:latin typeface="Arial"/>
                <a:ea typeface="Arial"/>
                <a:cs typeface="Arial"/>
                <a:sym typeface="Arial"/>
              </a:rPr>
              <a:t>x</a:t>
            </a:r>
            <a:r>
              <a:rPr i="1" lang="en-US" sz="2400">
                <a:solidFill>
                  <a:schemeClr val="accent2"/>
                </a:solidFill>
                <a:latin typeface="Arial"/>
                <a:ea typeface="Arial"/>
                <a:cs typeface="Arial"/>
                <a:sym typeface="Arial"/>
              </a:rPr>
              <a:t> </a:t>
            </a:r>
            <a:r>
              <a:rPr lang="en-US" sz="2400">
                <a:solidFill>
                  <a:schemeClr val="accent2"/>
                </a:solidFill>
                <a:latin typeface="Arial"/>
                <a:ea typeface="Arial"/>
                <a:cs typeface="Arial"/>
                <a:sym typeface="Arial"/>
              </a:rPr>
              <a:t>= </a:t>
            </a:r>
            <a:r>
              <a:rPr i="1" lang="en-US" sz="2400">
                <a:solidFill>
                  <a:schemeClr val="accent2"/>
                </a:solidFill>
                <a:latin typeface="Arial"/>
                <a:ea typeface="Arial"/>
                <a:cs typeface="Arial"/>
                <a:sym typeface="Arial"/>
              </a:rPr>
              <a:t>u</a:t>
            </a:r>
            <a:r>
              <a:rPr baseline="-25000" i="1" lang="en-US" sz="2400">
                <a:solidFill>
                  <a:schemeClr val="accent2"/>
                </a:solidFill>
                <a:latin typeface="Arial"/>
                <a:ea typeface="Arial"/>
                <a:cs typeface="Arial"/>
                <a:sym typeface="Arial"/>
              </a:rPr>
              <a:t> </a:t>
            </a:r>
            <a:r>
              <a:rPr lang="en-US" sz="2400">
                <a:solidFill>
                  <a:schemeClr val="accent2"/>
                </a:solidFill>
                <a:latin typeface="Arial"/>
                <a:ea typeface="Arial"/>
                <a:cs typeface="Arial"/>
                <a:sym typeface="Arial"/>
              </a:rPr>
              <a:t>cos</a:t>
            </a:r>
            <a:r>
              <a:rPr baseline="-25000" i="1" lang="en-US" sz="2400">
                <a:solidFill>
                  <a:schemeClr val="accent2"/>
                </a:solidFill>
                <a:latin typeface="Arial"/>
                <a:ea typeface="Arial"/>
                <a:cs typeface="Arial"/>
                <a:sym typeface="Arial"/>
              </a:rPr>
              <a:t> </a:t>
            </a:r>
            <a:r>
              <a:rPr lang="en-US" sz="2400">
                <a:solidFill>
                  <a:schemeClr val="accent2"/>
                </a:solidFill>
                <a:latin typeface="Arial"/>
                <a:ea typeface="Arial"/>
                <a:cs typeface="Arial"/>
                <a:sym typeface="Arial"/>
              </a:rPr>
              <a:t>θ</a:t>
            </a:r>
            <a:endParaRPr/>
          </a:p>
        </p:txBody>
      </p:sp>
      <p:sp>
        <p:nvSpPr>
          <p:cNvPr id="2209" name="Google Shape;2209;p82"/>
          <p:cNvSpPr txBox="1"/>
          <p:nvPr/>
        </p:nvSpPr>
        <p:spPr>
          <a:xfrm>
            <a:off x="6299200" y="4227513"/>
            <a:ext cx="2060575"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rgbClr val="FF00FF"/>
                </a:solidFill>
                <a:latin typeface="Arial"/>
                <a:ea typeface="Arial"/>
                <a:cs typeface="Arial"/>
                <a:sym typeface="Arial"/>
              </a:rPr>
              <a:t>u</a:t>
            </a:r>
            <a:r>
              <a:rPr baseline="-25000" i="1" lang="en-US" sz="2400">
                <a:solidFill>
                  <a:srgbClr val="FF00FF"/>
                </a:solidFill>
                <a:latin typeface="Arial"/>
                <a:ea typeface="Arial"/>
                <a:cs typeface="Arial"/>
                <a:sym typeface="Arial"/>
              </a:rPr>
              <a:t>y</a:t>
            </a:r>
            <a:r>
              <a:rPr i="1" lang="en-US" sz="2400">
                <a:solidFill>
                  <a:srgbClr val="FF00FF"/>
                </a:solidFill>
                <a:latin typeface="Arial"/>
                <a:ea typeface="Arial"/>
                <a:cs typeface="Arial"/>
                <a:sym typeface="Arial"/>
              </a:rPr>
              <a:t> </a:t>
            </a:r>
            <a:r>
              <a:rPr lang="en-US" sz="2400">
                <a:solidFill>
                  <a:srgbClr val="FF00FF"/>
                </a:solidFill>
                <a:latin typeface="Arial"/>
                <a:ea typeface="Arial"/>
                <a:cs typeface="Arial"/>
                <a:sym typeface="Arial"/>
              </a:rPr>
              <a:t>= </a:t>
            </a:r>
            <a:r>
              <a:rPr i="1" lang="en-US" sz="2400">
                <a:solidFill>
                  <a:srgbClr val="FF00FF"/>
                </a:solidFill>
                <a:latin typeface="Arial"/>
                <a:ea typeface="Arial"/>
                <a:cs typeface="Arial"/>
                <a:sym typeface="Arial"/>
              </a:rPr>
              <a:t>u</a:t>
            </a:r>
            <a:r>
              <a:rPr baseline="-25000" i="1" lang="en-US" sz="2400">
                <a:solidFill>
                  <a:srgbClr val="FF00FF"/>
                </a:solidFill>
                <a:latin typeface="Arial"/>
                <a:ea typeface="Arial"/>
                <a:cs typeface="Arial"/>
                <a:sym typeface="Arial"/>
              </a:rPr>
              <a:t> </a:t>
            </a:r>
            <a:r>
              <a:rPr lang="en-US" sz="2400">
                <a:solidFill>
                  <a:srgbClr val="FF00FF"/>
                </a:solidFill>
                <a:latin typeface="Arial"/>
                <a:ea typeface="Arial"/>
                <a:cs typeface="Arial"/>
                <a:sym typeface="Arial"/>
              </a:rPr>
              <a:t>sin</a:t>
            </a:r>
            <a:r>
              <a:rPr baseline="-25000" i="1" lang="en-US" sz="2400">
                <a:solidFill>
                  <a:srgbClr val="FF00FF"/>
                </a:solidFill>
                <a:latin typeface="Arial"/>
                <a:ea typeface="Arial"/>
                <a:cs typeface="Arial"/>
                <a:sym typeface="Arial"/>
              </a:rPr>
              <a:t> </a:t>
            </a:r>
            <a:r>
              <a:rPr lang="en-US" sz="2400">
                <a:solidFill>
                  <a:srgbClr val="FF00FF"/>
                </a:solidFill>
                <a:latin typeface="Arial"/>
                <a:ea typeface="Arial"/>
                <a:cs typeface="Arial"/>
                <a:sym typeface="Arial"/>
              </a:rPr>
              <a:t>θ</a:t>
            </a:r>
            <a:endParaRPr/>
          </a:p>
        </p:txBody>
      </p:sp>
      <p:sp>
        <p:nvSpPr>
          <p:cNvPr id="2210" name="Google Shape;2210;p82"/>
          <p:cNvSpPr txBox="1"/>
          <p:nvPr/>
        </p:nvSpPr>
        <p:spPr>
          <a:xfrm>
            <a:off x="3973513" y="4546600"/>
            <a:ext cx="1241425"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2"/>
                </a:solidFill>
                <a:latin typeface="Arial"/>
                <a:ea typeface="Arial"/>
                <a:cs typeface="Arial"/>
                <a:sym typeface="Arial"/>
              </a:rPr>
              <a:t>θ</a:t>
            </a:r>
            <a:r>
              <a:rPr baseline="-25000" i="1" lang="en-US" sz="2400">
                <a:solidFill>
                  <a:schemeClr val="dk2"/>
                </a:solidFill>
                <a:latin typeface="Arial"/>
                <a:ea typeface="Arial"/>
                <a:cs typeface="Arial"/>
                <a:sym typeface="Arial"/>
              </a:rPr>
              <a:t> </a:t>
            </a:r>
            <a:r>
              <a:rPr lang="en-US" sz="2400">
                <a:solidFill>
                  <a:schemeClr val="dk2"/>
                </a:solidFill>
                <a:latin typeface="Arial"/>
                <a:ea typeface="Arial"/>
                <a:cs typeface="Arial"/>
                <a:sym typeface="Arial"/>
              </a:rPr>
              <a:t>= 15º</a:t>
            </a:r>
            <a:endParaRPr/>
          </a:p>
        </p:txBody>
      </p:sp>
      <p:sp>
        <p:nvSpPr>
          <p:cNvPr id="2211" name="Google Shape;2211;p82"/>
          <p:cNvSpPr txBox="1"/>
          <p:nvPr/>
        </p:nvSpPr>
        <p:spPr>
          <a:xfrm>
            <a:off x="3830638" y="5357813"/>
            <a:ext cx="2359025"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chemeClr val="accent2"/>
                </a:solidFill>
                <a:latin typeface="Arial"/>
                <a:ea typeface="Arial"/>
                <a:cs typeface="Arial"/>
                <a:sym typeface="Arial"/>
              </a:rPr>
              <a:t>u</a:t>
            </a:r>
            <a:r>
              <a:rPr baseline="-25000" i="1" lang="en-US" sz="2400">
                <a:solidFill>
                  <a:schemeClr val="accent2"/>
                </a:solidFill>
                <a:latin typeface="Arial"/>
                <a:ea typeface="Arial"/>
                <a:cs typeface="Arial"/>
                <a:sym typeface="Arial"/>
              </a:rPr>
              <a:t>x</a:t>
            </a:r>
            <a:r>
              <a:rPr i="1" lang="en-US" sz="2400">
                <a:solidFill>
                  <a:schemeClr val="accent2"/>
                </a:solidFill>
                <a:latin typeface="Arial"/>
                <a:ea typeface="Arial"/>
                <a:cs typeface="Arial"/>
                <a:sym typeface="Arial"/>
              </a:rPr>
              <a:t> </a:t>
            </a:r>
            <a:r>
              <a:rPr lang="en-US" sz="2400">
                <a:solidFill>
                  <a:schemeClr val="accent2"/>
                </a:solidFill>
                <a:latin typeface="Arial"/>
                <a:ea typeface="Arial"/>
                <a:cs typeface="Arial"/>
                <a:sym typeface="Arial"/>
              </a:rPr>
              <a:t>= 56</a:t>
            </a:r>
            <a:r>
              <a:rPr baseline="-25000" lang="en-US" sz="2400">
                <a:solidFill>
                  <a:schemeClr val="accent2"/>
                </a:solidFill>
                <a:latin typeface="Arial"/>
                <a:ea typeface="Arial"/>
                <a:cs typeface="Arial"/>
                <a:sym typeface="Arial"/>
              </a:rPr>
              <a:t> </a:t>
            </a:r>
            <a:r>
              <a:rPr lang="en-US" sz="2400">
                <a:solidFill>
                  <a:schemeClr val="accent2"/>
                </a:solidFill>
                <a:latin typeface="Arial"/>
                <a:ea typeface="Arial"/>
                <a:cs typeface="Arial"/>
                <a:sym typeface="Arial"/>
              </a:rPr>
              <a:t>cos</a:t>
            </a:r>
            <a:r>
              <a:rPr baseline="-25000" lang="en-US" sz="2400">
                <a:solidFill>
                  <a:schemeClr val="accent2"/>
                </a:solidFill>
                <a:latin typeface="Arial"/>
                <a:ea typeface="Arial"/>
                <a:cs typeface="Arial"/>
                <a:sym typeface="Arial"/>
              </a:rPr>
              <a:t> </a:t>
            </a:r>
            <a:r>
              <a:rPr lang="en-US" sz="2400">
                <a:solidFill>
                  <a:schemeClr val="accent2"/>
                </a:solidFill>
                <a:latin typeface="Arial"/>
                <a:ea typeface="Arial"/>
                <a:cs typeface="Arial"/>
                <a:sym typeface="Arial"/>
              </a:rPr>
              <a:t>15º</a:t>
            </a:r>
            <a:endParaRPr/>
          </a:p>
        </p:txBody>
      </p:sp>
      <p:sp>
        <p:nvSpPr>
          <p:cNvPr id="2212" name="Google Shape;2212;p82"/>
          <p:cNvSpPr txBox="1"/>
          <p:nvPr/>
        </p:nvSpPr>
        <p:spPr>
          <a:xfrm>
            <a:off x="3832225" y="5732463"/>
            <a:ext cx="2359025"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chemeClr val="accent2"/>
                </a:solidFill>
                <a:latin typeface="Arial"/>
                <a:ea typeface="Arial"/>
                <a:cs typeface="Arial"/>
                <a:sym typeface="Arial"/>
              </a:rPr>
              <a:t>u</a:t>
            </a:r>
            <a:r>
              <a:rPr baseline="-25000" i="1" lang="en-US" sz="2400">
                <a:solidFill>
                  <a:schemeClr val="accent2"/>
                </a:solidFill>
                <a:latin typeface="Arial"/>
                <a:ea typeface="Arial"/>
                <a:cs typeface="Arial"/>
                <a:sym typeface="Arial"/>
              </a:rPr>
              <a:t>x</a:t>
            </a:r>
            <a:r>
              <a:rPr i="1" lang="en-US" sz="2400">
                <a:solidFill>
                  <a:schemeClr val="accent2"/>
                </a:solidFill>
                <a:latin typeface="Arial"/>
                <a:ea typeface="Arial"/>
                <a:cs typeface="Arial"/>
                <a:sym typeface="Arial"/>
              </a:rPr>
              <a:t> </a:t>
            </a:r>
            <a:r>
              <a:rPr lang="en-US" sz="2400">
                <a:solidFill>
                  <a:schemeClr val="accent2"/>
                </a:solidFill>
                <a:latin typeface="Arial"/>
                <a:ea typeface="Arial"/>
                <a:cs typeface="Arial"/>
                <a:sym typeface="Arial"/>
              </a:rPr>
              <a:t>= 54 m</a:t>
            </a:r>
            <a:r>
              <a:rPr baseline="-25000" lang="en-US" sz="2400">
                <a:solidFill>
                  <a:schemeClr val="accent2"/>
                </a:solidFill>
                <a:latin typeface="Arial"/>
                <a:ea typeface="Arial"/>
                <a:cs typeface="Arial"/>
                <a:sym typeface="Arial"/>
              </a:rPr>
              <a:t> </a:t>
            </a:r>
            <a:r>
              <a:rPr lang="en-US" sz="2400">
                <a:solidFill>
                  <a:schemeClr val="accent2"/>
                </a:solidFill>
                <a:latin typeface="Arial"/>
                <a:ea typeface="Arial"/>
                <a:cs typeface="Arial"/>
                <a:sym typeface="Arial"/>
              </a:rPr>
              <a:t>s</a:t>
            </a:r>
            <a:r>
              <a:rPr baseline="30000" lang="en-US" sz="2400">
                <a:solidFill>
                  <a:schemeClr val="accent2"/>
                </a:solidFill>
                <a:latin typeface="Arial"/>
                <a:ea typeface="Arial"/>
                <a:cs typeface="Arial"/>
                <a:sym typeface="Arial"/>
              </a:rPr>
              <a:t>-1</a:t>
            </a:r>
            <a:endParaRPr sz="2400">
              <a:solidFill>
                <a:schemeClr val="accent2"/>
              </a:solidFill>
              <a:latin typeface="Arial"/>
              <a:ea typeface="Arial"/>
              <a:cs typeface="Arial"/>
              <a:sym typeface="Arial"/>
            </a:endParaRPr>
          </a:p>
        </p:txBody>
      </p:sp>
      <p:sp>
        <p:nvSpPr>
          <p:cNvPr id="2213" name="Google Shape;2213;p82"/>
          <p:cNvSpPr txBox="1"/>
          <p:nvPr/>
        </p:nvSpPr>
        <p:spPr>
          <a:xfrm>
            <a:off x="6302375" y="4665663"/>
            <a:ext cx="2506663"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rgbClr val="FF00FF"/>
                </a:solidFill>
                <a:latin typeface="Arial"/>
                <a:ea typeface="Arial"/>
                <a:cs typeface="Arial"/>
                <a:sym typeface="Arial"/>
              </a:rPr>
              <a:t>u</a:t>
            </a:r>
            <a:r>
              <a:rPr baseline="-25000" i="1" lang="en-US" sz="2400">
                <a:solidFill>
                  <a:srgbClr val="FF00FF"/>
                </a:solidFill>
                <a:latin typeface="Arial"/>
                <a:ea typeface="Arial"/>
                <a:cs typeface="Arial"/>
                <a:sym typeface="Arial"/>
              </a:rPr>
              <a:t>y</a:t>
            </a:r>
            <a:r>
              <a:rPr i="1" lang="en-US" sz="2400">
                <a:solidFill>
                  <a:srgbClr val="FF00FF"/>
                </a:solidFill>
                <a:latin typeface="Arial"/>
                <a:ea typeface="Arial"/>
                <a:cs typeface="Arial"/>
                <a:sym typeface="Arial"/>
              </a:rPr>
              <a:t> </a:t>
            </a:r>
            <a:r>
              <a:rPr lang="en-US" sz="2400">
                <a:solidFill>
                  <a:srgbClr val="FF00FF"/>
                </a:solidFill>
                <a:latin typeface="Arial"/>
                <a:ea typeface="Arial"/>
                <a:cs typeface="Arial"/>
                <a:sym typeface="Arial"/>
              </a:rPr>
              <a:t>= 56</a:t>
            </a:r>
            <a:r>
              <a:rPr baseline="-25000" i="1" lang="en-US" sz="2400">
                <a:solidFill>
                  <a:srgbClr val="FF00FF"/>
                </a:solidFill>
                <a:latin typeface="Arial"/>
                <a:ea typeface="Arial"/>
                <a:cs typeface="Arial"/>
                <a:sym typeface="Arial"/>
              </a:rPr>
              <a:t> </a:t>
            </a:r>
            <a:r>
              <a:rPr lang="en-US" sz="2400">
                <a:solidFill>
                  <a:srgbClr val="FF00FF"/>
                </a:solidFill>
                <a:latin typeface="Arial"/>
                <a:ea typeface="Arial"/>
                <a:cs typeface="Arial"/>
                <a:sym typeface="Arial"/>
              </a:rPr>
              <a:t>sin</a:t>
            </a:r>
            <a:r>
              <a:rPr baseline="-25000" i="1" lang="en-US" sz="2400">
                <a:solidFill>
                  <a:srgbClr val="FF00FF"/>
                </a:solidFill>
                <a:latin typeface="Arial"/>
                <a:ea typeface="Arial"/>
                <a:cs typeface="Arial"/>
                <a:sym typeface="Arial"/>
              </a:rPr>
              <a:t> </a:t>
            </a:r>
            <a:r>
              <a:rPr lang="en-US" sz="2400">
                <a:solidFill>
                  <a:srgbClr val="FF00FF"/>
                </a:solidFill>
                <a:latin typeface="Arial"/>
                <a:ea typeface="Arial"/>
                <a:cs typeface="Arial"/>
                <a:sym typeface="Arial"/>
              </a:rPr>
              <a:t>15º</a:t>
            </a:r>
            <a:endParaRPr/>
          </a:p>
        </p:txBody>
      </p:sp>
      <p:sp>
        <p:nvSpPr>
          <p:cNvPr id="2214" name="Google Shape;2214;p82"/>
          <p:cNvSpPr txBox="1"/>
          <p:nvPr/>
        </p:nvSpPr>
        <p:spPr>
          <a:xfrm>
            <a:off x="6292850" y="5081588"/>
            <a:ext cx="2506663"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rgbClr val="FF00FF"/>
                </a:solidFill>
                <a:latin typeface="Arial"/>
                <a:ea typeface="Arial"/>
                <a:cs typeface="Arial"/>
                <a:sym typeface="Arial"/>
              </a:rPr>
              <a:t>u</a:t>
            </a:r>
            <a:r>
              <a:rPr baseline="-25000" i="1" lang="en-US" sz="2400">
                <a:solidFill>
                  <a:srgbClr val="FF00FF"/>
                </a:solidFill>
                <a:latin typeface="Arial"/>
                <a:ea typeface="Arial"/>
                <a:cs typeface="Arial"/>
                <a:sym typeface="Arial"/>
              </a:rPr>
              <a:t>y</a:t>
            </a:r>
            <a:r>
              <a:rPr i="1" lang="en-US" sz="2400">
                <a:solidFill>
                  <a:srgbClr val="FF00FF"/>
                </a:solidFill>
                <a:latin typeface="Arial"/>
                <a:ea typeface="Arial"/>
                <a:cs typeface="Arial"/>
                <a:sym typeface="Arial"/>
              </a:rPr>
              <a:t> </a:t>
            </a:r>
            <a:r>
              <a:rPr lang="en-US" sz="2400">
                <a:solidFill>
                  <a:srgbClr val="FF00FF"/>
                </a:solidFill>
                <a:latin typeface="Arial"/>
                <a:ea typeface="Arial"/>
                <a:cs typeface="Arial"/>
                <a:sym typeface="Arial"/>
              </a:rPr>
              <a:t>= 15 m</a:t>
            </a:r>
            <a:r>
              <a:rPr baseline="-25000" lang="en-US" sz="2400">
                <a:solidFill>
                  <a:srgbClr val="FF00FF"/>
                </a:solidFill>
                <a:latin typeface="Arial"/>
                <a:ea typeface="Arial"/>
                <a:cs typeface="Arial"/>
                <a:sym typeface="Arial"/>
              </a:rPr>
              <a:t> </a:t>
            </a:r>
            <a:r>
              <a:rPr lang="en-US" sz="2400">
                <a:solidFill>
                  <a:srgbClr val="FF00FF"/>
                </a:solidFill>
                <a:latin typeface="Arial"/>
                <a:ea typeface="Arial"/>
                <a:cs typeface="Arial"/>
                <a:sym typeface="Arial"/>
              </a:rPr>
              <a:t>s</a:t>
            </a:r>
            <a:r>
              <a:rPr baseline="30000" lang="en-US" sz="2400">
                <a:solidFill>
                  <a:srgbClr val="FF00FF"/>
                </a:solidFill>
                <a:latin typeface="Arial"/>
                <a:ea typeface="Arial"/>
                <a:cs typeface="Arial"/>
                <a:sym typeface="Arial"/>
              </a:rPr>
              <a:t>-1</a:t>
            </a:r>
            <a:r>
              <a:rPr lang="en-US" sz="2400">
                <a:solidFill>
                  <a:srgbClr val="FF00FF"/>
                </a:solidFill>
                <a:latin typeface="Arial"/>
                <a:ea typeface="Arial"/>
                <a:cs typeface="Arial"/>
                <a:sym typeface="Arial"/>
              </a:rPr>
              <a:t>.</a:t>
            </a:r>
            <a:endParaRPr sz="2400">
              <a:solidFill>
                <a:srgbClr val="FF00FF"/>
              </a:solidFill>
              <a:latin typeface="Arial"/>
              <a:ea typeface="Arial"/>
              <a:cs typeface="Arial"/>
              <a:sym typeface="Arial"/>
            </a:endParaRPr>
          </a:p>
        </p:txBody>
      </p:sp>
      <p:grpSp>
        <p:nvGrpSpPr>
          <p:cNvPr id="2215" name="Google Shape;2215;p82"/>
          <p:cNvGrpSpPr/>
          <p:nvPr/>
        </p:nvGrpSpPr>
        <p:grpSpPr>
          <a:xfrm>
            <a:off x="836613" y="1776413"/>
            <a:ext cx="7464425" cy="881062"/>
            <a:chOff x="497" y="2822"/>
            <a:chExt cx="4702" cy="555"/>
          </a:xfrm>
        </p:grpSpPr>
        <p:sp>
          <p:nvSpPr>
            <p:cNvPr id="2216" name="Google Shape;2216;p82"/>
            <p:cNvSpPr txBox="1"/>
            <p:nvPr/>
          </p:nvSpPr>
          <p:spPr>
            <a:xfrm>
              <a:off x="3258" y="2859"/>
              <a:ext cx="1941" cy="518"/>
            </a:xfrm>
            <a:prstGeom prst="rect">
              <a:avLst/>
            </a:prstGeom>
            <a:solidFill>
              <a:srgbClr val="FF0000"/>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lt1"/>
                  </a:solidFill>
                  <a:latin typeface="Arial"/>
                  <a:ea typeface="Arial"/>
                  <a:cs typeface="Arial"/>
                  <a:sym typeface="Arial"/>
                </a:rPr>
                <a:t>reduced equations of projectile motion</a:t>
              </a:r>
              <a:endParaRPr/>
            </a:p>
          </p:txBody>
        </p:sp>
        <p:sp>
          <p:nvSpPr>
            <p:cNvPr id="2217" name="Google Shape;2217;p82"/>
            <p:cNvSpPr/>
            <p:nvPr/>
          </p:nvSpPr>
          <p:spPr>
            <a:xfrm>
              <a:off x="497" y="2861"/>
              <a:ext cx="4701" cy="513"/>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218" name="Google Shape;2218;p82"/>
            <p:cNvSpPr txBox="1"/>
            <p:nvPr/>
          </p:nvSpPr>
          <p:spPr>
            <a:xfrm>
              <a:off x="589" y="2822"/>
              <a:ext cx="1343"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Arial"/>
                  <a:ea typeface="Arial"/>
                  <a:cs typeface="Arial"/>
                  <a:sym typeface="Arial"/>
                </a:rPr>
                <a:t>∆</a:t>
              </a:r>
              <a:r>
                <a:rPr i="1" lang="en-US" sz="2400">
                  <a:solidFill>
                    <a:schemeClr val="dk1"/>
                  </a:solidFill>
                  <a:latin typeface="Arial"/>
                  <a:ea typeface="Arial"/>
                  <a:cs typeface="Arial"/>
                  <a:sym typeface="Arial"/>
                </a:rPr>
                <a:t>x</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u</a:t>
              </a:r>
              <a:r>
                <a:rPr baseline="-25000" i="1" lang="en-US" sz="2400">
                  <a:solidFill>
                    <a:schemeClr val="dk1"/>
                  </a:solidFill>
                  <a:latin typeface="Arial"/>
                  <a:ea typeface="Arial"/>
                  <a:cs typeface="Arial"/>
                  <a:sym typeface="Arial"/>
                </a:rPr>
                <a:t>x</a:t>
              </a:r>
              <a:r>
                <a:rPr i="1" lang="en-US" sz="2400">
                  <a:solidFill>
                    <a:schemeClr val="dk1"/>
                  </a:solidFill>
                  <a:latin typeface="Arial"/>
                  <a:ea typeface="Arial"/>
                  <a:cs typeface="Arial"/>
                  <a:sym typeface="Arial"/>
                </a:rPr>
                <a:t>t</a:t>
              </a:r>
              <a:endParaRPr/>
            </a:p>
          </p:txBody>
        </p:sp>
        <p:sp>
          <p:nvSpPr>
            <p:cNvPr id="2219" name="Google Shape;2219;p82"/>
            <p:cNvSpPr txBox="1"/>
            <p:nvPr/>
          </p:nvSpPr>
          <p:spPr>
            <a:xfrm>
              <a:off x="586" y="3074"/>
              <a:ext cx="1063"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chemeClr val="dk1"/>
                  </a:solidFill>
                  <a:latin typeface="Arial"/>
                  <a:ea typeface="Arial"/>
                  <a:cs typeface="Arial"/>
                  <a:sym typeface="Arial"/>
                </a:rPr>
                <a:t> v</a:t>
              </a:r>
              <a:r>
                <a:rPr baseline="-25000" i="1" lang="en-US" sz="2400">
                  <a:solidFill>
                    <a:schemeClr val="dk1"/>
                  </a:solidFill>
                  <a:latin typeface="Arial"/>
                  <a:ea typeface="Arial"/>
                  <a:cs typeface="Arial"/>
                  <a:sym typeface="Arial"/>
                </a:rPr>
                <a:t>x</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u</a:t>
              </a:r>
              <a:r>
                <a:rPr baseline="-25000" i="1" lang="en-US" sz="2400">
                  <a:solidFill>
                    <a:schemeClr val="dk1"/>
                  </a:solidFill>
                  <a:latin typeface="Arial"/>
                  <a:ea typeface="Arial"/>
                  <a:cs typeface="Arial"/>
                  <a:sym typeface="Arial"/>
                </a:rPr>
                <a:t>x</a:t>
              </a:r>
              <a:endParaRPr i="1" sz="2400">
                <a:solidFill>
                  <a:schemeClr val="dk1"/>
                </a:solidFill>
                <a:latin typeface="Arial"/>
                <a:ea typeface="Arial"/>
                <a:cs typeface="Arial"/>
                <a:sym typeface="Arial"/>
              </a:endParaRPr>
            </a:p>
          </p:txBody>
        </p:sp>
        <p:sp>
          <p:nvSpPr>
            <p:cNvPr id="2220" name="Google Shape;2220;p82"/>
            <p:cNvSpPr txBox="1"/>
            <p:nvPr/>
          </p:nvSpPr>
          <p:spPr>
            <a:xfrm>
              <a:off x="1649" y="2823"/>
              <a:ext cx="1683"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Arial"/>
                  <a:ea typeface="Arial"/>
                  <a:cs typeface="Arial"/>
                  <a:sym typeface="Arial"/>
                </a:rPr>
                <a:t>∆</a:t>
              </a:r>
              <a:r>
                <a:rPr i="1" lang="en-US" sz="2400">
                  <a:solidFill>
                    <a:schemeClr val="dk1"/>
                  </a:solidFill>
                  <a:latin typeface="Arial"/>
                  <a:ea typeface="Arial"/>
                  <a:cs typeface="Arial"/>
                  <a:sym typeface="Arial"/>
                </a:rPr>
                <a:t>y</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u</a:t>
              </a:r>
              <a:r>
                <a:rPr baseline="-25000" i="1" lang="en-US" sz="2400">
                  <a:solidFill>
                    <a:schemeClr val="dk1"/>
                  </a:solidFill>
                  <a:latin typeface="Arial"/>
                  <a:ea typeface="Arial"/>
                  <a:cs typeface="Arial"/>
                  <a:sym typeface="Arial"/>
                </a:rPr>
                <a:t>y</a:t>
              </a:r>
              <a:r>
                <a:rPr i="1" lang="en-US" sz="2400">
                  <a:solidFill>
                    <a:schemeClr val="dk1"/>
                  </a:solidFill>
                  <a:latin typeface="Arial"/>
                  <a:ea typeface="Arial"/>
                  <a:cs typeface="Arial"/>
                  <a:sym typeface="Arial"/>
                </a:rPr>
                <a:t>t</a:t>
              </a:r>
              <a:r>
                <a:rPr lang="en-US" sz="2400">
                  <a:solidFill>
                    <a:schemeClr val="dk1"/>
                  </a:solidFill>
                  <a:latin typeface="Arial"/>
                  <a:ea typeface="Arial"/>
                  <a:cs typeface="Arial"/>
                  <a:sym typeface="Arial"/>
                </a:rPr>
                <a:t> - 5</a:t>
              </a:r>
              <a:r>
                <a:rPr i="1" lang="en-US" sz="2400">
                  <a:solidFill>
                    <a:schemeClr val="dk1"/>
                  </a:solidFill>
                  <a:latin typeface="Arial"/>
                  <a:ea typeface="Arial"/>
                  <a:cs typeface="Arial"/>
                  <a:sym typeface="Arial"/>
                </a:rPr>
                <a:t>t </a:t>
              </a:r>
              <a:r>
                <a:rPr baseline="30000" lang="en-US" sz="2400">
                  <a:solidFill>
                    <a:schemeClr val="dk1"/>
                  </a:solidFill>
                  <a:latin typeface="Arial"/>
                  <a:ea typeface="Arial"/>
                  <a:cs typeface="Arial"/>
                  <a:sym typeface="Arial"/>
                </a:rPr>
                <a:t>2</a:t>
              </a:r>
              <a:endParaRPr/>
            </a:p>
          </p:txBody>
        </p:sp>
        <p:sp>
          <p:nvSpPr>
            <p:cNvPr id="2221" name="Google Shape;2221;p82"/>
            <p:cNvSpPr txBox="1"/>
            <p:nvPr/>
          </p:nvSpPr>
          <p:spPr>
            <a:xfrm>
              <a:off x="1647" y="3074"/>
              <a:ext cx="168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chemeClr val="dk1"/>
                  </a:solidFill>
                  <a:latin typeface="Arial"/>
                  <a:ea typeface="Arial"/>
                  <a:cs typeface="Arial"/>
                  <a:sym typeface="Arial"/>
                </a:rPr>
                <a:t> v</a:t>
              </a:r>
              <a:r>
                <a:rPr baseline="-25000" i="1" lang="en-US" sz="2400">
                  <a:solidFill>
                    <a:schemeClr val="dk1"/>
                  </a:solidFill>
                  <a:latin typeface="Arial"/>
                  <a:ea typeface="Arial"/>
                  <a:cs typeface="Arial"/>
                  <a:sym typeface="Arial"/>
                </a:rPr>
                <a:t>y</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u</a:t>
              </a:r>
              <a:r>
                <a:rPr baseline="-25000" i="1" lang="en-US" sz="2400">
                  <a:solidFill>
                    <a:schemeClr val="dk1"/>
                  </a:solidFill>
                  <a:latin typeface="Arial"/>
                  <a:ea typeface="Arial"/>
                  <a:cs typeface="Arial"/>
                  <a:sym typeface="Arial"/>
                </a:rPr>
                <a:t>y</a:t>
              </a:r>
              <a:r>
                <a:rPr lang="en-US" sz="2400">
                  <a:solidFill>
                    <a:schemeClr val="dk1"/>
                  </a:solidFill>
                  <a:latin typeface="Arial"/>
                  <a:ea typeface="Arial"/>
                  <a:cs typeface="Arial"/>
                  <a:sym typeface="Arial"/>
                </a:rPr>
                <a:t> - 10</a:t>
              </a:r>
              <a:r>
                <a:rPr i="1" lang="en-US" sz="2400">
                  <a:solidFill>
                    <a:schemeClr val="dk1"/>
                  </a:solidFill>
                  <a:latin typeface="Arial"/>
                  <a:ea typeface="Arial"/>
                  <a:cs typeface="Arial"/>
                  <a:sym typeface="Arial"/>
                </a:rPr>
                <a:t>t</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00">
                                            <p:txEl>
                                              <p:pRg end="0" st="0"/>
                                            </p:txEl>
                                          </p:spTgt>
                                        </p:tgtEl>
                                        <p:attrNameLst>
                                          <p:attrName>style.visibility</p:attrName>
                                        </p:attrNameLst>
                                      </p:cBhvr>
                                      <p:to>
                                        <p:strVal val="visible"/>
                                      </p:to>
                                    </p:set>
                                    <p:anim calcmode="lin" valueType="num">
                                      <p:cBhvr additive="base">
                                        <p:cTn dur="500"/>
                                        <p:tgtEl>
                                          <p:spTgt spid="2200">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00">
                                            <p:txEl>
                                              <p:pRg end="1" st="1"/>
                                            </p:txEl>
                                          </p:spTgt>
                                        </p:tgtEl>
                                        <p:attrNameLst>
                                          <p:attrName>style.visibility</p:attrName>
                                        </p:attrNameLst>
                                      </p:cBhvr>
                                      <p:to>
                                        <p:strVal val="visible"/>
                                      </p:to>
                                    </p:set>
                                    <p:anim calcmode="lin" valueType="num">
                                      <p:cBhvr additive="base">
                                        <p:cTn dur="500"/>
                                        <p:tgtEl>
                                          <p:spTgt spid="2200">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00">
                                            <p:txEl>
                                              <p:pRg end="2" st="2"/>
                                            </p:txEl>
                                          </p:spTgt>
                                        </p:tgtEl>
                                        <p:attrNameLst>
                                          <p:attrName>style.visibility</p:attrName>
                                        </p:attrNameLst>
                                      </p:cBhvr>
                                      <p:to>
                                        <p:strVal val="visible"/>
                                      </p:to>
                                    </p:set>
                                    <p:anim calcmode="lin" valueType="num">
                                      <p:cBhvr additive="base">
                                        <p:cTn dur="500"/>
                                        <p:tgtEl>
                                          <p:spTgt spid="2200">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00">
                                            <p:txEl>
                                              <p:pRg end="3" st="3"/>
                                            </p:txEl>
                                          </p:spTgt>
                                        </p:tgtEl>
                                        <p:attrNameLst>
                                          <p:attrName>style.visibility</p:attrName>
                                        </p:attrNameLst>
                                      </p:cBhvr>
                                      <p:to>
                                        <p:strVal val="visible"/>
                                      </p:to>
                                    </p:set>
                                    <p:anim calcmode="lin" valueType="num">
                                      <p:cBhvr additive="base">
                                        <p:cTn dur="500"/>
                                        <p:tgtEl>
                                          <p:spTgt spid="2200">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2201"/>
                                        </p:tgtEl>
                                        <p:attrNameLst>
                                          <p:attrName>style.visibility</p:attrName>
                                        </p:attrNameLst>
                                      </p:cBhvr>
                                      <p:to>
                                        <p:strVal val="visible"/>
                                      </p:to>
                                    </p:set>
                                    <p:anim calcmode="lin" valueType="num">
                                      <p:cBhvr additive="base">
                                        <p:cTn dur="3000"/>
                                        <p:tgtEl>
                                          <p:spTgt spid="2201"/>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05"/>
                                        </p:tgtEl>
                                        <p:attrNameLst>
                                          <p:attrName>style.visibility</p:attrName>
                                        </p:attrNameLst>
                                      </p:cBhvr>
                                      <p:to>
                                        <p:strVal val="visible"/>
                                      </p:to>
                                    </p:set>
                                    <p:animEffect filter="fade" transition="in">
                                      <p:cBhvr>
                                        <p:cTn dur="500"/>
                                        <p:tgtEl>
                                          <p:spTgt spid="2205"/>
                                        </p:tgtEl>
                                      </p:cBhvr>
                                    </p:animEffect>
                                  </p:childTnLst>
                                </p:cTn>
                              </p:par>
                              <p:par>
                                <p:cTn fill="hold" nodeType="withEffect" presetClass="entr" presetID="10" presetSubtype="0">
                                  <p:stCondLst>
                                    <p:cond delay="0"/>
                                  </p:stCondLst>
                                  <p:childTnLst>
                                    <p:set>
                                      <p:cBhvr>
                                        <p:cTn dur="1" fill="hold">
                                          <p:stCondLst>
                                            <p:cond delay="0"/>
                                          </p:stCondLst>
                                        </p:cTn>
                                        <p:tgtEl>
                                          <p:spTgt spid="2206"/>
                                        </p:tgtEl>
                                        <p:attrNameLst>
                                          <p:attrName>style.visibility</p:attrName>
                                        </p:attrNameLst>
                                      </p:cBhvr>
                                      <p:to>
                                        <p:strVal val="visible"/>
                                      </p:to>
                                    </p:set>
                                    <p:animEffect filter="fade" transition="in">
                                      <p:cBhvr>
                                        <p:cTn dur="2000"/>
                                        <p:tgtEl>
                                          <p:spTgt spid="2206"/>
                                        </p:tgtEl>
                                      </p:cBhvr>
                                    </p:animEffect>
                                  </p:childTnLst>
                                </p:cTn>
                              </p:par>
                              <p:par>
                                <p:cTn fill="hold" nodeType="withEffect" presetClass="entr" presetID="10" presetSubtype="0">
                                  <p:stCondLst>
                                    <p:cond delay="0"/>
                                  </p:stCondLst>
                                  <p:childTnLst>
                                    <p:set>
                                      <p:cBhvr>
                                        <p:cTn dur="1" fill="hold">
                                          <p:stCondLst>
                                            <p:cond delay="0"/>
                                          </p:stCondLst>
                                        </p:cTn>
                                        <p:tgtEl>
                                          <p:spTgt spid="2202"/>
                                        </p:tgtEl>
                                        <p:attrNameLst>
                                          <p:attrName>style.visibility</p:attrName>
                                        </p:attrNameLst>
                                      </p:cBhvr>
                                      <p:to>
                                        <p:strVal val="visible"/>
                                      </p:to>
                                    </p:set>
                                    <p:animEffect filter="fade" transition="in">
                                      <p:cBhvr>
                                        <p:cTn dur="500"/>
                                        <p:tgtEl>
                                          <p:spTgt spid="220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07"/>
                                        </p:tgtEl>
                                        <p:attrNameLst>
                                          <p:attrName>style.visibility</p:attrName>
                                        </p:attrNameLst>
                                      </p:cBhvr>
                                      <p:to>
                                        <p:strVal val="visible"/>
                                      </p:to>
                                    </p:set>
                                    <p:anim calcmode="lin" valueType="num">
                                      <p:cBhvr additive="base">
                                        <p:cTn dur="500"/>
                                        <p:tgtEl>
                                          <p:spTgt spid="2207"/>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03"/>
                                        </p:tgtEl>
                                        <p:attrNameLst>
                                          <p:attrName>style.visibility</p:attrName>
                                        </p:attrNameLst>
                                      </p:cBhvr>
                                      <p:to>
                                        <p:strVal val="visible"/>
                                      </p:to>
                                    </p:set>
                                    <p:animEffect filter="fade" transition="in">
                                      <p:cBhvr>
                                        <p:cTn dur="500"/>
                                        <p:tgtEl>
                                          <p:spTgt spid="2203"/>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204"/>
                                        </p:tgtEl>
                                        <p:attrNameLst>
                                          <p:attrName>style.visibility</p:attrName>
                                        </p:attrNameLst>
                                      </p:cBhvr>
                                      <p:to>
                                        <p:strVal val="visible"/>
                                      </p:to>
                                    </p:set>
                                    <p:animEffect filter="fade" transition="in">
                                      <p:cBhvr>
                                        <p:cTn dur="500"/>
                                        <p:tgtEl>
                                          <p:spTgt spid="220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10"/>
                                        </p:tgtEl>
                                        <p:attrNameLst>
                                          <p:attrName>style.visibility</p:attrName>
                                        </p:attrNameLst>
                                      </p:cBhvr>
                                      <p:to>
                                        <p:strVal val="visible"/>
                                      </p:to>
                                    </p:set>
                                    <p:anim calcmode="lin" valueType="num">
                                      <p:cBhvr additive="base">
                                        <p:cTn dur="500"/>
                                        <p:tgtEl>
                                          <p:spTgt spid="2210"/>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08"/>
                                        </p:tgtEl>
                                        <p:attrNameLst>
                                          <p:attrName>style.visibility</p:attrName>
                                        </p:attrNameLst>
                                      </p:cBhvr>
                                      <p:to>
                                        <p:strVal val="visible"/>
                                      </p:to>
                                    </p:set>
                                    <p:anim calcmode="lin" valueType="num">
                                      <p:cBhvr additive="base">
                                        <p:cTn dur="500"/>
                                        <p:tgtEl>
                                          <p:spTgt spid="2208"/>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09"/>
                                        </p:tgtEl>
                                        <p:attrNameLst>
                                          <p:attrName>style.visibility</p:attrName>
                                        </p:attrNameLst>
                                      </p:cBhvr>
                                      <p:to>
                                        <p:strVal val="visible"/>
                                      </p:to>
                                    </p:set>
                                    <p:anim calcmode="lin" valueType="num">
                                      <p:cBhvr additive="base">
                                        <p:cTn dur="500"/>
                                        <p:tgtEl>
                                          <p:spTgt spid="2209"/>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11"/>
                                        </p:tgtEl>
                                        <p:attrNameLst>
                                          <p:attrName>style.visibility</p:attrName>
                                        </p:attrNameLst>
                                      </p:cBhvr>
                                      <p:to>
                                        <p:strVal val="visible"/>
                                      </p:to>
                                    </p:set>
                                    <p:anim calcmode="lin" valueType="num">
                                      <p:cBhvr additive="base">
                                        <p:cTn dur="500"/>
                                        <p:tgtEl>
                                          <p:spTgt spid="2211"/>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12"/>
                                        </p:tgtEl>
                                        <p:attrNameLst>
                                          <p:attrName>style.visibility</p:attrName>
                                        </p:attrNameLst>
                                      </p:cBhvr>
                                      <p:to>
                                        <p:strVal val="visible"/>
                                      </p:to>
                                    </p:set>
                                    <p:anim calcmode="lin" valueType="num">
                                      <p:cBhvr additive="base">
                                        <p:cTn dur="500"/>
                                        <p:tgtEl>
                                          <p:spTgt spid="2212"/>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13"/>
                                        </p:tgtEl>
                                        <p:attrNameLst>
                                          <p:attrName>style.visibility</p:attrName>
                                        </p:attrNameLst>
                                      </p:cBhvr>
                                      <p:to>
                                        <p:strVal val="visible"/>
                                      </p:to>
                                    </p:set>
                                    <p:anim calcmode="lin" valueType="num">
                                      <p:cBhvr additive="base">
                                        <p:cTn dur="500"/>
                                        <p:tgtEl>
                                          <p:spTgt spid="2213"/>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14"/>
                                        </p:tgtEl>
                                        <p:attrNameLst>
                                          <p:attrName>style.visibility</p:attrName>
                                        </p:attrNameLst>
                                      </p:cBhvr>
                                      <p:to>
                                        <p:strVal val="visible"/>
                                      </p:to>
                                    </p:set>
                                    <p:anim calcmode="lin" valueType="num">
                                      <p:cBhvr additive="base">
                                        <p:cTn dur="500"/>
                                        <p:tgtEl>
                                          <p:spTgt spid="2214"/>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5" name="Shape 2225"/>
        <p:cNvGrpSpPr/>
        <p:nvPr/>
      </p:nvGrpSpPr>
      <p:grpSpPr>
        <a:xfrm>
          <a:off x="0" y="0"/>
          <a:ext cx="0" cy="0"/>
          <a:chOff x="0" y="0"/>
          <a:chExt cx="0" cy="0"/>
        </a:xfrm>
      </p:grpSpPr>
      <p:sp>
        <p:nvSpPr>
          <p:cNvPr id="2226" name="Google Shape;2226;p83"/>
          <p:cNvSpPr/>
          <p:nvPr/>
        </p:nvSpPr>
        <p:spPr>
          <a:xfrm>
            <a:off x="685800" y="1401763"/>
            <a:ext cx="7772400" cy="1303337"/>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i="1" lang="en-US" sz="2400">
                <a:solidFill>
                  <a:schemeClr val="accent2"/>
                </a:solidFill>
                <a:latin typeface="Arial"/>
                <a:ea typeface="Arial"/>
                <a:cs typeface="Arial"/>
                <a:sym typeface="Arial"/>
              </a:rPr>
              <a:t>Analysing projectile motion</a:t>
            </a:r>
            <a:endParaRPr/>
          </a:p>
        </p:txBody>
      </p:sp>
      <p:sp>
        <p:nvSpPr>
          <p:cNvPr id="2227" name="Google Shape;2227;p83"/>
          <p:cNvSpPr txBox="1"/>
          <p:nvPr>
            <p:ph type="ctrTitle"/>
          </p:nvPr>
        </p:nvSpPr>
        <p:spPr>
          <a:xfrm>
            <a:off x="685800" y="533400"/>
            <a:ext cx="7772400" cy="8334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2: Mechanics</a:t>
            </a:r>
            <a:br>
              <a:rPr b="1" lang="en-US" sz="2800"/>
            </a:br>
            <a:r>
              <a:rPr lang="en-US" sz="2800">
                <a:solidFill>
                  <a:schemeClr val="dk1"/>
                </a:solidFill>
              </a:rPr>
              <a:t>2.1 – Motion</a:t>
            </a:r>
            <a:endParaRPr/>
          </a:p>
        </p:txBody>
      </p:sp>
      <p:sp>
        <p:nvSpPr>
          <p:cNvPr id="2228" name="Google Shape;2228;p83"/>
          <p:cNvSpPr/>
          <p:nvPr/>
        </p:nvSpPr>
        <p:spPr>
          <a:xfrm>
            <a:off x="685800" y="2698750"/>
            <a:ext cx="7772400" cy="4159250"/>
          </a:xfrm>
          <a:prstGeom prst="rect">
            <a:avLst/>
          </a:prstGeom>
          <a:solidFill>
            <a:srgbClr val="CCFFC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400">
                <a:solidFill>
                  <a:schemeClr val="dk1"/>
                </a:solidFill>
                <a:latin typeface="Arial"/>
                <a:ea typeface="Arial"/>
                <a:cs typeface="Arial"/>
                <a:sym typeface="Arial"/>
              </a:rPr>
              <a:t>PRACTICE: A cannon fires a projectile with a muzzle velocity of 56 ms</a:t>
            </a:r>
            <a:r>
              <a:rPr baseline="30000" lang="en-US" sz="2400">
                <a:solidFill>
                  <a:schemeClr val="dk1"/>
                </a:solidFill>
                <a:latin typeface="Arial"/>
                <a:ea typeface="Arial"/>
                <a:cs typeface="Arial"/>
                <a:sym typeface="Arial"/>
              </a:rPr>
              <a:t>-1</a:t>
            </a:r>
            <a:r>
              <a:rPr lang="en-US" sz="2400">
                <a:solidFill>
                  <a:schemeClr val="dk1"/>
                </a:solidFill>
                <a:latin typeface="Arial"/>
                <a:ea typeface="Arial"/>
                <a:cs typeface="Arial"/>
                <a:sym typeface="Arial"/>
              </a:rPr>
              <a:t> at an angle of inclination of 15º. </a:t>
            </a:r>
            <a:endParaRPr/>
          </a:p>
          <a:p>
            <a:pPr indent="0" lvl="0" marL="0" marR="0" rtl="0" algn="l">
              <a:spcBef>
                <a:spcPts val="0"/>
              </a:spcBef>
              <a:spcAft>
                <a:spcPts val="0"/>
              </a:spcAft>
              <a:buNone/>
            </a:pPr>
            <a:r>
              <a:rPr lang="en-US" sz="2400">
                <a:solidFill>
                  <a:schemeClr val="dk1"/>
                </a:solidFill>
                <a:latin typeface="Arial"/>
                <a:ea typeface="Arial"/>
                <a:cs typeface="Arial"/>
                <a:sym typeface="Arial"/>
              </a:rPr>
              <a:t>(b) What are the tailored equations of motion? </a:t>
            </a:r>
            <a:endParaRPr/>
          </a:p>
          <a:p>
            <a:pPr indent="0" lvl="0" marL="0" marR="0" rtl="0" algn="l">
              <a:spcBef>
                <a:spcPts val="0"/>
              </a:spcBef>
              <a:spcAft>
                <a:spcPts val="0"/>
              </a:spcAft>
              <a:buNone/>
            </a:pPr>
            <a:r>
              <a:rPr lang="en-US" sz="2400">
                <a:solidFill>
                  <a:schemeClr val="dk1"/>
                </a:solidFill>
                <a:latin typeface="Arial"/>
                <a:ea typeface="Arial"/>
                <a:cs typeface="Arial"/>
                <a:sym typeface="Arial"/>
              </a:rPr>
              <a:t>(c) When will the ball reach its maximum height?</a:t>
            </a:r>
            <a:endParaRPr/>
          </a:p>
          <a:p>
            <a:pPr indent="0" lvl="0" marL="0" marR="0" rtl="0" algn="l">
              <a:spcBef>
                <a:spcPts val="0"/>
              </a:spcBef>
              <a:spcAft>
                <a:spcPts val="0"/>
              </a:spcAft>
              <a:buNone/>
            </a:pPr>
            <a:r>
              <a:rPr lang="en-US" sz="2400">
                <a:solidFill>
                  <a:schemeClr val="dk1"/>
                </a:solidFill>
                <a:latin typeface="Arial"/>
                <a:ea typeface="Arial"/>
                <a:cs typeface="Arial"/>
                <a:sym typeface="Arial"/>
              </a:rPr>
              <a:t>SOLUTION: (b) Just substitute </a:t>
            </a:r>
            <a:r>
              <a:rPr i="1" lang="en-US" sz="2400">
                <a:solidFill>
                  <a:schemeClr val="dk1"/>
                </a:solidFill>
                <a:latin typeface="Arial"/>
                <a:ea typeface="Arial"/>
                <a:cs typeface="Arial"/>
                <a:sym typeface="Arial"/>
              </a:rPr>
              <a:t>u</a:t>
            </a:r>
            <a:r>
              <a:rPr baseline="-25000" i="1" lang="en-US" sz="2400">
                <a:solidFill>
                  <a:schemeClr val="dk1"/>
                </a:solidFill>
                <a:latin typeface="Arial"/>
                <a:ea typeface="Arial"/>
                <a:cs typeface="Arial"/>
                <a:sym typeface="Arial"/>
              </a:rPr>
              <a:t>x</a:t>
            </a:r>
            <a:r>
              <a:rPr lang="en-US" sz="2400">
                <a:solidFill>
                  <a:schemeClr val="dk1"/>
                </a:solidFill>
                <a:latin typeface="Arial"/>
                <a:ea typeface="Arial"/>
                <a:cs typeface="Arial"/>
                <a:sym typeface="Arial"/>
              </a:rPr>
              <a:t> = 54 and </a:t>
            </a:r>
            <a:r>
              <a:rPr i="1" lang="en-US" sz="2400">
                <a:solidFill>
                  <a:schemeClr val="dk1"/>
                </a:solidFill>
                <a:latin typeface="Arial"/>
                <a:ea typeface="Arial"/>
                <a:cs typeface="Arial"/>
                <a:sym typeface="Arial"/>
              </a:rPr>
              <a:t>u</a:t>
            </a:r>
            <a:r>
              <a:rPr baseline="-25000" i="1" lang="en-US" sz="2400">
                <a:solidFill>
                  <a:schemeClr val="dk1"/>
                </a:solidFill>
                <a:latin typeface="Arial"/>
                <a:ea typeface="Arial"/>
                <a:cs typeface="Arial"/>
                <a:sym typeface="Arial"/>
              </a:rPr>
              <a:t>y</a:t>
            </a:r>
            <a:r>
              <a:rPr lang="en-US" sz="2400">
                <a:solidFill>
                  <a:schemeClr val="dk1"/>
                </a:solidFill>
                <a:latin typeface="Arial"/>
                <a:ea typeface="Arial"/>
                <a:cs typeface="Arial"/>
                <a:sym typeface="Arial"/>
              </a:rPr>
              <a:t> = 15:</a:t>
            </a:r>
            <a:endParaRPr/>
          </a:p>
          <a:p>
            <a:pPr indent="0" lvl="0" marL="0" marR="0" rtl="0" algn="l">
              <a:spcBef>
                <a:spcPts val="0"/>
              </a:spcBef>
              <a:spcAft>
                <a:spcPts val="0"/>
              </a:spcAft>
              <a:buNone/>
            </a:pPr>
            <a:r>
              <a:t/>
            </a:r>
            <a:endParaRPr sz="2400">
              <a:solidFill>
                <a:schemeClr val="dk1"/>
              </a:solidFill>
              <a:latin typeface="Arial"/>
              <a:ea typeface="Arial"/>
              <a:cs typeface="Arial"/>
              <a:sym typeface="Arial"/>
            </a:endParaRPr>
          </a:p>
          <a:p>
            <a:pPr indent="0" lvl="0" marL="0" marR="0" rtl="0" algn="l">
              <a:spcBef>
                <a:spcPts val="0"/>
              </a:spcBef>
              <a:spcAft>
                <a:spcPts val="0"/>
              </a:spcAft>
              <a:buNone/>
            </a:pPr>
            <a:r>
              <a:t/>
            </a:r>
            <a:endParaRPr sz="2400">
              <a:solidFill>
                <a:schemeClr val="dk1"/>
              </a:solidFill>
              <a:latin typeface="Arial"/>
              <a:ea typeface="Arial"/>
              <a:cs typeface="Arial"/>
              <a:sym typeface="Arial"/>
            </a:endParaRPr>
          </a:p>
          <a:p>
            <a:pPr indent="0" lvl="0" marL="0" marR="0" rtl="0" algn="l">
              <a:spcBef>
                <a:spcPts val="0"/>
              </a:spcBef>
              <a:spcAft>
                <a:spcPts val="0"/>
              </a:spcAft>
              <a:buNone/>
            </a:pPr>
            <a:r>
              <a:t/>
            </a:r>
            <a:endParaRPr sz="2400">
              <a:solidFill>
                <a:schemeClr val="dk1"/>
              </a:solidFill>
              <a:latin typeface="Arial"/>
              <a:ea typeface="Arial"/>
              <a:cs typeface="Arial"/>
              <a:sym typeface="Arial"/>
            </a:endParaRPr>
          </a:p>
          <a:p>
            <a:pPr indent="0" lvl="0" marL="0" marR="0" rtl="0" algn="l">
              <a:spcBef>
                <a:spcPts val="0"/>
              </a:spcBef>
              <a:spcAft>
                <a:spcPts val="0"/>
              </a:spcAft>
              <a:buNone/>
            </a:pPr>
            <a:r>
              <a:rPr lang="en-US" sz="2400">
                <a:solidFill>
                  <a:schemeClr val="dk1"/>
                </a:solidFill>
                <a:latin typeface="Arial"/>
                <a:ea typeface="Arial"/>
                <a:cs typeface="Arial"/>
                <a:sym typeface="Arial"/>
              </a:rPr>
              <a:t>(c) At the maximum height, </a:t>
            </a:r>
            <a:r>
              <a:rPr i="1" lang="en-US" sz="2400">
                <a:solidFill>
                  <a:schemeClr val="dk1"/>
                </a:solidFill>
                <a:latin typeface="Arial"/>
                <a:ea typeface="Arial"/>
                <a:cs typeface="Arial"/>
                <a:sym typeface="Arial"/>
              </a:rPr>
              <a:t>v</a:t>
            </a:r>
            <a:r>
              <a:rPr baseline="-25000" i="1" lang="en-US" sz="2400">
                <a:solidFill>
                  <a:schemeClr val="dk1"/>
                </a:solidFill>
                <a:latin typeface="Arial"/>
                <a:ea typeface="Arial"/>
                <a:cs typeface="Arial"/>
                <a:sym typeface="Arial"/>
              </a:rPr>
              <a:t>y</a:t>
            </a:r>
            <a:r>
              <a:rPr lang="en-US" sz="2400">
                <a:solidFill>
                  <a:schemeClr val="dk1"/>
                </a:solidFill>
                <a:latin typeface="Arial"/>
                <a:ea typeface="Arial"/>
                <a:cs typeface="Arial"/>
                <a:sym typeface="Arial"/>
              </a:rPr>
              <a:t> = 0. Why? Thus</a:t>
            </a:r>
            <a:endParaRPr/>
          </a:p>
          <a:p>
            <a:pPr indent="0" lvl="0" marL="0" marR="0" rtl="0" algn="l">
              <a:spcBef>
                <a:spcPts val="0"/>
              </a:spcBef>
              <a:spcAft>
                <a:spcPts val="0"/>
              </a:spcAft>
              <a:buNone/>
            </a:pPr>
            <a:r>
              <a:rPr i="1" lang="en-US" sz="2400">
                <a:solidFill>
                  <a:schemeClr val="dk1"/>
                </a:solidFill>
                <a:latin typeface="Arial"/>
                <a:ea typeface="Arial"/>
                <a:cs typeface="Arial"/>
                <a:sym typeface="Arial"/>
              </a:rPr>
              <a:t>v</a:t>
            </a:r>
            <a:r>
              <a:rPr baseline="-25000" i="1" lang="en-US" sz="2400">
                <a:solidFill>
                  <a:schemeClr val="dk1"/>
                </a:solidFill>
                <a:latin typeface="Arial"/>
                <a:ea typeface="Arial"/>
                <a:cs typeface="Arial"/>
                <a:sym typeface="Arial"/>
              </a:rPr>
              <a:t>y</a:t>
            </a:r>
            <a:r>
              <a:rPr lang="en-US" sz="2400">
                <a:solidFill>
                  <a:schemeClr val="dk1"/>
                </a:solidFill>
                <a:latin typeface="Arial"/>
                <a:ea typeface="Arial"/>
                <a:cs typeface="Arial"/>
                <a:sym typeface="Arial"/>
              </a:rPr>
              <a:t> = 15 - 10</a:t>
            </a:r>
            <a:r>
              <a:rPr i="1" lang="en-US" sz="2400">
                <a:solidFill>
                  <a:schemeClr val="dk1"/>
                </a:solidFill>
                <a:latin typeface="Arial"/>
                <a:ea typeface="Arial"/>
                <a:cs typeface="Arial"/>
                <a:sym typeface="Arial"/>
              </a:rPr>
              <a:t>t</a:t>
            </a:r>
            <a:r>
              <a:rPr lang="en-US" sz="2400">
                <a:solidFill>
                  <a:schemeClr val="dk1"/>
                </a:solidFill>
                <a:latin typeface="Arial"/>
                <a:ea typeface="Arial"/>
                <a:cs typeface="Arial"/>
                <a:sym typeface="Arial"/>
              </a:rPr>
              <a:t> becomes</a:t>
            </a:r>
            <a:r>
              <a:rPr i="1" lang="en-US" sz="2400">
                <a:solidFill>
                  <a:schemeClr val="dk1"/>
                </a:solidFill>
                <a:latin typeface="Arial"/>
                <a:ea typeface="Arial"/>
                <a:cs typeface="Arial"/>
                <a:sym typeface="Arial"/>
              </a:rPr>
              <a:t> </a:t>
            </a:r>
            <a:r>
              <a:rPr lang="en-US" sz="2400">
                <a:solidFill>
                  <a:schemeClr val="dk1"/>
                </a:solidFill>
                <a:latin typeface="Arial"/>
                <a:ea typeface="Arial"/>
                <a:cs typeface="Arial"/>
                <a:sym typeface="Arial"/>
              </a:rPr>
              <a:t>0 = 15 - 10</a:t>
            </a:r>
            <a:r>
              <a:rPr i="1" lang="en-US" sz="2400">
                <a:solidFill>
                  <a:schemeClr val="dk1"/>
                </a:solidFill>
                <a:latin typeface="Arial"/>
                <a:ea typeface="Arial"/>
                <a:cs typeface="Arial"/>
                <a:sym typeface="Arial"/>
              </a:rPr>
              <a:t>t</a:t>
            </a:r>
            <a:r>
              <a:rPr lang="en-US" sz="2400">
                <a:solidFill>
                  <a:schemeClr val="dk1"/>
                </a:solidFill>
                <a:latin typeface="Arial"/>
                <a:ea typeface="Arial"/>
                <a:cs typeface="Arial"/>
                <a:sym typeface="Arial"/>
              </a:rPr>
              <a:t> so that</a:t>
            </a:r>
            <a:endParaRPr i="1" sz="2400">
              <a:solidFill>
                <a:schemeClr val="dk1"/>
              </a:solidFill>
              <a:latin typeface="Arial"/>
              <a:ea typeface="Arial"/>
              <a:cs typeface="Arial"/>
              <a:sym typeface="Arial"/>
            </a:endParaRPr>
          </a:p>
          <a:p>
            <a:pPr indent="0" lvl="0" marL="0" marR="0" rtl="0" algn="l">
              <a:spcBef>
                <a:spcPts val="0"/>
              </a:spcBef>
              <a:spcAft>
                <a:spcPts val="0"/>
              </a:spcAft>
              <a:buNone/>
            </a:pPr>
            <a:r>
              <a:rPr lang="en-US" sz="2400">
                <a:solidFill>
                  <a:schemeClr val="dk1"/>
                </a:solidFill>
                <a:latin typeface="Arial"/>
                <a:ea typeface="Arial"/>
                <a:cs typeface="Arial"/>
                <a:sym typeface="Arial"/>
              </a:rPr>
              <a:t>                           10</a:t>
            </a:r>
            <a:r>
              <a:rPr i="1" lang="en-US" sz="2400">
                <a:solidFill>
                  <a:schemeClr val="dk1"/>
                </a:solidFill>
                <a:latin typeface="Arial"/>
                <a:ea typeface="Arial"/>
                <a:cs typeface="Arial"/>
                <a:sym typeface="Arial"/>
              </a:rPr>
              <a:t>t</a:t>
            </a:r>
            <a:r>
              <a:rPr lang="en-US" sz="2400">
                <a:solidFill>
                  <a:schemeClr val="dk1"/>
                </a:solidFill>
                <a:latin typeface="Arial"/>
                <a:ea typeface="Arial"/>
                <a:cs typeface="Arial"/>
                <a:sym typeface="Arial"/>
              </a:rPr>
              <a:t> = 15 or </a:t>
            </a:r>
            <a:r>
              <a:rPr i="1" lang="en-US" sz="2400">
                <a:solidFill>
                  <a:schemeClr val="dk1"/>
                </a:solidFill>
                <a:latin typeface="Arial"/>
                <a:ea typeface="Arial"/>
                <a:cs typeface="Arial"/>
                <a:sym typeface="Arial"/>
              </a:rPr>
              <a:t>t</a:t>
            </a:r>
            <a:r>
              <a:rPr lang="en-US" sz="2400">
                <a:solidFill>
                  <a:schemeClr val="dk1"/>
                </a:solidFill>
                <a:latin typeface="Arial"/>
                <a:ea typeface="Arial"/>
                <a:cs typeface="Arial"/>
                <a:sym typeface="Arial"/>
              </a:rPr>
              <a:t> = 1.5 s.</a:t>
            </a:r>
            <a:endParaRPr i="1" sz="2400">
              <a:solidFill>
                <a:schemeClr val="dk1"/>
              </a:solidFill>
              <a:latin typeface="Arial"/>
              <a:ea typeface="Arial"/>
              <a:cs typeface="Arial"/>
              <a:sym typeface="Arial"/>
            </a:endParaRPr>
          </a:p>
        </p:txBody>
      </p:sp>
      <p:grpSp>
        <p:nvGrpSpPr>
          <p:cNvPr id="2229" name="Google Shape;2229;p83"/>
          <p:cNvGrpSpPr/>
          <p:nvPr/>
        </p:nvGrpSpPr>
        <p:grpSpPr>
          <a:xfrm>
            <a:off x="804863" y="4676775"/>
            <a:ext cx="7464425" cy="874713"/>
            <a:chOff x="491" y="2866"/>
            <a:chExt cx="4702" cy="551"/>
          </a:xfrm>
        </p:grpSpPr>
        <p:sp>
          <p:nvSpPr>
            <p:cNvPr id="2230" name="Google Shape;2230;p83"/>
            <p:cNvSpPr txBox="1"/>
            <p:nvPr/>
          </p:nvSpPr>
          <p:spPr>
            <a:xfrm>
              <a:off x="3069" y="2897"/>
              <a:ext cx="2124" cy="518"/>
            </a:xfrm>
            <a:prstGeom prst="rect">
              <a:avLst/>
            </a:prstGeom>
            <a:solidFill>
              <a:schemeClr val="hlink"/>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lt1"/>
                  </a:solidFill>
                  <a:latin typeface="Arial"/>
                  <a:ea typeface="Arial"/>
                  <a:cs typeface="Arial"/>
                  <a:sym typeface="Arial"/>
                </a:rPr>
                <a:t>tailored equations for this particular projectile</a:t>
              </a:r>
              <a:endParaRPr/>
            </a:p>
          </p:txBody>
        </p:sp>
        <p:sp>
          <p:nvSpPr>
            <p:cNvPr id="2231" name="Google Shape;2231;p83"/>
            <p:cNvSpPr/>
            <p:nvPr/>
          </p:nvSpPr>
          <p:spPr>
            <a:xfrm>
              <a:off x="491" y="2899"/>
              <a:ext cx="4701" cy="518"/>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232" name="Google Shape;2232;p83"/>
            <p:cNvSpPr txBox="1"/>
            <p:nvPr/>
          </p:nvSpPr>
          <p:spPr>
            <a:xfrm>
              <a:off x="567" y="2866"/>
              <a:ext cx="1343"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Arial"/>
                  <a:ea typeface="Arial"/>
                  <a:cs typeface="Arial"/>
                  <a:sym typeface="Arial"/>
                </a:rPr>
                <a:t>∆</a:t>
              </a:r>
              <a:r>
                <a:rPr i="1" lang="en-US" sz="2400">
                  <a:solidFill>
                    <a:schemeClr val="dk1"/>
                  </a:solidFill>
                  <a:latin typeface="Arial"/>
                  <a:ea typeface="Arial"/>
                  <a:cs typeface="Arial"/>
                  <a:sym typeface="Arial"/>
                </a:rPr>
                <a:t>x</a:t>
              </a:r>
              <a:r>
                <a:rPr lang="en-US" sz="2400">
                  <a:solidFill>
                    <a:schemeClr val="dk1"/>
                  </a:solidFill>
                  <a:latin typeface="Arial"/>
                  <a:ea typeface="Arial"/>
                  <a:cs typeface="Arial"/>
                  <a:sym typeface="Arial"/>
                </a:rPr>
                <a:t> = 54</a:t>
              </a:r>
              <a:r>
                <a:rPr i="1" lang="en-US" sz="2400">
                  <a:solidFill>
                    <a:schemeClr val="dk1"/>
                  </a:solidFill>
                  <a:latin typeface="Arial"/>
                  <a:ea typeface="Arial"/>
                  <a:cs typeface="Arial"/>
                  <a:sym typeface="Arial"/>
                </a:rPr>
                <a:t>t</a:t>
              </a:r>
              <a:endParaRPr/>
            </a:p>
          </p:txBody>
        </p:sp>
        <p:sp>
          <p:nvSpPr>
            <p:cNvPr id="2233" name="Google Shape;2233;p83"/>
            <p:cNvSpPr txBox="1"/>
            <p:nvPr/>
          </p:nvSpPr>
          <p:spPr>
            <a:xfrm>
              <a:off x="574" y="3118"/>
              <a:ext cx="1063"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chemeClr val="dk1"/>
                  </a:solidFill>
                  <a:latin typeface="Arial"/>
                  <a:ea typeface="Arial"/>
                  <a:cs typeface="Arial"/>
                  <a:sym typeface="Arial"/>
                </a:rPr>
                <a:t> v</a:t>
              </a:r>
              <a:r>
                <a:rPr baseline="-25000" i="1" lang="en-US" sz="2400">
                  <a:solidFill>
                    <a:schemeClr val="dk1"/>
                  </a:solidFill>
                  <a:latin typeface="Arial"/>
                  <a:ea typeface="Arial"/>
                  <a:cs typeface="Arial"/>
                  <a:sym typeface="Arial"/>
                </a:rPr>
                <a:t>x</a:t>
              </a:r>
              <a:r>
                <a:rPr lang="en-US" sz="2400">
                  <a:solidFill>
                    <a:schemeClr val="dk1"/>
                  </a:solidFill>
                  <a:latin typeface="Arial"/>
                  <a:ea typeface="Arial"/>
                  <a:cs typeface="Arial"/>
                  <a:sym typeface="Arial"/>
                </a:rPr>
                <a:t> = 54</a:t>
              </a:r>
              <a:endParaRPr/>
            </a:p>
          </p:txBody>
        </p:sp>
        <p:sp>
          <p:nvSpPr>
            <p:cNvPr id="2234" name="Google Shape;2234;p83"/>
            <p:cNvSpPr txBox="1"/>
            <p:nvPr/>
          </p:nvSpPr>
          <p:spPr>
            <a:xfrm>
              <a:off x="1697" y="2867"/>
              <a:ext cx="1683"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Arial"/>
                  <a:ea typeface="Arial"/>
                  <a:cs typeface="Arial"/>
                  <a:sym typeface="Arial"/>
                </a:rPr>
                <a:t>∆</a:t>
              </a:r>
              <a:r>
                <a:rPr i="1" lang="en-US" sz="2400">
                  <a:solidFill>
                    <a:schemeClr val="dk1"/>
                  </a:solidFill>
                  <a:latin typeface="Arial"/>
                  <a:ea typeface="Arial"/>
                  <a:cs typeface="Arial"/>
                  <a:sym typeface="Arial"/>
                </a:rPr>
                <a:t>y</a:t>
              </a:r>
              <a:r>
                <a:rPr lang="en-US" sz="2400">
                  <a:solidFill>
                    <a:schemeClr val="dk1"/>
                  </a:solidFill>
                  <a:latin typeface="Arial"/>
                  <a:ea typeface="Arial"/>
                  <a:cs typeface="Arial"/>
                  <a:sym typeface="Arial"/>
                </a:rPr>
                <a:t> = 15</a:t>
              </a:r>
              <a:r>
                <a:rPr i="1" lang="en-US" sz="2400">
                  <a:solidFill>
                    <a:schemeClr val="dk1"/>
                  </a:solidFill>
                  <a:latin typeface="Arial"/>
                  <a:ea typeface="Arial"/>
                  <a:cs typeface="Arial"/>
                  <a:sym typeface="Arial"/>
                </a:rPr>
                <a:t>t</a:t>
              </a:r>
              <a:r>
                <a:rPr lang="en-US" sz="2400">
                  <a:solidFill>
                    <a:schemeClr val="dk1"/>
                  </a:solidFill>
                  <a:latin typeface="Arial"/>
                  <a:ea typeface="Arial"/>
                  <a:cs typeface="Arial"/>
                  <a:sym typeface="Arial"/>
                </a:rPr>
                <a:t> - 5</a:t>
              </a:r>
              <a:r>
                <a:rPr i="1" lang="en-US" sz="2400">
                  <a:solidFill>
                    <a:schemeClr val="dk1"/>
                  </a:solidFill>
                  <a:latin typeface="Arial"/>
                  <a:ea typeface="Arial"/>
                  <a:cs typeface="Arial"/>
                  <a:sym typeface="Arial"/>
                </a:rPr>
                <a:t>t</a:t>
              </a:r>
              <a:r>
                <a:rPr baseline="30000" lang="en-US" sz="2400">
                  <a:solidFill>
                    <a:schemeClr val="dk1"/>
                  </a:solidFill>
                  <a:latin typeface="Arial"/>
                  <a:ea typeface="Arial"/>
                  <a:cs typeface="Arial"/>
                  <a:sym typeface="Arial"/>
                </a:rPr>
                <a:t>2</a:t>
              </a:r>
              <a:endParaRPr/>
            </a:p>
          </p:txBody>
        </p:sp>
        <p:sp>
          <p:nvSpPr>
            <p:cNvPr id="2235" name="Google Shape;2235;p83"/>
            <p:cNvSpPr txBox="1"/>
            <p:nvPr/>
          </p:nvSpPr>
          <p:spPr>
            <a:xfrm>
              <a:off x="1697" y="3118"/>
              <a:ext cx="168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chemeClr val="dk1"/>
                  </a:solidFill>
                  <a:latin typeface="Arial"/>
                  <a:ea typeface="Arial"/>
                  <a:cs typeface="Arial"/>
                  <a:sym typeface="Arial"/>
                </a:rPr>
                <a:t> v</a:t>
              </a:r>
              <a:r>
                <a:rPr baseline="-25000" i="1" lang="en-US" sz="2400">
                  <a:solidFill>
                    <a:schemeClr val="dk1"/>
                  </a:solidFill>
                  <a:latin typeface="Arial"/>
                  <a:ea typeface="Arial"/>
                  <a:cs typeface="Arial"/>
                  <a:sym typeface="Arial"/>
                </a:rPr>
                <a:t>y</a:t>
              </a:r>
              <a:r>
                <a:rPr lang="en-US" sz="2400">
                  <a:solidFill>
                    <a:schemeClr val="dk1"/>
                  </a:solidFill>
                  <a:latin typeface="Arial"/>
                  <a:ea typeface="Arial"/>
                  <a:cs typeface="Arial"/>
                  <a:sym typeface="Arial"/>
                </a:rPr>
                <a:t> = 15 - 10</a:t>
              </a:r>
              <a:r>
                <a:rPr i="1" lang="en-US" sz="2400">
                  <a:solidFill>
                    <a:schemeClr val="dk1"/>
                  </a:solidFill>
                  <a:latin typeface="Arial"/>
                  <a:ea typeface="Arial"/>
                  <a:cs typeface="Arial"/>
                  <a:sym typeface="Arial"/>
                </a:rPr>
                <a:t>t</a:t>
              </a:r>
              <a:endParaRPr/>
            </a:p>
          </p:txBody>
        </p:sp>
      </p:grpSp>
      <p:grpSp>
        <p:nvGrpSpPr>
          <p:cNvPr id="2236" name="Google Shape;2236;p83"/>
          <p:cNvGrpSpPr/>
          <p:nvPr/>
        </p:nvGrpSpPr>
        <p:grpSpPr>
          <a:xfrm>
            <a:off x="836613" y="1776413"/>
            <a:ext cx="7464425" cy="881062"/>
            <a:chOff x="497" y="2822"/>
            <a:chExt cx="4702" cy="555"/>
          </a:xfrm>
        </p:grpSpPr>
        <p:sp>
          <p:nvSpPr>
            <p:cNvPr id="2237" name="Google Shape;2237;p83"/>
            <p:cNvSpPr txBox="1"/>
            <p:nvPr/>
          </p:nvSpPr>
          <p:spPr>
            <a:xfrm>
              <a:off x="3258" y="2859"/>
              <a:ext cx="1941" cy="518"/>
            </a:xfrm>
            <a:prstGeom prst="rect">
              <a:avLst/>
            </a:prstGeom>
            <a:solidFill>
              <a:srgbClr val="FF0000"/>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lt1"/>
                  </a:solidFill>
                  <a:latin typeface="Arial"/>
                  <a:ea typeface="Arial"/>
                  <a:cs typeface="Arial"/>
                  <a:sym typeface="Arial"/>
                </a:rPr>
                <a:t>reduced equations of projectile motion</a:t>
              </a:r>
              <a:endParaRPr/>
            </a:p>
          </p:txBody>
        </p:sp>
        <p:sp>
          <p:nvSpPr>
            <p:cNvPr id="2238" name="Google Shape;2238;p83"/>
            <p:cNvSpPr/>
            <p:nvPr/>
          </p:nvSpPr>
          <p:spPr>
            <a:xfrm>
              <a:off x="497" y="2861"/>
              <a:ext cx="4701" cy="513"/>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239" name="Google Shape;2239;p83"/>
            <p:cNvSpPr txBox="1"/>
            <p:nvPr/>
          </p:nvSpPr>
          <p:spPr>
            <a:xfrm>
              <a:off x="589" y="2822"/>
              <a:ext cx="1343"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Arial"/>
                  <a:ea typeface="Arial"/>
                  <a:cs typeface="Arial"/>
                  <a:sym typeface="Arial"/>
                </a:rPr>
                <a:t>∆</a:t>
              </a:r>
              <a:r>
                <a:rPr i="1" lang="en-US" sz="2400">
                  <a:solidFill>
                    <a:schemeClr val="dk1"/>
                  </a:solidFill>
                  <a:latin typeface="Arial"/>
                  <a:ea typeface="Arial"/>
                  <a:cs typeface="Arial"/>
                  <a:sym typeface="Arial"/>
                </a:rPr>
                <a:t>x</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u</a:t>
              </a:r>
              <a:r>
                <a:rPr baseline="-25000" i="1" lang="en-US" sz="2400">
                  <a:solidFill>
                    <a:schemeClr val="dk1"/>
                  </a:solidFill>
                  <a:latin typeface="Arial"/>
                  <a:ea typeface="Arial"/>
                  <a:cs typeface="Arial"/>
                  <a:sym typeface="Arial"/>
                </a:rPr>
                <a:t>x</a:t>
              </a:r>
              <a:r>
                <a:rPr i="1" lang="en-US" sz="2400">
                  <a:solidFill>
                    <a:schemeClr val="dk1"/>
                  </a:solidFill>
                  <a:latin typeface="Arial"/>
                  <a:ea typeface="Arial"/>
                  <a:cs typeface="Arial"/>
                  <a:sym typeface="Arial"/>
                </a:rPr>
                <a:t>t</a:t>
              </a:r>
              <a:endParaRPr/>
            </a:p>
          </p:txBody>
        </p:sp>
        <p:sp>
          <p:nvSpPr>
            <p:cNvPr id="2240" name="Google Shape;2240;p83"/>
            <p:cNvSpPr txBox="1"/>
            <p:nvPr/>
          </p:nvSpPr>
          <p:spPr>
            <a:xfrm>
              <a:off x="586" y="3074"/>
              <a:ext cx="1063"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chemeClr val="dk1"/>
                  </a:solidFill>
                  <a:latin typeface="Arial"/>
                  <a:ea typeface="Arial"/>
                  <a:cs typeface="Arial"/>
                  <a:sym typeface="Arial"/>
                </a:rPr>
                <a:t> v</a:t>
              </a:r>
              <a:r>
                <a:rPr baseline="-25000" i="1" lang="en-US" sz="2400">
                  <a:solidFill>
                    <a:schemeClr val="dk1"/>
                  </a:solidFill>
                  <a:latin typeface="Arial"/>
                  <a:ea typeface="Arial"/>
                  <a:cs typeface="Arial"/>
                  <a:sym typeface="Arial"/>
                </a:rPr>
                <a:t>x</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u</a:t>
              </a:r>
              <a:r>
                <a:rPr baseline="-25000" i="1" lang="en-US" sz="2400">
                  <a:solidFill>
                    <a:schemeClr val="dk1"/>
                  </a:solidFill>
                  <a:latin typeface="Arial"/>
                  <a:ea typeface="Arial"/>
                  <a:cs typeface="Arial"/>
                  <a:sym typeface="Arial"/>
                </a:rPr>
                <a:t>x</a:t>
              </a:r>
              <a:endParaRPr i="1" sz="2400">
                <a:solidFill>
                  <a:schemeClr val="dk1"/>
                </a:solidFill>
                <a:latin typeface="Arial"/>
                <a:ea typeface="Arial"/>
                <a:cs typeface="Arial"/>
                <a:sym typeface="Arial"/>
              </a:endParaRPr>
            </a:p>
          </p:txBody>
        </p:sp>
        <p:sp>
          <p:nvSpPr>
            <p:cNvPr id="2241" name="Google Shape;2241;p83"/>
            <p:cNvSpPr txBox="1"/>
            <p:nvPr/>
          </p:nvSpPr>
          <p:spPr>
            <a:xfrm>
              <a:off x="1649" y="2823"/>
              <a:ext cx="1683"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Arial"/>
                  <a:ea typeface="Arial"/>
                  <a:cs typeface="Arial"/>
                  <a:sym typeface="Arial"/>
                </a:rPr>
                <a:t>∆</a:t>
              </a:r>
              <a:r>
                <a:rPr i="1" lang="en-US" sz="2400">
                  <a:solidFill>
                    <a:schemeClr val="dk1"/>
                  </a:solidFill>
                  <a:latin typeface="Arial"/>
                  <a:ea typeface="Arial"/>
                  <a:cs typeface="Arial"/>
                  <a:sym typeface="Arial"/>
                </a:rPr>
                <a:t>y</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u</a:t>
              </a:r>
              <a:r>
                <a:rPr baseline="-25000" i="1" lang="en-US" sz="2400">
                  <a:solidFill>
                    <a:schemeClr val="dk1"/>
                  </a:solidFill>
                  <a:latin typeface="Arial"/>
                  <a:ea typeface="Arial"/>
                  <a:cs typeface="Arial"/>
                  <a:sym typeface="Arial"/>
                </a:rPr>
                <a:t>y</a:t>
              </a:r>
              <a:r>
                <a:rPr i="1" lang="en-US" sz="2400">
                  <a:solidFill>
                    <a:schemeClr val="dk1"/>
                  </a:solidFill>
                  <a:latin typeface="Arial"/>
                  <a:ea typeface="Arial"/>
                  <a:cs typeface="Arial"/>
                  <a:sym typeface="Arial"/>
                </a:rPr>
                <a:t>t</a:t>
              </a:r>
              <a:r>
                <a:rPr lang="en-US" sz="2400">
                  <a:solidFill>
                    <a:schemeClr val="dk1"/>
                  </a:solidFill>
                  <a:latin typeface="Arial"/>
                  <a:ea typeface="Arial"/>
                  <a:cs typeface="Arial"/>
                  <a:sym typeface="Arial"/>
                </a:rPr>
                <a:t> - 5</a:t>
              </a:r>
              <a:r>
                <a:rPr i="1" lang="en-US" sz="2400">
                  <a:solidFill>
                    <a:schemeClr val="dk1"/>
                  </a:solidFill>
                  <a:latin typeface="Arial"/>
                  <a:ea typeface="Arial"/>
                  <a:cs typeface="Arial"/>
                  <a:sym typeface="Arial"/>
                </a:rPr>
                <a:t>t </a:t>
              </a:r>
              <a:r>
                <a:rPr baseline="30000" lang="en-US" sz="2400">
                  <a:solidFill>
                    <a:schemeClr val="dk1"/>
                  </a:solidFill>
                  <a:latin typeface="Arial"/>
                  <a:ea typeface="Arial"/>
                  <a:cs typeface="Arial"/>
                  <a:sym typeface="Arial"/>
                </a:rPr>
                <a:t>2</a:t>
              </a:r>
              <a:endParaRPr/>
            </a:p>
          </p:txBody>
        </p:sp>
        <p:sp>
          <p:nvSpPr>
            <p:cNvPr id="2242" name="Google Shape;2242;p83"/>
            <p:cNvSpPr txBox="1"/>
            <p:nvPr/>
          </p:nvSpPr>
          <p:spPr>
            <a:xfrm>
              <a:off x="1647" y="3074"/>
              <a:ext cx="168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chemeClr val="dk1"/>
                  </a:solidFill>
                  <a:latin typeface="Arial"/>
                  <a:ea typeface="Arial"/>
                  <a:cs typeface="Arial"/>
                  <a:sym typeface="Arial"/>
                </a:rPr>
                <a:t> v</a:t>
              </a:r>
              <a:r>
                <a:rPr baseline="-25000" i="1" lang="en-US" sz="2400">
                  <a:solidFill>
                    <a:schemeClr val="dk1"/>
                  </a:solidFill>
                  <a:latin typeface="Arial"/>
                  <a:ea typeface="Arial"/>
                  <a:cs typeface="Arial"/>
                  <a:sym typeface="Arial"/>
                </a:rPr>
                <a:t>y</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u</a:t>
              </a:r>
              <a:r>
                <a:rPr baseline="-25000" i="1" lang="en-US" sz="2400">
                  <a:solidFill>
                    <a:schemeClr val="dk1"/>
                  </a:solidFill>
                  <a:latin typeface="Arial"/>
                  <a:ea typeface="Arial"/>
                  <a:cs typeface="Arial"/>
                  <a:sym typeface="Arial"/>
                </a:rPr>
                <a:t>y</a:t>
              </a:r>
              <a:r>
                <a:rPr lang="en-US" sz="2400">
                  <a:solidFill>
                    <a:schemeClr val="dk1"/>
                  </a:solidFill>
                  <a:latin typeface="Arial"/>
                  <a:ea typeface="Arial"/>
                  <a:cs typeface="Arial"/>
                  <a:sym typeface="Arial"/>
                </a:rPr>
                <a:t> - 10</a:t>
              </a:r>
              <a:r>
                <a:rPr i="1" lang="en-US" sz="2400">
                  <a:solidFill>
                    <a:schemeClr val="dk1"/>
                  </a:solidFill>
                  <a:latin typeface="Arial"/>
                  <a:ea typeface="Arial"/>
                  <a:cs typeface="Arial"/>
                  <a:sym typeface="Arial"/>
                </a:rPr>
                <a:t>t</a:t>
              </a:r>
              <a:endParaRPr/>
            </a:p>
          </p:txBody>
        </p:sp>
      </p:grpSp>
      <p:pic>
        <p:nvPicPr>
          <p:cNvPr descr="field-cannon-composite-carrier" id="2243" name="Google Shape;2243;p83"/>
          <p:cNvPicPr preferRelativeResize="0"/>
          <p:nvPr/>
        </p:nvPicPr>
        <p:blipFill rotWithShape="1">
          <a:blip r:embed="rId3">
            <a:alphaModFix/>
          </a:blip>
          <a:srcRect b="0" l="0" r="0" t="0"/>
          <a:stretch/>
        </p:blipFill>
        <p:spPr>
          <a:xfrm>
            <a:off x="5360988" y="0"/>
            <a:ext cx="3783012" cy="23876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2243"/>
                                        </p:tgtEl>
                                        <p:attrNameLst>
                                          <p:attrName>style.visibility</p:attrName>
                                        </p:attrNameLst>
                                      </p:cBhvr>
                                      <p:to>
                                        <p:strVal val="visible"/>
                                      </p:to>
                                    </p:set>
                                    <p:anim calcmode="lin" valueType="num">
                                      <p:cBhvr additive="base">
                                        <p:cTn dur="3000"/>
                                        <p:tgtEl>
                                          <p:spTgt spid="2243"/>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229"/>
                                        </p:tgtEl>
                                        <p:attrNameLst>
                                          <p:attrName>style.visibility</p:attrName>
                                        </p:attrNameLst>
                                      </p:cBhvr>
                                      <p:to>
                                        <p:strVal val="visible"/>
                                      </p:to>
                                    </p:set>
                                    <p:anim calcmode="lin" valueType="num">
                                      <p:cBhvr additive="base">
                                        <p:cTn dur="500"/>
                                        <p:tgtEl>
                                          <p:spTgt spid="2229"/>
                                        </p:tgtEl>
                                        <p:attrNameLst>
                                          <p:attrName>ppt_w</p:attrName>
                                        </p:attrNameLst>
                                      </p:cBhvr>
                                      <p:tavLst>
                                        <p:tav fmla="" tm="0">
                                          <p:val>
                                            <p:strVal val="0"/>
                                          </p:val>
                                        </p:tav>
                                        <p:tav fmla="" tm="100000">
                                          <p:val>
                                            <p:strVal val="#ppt_w"/>
                                          </p:val>
                                        </p:tav>
                                      </p:tavLst>
                                    </p:anim>
                                    <p:anim calcmode="lin" valueType="num">
                                      <p:cBhvr additive="base">
                                        <p:cTn dur="500"/>
                                        <p:tgtEl>
                                          <p:spTgt spid="2229"/>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7" name="Shape 2247"/>
        <p:cNvGrpSpPr/>
        <p:nvPr/>
      </p:nvGrpSpPr>
      <p:grpSpPr>
        <a:xfrm>
          <a:off x="0" y="0"/>
          <a:ext cx="0" cy="0"/>
          <a:chOff x="0" y="0"/>
          <a:chExt cx="0" cy="0"/>
        </a:xfrm>
      </p:grpSpPr>
      <p:sp>
        <p:nvSpPr>
          <p:cNvPr id="2248" name="Google Shape;2248;p84"/>
          <p:cNvSpPr/>
          <p:nvPr/>
        </p:nvSpPr>
        <p:spPr>
          <a:xfrm>
            <a:off x="685800" y="1401763"/>
            <a:ext cx="7772400" cy="1303337"/>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i="1" lang="en-US" sz="2400">
                <a:solidFill>
                  <a:schemeClr val="accent2"/>
                </a:solidFill>
                <a:latin typeface="Arial"/>
                <a:ea typeface="Arial"/>
                <a:cs typeface="Arial"/>
                <a:sym typeface="Arial"/>
              </a:rPr>
              <a:t>Analysing projectile motion</a:t>
            </a:r>
            <a:r>
              <a:rPr lang="en-US" sz="2400">
                <a:solidFill>
                  <a:schemeClr val="accent2"/>
                </a:solidFill>
                <a:latin typeface="Arial"/>
                <a:ea typeface="Arial"/>
                <a:cs typeface="Arial"/>
                <a:sym typeface="Arial"/>
              </a:rPr>
              <a:t> </a:t>
            </a:r>
            <a:r>
              <a:rPr lang="en-US" sz="2000">
                <a:solidFill>
                  <a:srgbClr val="000000"/>
                </a:solidFill>
                <a:latin typeface="Courier New"/>
                <a:ea typeface="Courier New"/>
                <a:cs typeface="Courier New"/>
                <a:sym typeface="Courier New"/>
              </a:rPr>
              <a:t>	</a:t>
            </a:r>
            <a:endParaRPr/>
          </a:p>
        </p:txBody>
      </p:sp>
      <p:sp>
        <p:nvSpPr>
          <p:cNvPr id="2249" name="Google Shape;2249;p84"/>
          <p:cNvSpPr txBox="1"/>
          <p:nvPr>
            <p:ph type="ctrTitle"/>
          </p:nvPr>
        </p:nvSpPr>
        <p:spPr>
          <a:xfrm>
            <a:off x="685800" y="533400"/>
            <a:ext cx="7772400" cy="8334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2: Mechanics</a:t>
            </a:r>
            <a:br>
              <a:rPr b="1" lang="en-US" sz="2800"/>
            </a:br>
            <a:r>
              <a:rPr lang="en-US" sz="2800">
                <a:solidFill>
                  <a:schemeClr val="dk1"/>
                </a:solidFill>
              </a:rPr>
              <a:t>2.1 – Motion</a:t>
            </a:r>
            <a:endParaRPr/>
          </a:p>
        </p:txBody>
      </p:sp>
      <p:sp>
        <p:nvSpPr>
          <p:cNvPr id="2250" name="Google Shape;2250;p84"/>
          <p:cNvSpPr/>
          <p:nvPr/>
        </p:nvSpPr>
        <p:spPr>
          <a:xfrm>
            <a:off x="685800" y="2698750"/>
            <a:ext cx="7772400" cy="4159250"/>
          </a:xfrm>
          <a:prstGeom prst="rect">
            <a:avLst/>
          </a:prstGeom>
          <a:solidFill>
            <a:srgbClr val="CCFFC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400">
                <a:solidFill>
                  <a:schemeClr val="dk1"/>
                </a:solidFill>
                <a:latin typeface="Arial"/>
                <a:ea typeface="Arial"/>
                <a:cs typeface="Arial"/>
                <a:sym typeface="Arial"/>
              </a:rPr>
              <a:t>PRACTICE: A cannon fires a projectile with a muzzle velocity of 56 ms</a:t>
            </a:r>
            <a:r>
              <a:rPr baseline="30000" lang="en-US" sz="2400">
                <a:solidFill>
                  <a:schemeClr val="dk1"/>
                </a:solidFill>
                <a:latin typeface="Arial"/>
                <a:ea typeface="Arial"/>
                <a:cs typeface="Arial"/>
                <a:sym typeface="Arial"/>
              </a:rPr>
              <a:t>-1</a:t>
            </a:r>
            <a:r>
              <a:rPr lang="en-US" sz="2400">
                <a:solidFill>
                  <a:schemeClr val="dk1"/>
                </a:solidFill>
                <a:latin typeface="Arial"/>
                <a:ea typeface="Arial"/>
                <a:cs typeface="Arial"/>
                <a:sym typeface="Arial"/>
              </a:rPr>
              <a:t> at an angle of inclination of 15º. </a:t>
            </a:r>
            <a:endParaRPr/>
          </a:p>
          <a:p>
            <a:pPr indent="0" lvl="0" marL="0" marR="0" rtl="0" algn="l">
              <a:spcBef>
                <a:spcPts val="0"/>
              </a:spcBef>
              <a:spcAft>
                <a:spcPts val="0"/>
              </a:spcAft>
              <a:buNone/>
            </a:pPr>
            <a:r>
              <a:rPr lang="en-US" sz="2400">
                <a:solidFill>
                  <a:schemeClr val="dk1"/>
                </a:solidFill>
                <a:latin typeface="Arial"/>
                <a:ea typeface="Arial"/>
                <a:cs typeface="Arial"/>
                <a:sym typeface="Arial"/>
              </a:rPr>
              <a:t>(d) How far from the muzzle will the ball be when it reaches the height of the muzzle at the end of its trajectory?</a:t>
            </a:r>
            <a:endParaRPr/>
          </a:p>
          <a:p>
            <a:pPr indent="0" lvl="0" marL="0" marR="0" rtl="0" algn="l">
              <a:spcBef>
                <a:spcPts val="0"/>
              </a:spcBef>
              <a:spcAft>
                <a:spcPts val="0"/>
              </a:spcAft>
              <a:buNone/>
            </a:pPr>
            <a:r>
              <a:rPr lang="en-US" sz="2400">
                <a:solidFill>
                  <a:schemeClr val="dk1"/>
                </a:solidFill>
                <a:latin typeface="Arial"/>
                <a:ea typeface="Arial"/>
                <a:cs typeface="Arial"/>
                <a:sym typeface="Arial"/>
              </a:rPr>
              <a:t>SOLUTION: </a:t>
            </a:r>
            <a:endParaRPr/>
          </a:p>
          <a:p>
            <a:pPr indent="0" lvl="0" marL="0" marR="0" rtl="0" algn="l">
              <a:spcBef>
                <a:spcPts val="0"/>
              </a:spcBef>
              <a:spcAft>
                <a:spcPts val="0"/>
              </a:spcAft>
              <a:buNone/>
            </a:pPr>
            <a:r>
              <a:rPr lang="en-US" sz="2400">
                <a:solidFill>
                  <a:schemeClr val="dk1"/>
                </a:solidFill>
                <a:latin typeface="Arial"/>
                <a:ea typeface="Arial"/>
                <a:cs typeface="Arial"/>
                <a:sym typeface="Arial"/>
              </a:rPr>
              <a:t>From symmetry </a:t>
            </a:r>
            <a:r>
              <a:rPr i="1" lang="en-US" sz="2400">
                <a:solidFill>
                  <a:schemeClr val="dk1"/>
                </a:solidFill>
                <a:latin typeface="Arial"/>
                <a:ea typeface="Arial"/>
                <a:cs typeface="Arial"/>
                <a:sym typeface="Arial"/>
              </a:rPr>
              <a:t>t</a:t>
            </a:r>
            <a:r>
              <a:rPr baseline="-25000" i="1" lang="en-US" sz="2400">
                <a:solidFill>
                  <a:schemeClr val="dk1"/>
                </a:solidFill>
                <a:latin typeface="Arial"/>
                <a:ea typeface="Arial"/>
                <a:cs typeface="Arial"/>
                <a:sym typeface="Arial"/>
              </a:rPr>
              <a:t>up</a:t>
            </a:r>
            <a:r>
              <a:rPr lang="en-US" sz="2400">
                <a:solidFill>
                  <a:schemeClr val="dk1"/>
                </a:solidFill>
                <a:latin typeface="Arial"/>
                <a:ea typeface="Arial"/>
                <a:cs typeface="Arial"/>
                <a:sym typeface="Arial"/>
              </a:rPr>
              <a:t> = </a:t>
            </a:r>
            <a:r>
              <a:rPr i="1" lang="en-US" sz="2400">
                <a:solidFill>
                  <a:schemeClr val="dk1"/>
                </a:solidFill>
                <a:latin typeface="Arial"/>
                <a:ea typeface="Arial"/>
                <a:cs typeface="Arial"/>
                <a:sym typeface="Arial"/>
              </a:rPr>
              <a:t>t</a:t>
            </a:r>
            <a:r>
              <a:rPr baseline="-25000" i="1" lang="en-US" sz="2400">
                <a:solidFill>
                  <a:schemeClr val="dk1"/>
                </a:solidFill>
                <a:latin typeface="Arial"/>
                <a:ea typeface="Arial"/>
                <a:cs typeface="Arial"/>
                <a:sym typeface="Arial"/>
              </a:rPr>
              <a:t>down </a:t>
            </a:r>
            <a:r>
              <a:rPr lang="en-US" sz="2400">
                <a:solidFill>
                  <a:schemeClr val="dk1"/>
                </a:solidFill>
                <a:latin typeface="Arial"/>
                <a:ea typeface="Arial"/>
                <a:cs typeface="Arial"/>
                <a:sym typeface="Arial"/>
              </a:rPr>
              <a:t>= 1.5 s so </a:t>
            </a:r>
            <a:r>
              <a:rPr i="1" lang="en-US" sz="2400">
                <a:solidFill>
                  <a:schemeClr val="dk1"/>
                </a:solidFill>
                <a:latin typeface="Arial"/>
                <a:ea typeface="Arial"/>
                <a:cs typeface="Arial"/>
                <a:sym typeface="Arial"/>
              </a:rPr>
              <a:t>t</a:t>
            </a:r>
            <a:r>
              <a:rPr lang="en-US" sz="2400">
                <a:solidFill>
                  <a:schemeClr val="dk1"/>
                </a:solidFill>
                <a:latin typeface="Arial"/>
                <a:ea typeface="Arial"/>
                <a:cs typeface="Arial"/>
                <a:sym typeface="Arial"/>
              </a:rPr>
              <a:t> = 3.0 s. </a:t>
            </a:r>
            <a:endParaRPr/>
          </a:p>
          <a:p>
            <a:pPr indent="0" lvl="0" marL="0" marR="0" rtl="0" algn="l">
              <a:spcBef>
                <a:spcPts val="0"/>
              </a:spcBef>
              <a:spcAft>
                <a:spcPts val="0"/>
              </a:spcAft>
              <a:buNone/>
            </a:pPr>
            <a:r>
              <a:rPr lang="en-US" sz="2400">
                <a:solidFill>
                  <a:schemeClr val="dk1"/>
                </a:solidFill>
                <a:latin typeface="Arial"/>
                <a:ea typeface="Arial"/>
                <a:cs typeface="Arial"/>
                <a:sym typeface="Arial"/>
              </a:rPr>
              <a:t>Thus</a:t>
            </a:r>
            <a:endParaRPr/>
          </a:p>
          <a:p>
            <a:pPr indent="0" lvl="0" marL="0" marR="0" rtl="0" algn="l">
              <a:spcBef>
                <a:spcPts val="0"/>
              </a:spcBef>
              <a:spcAft>
                <a:spcPts val="0"/>
              </a:spcAft>
              <a:buNone/>
            </a:pPr>
            <a:r>
              <a:rPr lang="en-US" sz="2400">
                <a:solidFill>
                  <a:schemeClr val="dk1"/>
                </a:solidFill>
                <a:latin typeface="Arial"/>
                <a:ea typeface="Arial"/>
                <a:cs typeface="Arial"/>
                <a:sym typeface="Arial"/>
              </a:rPr>
              <a:t>                    		∆</a:t>
            </a:r>
            <a:r>
              <a:rPr i="1" lang="en-US" sz="2400">
                <a:solidFill>
                  <a:schemeClr val="dk1"/>
                </a:solidFill>
                <a:latin typeface="Arial"/>
                <a:ea typeface="Arial"/>
                <a:cs typeface="Arial"/>
                <a:sym typeface="Arial"/>
              </a:rPr>
              <a:t>x</a:t>
            </a:r>
            <a:r>
              <a:rPr lang="en-US" sz="2400">
                <a:solidFill>
                  <a:schemeClr val="dk1"/>
                </a:solidFill>
                <a:latin typeface="Arial"/>
                <a:ea typeface="Arial"/>
                <a:cs typeface="Arial"/>
                <a:sym typeface="Arial"/>
              </a:rPr>
              <a:t> = 54</a:t>
            </a:r>
            <a:r>
              <a:rPr i="1" lang="en-US" sz="2400">
                <a:solidFill>
                  <a:schemeClr val="dk1"/>
                </a:solidFill>
                <a:latin typeface="Arial"/>
                <a:ea typeface="Arial"/>
                <a:cs typeface="Arial"/>
                <a:sym typeface="Arial"/>
              </a:rPr>
              <a:t>t</a:t>
            </a:r>
            <a:endParaRPr/>
          </a:p>
          <a:p>
            <a:pPr indent="0" lvl="0" marL="0" marR="0" rtl="0" algn="l">
              <a:spcBef>
                <a:spcPts val="0"/>
              </a:spcBef>
              <a:spcAft>
                <a:spcPts val="0"/>
              </a:spcAft>
              <a:buNone/>
            </a:pPr>
            <a:r>
              <a:rPr lang="en-US" sz="2400">
                <a:solidFill>
                  <a:schemeClr val="dk1"/>
                </a:solidFill>
                <a:latin typeface="Arial"/>
                <a:ea typeface="Arial"/>
                <a:cs typeface="Arial"/>
                <a:sym typeface="Arial"/>
              </a:rPr>
              <a:t>                    		∆</a:t>
            </a:r>
            <a:r>
              <a:rPr i="1" lang="en-US" sz="2400">
                <a:solidFill>
                  <a:schemeClr val="dk1"/>
                </a:solidFill>
                <a:latin typeface="Arial"/>
                <a:ea typeface="Arial"/>
                <a:cs typeface="Arial"/>
                <a:sym typeface="Arial"/>
              </a:rPr>
              <a:t>x</a:t>
            </a:r>
            <a:r>
              <a:rPr lang="en-US" sz="2400">
                <a:solidFill>
                  <a:schemeClr val="dk1"/>
                </a:solidFill>
                <a:latin typeface="Arial"/>
                <a:ea typeface="Arial"/>
                <a:cs typeface="Arial"/>
                <a:sym typeface="Arial"/>
              </a:rPr>
              <a:t> = 54(3.0)</a:t>
            </a:r>
            <a:endParaRPr/>
          </a:p>
          <a:p>
            <a:pPr indent="0" lvl="0" marL="0" marR="0" rtl="0" algn="l">
              <a:spcBef>
                <a:spcPts val="0"/>
              </a:spcBef>
              <a:spcAft>
                <a:spcPts val="0"/>
              </a:spcAft>
              <a:buNone/>
            </a:pPr>
            <a:r>
              <a:rPr lang="en-US" sz="2400">
                <a:solidFill>
                  <a:schemeClr val="dk1"/>
                </a:solidFill>
                <a:latin typeface="Arial"/>
                <a:ea typeface="Arial"/>
                <a:cs typeface="Arial"/>
                <a:sym typeface="Arial"/>
              </a:rPr>
              <a:t>                    		∆</a:t>
            </a:r>
            <a:r>
              <a:rPr i="1" lang="en-US" sz="2400">
                <a:solidFill>
                  <a:schemeClr val="dk1"/>
                </a:solidFill>
                <a:latin typeface="Arial"/>
                <a:ea typeface="Arial"/>
                <a:cs typeface="Arial"/>
                <a:sym typeface="Arial"/>
              </a:rPr>
              <a:t>x</a:t>
            </a:r>
            <a:r>
              <a:rPr lang="en-US" sz="2400">
                <a:solidFill>
                  <a:schemeClr val="dk1"/>
                </a:solidFill>
                <a:latin typeface="Arial"/>
                <a:ea typeface="Arial"/>
                <a:cs typeface="Arial"/>
                <a:sym typeface="Arial"/>
              </a:rPr>
              <a:t> = 160 m.</a:t>
            </a:r>
            <a:endParaRPr sz="2400">
              <a:solidFill>
                <a:schemeClr val="dk1"/>
              </a:solidFill>
              <a:latin typeface="Arial"/>
              <a:ea typeface="Arial"/>
              <a:cs typeface="Arial"/>
              <a:sym typeface="Arial"/>
            </a:endParaRPr>
          </a:p>
        </p:txBody>
      </p:sp>
      <p:grpSp>
        <p:nvGrpSpPr>
          <p:cNvPr id="2251" name="Google Shape;2251;p84"/>
          <p:cNvGrpSpPr/>
          <p:nvPr/>
        </p:nvGrpSpPr>
        <p:grpSpPr>
          <a:xfrm>
            <a:off x="804863" y="1798638"/>
            <a:ext cx="7464425" cy="874712"/>
            <a:chOff x="491" y="2866"/>
            <a:chExt cx="4702" cy="551"/>
          </a:xfrm>
        </p:grpSpPr>
        <p:sp>
          <p:nvSpPr>
            <p:cNvPr id="2252" name="Google Shape;2252;p84"/>
            <p:cNvSpPr txBox="1"/>
            <p:nvPr/>
          </p:nvSpPr>
          <p:spPr>
            <a:xfrm>
              <a:off x="3069" y="2897"/>
              <a:ext cx="2124" cy="518"/>
            </a:xfrm>
            <a:prstGeom prst="rect">
              <a:avLst/>
            </a:prstGeom>
            <a:solidFill>
              <a:schemeClr val="hlink"/>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lt1"/>
                  </a:solidFill>
                  <a:latin typeface="Arial"/>
                  <a:ea typeface="Arial"/>
                  <a:cs typeface="Arial"/>
                  <a:sym typeface="Arial"/>
                </a:rPr>
                <a:t>tailored equations for this particular projectile</a:t>
              </a:r>
              <a:endParaRPr/>
            </a:p>
          </p:txBody>
        </p:sp>
        <p:sp>
          <p:nvSpPr>
            <p:cNvPr id="2253" name="Google Shape;2253;p84"/>
            <p:cNvSpPr/>
            <p:nvPr/>
          </p:nvSpPr>
          <p:spPr>
            <a:xfrm>
              <a:off x="491" y="2899"/>
              <a:ext cx="4701" cy="518"/>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254" name="Google Shape;2254;p84"/>
            <p:cNvSpPr txBox="1"/>
            <p:nvPr/>
          </p:nvSpPr>
          <p:spPr>
            <a:xfrm>
              <a:off x="567" y="2866"/>
              <a:ext cx="1343"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Arial"/>
                  <a:ea typeface="Arial"/>
                  <a:cs typeface="Arial"/>
                  <a:sym typeface="Arial"/>
                </a:rPr>
                <a:t>∆</a:t>
              </a:r>
              <a:r>
                <a:rPr i="1" lang="en-US" sz="2400">
                  <a:solidFill>
                    <a:schemeClr val="dk1"/>
                  </a:solidFill>
                  <a:latin typeface="Arial"/>
                  <a:ea typeface="Arial"/>
                  <a:cs typeface="Arial"/>
                  <a:sym typeface="Arial"/>
                </a:rPr>
                <a:t>x</a:t>
              </a:r>
              <a:r>
                <a:rPr lang="en-US" sz="2400">
                  <a:solidFill>
                    <a:schemeClr val="dk1"/>
                  </a:solidFill>
                  <a:latin typeface="Arial"/>
                  <a:ea typeface="Arial"/>
                  <a:cs typeface="Arial"/>
                  <a:sym typeface="Arial"/>
                </a:rPr>
                <a:t> = 54</a:t>
              </a:r>
              <a:r>
                <a:rPr i="1" lang="en-US" sz="2400">
                  <a:solidFill>
                    <a:schemeClr val="dk1"/>
                  </a:solidFill>
                  <a:latin typeface="Arial"/>
                  <a:ea typeface="Arial"/>
                  <a:cs typeface="Arial"/>
                  <a:sym typeface="Arial"/>
                </a:rPr>
                <a:t>t</a:t>
              </a:r>
              <a:endParaRPr/>
            </a:p>
          </p:txBody>
        </p:sp>
        <p:sp>
          <p:nvSpPr>
            <p:cNvPr id="2255" name="Google Shape;2255;p84"/>
            <p:cNvSpPr txBox="1"/>
            <p:nvPr/>
          </p:nvSpPr>
          <p:spPr>
            <a:xfrm>
              <a:off x="574" y="3118"/>
              <a:ext cx="1063"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chemeClr val="dk1"/>
                  </a:solidFill>
                  <a:latin typeface="Arial"/>
                  <a:ea typeface="Arial"/>
                  <a:cs typeface="Arial"/>
                  <a:sym typeface="Arial"/>
                </a:rPr>
                <a:t> v</a:t>
              </a:r>
              <a:r>
                <a:rPr baseline="-25000" i="1" lang="en-US" sz="2400">
                  <a:solidFill>
                    <a:schemeClr val="dk1"/>
                  </a:solidFill>
                  <a:latin typeface="Arial"/>
                  <a:ea typeface="Arial"/>
                  <a:cs typeface="Arial"/>
                  <a:sym typeface="Arial"/>
                </a:rPr>
                <a:t>x</a:t>
              </a:r>
              <a:r>
                <a:rPr lang="en-US" sz="2400">
                  <a:solidFill>
                    <a:schemeClr val="dk1"/>
                  </a:solidFill>
                  <a:latin typeface="Arial"/>
                  <a:ea typeface="Arial"/>
                  <a:cs typeface="Arial"/>
                  <a:sym typeface="Arial"/>
                </a:rPr>
                <a:t> = 54</a:t>
              </a:r>
              <a:endParaRPr/>
            </a:p>
          </p:txBody>
        </p:sp>
        <p:sp>
          <p:nvSpPr>
            <p:cNvPr id="2256" name="Google Shape;2256;p84"/>
            <p:cNvSpPr txBox="1"/>
            <p:nvPr/>
          </p:nvSpPr>
          <p:spPr>
            <a:xfrm>
              <a:off x="1697" y="2867"/>
              <a:ext cx="1683"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Arial"/>
                  <a:ea typeface="Arial"/>
                  <a:cs typeface="Arial"/>
                  <a:sym typeface="Arial"/>
                </a:rPr>
                <a:t>∆</a:t>
              </a:r>
              <a:r>
                <a:rPr i="1" lang="en-US" sz="2400">
                  <a:solidFill>
                    <a:schemeClr val="dk1"/>
                  </a:solidFill>
                  <a:latin typeface="Arial"/>
                  <a:ea typeface="Arial"/>
                  <a:cs typeface="Arial"/>
                  <a:sym typeface="Arial"/>
                </a:rPr>
                <a:t>y</a:t>
              </a:r>
              <a:r>
                <a:rPr lang="en-US" sz="2400">
                  <a:solidFill>
                    <a:schemeClr val="dk1"/>
                  </a:solidFill>
                  <a:latin typeface="Arial"/>
                  <a:ea typeface="Arial"/>
                  <a:cs typeface="Arial"/>
                  <a:sym typeface="Arial"/>
                </a:rPr>
                <a:t> = 15</a:t>
              </a:r>
              <a:r>
                <a:rPr i="1" lang="en-US" sz="2400">
                  <a:solidFill>
                    <a:schemeClr val="dk1"/>
                  </a:solidFill>
                  <a:latin typeface="Arial"/>
                  <a:ea typeface="Arial"/>
                  <a:cs typeface="Arial"/>
                  <a:sym typeface="Arial"/>
                </a:rPr>
                <a:t>t</a:t>
              </a:r>
              <a:r>
                <a:rPr lang="en-US" sz="2400">
                  <a:solidFill>
                    <a:schemeClr val="dk1"/>
                  </a:solidFill>
                  <a:latin typeface="Arial"/>
                  <a:ea typeface="Arial"/>
                  <a:cs typeface="Arial"/>
                  <a:sym typeface="Arial"/>
                </a:rPr>
                <a:t> - 5</a:t>
              </a:r>
              <a:r>
                <a:rPr i="1" lang="en-US" sz="2400">
                  <a:solidFill>
                    <a:schemeClr val="dk1"/>
                  </a:solidFill>
                  <a:latin typeface="Arial"/>
                  <a:ea typeface="Arial"/>
                  <a:cs typeface="Arial"/>
                  <a:sym typeface="Arial"/>
                </a:rPr>
                <a:t>t </a:t>
              </a:r>
              <a:r>
                <a:rPr baseline="30000" lang="en-US" sz="2400">
                  <a:solidFill>
                    <a:schemeClr val="dk1"/>
                  </a:solidFill>
                  <a:latin typeface="Arial"/>
                  <a:ea typeface="Arial"/>
                  <a:cs typeface="Arial"/>
                  <a:sym typeface="Arial"/>
                </a:rPr>
                <a:t>2</a:t>
              </a:r>
              <a:endParaRPr/>
            </a:p>
          </p:txBody>
        </p:sp>
        <p:sp>
          <p:nvSpPr>
            <p:cNvPr id="2257" name="Google Shape;2257;p84"/>
            <p:cNvSpPr txBox="1"/>
            <p:nvPr/>
          </p:nvSpPr>
          <p:spPr>
            <a:xfrm>
              <a:off x="1697" y="3118"/>
              <a:ext cx="168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chemeClr val="dk1"/>
                  </a:solidFill>
                  <a:latin typeface="Arial"/>
                  <a:ea typeface="Arial"/>
                  <a:cs typeface="Arial"/>
                  <a:sym typeface="Arial"/>
                </a:rPr>
                <a:t> v</a:t>
              </a:r>
              <a:r>
                <a:rPr baseline="-25000" i="1" lang="en-US" sz="2400">
                  <a:solidFill>
                    <a:schemeClr val="dk1"/>
                  </a:solidFill>
                  <a:latin typeface="Arial"/>
                  <a:ea typeface="Arial"/>
                  <a:cs typeface="Arial"/>
                  <a:sym typeface="Arial"/>
                </a:rPr>
                <a:t>y</a:t>
              </a:r>
              <a:r>
                <a:rPr lang="en-US" sz="2400">
                  <a:solidFill>
                    <a:schemeClr val="dk1"/>
                  </a:solidFill>
                  <a:latin typeface="Arial"/>
                  <a:ea typeface="Arial"/>
                  <a:cs typeface="Arial"/>
                  <a:sym typeface="Arial"/>
                </a:rPr>
                <a:t> = 15 - 10</a:t>
              </a:r>
              <a:r>
                <a:rPr i="1" lang="en-US" sz="2400">
                  <a:solidFill>
                    <a:schemeClr val="dk1"/>
                  </a:solidFill>
                  <a:latin typeface="Arial"/>
                  <a:ea typeface="Arial"/>
                  <a:cs typeface="Arial"/>
                  <a:sym typeface="Arial"/>
                </a:rPr>
                <a:t>t</a:t>
              </a:r>
              <a:endParaRPr/>
            </a:p>
          </p:txBody>
        </p:sp>
      </p:grpSp>
      <p:pic>
        <p:nvPicPr>
          <p:cNvPr descr="field-cannon-composite-carrier" id="2258" name="Google Shape;2258;p84"/>
          <p:cNvPicPr preferRelativeResize="0"/>
          <p:nvPr/>
        </p:nvPicPr>
        <p:blipFill rotWithShape="1">
          <a:blip r:embed="rId3">
            <a:alphaModFix/>
          </a:blip>
          <a:srcRect b="0" l="0" r="0" t="0"/>
          <a:stretch/>
        </p:blipFill>
        <p:spPr>
          <a:xfrm>
            <a:off x="5360988" y="0"/>
            <a:ext cx="3783012" cy="23876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251"/>
                                        </p:tgtEl>
                                        <p:attrNameLst>
                                          <p:attrName>style.visibility</p:attrName>
                                        </p:attrNameLst>
                                      </p:cBhvr>
                                      <p:to>
                                        <p:strVal val="visible"/>
                                      </p:to>
                                    </p:set>
                                    <p:anim calcmode="lin" valueType="num">
                                      <p:cBhvr additive="base">
                                        <p:cTn dur="500"/>
                                        <p:tgtEl>
                                          <p:spTgt spid="2251"/>
                                        </p:tgtEl>
                                        <p:attrNameLst>
                                          <p:attrName>ppt_w</p:attrName>
                                        </p:attrNameLst>
                                      </p:cBhvr>
                                      <p:tavLst>
                                        <p:tav fmla="" tm="0">
                                          <p:val>
                                            <p:strVal val="0"/>
                                          </p:val>
                                        </p:tav>
                                        <p:tav fmla="" tm="100000">
                                          <p:val>
                                            <p:strVal val="#ppt_w"/>
                                          </p:val>
                                        </p:tav>
                                      </p:tavLst>
                                    </p:anim>
                                    <p:anim calcmode="lin" valueType="num">
                                      <p:cBhvr additive="base">
                                        <p:cTn dur="500"/>
                                        <p:tgtEl>
                                          <p:spTgt spid="2251"/>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2258"/>
                                        </p:tgtEl>
                                        <p:attrNameLst>
                                          <p:attrName>style.visibility</p:attrName>
                                        </p:attrNameLst>
                                      </p:cBhvr>
                                      <p:to>
                                        <p:strVal val="visible"/>
                                      </p:to>
                                    </p:set>
                                    <p:anim calcmode="lin" valueType="num">
                                      <p:cBhvr additive="base">
                                        <p:cTn dur="3000"/>
                                        <p:tgtEl>
                                          <p:spTgt spid="2258"/>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2" name="Shape 2262"/>
        <p:cNvGrpSpPr/>
        <p:nvPr/>
      </p:nvGrpSpPr>
      <p:grpSpPr>
        <a:xfrm>
          <a:off x="0" y="0"/>
          <a:ext cx="0" cy="0"/>
          <a:chOff x="0" y="0"/>
          <a:chExt cx="0" cy="0"/>
        </a:xfrm>
      </p:grpSpPr>
      <p:sp>
        <p:nvSpPr>
          <p:cNvPr id="2263" name="Google Shape;2263;p85"/>
          <p:cNvSpPr/>
          <p:nvPr/>
        </p:nvSpPr>
        <p:spPr>
          <a:xfrm>
            <a:off x="685800" y="1401763"/>
            <a:ext cx="7772400" cy="1303337"/>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i="1" lang="en-US" sz="2400">
                <a:solidFill>
                  <a:schemeClr val="accent2"/>
                </a:solidFill>
                <a:latin typeface="Arial"/>
                <a:ea typeface="Arial"/>
                <a:cs typeface="Arial"/>
                <a:sym typeface="Arial"/>
              </a:rPr>
              <a:t>Analysing projectile motion</a:t>
            </a:r>
            <a:r>
              <a:rPr lang="en-US" sz="2400">
                <a:solidFill>
                  <a:schemeClr val="accent2"/>
                </a:solidFill>
                <a:latin typeface="Arial"/>
                <a:ea typeface="Arial"/>
                <a:cs typeface="Arial"/>
                <a:sym typeface="Arial"/>
              </a:rPr>
              <a:t> </a:t>
            </a:r>
            <a:r>
              <a:rPr lang="en-US" sz="2000">
                <a:solidFill>
                  <a:srgbClr val="000000"/>
                </a:solidFill>
                <a:latin typeface="Courier New"/>
                <a:ea typeface="Courier New"/>
                <a:cs typeface="Courier New"/>
                <a:sym typeface="Courier New"/>
              </a:rPr>
              <a:t>	</a:t>
            </a:r>
            <a:endParaRPr/>
          </a:p>
        </p:txBody>
      </p:sp>
      <p:sp>
        <p:nvSpPr>
          <p:cNvPr id="2264" name="Google Shape;2264;p85"/>
          <p:cNvSpPr txBox="1"/>
          <p:nvPr>
            <p:ph type="ctrTitle"/>
          </p:nvPr>
        </p:nvSpPr>
        <p:spPr>
          <a:xfrm>
            <a:off x="685800" y="533400"/>
            <a:ext cx="7772400" cy="8334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2: Mechanics</a:t>
            </a:r>
            <a:br>
              <a:rPr b="1" lang="en-US" sz="2800"/>
            </a:br>
            <a:r>
              <a:rPr lang="en-US" sz="2800">
                <a:solidFill>
                  <a:schemeClr val="dk1"/>
                </a:solidFill>
              </a:rPr>
              <a:t>2.1 – Motion</a:t>
            </a:r>
            <a:endParaRPr/>
          </a:p>
        </p:txBody>
      </p:sp>
      <p:sp>
        <p:nvSpPr>
          <p:cNvPr id="2265" name="Google Shape;2265;p85"/>
          <p:cNvSpPr/>
          <p:nvPr/>
        </p:nvSpPr>
        <p:spPr>
          <a:xfrm>
            <a:off x="685800" y="2698750"/>
            <a:ext cx="7772400" cy="4159250"/>
          </a:xfrm>
          <a:prstGeom prst="rect">
            <a:avLst/>
          </a:prstGeom>
          <a:solidFill>
            <a:srgbClr val="CCFFC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400">
                <a:solidFill>
                  <a:schemeClr val="dk1"/>
                </a:solidFill>
                <a:latin typeface="Arial"/>
                <a:ea typeface="Arial"/>
                <a:cs typeface="Arial"/>
                <a:sym typeface="Arial"/>
              </a:rPr>
              <a:t>PRACTICE: A cannon fires a projectile with a muzzle velocity of 56 ms</a:t>
            </a:r>
            <a:r>
              <a:rPr baseline="30000" lang="en-US" sz="2400">
                <a:solidFill>
                  <a:schemeClr val="dk1"/>
                </a:solidFill>
                <a:latin typeface="Arial"/>
                <a:ea typeface="Arial"/>
                <a:cs typeface="Arial"/>
                <a:sym typeface="Arial"/>
              </a:rPr>
              <a:t>-1</a:t>
            </a:r>
            <a:r>
              <a:rPr lang="en-US" sz="2400">
                <a:solidFill>
                  <a:schemeClr val="dk1"/>
                </a:solidFill>
                <a:latin typeface="Arial"/>
                <a:ea typeface="Arial"/>
                <a:cs typeface="Arial"/>
                <a:sym typeface="Arial"/>
              </a:rPr>
              <a:t> at an angle of inclination of 15º. </a:t>
            </a:r>
            <a:endParaRPr/>
          </a:p>
          <a:p>
            <a:pPr indent="0" lvl="0" marL="0" marR="0" rtl="0" algn="l">
              <a:spcBef>
                <a:spcPts val="0"/>
              </a:spcBef>
              <a:spcAft>
                <a:spcPts val="0"/>
              </a:spcAft>
              <a:buNone/>
            </a:pPr>
            <a:r>
              <a:rPr lang="en-US" sz="2400">
                <a:solidFill>
                  <a:schemeClr val="dk1"/>
                </a:solidFill>
                <a:latin typeface="Arial"/>
                <a:ea typeface="Arial"/>
                <a:cs typeface="Arial"/>
                <a:sym typeface="Arial"/>
              </a:rPr>
              <a:t>(e) Sketch the following graphs: </a:t>
            </a:r>
            <a:endParaRPr/>
          </a:p>
          <a:p>
            <a:pPr indent="0" lvl="0" marL="0" marR="0" rtl="0" algn="l">
              <a:spcBef>
                <a:spcPts val="0"/>
              </a:spcBef>
              <a:spcAft>
                <a:spcPts val="0"/>
              </a:spcAft>
              <a:buNone/>
            </a:pPr>
            <a:r>
              <a:rPr lang="en-US" sz="2400">
                <a:solidFill>
                  <a:schemeClr val="dk1"/>
                </a:solidFill>
                <a:latin typeface="Arial"/>
                <a:ea typeface="Arial"/>
                <a:cs typeface="Arial"/>
                <a:sym typeface="Arial"/>
              </a:rPr>
              <a:t>     </a:t>
            </a:r>
            <a:r>
              <a:rPr i="1" lang="en-US" sz="2400">
                <a:solidFill>
                  <a:schemeClr val="dk1"/>
                </a:solidFill>
                <a:latin typeface="Arial"/>
                <a:ea typeface="Arial"/>
                <a:cs typeface="Arial"/>
                <a:sym typeface="Arial"/>
              </a:rPr>
              <a:t>a</a:t>
            </a:r>
            <a:r>
              <a:rPr lang="en-US" sz="2400">
                <a:solidFill>
                  <a:schemeClr val="dk1"/>
                </a:solidFill>
                <a:latin typeface="Arial"/>
                <a:ea typeface="Arial"/>
                <a:cs typeface="Arial"/>
                <a:sym typeface="Arial"/>
              </a:rPr>
              <a:t> vs. </a:t>
            </a:r>
            <a:r>
              <a:rPr i="1" lang="en-US" sz="2400">
                <a:solidFill>
                  <a:schemeClr val="dk1"/>
                </a:solidFill>
                <a:latin typeface="Arial"/>
                <a:ea typeface="Arial"/>
                <a:cs typeface="Arial"/>
                <a:sym typeface="Arial"/>
              </a:rPr>
              <a:t>t</a:t>
            </a:r>
            <a:r>
              <a:rPr lang="en-US" sz="2400">
                <a:solidFill>
                  <a:schemeClr val="dk1"/>
                </a:solidFill>
                <a:latin typeface="Arial"/>
                <a:ea typeface="Arial"/>
                <a:cs typeface="Arial"/>
                <a:sym typeface="Arial"/>
              </a:rPr>
              <a:t>,    		</a:t>
            </a:r>
            <a:r>
              <a:rPr i="1" lang="en-US" sz="2400">
                <a:solidFill>
                  <a:schemeClr val="dk1"/>
                </a:solidFill>
                <a:latin typeface="Arial"/>
                <a:ea typeface="Arial"/>
                <a:cs typeface="Arial"/>
                <a:sym typeface="Arial"/>
              </a:rPr>
              <a:t>v</a:t>
            </a:r>
            <a:r>
              <a:rPr baseline="-25000" i="1" lang="en-US" sz="2400">
                <a:solidFill>
                  <a:schemeClr val="dk1"/>
                </a:solidFill>
                <a:latin typeface="Arial"/>
                <a:ea typeface="Arial"/>
                <a:cs typeface="Arial"/>
                <a:sym typeface="Arial"/>
              </a:rPr>
              <a:t>x</a:t>
            </a:r>
            <a:r>
              <a:rPr lang="en-US" sz="2400">
                <a:solidFill>
                  <a:schemeClr val="dk1"/>
                </a:solidFill>
                <a:latin typeface="Arial"/>
                <a:ea typeface="Arial"/>
                <a:cs typeface="Arial"/>
                <a:sym typeface="Arial"/>
              </a:rPr>
              <a:t> vs. </a:t>
            </a:r>
            <a:r>
              <a:rPr i="1" lang="en-US" sz="2400">
                <a:solidFill>
                  <a:schemeClr val="dk1"/>
                </a:solidFill>
                <a:latin typeface="Arial"/>
                <a:ea typeface="Arial"/>
                <a:cs typeface="Arial"/>
                <a:sym typeface="Arial"/>
              </a:rPr>
              <a:t>t</a:t>
            </a:r>
            <a:r>
              <a:rPr lang="en-US" sz="2400">
                <a:solidFill>
                  <a:schemeClr val="dk1"/>
                </a:solidFill>
                <a:latin typeface="Arial"/>
                <a:ea typeface="Arial"/>
                <a:cs typeface="Arial"/>
                <a:sym typeface="Arial"/>
              </a:rPr>
              <a:t>, 		</a:t>
            </a:r>
            <a:r>
              <a:rPr i="1" lang="en-US" sz="2400">
                <a:solidFill>
                  <a:schemeClr val="dk1"/>
                </a:solidFill>
                <a:latin typeface="Arial"/>
                <a:ea typeface="Arial"/>
                <a:cs typeface="Arial"/>
                <a:sym typeface="Arial"/>
              </a:rPr>
              <a:t>v</a:t>
            </a:r>
            <a:r>
              <a:rPr baseline="-25000" i="1" lang="en-US" sz="2400">
                <a:solidFill>
                  <a:schemeClr val="dk1"/>
                </a:solidFill>
                <a:latin typeface="Arial"/>
                <a:ea typeface="Arial"/>
                <a:cs typeface="Arial"/>
                <a:sym typeface="Arial"/>
              </a:rPr>
              <a:t>y</a:t>
            </a:r>
            <a:r>
              <a:rPr lang="en-US" sz="2400">
                <a:solidFill>
                  <a:schemeClr val="dk1"/>
                </a:solidFill>
                <a:latin typeface="Arial"/>
                <a:ea typeface="Arial"/>
                <a:cs typeface="Arial"/>
                <a:sym typeface="Arial"/>
              </a:rPr>
              <a:t> vs. </a:t>
            </a:r>
            <a:r>
              <a:rPr i="1" lang="en-US" sz="2400">
                <a:solidFill>
                  <a:schemeClr val="dk1"/>
                </a:solidFill>
                <a:latin typeface="Arial"/>
                <a:ea typeface="Arial"/>
                <a:cs typeface="Arial"/>
                <a:sym typeface="Arial"/>
              </a:rPr>
              <a:t>t</a:t>
            </a:r>
            <a:r>
              <a:rPr lang="en-US" sz="2400">
                <a:solidFill>
                  <a:schemeClr val="dk1"/>
                </a:solidFill>
                <a:latin typeface="Arial"/>
                <a:ea typeface="Arial"/>
                <a:cs typeface="Arial"/>
                <a:sym typeface="Arial"/>
              </a:rPr>
              <a:t>:</a:t>
            </a:r>
            <a:endParaRPr i="1" sz="2400">
              <a:solidFill>
                <a:schemeClr val="dk1"/>
              </a:solidFill>
              <a:latin typeface="Arial"/>
              <a:ea typeface="Arial"/>
              <a:cs typeface="Arial"/>
              <a:sym typeface="Arial"/>
            </a:endParaRPr>
          </a:p>
          <a:p>
            <a:pPr indent="0" lvl="0" marL="0" marR="0" rtl="0" algn="l">
              <a:spcBef>
                <a:spcPts val="0"/>
              </a:spcBef>
              <a:spcAft>
                <a:spcPts val="0"/>
              </a:spcAft>
              <a:buNone/>
            </a:pPr>
            <a:r>
              <a:rPr lang="en-US" sz="2400">
                <a:solidFill>
                  <a:schemeClr val="dk1"/>
                </a:solidFill>
                <a:latin typeface="Arial"/>
                <a:ea typeface="Arial"/>
                <a:cs typeface="Arial"/>
                <a:sym typeface="Arial"/>
              </a:rPr>
              <a:t>SOLUTION: The only acceleration 			 is </a:t>
            </a:r>
            <a:r>
              <a:rPr i="1" lang="en-US" sz="2400">
                <a:solidFill>
                  <a:schemeClr val="dk1"/>
                </a:solidFill>
                <a:latin typeface="Arial"/>
                <a:ea typeface="Arial"/>
                <a:cs typeface="Arial"/>
                <a:sym typeface="Arial"/>
              </a:rPr>
              <a:t>g </a:t>
            </a:r>
            <a:r>
              <a:rPr lang="en-US" sz="2400">
                <a:solidFill>
                  <a:schemeClr val="dk1"/>
                </a:solidFill>
                <a:latin typeface="Arial"/>
                <a:ea typeface="Arial"/>
                <a:cs typeface="Arial"/>
                <a:sym typeface="Arial"/>
              </a:rPr>
              <a:t>in the </a:t>
            </a:r>
            <a:r>
              <a:rPr baseline="30000" lang="en-US" sz="2400">
                <a:solidFill>
                  <a:schemeClr val="dk1"/>
                </a:solidFill>
                <a:latin typeface="Arial"/>
                <a:ea typeface="Arial"/>
                <a:cs typeface="Arial"/>
                <a:sym typeface="Arial"/>
              </a:rPr>
              <a:t>–</a:t>
            </a:r>
            <a:r>
              <a:rPr i="1" lang="en-US" sz="2400">
                <a:solidFill>
                  <a:schemeClr val="dk1"/>
                </a:solidFill>
                <a:latin typeface="Arial"/>
                <a:ea typeface="Arial"/>
                <a:cs typeface="Arial"/>
                <a:sym typeface="Arial"/>
              </a:rPr>
              <a:t>y</a:t>
            </a:r>
            <a:r>
              <a:rPr lang="en-US" sz="2400">
                <a:solidFill>
                  <a:schemeClr val="dk1"/>
                </a:solidFill>
                <a:latin typeface="Arial"/>
                <a:ea typeface="Arial"/>
                <a:cs typeface="Arial"/>
                <a:sym typeface="Arial"/>
              </a:rPr>
              <a:t>-direction.</a:t>
            </a:r>
            <a:endParaRPr/>
          </a:p>
          <a:p>
            <a:pPr indent="0" lvl="0" marL="0" marR="0" rtl="0" algn="l">
              <a:spcBef>
                <a:spcPts val="0"/>
              </a:spcBef>
              <a:spcAft>
                <a:spcPts val="0"/>
              </a:spcAft>
              <a:buNone/>
            </a:pPr>
            <a:r>
              <a:rPr lang="en-US" sz="2400">
                <a:solidFill>
                  <a:schemeClr val="dk1"/>
                </a:solidFill>
                <a:latin typeface="Arial"/>
                <a:ea typeface="Arial"/>
                <a:cs typeface="Arial"/>
                <a:sym typeface="Arial"/>
              </a:rPr>
              <a:t>∙</a:t>
            </a:r>
            <a:r>
              <a:rPr i="1" lang="en-US" sz="2400">
                <a:solidFill>
                  <a:schemeClr val="dk1"/>
                </a:solidFill>
                <a:latin typeface="Arial"/>
                <a:ea typeface="Arial"/>
                <a:cs typeface="Arial"/>
                <a:sym typeface="Arial"/>
              </a:rPr>
              <a:t>v</a:t>
            </a:r>
            <a:r>
              <a:rPr baseline="-25000" i="1" lang="en-US" sz="2400">
                <a:solidFill>
                  <a:schemeClr val="dk1"/>
                </a:solidFill>
                <a:latin typeface="Arial"/>
                <a:ea typeface="Arial"/>
                <a:cs typeface="Arial"/>
                <a:sym typeface="Arial"/>
              </a:rPr>
              <a:t>x</a:t>
            </a:r>
            <a:r>
              <a:rPr lang="en-US" sz="2400">
                <a:solidFill>
                  <a:schemeClr val="dk1"/>
                </a:solidFill>
                <a:latin typeface="Arial"/>
                <a:ea typeface="Arial"/>
                <a:cs typeface="Arial"/>
                <a:sym typeface="Arial"/>
              </a:rPr>
              <a:t> = 54, a constant. Thus it does                                not change over time.</a:t>
            </a:r>
            <a:endParaRPr/>
          </a:p>
          <a:p>
            <a:pPr indent="0" lvl="0" marL="0" marR="0" rtl="0" algn="l">
              <a:spcBef>
                <a:spcPts val="0"/>
              </a:spcBef>
              <a:spcAft>
                <a:spcPts val="0"/>
              </a:spcAft>
              <a:buNone/>
            </a:pPr>
            <a:r>
              <a:rPr lang="en-US" sz="2400">
                <a:solidFill>
                  <a:schemeClr val="dk1"/>
                </a:solidFill>
                <a:latin typeface="Arial"/>
                <a:ea typeface="Arial"/>
                <a:cs typeface="Arial"/>
                <a:sym typeface="Arial"/>
              </a:rPr>
              <a:t>∙</a:t>
            </a:r>
            <a:r>
              <a:rPr i="1" lang="en-US" sz="2400">
                <a:solidFill>
                  <a:schemeClr val="dk1"/>
                </a:solidFill>
                <a:latin typeface="Arial"/>
                <a:ea typeface="Arial"/>
                <a:cs typeface="Arial"/>
                <a:sym typeface="Arial"/>
              </a:rPr>
              <a:t>v</a:t>
            </a:r>
            <a:r>
              <a:rPr baseline="-25000" i="1" lang="en-US" sz="2400">
                <a:solidFill>
                  <a:schemeClr val="dk1"/>
                </a:solidFill>
                <a:latin typeface="Arial"/>
                <a:ea typeface="Arial"/>
                <a:cs typeface="Arial"/>
                <a:sym typeface="Arial"/>
              </a:rPr>
              <a:t>y</a:t>
            </a:r>
            <a:r>
              <a:rPr lang="en-US" sz="2400">
                <a:solidFill>
                  <a:schemeClr val="dk1"/>
                </a:solidFill>
                <a:latin typeface="Arial"/>
                <a:ea typeface="Arial"/>
                <a:cs typeface="Arial"/>
                <a:sym typeface="Arial"/>
              </a:rPr>
              <a:t> = 15 - 10</a:t>
            </a:r>
            <a:r>
              <a:rPr i="1" lang="en-US" sz="2400">
                <a:solidFill>
                  <a:schemeClr val="dk1"/>
                </a:solidFill>
                <a:latin typeface="Arial"/>
                <a:ea typeface="Arial"/>
                <a:cs typeface="Arial"/>
                <a:sym typeface="Arial"/>
              </a:rPr>
              <a:t>t</a:t>
            </a:r>
            <a:r>
              <a:rPr lang="en-US" sz="2400">
                <a:solidFill>
                  <a:schemeClr val="dk1"/>
                </a:solidFill>
                <a:latin typeface="Arial"/>
                <a:ea typeface="Arial"/>
                <a:cs typeface="Arial"/>
                <a:sym typeface="Arial"/>
              </a:rPr>
              <a:t> Thus it is linear with                                        a negative gradient and it crosses                                     the time axis at 1.5 s.</a:t>
            </a:r>
            <a:endParaRPr/>
          </a:p>
        </p:txBody>
      </p:sp>
      <p:grpSp>
        <p:nvGrpSpPr>
          <p:cNvPr id="2266" name="Google Shape;2266;p85"/>
          <p:cNvGrpSpPr/>
          <p:nvPr/>
        </p:nvGrpSpPr>
        <p:grpSpPr>
          <a:xfrm>
            <a:off x="5492750" y="4048125"/>
            <a:ext cx="3125788" cy="803275"/>
            <a:chOff x="3148" y="2681"/>
            <a:chExt cx="1969" cy="560"/>
          </a:xfrm>
        </p:grpSpPr>
        <p:grpSp>
          <p:nvGrpSpPr>
            <p:cNvPr id="2267" name="Google Shape;2267;p85"/>
            <p:cNvGrpSpPr/>
            <p:nvPr/>
          </p:nvGrpSpPr>
          <p:grpSpPr>
            <a:xfrm>
              <a:off x="3403" y="2835"/>
              <a:ext cx="1714" cy="406"/>
              <a:chOff x="3403" y="2835"/>
              <a:chExt cx="1714" cy="406"/>
            </a:xfrm>
          </p:grpSpPr>
          <p:cxnSp>
            <p:nvCxnSpPr>
              <p:cNvPr id="2268" name="Google Shape;2268;p85"/>
              <p:cNvCxnSpPr/>
              <p:nvPr/>
            </p:nvCxnSpPr>
            <p:spPr>
              <a:xfrm>
                <a:off x="3403" y="3038"/>
                <a:ext cx="1417" cy="0"/>
              </a:xfrm>
              <a:prstGeom prst="straightConnector1">
                <a:avLst/>
              </a:prstGeom>
              <a:noFill/>
              <a:ln cap="flat" cmpd="sng" w="9525">
                <a:solidFill>
                  <a:schemeClr val="dk1"/>
                </a:solidFill>
                <a:prstDash val="solid"/>
                <a:round/>
                <a:headEnd len="med" w="med" type="none"/>
                <a:tailEnd len="med" w="med" type="triangle"/>
              </a:ln>
            </p:spPr>
          </p:cxnSp>
          <p:cxnSp>
            <p:nvCxnSpPr>
              <p:cNvPr id="2269" name="Google Shape;2269;p85"/>
              <p:cNvCxnSpPr/>
              <p:nvPr/>
            </p:nvCxnSpPr>
            <p:spPr>
              <a:xfrm rot="10800000">
                <a:off x="3403" y="2835"/>
                <a:ext cx="0" cy="394"/>
              </a:xfrm>
              <a:prstGeom prst="straightConnector1">
                <a:avLst/>
              </a:prstGeom>
              <a:noFill/>
              <a:ln cap="flat" cmpd="sng" w="9525">
                <a:solidFill>
                  <a:schemeClr val="dk1"/>
                </a:solidFill>
                <a:prstDash val="solid"/>
                <a:round/>
                <a:headEnd len="med" w="med" type="none"/>
                <a:tailEnd len="med" w="med" type="triangle"/>
              </a:ln>
            </p:spPr>
          </p:cxnSp>
          <p:sp>
            <p:nvSpPr>
              <p:cNvPr id="2270" name="Google Shape;2270;p85"/>
              <p:cNvSpPr txBox="1"/>
              <p:nvPr/>
            </p:nvSpPr>
            <p:spPr>
              <a:xfrm>
                <a:off x="4777" y="2922"/>
                <a:ext cx="340" cy="31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chemeClr val="dk1"/>
                    </a:solidFill>
                    <a:latin typeface="Arial"/>
                    <a:ea typeface="Arial"/>
                    <a:cs typeface="Arial"/>
                    <a:sym typeface="Arial"/>
                  </a:rPr>
                  <a:t>t</a:t>
                </a:r>
                <a:endParaRPr/>
              </a:p>
            </p:txBody>
          </p:sp>
        </p:grpSp>
        <p:sp>
          <p:nvSpPr>
            <p:cNvPr id="2271" name="Google Shape;2271;p85"/>
            <p:cNvSpPr txBox="1"/>
            <p:nvPr/>
          </p:nvSpPr>
          <p:spPr>
            <a:xfrm>
              <a:off x="3148" y="2681"/>
              <a:ext cx="340" cy="31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chemeClr val="dk1"/>
                  </a:solidFill>
                  <a:latin typeface="Arial"/>
                  <a:ea typeface="Arial"/>
                  <a:cs typeface="Arial"/>
                  <a:sym typeface="Arial"/>
                </a:rPr>
                <a:t>a</a:t>
              </a:r>
              <a:r>
                <a:rPr baseline="-25000" i="1" lang="en-US" sz="2400">
                  <a:solidFill>
                    <a:schemeClr val="dk1"/>
                  </a:solidFill>
                  <a:latin typeface="Arial"/>
                  <a:ea typeface="Arial"/>
                  <a:cs typeface="Arial"/>
                  <a:sym typeface="Arial"/>
                </a:rPr>
                <a:t>y</a:t>
              </a:r>
              <a:endParaRPr i="1" sz="2400">
                <a:solidFill>
                  <a:schemeClr val="dk1"/>
                </a:solidFill>
                <a:latin typeface="Arial"/>
                <a:ea typeface="Arial"/>
                <a:cs typeface="Arial"/>
                <a:sym typeface="Arial"/>
              </a:endParaRPr>
            </a:p>
          </p:txBody>
        </p:sp>
      </p:grpSp>
      <p:grpSp>
        <p:nvGrpSpPr>
          <p:cNvPr id="2272" name="Google Shape;2272;p85"/>
          <p:cNvGrpSpPr/>
          <p:nvPr/>
        </p:nvGrpSpPr>
        <p:grpSpPr>
          <a:xfrm>
            <a:off x="5286375" y="4416425"/>
            <a:ext cx="2813050" cy="457200"/>
            <a:chOff x="3018" y="2984"/>
            <a:chExt cx="1772" cy="288"/>
          </a:xfrm>
        </p:grpSpPr>
        <p:cxnSp>
          <p:nvCxnSpPr>
            <p:cNvPr id="2273" name="Google Shape;2273;p85"/>
            <p:cNvCxnSpPr/>
            <p:nvPr/>
          </p:nvCxnSpPr>
          <p:spPr>
            <a:xfrm>
              <a:off x="3403" y="3160"/>
              <a:ext cx="1387" cy="0"/>
            </a:xfrm>
            <a:prstGeom prst="straightConnector1">
              <a:avLst/>
            </a:prstGeom>
            <a:noFill/>
            <a:ln cap="flat" cmpd="sng" w="19050">
              <a:solidFill>
                <a:srgbClr val="FF0000"/>
              </a:solidFill>
              <a:prstDash val="dash"/>
              <a:round/>
              <a:headEnd len="med" w="med" type="none"/>
              <a:tailEnd len="med" w="med" type="none"/>
            </a:ln>
          </p:spPr>
        </p:cxnSp>
        <p:sp>
          <p:nvSpPr>
            <p:cNvPr id="2274" name="Google Shape;2274;p85"/>
            <p:cNvSpPr txBox="1"/>
            <p:nvPr/>
          </p:nvSpPr>
          <p:spPr>
            <a:xfrm>
              <a:off x="3018" y="2984"/>
              <a:ext cx="394"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FF0000"/>
                  </a:solidFill>
                  <a:latin typeface="Arial"/>
                  <a:ea typeface="Arial"/>
                  <a:cs typeface="Arial"/>
                  <a:sym typeface="Arial"/>
                </a:rPr>
                <a:t>-10</a:t>
              </a:r>
              <a:endParaRPr/>
            </a:p>
          </p:txBody>
        </p:sp>
      </p:grpSp>
      <p:grpSp>
        <p:nvGrpSpPr>
          <p:cNvPr id="2275" name="Google Shape;2275;p85"/>
          <p:cNvGrpSpPr/>
          <p:nvPr/>
        </p:nvGrpSpPr>
        <p:grpSpPr>
          <a:xfrm>
            <a:off x="5497513" y="4735513"/>
            <a:ext cx="3125787" cy="1149350"/>
            <a:chOff x="3148" y="2681"/>
            <a:chExt cx="1969" cy="548"/>
          </a:xfrm>
        </p:grpSpPr>
        <p:grpSp>
          <p:nvGrpSpPr>
            <p:cNvPr id="2276" name="Google Shape;2276;p85"/>
            <p:cNvGrpSpPr/>
            <p:nvPr/>
          </p:nvGrpSpPr>
          <p:grpSpPr>
            <a:xfrm>
              <a:off x="3403" y="2835"/>
              <a:ext cx="1714" cy="394"/>
              <a:chOff x="3403" y="2835"/>
              <a:chExt cx="1714" cy="394"/>
            </a:xfrm>
          </p:grpSpPr>
          <p:cxnSp>
            <p:nvCxnSpPr>
              <p:cNvPr id="2277" name="Google Shape;2277;p85"/>
              <p:cNvCxnSpPr/>
              <p:nvPr/>
            </p:nvCxnSpPr>
            <p:spPr>
              <a:xfrm>
                <a:off x="3403" y="3038"/>
                <a:ext cx="1417" cy="0"/>
              </a:xfrm>
              <a:prstGeom prst="straightConnector1">
                <a:avLst/>
              </a:prstGeom>
              <a:noFill/>
              <a:ln cap="flat" cmpd="sng" w="9525">
                <a:solidFill>
                  <a:schemeClr val="dk1"/>
                </a:solidFill>
                <a:prstDash val="solid"/>
                <a:round/>
                <a:headEnd len="med" w="med" type="none"/>
                <a:tailEnd len="med" w="med" type="triangle"/>
              </a:ln>
            </p:spPr>
          </p:cxnSp>
          <p:cxnSp>
            <p:nvCxnSpPr>
              <p:cNvPr id="2278" name="Google Shape;2278;p85"/>
              <p:cNvCxnSpPr/>
              <p:nvPr/>
            </p:nvCxnSpPr>
            <p:spPr>
              <a:xfrm rot="10800000">
                <a:off x="3403" y="2835"/>
                <a:ext cx="0" cy="394"/>
              </a:xfrm>
              <a:prstGeom prst="straightConnector1">
                <a:avLst/>
              </a:prstGeom>
              <a:noFill/>
              <a:ln cap="flat" cmpd="sng" w="9525">
                <a:solidFill>
                  <a:schemeClr val="dk1"/>
                </a:solidFill>
                <a:prstDash val="solid"/>
                <a:round/>
                <a:headEnd len="med" w="med" type="none"/>
                <a:tailEnd len="med" w="med" type="triangle"/>
              </a:ln>
            </p:spPr>
          </p:cxnSp>
          <p:sp>
            <p:nvSpPr>
              <p:cNvPr id="2279" name="Google Shape;2279;p85"/>
              <p:cNvSpPr txBox="1"/>
              <p:nvPr/>
            </p:nvSpPr>
            <p:spPr>
              <a:xfrm>
                <a:off x="4777" y="2922"/>
                <a:ext cx="340" cy="21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chemeClr val="dk1"/>
                    </a:solidFill>
                    <a:latin typeface="Arial"/>
                    <a:ea typeface="Arial"/>
                    <a:cs typeface="Arial"/>
                    <a:sym typeface="Arial"/>
                  </a:rPr>
                  <a:t>t</a:t>
                </a:r>
                <a:endParaRPr/>
              </a:p>
            </p:txBody>
          </p:sp>
        </p:grpSp>
        <p:sp>
          <p:nvSpPr>
            <p:cNvPr id="2280" name="Google Shape;2280;p85"/>
            <p:cNvSpPr txBox="1"/>
            <p:nvPr/>
          </p:nvSpPr>
          <p:spPr>
            <a:xfrm>
              <a:off x="3148" y="2681"/>
              <a:ext cx="340" cy="21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chemeClr val="dk1"/>
                  </a:solidFill>
                  <a:latin typeface="Arial"/>
                  <a:ea typeface="Arial"/>
                  <a:cs typeface="Arial"/>
                  <a:sym typeface="Arial"/>
                </a:rPr>
                <a:t>v</a:t>
              </a:r>
              <a:r>
                <a:rPr baseline="-25000" i="1" lang="en-US" sz="2400">
                  <a:solidFill>
                    <a:schemeClr val="dk1"/>
                  </a:solidFill>
                  <a:latin typeface="Arial"/>
                  <a:ea typeface="Arial"/>
                  <a:cs typeface="Arial"/>
                  <a:sym typeface="Arial"/>
                </a:rPr>
                <a:t>x</a:t>
              </a:r>
              <a:endParaRPr i="1" sz="2400">
                <a:solidFill>
                  <a:schemeClr val="dk1"/>
                </a:solidFill>
                <a:latin typeface="Arial"/>
                <a:ea typeface="Arial"/>
                <a:cs typeface="Arial"/>
                <a:sym typeface="Arial"/>
              </a:endParaRPr>
            </a:p>
          </p:txBody>
        </p:sp>
      </p:grpSp>
      <p:grpSp>
        <p:nvGrpSpPr>
          <p:cNvPr id="2281" name="Google Shape;2281;p85"/>
          <p:cNvGrpSpPr/>
          <p:nvPr/>
        </p:nvGrpSpPr>
        <p:grpSpPr>
          <a:xfrm>
            <a:off x="5281613" y="5033963"/>
            <a:ext cx="2813050" cy="457200"/>
            <a:chOff x="3018" y="2990"/>
            <a:chExt cx="1772" cy="288"/>
          </a:xfrm>
        </p:grpSpPr>
        <p:cxnSp>
          <p:nvCxnSpPr>
            <p:cNvPr id="2282" name="Google Shape;2282;p85"/>
            <p:cNvCxnSpPr/>
            <p:nvPr/>
          </p:nvCxnSpPr>
          <p:spPr>
            <a:xfrm>
              <a:off x="3403" y="3160"/>
              <a:ext cx="1387" cy="0"/>
            </a:xfrm>
            <a:prstGeom prst="straightConnector1">
              <a:avLst/>
            </a:prstGeom>
            <a:noFill/>
            <a:ln cap="flat" cmpd="sng" w="19050">
              <a:solidFill>
                <a:srgbClr val="FF0000"/>
              </a:solidFill>
              <a:prstDash val="dash"/>
              <a:round/>
              <a:headEnd len="med" w="med" type="none"/>
              <a:tailEnd len="med" w="med" type="none"/>
            </a:ln>
          </p:spPr>
        </p:cxnSp>
        <p:sp>
          <p:nvSpPr>
            <p:cNvPr id="2283" name="Google Shape;2283;p85"/>
            <p:cNvSpPr txBox="1"/>
            <p:nvPr/>
          </p:nvSpPr>
          <p:spPr>
            <a:xfrm>
              <a:off x="3018" y="2990"/>
              <a:ext cx="426"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rgbClr val="FF0000"/>
                  </a:solidFill>
                  <a:latin typeface="Courier New"/>
                  <a:ea typeface="Courier New"/>
                  <a:cs typeface="Courier New"/>
                  <a:sym typeface="Courier New"/>
                </a:rPr>
                <a:t> </a:t>
              </a:r>
              <a:r>
                <a:rPr lang="en-US" sz="2400">
                  <a:solidFill>
                    <a:srgbClr val="FF0000"/>
                  </a:solidFill>
                  <a:latin typeface="Arial"/>
                  <a:ea typeface="Arial"/>
                  <a:cs typeface="Arial"/>
                  <a:sym typeface="Arial"/>
                </a:rPr>
                <a:t>54</a:t>
              </a:r>
              <a:endParaRPr/>
            </a:p>
          </p:txBody>
        </p:sp>
      </p:grpSp>
      <p:grpSp>
        <p:nvGrpSpPr>
          <p:cNvPr id="2284" name="Google Shape;2284;p85"/>
          <p:cNvGrpSpPr/>
          <p:nvPr/>
        </p:nvGrpSpPr>
        <p:grpSpPr>
          <a:xfrm>
            <a:off x="5502275" y="5637213"/>
            <a:ext cx="3125788" cy="1216025"/>
            <a:chOff x="3148" y="2681"/>
            <a:chExt cx="1969" cy="548"/>
          </a:xfrm>
        </p:grpSpPr>
        <p:grpSp>
          <p:nvGrpSpPr>
            <p:cNvPr id="2285" name="Google Shape;2285;p85"/>
            <p:cNvGrpSpPr/>
            <p:nvPr/>
          </p:nvGrpSpPr>
          <p:grpSpPr>
            <a:xfrm>
              <a:off x="3403" y="2835"/>
              <a:ext cx="1714" cy="394"/>
              <a:chOff x="3403" y="2835"/>
              <a:chExt cx="1714" cy="394"/>
            </a:xfrm>
          </p:grpSpPr>
          <p:cxnSp>
            <p:nvCxnSpPr>
              <p:cNvPr id="2286" name="Google Shape;2286;p85"/>
              <p:cNvCxnSpPr/>
              <p:nvPr/>
            </p:nvCxnSpPr>
            <p:spPr>
              <a:xfrm>
                <a:off x="3403" y="3038"/>
                <a:ext cx="1417" cy="0"/>
              </a:xfrm>
              <a:prstGeom prst="straightConnector1">
                <a:avLst/>
              </a:prstGeom>
              <a:noFill/>
              <a:ln cap="flat" cmpd="sng" w="9525">
                <a:solidFill>
                  <a:schemeClr val="dk1"/>
                </a:solidFill>
                <a:prstDash val="solid"/>
                <a:round/>
                <a:headEnd len="med" w="med" type="none"/>
                <a:tailEnd len="med" w="med" type="triangle"/>
              </a:ln>
            </p:spPr>
          </p:cxnSp>
          <p:cxnSp>
            <p:nvCxnSpPr>
              <p:cNvPr id="2287" name="Google Shape;2287;p85"/>
              <p:cNvCxnSpPr/>
              <p:nvPr/>
            </p:nvCxnSpPr>
            <p:spPr>
              <a:xfrm rot="10800000">
                <a:off x="3403" y="2835"/>
                <a:ext cx="0" cy="394"/>
              </a:xfrm>
              <a:prstGeom prst="straightConnector1">
                <a:avLst/>
              </a:prstGeom>
              <a:noFill/>
              <a:ln cap="flat" cmpd="sng" w="9525">
                <a:solidFill>
                  <a:schemeClr val="dk1"/>
                </a:solidFill>
                <a:prstDash val="solid"/>
                <a:round/>
                <a:headEnd len="med" w="med" type="none"/>
                <a:tailEnd len="med" w="med" type="triangle"/>
              </a:ln>
            </p:spPr>
          </p:cxnSp>
          <p:sp>
            <p:nvSpPr>
              <p:cNvPr id="2288" name="Google Shape;2288;p85"/>
              <p:cNvSpPr txBox="1"/>
              <p:nvPr/>
            </p:nvSpPr>
            <p:spPr>
              <a:xfrm>
                <a:off x="4777" y="2922"/>
                <a:ext cx="340" cy="20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chemeClr val="dk1"/>
                    </a:solidFill>
                    <a:latin typeface="Arial"/>
                    <a:ea typeface="Arial"/>
                    <a:cs typeface="Arial"/>
                    <a:sym typeface="Arial"/>
                  </a:rPr>
                  <a:t>t</a:t>
                </a:r>
                <a:endParaRPr/>
              </a:p>
            </p:txBody>
          </p:sp>
        </p:grpSp>
        <p:sp>
          <p:nvSpPr>
            <p:cNvPr id="2289" name="Google Shape;2289;p85"/>
            <p:cNvSpPr txBox="1"/>
            <p:nvPr/>
          </p:nvSpPr>
          <p:spPr>
            <a:xfrm>
              <a:off x="3148" y="2681"/>
              <a:ext cx="340" cy="20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chemeClr val="dk1"/>
                  </a:solidFill>
                  <a:latin typeface="Arial"/>
                  <a:ea typeface="Arial"/>
                  <a:cs typeface="Arial"/>
                  <a:sym typeface="Arial"/>
                </a:rPr>
                <a:t>v</a:t>
              </a:r>
              <a:r>
                <a:rPr baseline="-25000" i="1" lang="en-US" sz="2400">
                  <a:solidFill>
                    <a:schemeClr val="dk1"/>
                  </a:solidFill>
                  <a:latin typeface="Arial"/>
                  <a:ea typeface="Arial"/>
                  <a:cs typeface="Arial"/>
                  <a:sym typeface="Arial"/>
                </a:rPr>
                <a:t>y</a:t>
              </a:r>
              <a:endParaRPr i="1" sz="2400">
                <a:solidFill>
                  <a:schemeClr val="dk1"/>
                </a:solidFill>
                <a:latin typeface="Arial"/>
                <a:ea typeface="Arial"/>
                <a:cs typeface="Arial"/>
                <a:sym typeface="Arial"/>
              </a:endParaRPr>
            </a:p>
          </p:txBody>
        </p:sp>
      </p:grpSp>
      <p:grpSp>
        <p:nvGrpSpPr>
          <p:cNvPr id="2290" name="Google Shape;2290;p85"/>
          <p:cNvGrpSpPr/>
          <p:nvPr/>
        </p:nvGrpSpPr>
        <p:grpSpPr>
          <a:xfrm>
            <a:off x="5489575" y="5907088"/>
            <a:ext cx="2427288" cy="850900"/>
            <a:chOff x="3458" y="3666"/>
            <a:chExt cx="1529" cy="331"/>
          </a:xfrm>
        </p:grpSpPr>
        <p:cxnSp>
          <p:nvCxnSpPr>
            <p:cNvPr id="2291" name="Google Shape;2291;p85"/>
            <p:cNvCxnSpPr/>
            <p:nvPr/>
          </p:nvCxnSpPr>
          <p:spPr>
            <a:xfrm>
              <a:off x="3714" y="3812"/>
              <a:ext cx="1273" cy="144"/>
            </a:xfrm>
            <a:prstGeom prst="straightConnector1">
              <a:avLst/>
            </a:prstGeom>
            <a:noFill/>
            <a:ln cap="flat" cmpd="sng" w="19050">
              <a:solidFill>
                <a:srgbClr val="FF0000"/>
              </a:solidFill>
              <a:prstDash val="dash"/>
              <a:round/>
              <a:headEnd len="med" w="med" type="none"/>
              <a:tailEnd len="med" w="med" type="none"/>
            </a:ln>
          </p:spPr>
        </p:cxnSp>
        <p:sp>
          <p:nvSpPr>
            <p:cNvPr id="2292" name="Google Shape;2292;p85"/>
            <p:cNvSpPr txBox="1"/>
            <p:nvPr/>
          </p:nvSpPr>
          <p:spPr>
            <a:xfrm>
              <a:off x="3458" y="3666"/>
              <a:ext cx="330" cy="17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FF0000"/>
                  </a:solidFill>
                  <a:latin typeface="Arial"/>
                  <a:ea typeface="Arial"/>
                  <a:cs typeface="Arial"/>
                  <a:sym typeface="Arial"/>
                </a:rPr>
                <a:t>15</a:t>
              </a:r>
              <a:endParaRPr/>
            </a:p>
          </p:txBody>
        </p:sp>
        <p:sp>
          <p:nvSpPr>
            <p:cNvPr id="2293" name="Google Shape;2293;p85"/>
            <p:cNvSpPr txBox="1"/>
            <p:nvPr/>
          </p:nvSpPr>
          <p:spPr>
            <a:xfrm>
              <a:off x="4194" y="3819"/>
              <a:ext cx="383" cy="17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FF0000"/>
                  </a:solidFill>
                  <a:latin typeface="Arial"/>
                  <a:ea typeface="Arial"/>
                  <a:cs typeface="Arial"/>
                  <a:sym typeface="Arial"/>
                </a:rPr>
                <a:t>1.5</a:t>
              </a:r>
              <a:endParaRPr/>
            </a:p>
          </p:txBody>
        </p:sp>
      </p:grpSp>
      <p:grpSp>
        <p:nvGrpSpPr>
          <p:cNvPr id="2294" name="Google Shape;2294;p85"/>
          <p:cNvGrpSpPr/>
          <p:nvPr/>
        </p:nvGrpSpPr>
        <p:grpSpPr>
          <a:xfrm>
            <a:off x="804863" y="1798638"/>
            <a:ext cx="7464425" cy="874712"/>
            <a:chOff x="491" y="2866"/>
            <a:chExt cx="4702" cy="551"/>
          </a:xfrm>
        </p:grpSpPr>
        <p:sp>
          <p:nvSpPr>
            <p:cNvPr id="2295" name="Google Shape;2295;p85"/>
            <p:cNvSpPr txBox="1"/>
            <p:nvPr/>
          </p:nvSpPr>
          <p:spPr>
            <a:xfrm>
              <a:off x="3069" y="2897"/>
              <a:ext cx="2124" cy="518"/>
            </a:xfrm>
            <a:prstGeom prst="rect">
              <a:avLst/>
            </a:prstGeom>
            <a:solidFill>
              <a:schemeClr val="hlink"/>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lt1"/>
                  </a:solidFill>
                  <a:latin typeface="Arial"/>
                  <a:ea typeface="Arial"/>
                  <a:cs typeface="Arial"/>
                  <a:sym typeface="Arial"/>
                </a:rPr>
                <a:t>tailored equations for this particular projectile</a:t>
              </a:r>
              <a:endParaRPr/>
            </a:p>
          </p:txBody>
        </p:sp>
        <p:sp>
          <p:nvSpPr>
            <p:cNvPr id="2296" name="Google Shape;2296;p85"/>
            <p:cNvSpPr/>
            <p:nvPr/>
          </p:nvSpPr>
          <p:spPr>
            <a:xfrm>
              <a:off x="491" y="2899"/>
              <a:ext cx="4701" cy="518"/>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297" name="Google Shape;2297;p85"/>
            <p:cNvSpPr txBox="1"/>
            <p:nvPr/>
          </p:nvSpPr>
          <p:spPr>
            <a:xfrm>
              <a:off x="567" y="2866"/>
              <a:ext cx="1343"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Arial"/>
                  <a:ea typeface="Arial"/>
                  <a:cs typeface="Arial"/>
                  <a:sym typeface="Arial"/>
                </a:rPr>
                <a:t>∆</a:t>
              </a:r>
              <a:r>
                <a:rPr i="1" lang="en-US" sz="2400">
                  <a:solidFill>
                    <a:schemeClr val="dk1"/>
                  </a:solidFill>
                  <a:latin typeface="Arial"/>
                  <a:ea typeface="Arial"/>
                  <a:cs typeface="Arial"/>
                  <a:sym typeface="Arial"/>
                </a:rPr>
                <a:t>x</a:t>
              </a:r>
              <a:r>
                <a:rPr lang="en-US" sz="2400">
                  <a:solidFill>
                    <a:schemeClr val="dk1"/>
                  </a:solidFill>
                  <a:latin typeface="Arial"/>
                  <a:ea typeface="Arial"/>
                  <a:cs typeface="Arial"/>
                  <a:sym typeface="Arial"/>
                </a:rPr>
                <a:t> = 54</a:t>
              </a:r>
              <a:r>
                <a:rPr i="1" lang="en-US" sz="2400">
                  <a:solidFill>
                    <a:schemeClr val="dk1"/>
                  </a:solidFill>
                  <a:latin typeface="Arial"/>
                  <a:ea typeface="Arial"/>
                  <a:cs typeface="Arial"/>
                  <a:sym typeface="Arial"/>
                </a:rPr>
                <a:t>t</a:t>
              </a:r>
              <a:endParaRPr/>
            </a:p>
          </p:txBody>
        </p:sp>
        <p:sp>
          <p:nvSpPr>
            <p:cNvPr id="2298" name="Google Shape;2298;p85"/>
            <p:cNvSpPr txBox="1"/>
            <p:nvPr/>
          </p:nvSpPr>
          <p:spPr>
            <a:xfrm>
              <a:off x="574" y="3118"/>
              <a:ext cx="1063"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chemeClr val="dk1"/>
                  </a:solidFill>
                  <a:latin typeface="Arial"/>
                  <a:ea typeface="Arial"/>
                  <a:cs typeface="Arial"/>
                  <a:sym typeface="Arial"/>
                </a:rPr>
                <a:t> v</a:t>
              </a:r>
              <a:r>
                <a:rPr baseline="-25000" i="1" lang="en-US" sz="2400">
                  <a:solidFill>
                    <a:schemeClr val="dk1"/>
                  </a:solidFill>
                  <a:latin typeface="Arial"/>
                  <a:ea typeface="Arial"/>
                  <a:cs typeface="Arial"/>
                  <a:sym typeface="Arial"/>
                </a:rPr>
                <a:t>x</a:t>
              </a:r>
              <a:r>
                <a:rPr lang="en-US" sz="2400">
                  <a:solidFill>
                    <a:schemeClr val="dk1"/>
                  </a:solidFill>
                  <a:latin typeface="Arial"/>
                  <a:ea typeface="Arial"/>
                  <a:cs typeface="Arial"/>
                  <a:sym typeface="Arial"/>
                </a:rPr>
                <a:t> = 54</a:t>
              </a:r>
              <a:endParaRPr/>
            </a:p>
          </p:txBody>
        </p:sp>
        <p:sp>
          <p:nvSpPr>
            <p:cNvPr id="2299" name="Google Shape;2299;p85"/>
            <p:cNvSpPr txBox="1"/>
            <p:nvPr/>
          </p:nvSpPr>
          <p:spPr>
            <a:xfrm>
              <a:off x="1697" y="2867"/>
              <a:ext cx="1683"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Arial"/>
                  <a:ea typeface="Arial"/>
                  <a:cs typeface="Arial"/>
                  <a:sym typeface="Arial"/>
                </a:rPr>
                <a:t>∆</a:t>
              </a:r>
              <a:r>
                <a:rPr i="1" lang="en-US" sz="2400">
                  <a:solidFill>
                    <a:schemeClr val="dk1"/>
                  </a:solidFill>
                  <a:latin typeface="Arial"/>
                  <a:ea typeface="Arial"/>
                  <a:cs typeface="Arial"/>
                  <a:sym typeface="Arial"/>
                </a:rPr>
                <a:t>y</a:t>
              </a:r>
              <a:r>
                <a:rPr lang="en-US" sz="2400">
                  <a:solidFill>
                    <a:schemeClr val="dk1"/>
                  </a:solidFill>
                  <a:latin typeface="Arial"/>
                  <a:ea typeface="Arial"/>
                  <a:cs typeface="Arial"/>
                  <a:sym typeface="Arial"/>
                </a:rPr>
                <a:t> = 15</a:t>
              </a:r>
              <a:r>
                <a:rPr i="1" lang="en-US" sz="2400">
                  <a:solidFill>
                    <a:schemeClr val="dk1"/>
                  </a:solidFill>
                  <a:latin typeface="Arial"/>
                  <a:ea typeface="Arial"/>
                  <a:cs typeface="Arial"/>
                  <a:sym typeface="Arial"/>
                </a:rPr>
                <a:t>t</a:t>
              </a:r>
              <a:r>
                <a:rPr lang="en-US" sz="2400">
                  <a:solidFill>
                    <a:schemeClr val="dk1"/>
                  </a:solidFill>
                  <a:latin typeface="Arial"/>
                  <a:ea typeface="Arial"/>
                  <a:cs typeface="Arial"/>
                  <a:sym typeface="Arial"/>
                </a:rPr>
                <a:t> - 5</a:t>
              </a:r>
              <a:r>
                <a:rPr i="1" lang="en-US" sz="2400">
                  <a:solidFill>
                    <a:schemeClr val="dk1"/>
                  </a:solidFill>
                  <a:latin typeface="Arial"/>
                  <a:ea typeface="Arial"/>
                  <a:cs typeface="Arial"/>
                  <a:sym typeface="Arial"/>
                </a:rPr>
                <a:t>t </a:t>
              </a:r>
              <a:r>
                <a:rPr baseline="30000" lang="en-US" sz="2400">
                  <a:solidFill>
                    <a:schemeClr val="dk1"/>
                  </a:solidFill>
                  <a:latin typeface="Arial"/>
                  <a:ea typeface="Arial"/>
                  <a:cs typeface="Arial"/>
                  <a:sym typeface="Arial"/>
                </a:rPr>
                <a:t>2</a:t>
              </a:r>
              <a:endParaRPr/>
            </a:p>
          </p:txBody>
        </p:sp>
        <p:sp>
          <p:nvSpPr>
            <p:cNvPr id="2300" name="Google Shape;2300;p85"/>
            <p:cNvSpPr txBox="1"/>
            <p:nvPr/>
          </p:nvSpPr>
          <p:spPr>
            <a:xfrm>
              <a:off x="1697" y="3118"/>
              <a:ext cx="1685"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chemeClr val="dk1"/>
                  </a:solidFill>
                  <a:latin typeface="Arial"/>
                  <a:ea typeface="Arial"/>
                  <a:cs typeface="Arial"/>
                  <a:sym typeface="Arial"/>
                </a:rPr>
                <a:t> v</a:t>
              </a:r>
              <a:r>
                <a:rPr baseline="-25000" i="1" lang="en-US" sz="2400">
                  <a:solidFill>
                    <a:schemeClr val="dk1"/>
                  </a:solidFill>
                  <a:latin typeface="Arial"/>
                  <a:ea typeface="Arial"/>
                  <a:cs typeface="Arial"/>
                  <a:sym typeface="Arial"/>
                </a:rPr>
                <a:t>y</a:t>
              </a:r>
              <a:r>
                <a:rPr lang="en-US" sz="2400">
                  <a:solidFill>
                    <a:schemeClr val="dk1"/>
                  </a:solidFill>
                  <a:latin typeface="Arial"/>
                  <a:ea typeface="Arial"/>
                  <a:cs typeface="Arial"/>
                  <a:sym typeface="Arial"/>
                </a:rPr>
                <a:t> = 15 - 10</a:t>
              </a:r>
              <a:r>
                <a:rPr i="1" lang="en-US" sz="2400">
                  <a:solidFill>
                    <a:schemeClr val="dk1"/>
                  </a:solidFill>
                  <a:latin typeface="Arial"/>
                  <a:ea typeface="Arial"/>
                  <a:cs typeface="Arial"/>
                  <a:sym typeface="Arial"/>
                </a:rPr>
                <a:t>t</a:t>
              </a:r>
              <a:endParaRPr/>
            </a:p>
          </p:txBody>
        </p:sp>
      </p:grpSp>
      <p:pic>
        <p:nvPicPr>
          <p:cNvPr descr="field-cannon-composite-carrier" id="2301" name="Google Shape;2301;p85"/>
          <p:cNvPicPr preferRelativeResize="0"/>
          <p:nvPr/>
        </p:nvPicPr>
        <p:blipFill rotWithShape="1">
          <a:blip r:embed="rId3">
            <a:alphaModFix/>
          </a:blip>
          <a:srcRect b="0" l="0" r="0" t="0"/>
          <a:stretch/>
        </p:blipFill>
        <p:spPr>
          <a:xfrm>
            <a:off x="5360988" y="0"/>
            <a:ext cx="3783012" cy="23876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2301"/>
                                        </p:tgtEl>
                                        <p:attrNameLst>
                                          <p:attrName>style.visibility</p:attrName>
                                        </p:attrNameLst>
                                      </p:cBhvr>
                                      <p:to>
                                        <p:strVal val="visible"/>
                                      </p:to>
                                    </p:set>
                                    <p:anim calcmode="lin" valueType="num">
                                      <p:cBhvr additive="base">
                                        <p:cTn dur="3000"/>
                                        <p:tgtEl>
                                          <p:spTgt spid="2301"/>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66"/>
                                        </p:tgtEl>
                                        <p:attrNameLst>
                                          <p:attrName>style.visibility</p:attrName>
                                        </p:attrNameLst>
                                      </p:cBhvr>
                                      <p:to>
                                        <p:strVal val="visible"/>
                                      </p:to>
                                    </p:set>
                                    <p:animEffect filter="fade" transition="in">
                                      <p:cBhvr>
                                        <p:cTn dur="500"/>
                                        <p:tgtEl>
                                          <p:spTgt spid="226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72"/>
                                        </p:tgtEl>
                                        <p:attrNameLst>
                                          <p:attrName>style.visibility</p:attrName>
                                        </p:attrNameLst>
                                      </p:cBhvr>
                                      <p:to>
                                        <p:strVal val="visible"/>
                                      </p:to>
                                    </p:set>
                                    <p:animEffect filter="fade" transition="in">
                                      <p:cBhvr>
                                        <p:cTn dur="500"/>
                                        <p:tgtEl>
                                          <p:spTgt spid="227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75"/>
                                        </p:tgtEl>
                                        <p:attrNameLst>
                                          <p:attrName>style.visibility</p:attrName>
                                        </p:attrNameLst>
                                      </p:cBhvr>
                                      <p:to>
                                        <p:strVal val="visible"/>
                                      </p:to>
                                    </p:set>
                                    <p:animEffect filter="fade" transition="in">
                                      <p:cBhvr>
                                        <p:cTn dur="500"/>
                                        <p:tgtEl>
                                          <p:spTgt spid="227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81"/>
                                        </p:tgtEl>
                                        <p:attrNameLst>
                                          <p:attrName>style.visibility</p:attrName>
                                        </p:attrNameLst>
                                      </p:cBhvr>
                                      <p:to>
                                        <p:strVal val="visible"/>
                                      </p:to>
                                    </p:set>
                                    <p:animEffect filter="fade" transition="in">
                                      <p:cBhvr>
                                        <p:cTn dur="500"/>
                                        <p:tgtEl>
                                          <p:spTgt spid="228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84"/>
                                        </p:tgtEl>
                                        <p:attrNameLst>
                                          <p:attrName>style.visibility</p:attrName>
                                        </p:attrNameLst>
                                      </p:cBhvr>
                                      <p:to>
                                        <p:strVal val="visible"/>
                                      </p:to>
                                    </p:set>
                                    <p:animEffect filter="fade" transition="in">
                                      <p:cBhvr>
                                        <p:cTn dur="500"/>
                                        <p:tgtEl>
                                          <p:spTgt spid="228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90"/>
                                        </p:tgtEl>
                                        <p:attrNameLst>
                                          <p:attrName>style.visibility</p:attrName>
                                        </p:attrNameLst>
                                      </p:cBhvr>
                                      <p:to>
                                        <p:strVal val="visible"/>
                                      </p:to>
                                    </p:set>
                                    <p:animEffect filter="fade" transition="in">
                                      <p:cBhvr>
                                        <p:cTn dur="500"/>
                                        <p:tgtEl>
                                          <p:spTgt spid="229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5" name="Shape 2305"/>
        <p:cNvGrpSpPr/>
        <p:nvPr/>
      </p:nvGrpSpPr>
      <p:grpSpPr>
        <a:xfrm>
          <a:off x="0" y="0"/>
          <a:ext cx="0" cy="0"/>
          <a:chOff x="0" y="0"/>
          <a:chExt cx="0" cy="0"/>
        </a:xfrm>
      </p:grpSpPr>
      <p:sp>
        <p:nvSpPr>
          <p:cNvPr id="2306" name="Google Shape;2306;p86"/>
          <p:cNvSpPr/>
          <p:nvPr/>
        </p:nvSpPr>
        <p:spPr>
          <a:xfrm>
            <a:off x="685800" y="1401763"/>
            <a:ext cx="7772400" cy="431800"/>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i="1" lang="en-US" sz="2400">
                <a:solidFill>
                  <a:schemeClr val="accent2"/>
                </a:solidFill>
                <a:latin typeface="Arial"/>
                <a:ea typeface="Arial"/>
                <a:cs typeface="Arial"/>
                <a:sym typeface="Arial"/>
              </a:rPr>
              <a:t>Analysing projectile motion</a:t>
            </a:r>
            <a:r>
              <a:rPr lang="en-US" sz="2400">
                <a:solidFill>
                  <a:schemeClr val="accent2"/>
                </a:solidFill>
                <a:latin typeface="Arial"/>
                <a:ea typeface="Arial"/>
                <a:cs typeface="Arial"/>
                <a:sym typeface="Arial"/>
              </a:rPr>
              <a:t> </a:t>
            </a:r>
            <a:r>
              <a:rPr lang="en-US" sz="2000">
                <a:solidFill>
                  <a:srgbClr val="000000"/>
                </a:solidFill>
                <a:latin typeface="Courier New"/>
                <a:ea typeface="Courier New"/>
                <a:cs typeface="Courier New"/>
                <a:sym typeface="Courier New"/>
              </a:rPr>
              <a:t>	</a:t>
            </a:r>
            <a:endParaRPr/>
          </a:p>
        </p:txBody>
      </p:sp>
      <p:sp>
        <p:nvSpPr>
          <p:cNvPr id="2307" name="Google Shape;2307;p86"/>
          <p:cNvSpPr txBox="1"/>
          <p:nvPr>
            <p:ph type="ctrTitle"/>
          </p:nvPr>
        </p:nvSpPr>
        <p:spPr>
          <a:xfrm>
            <a:off x="685800" y="533400"/>
            <a:ext cx="7772400" cy="8334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2: Mechanics</a:t>
            </a:r>
            <a:br>
              <a:rPr b="1" lang="en-US" sz="2800"/>
            </a:br>
            <a:r>
              <a:rPr lang="en-US" sz="2800">
                <a:solidFill>
                  <a:schemeClr val="dk1"/>
                </a:solidFill>
              </a:rPr>
              <a:t>2.1 – Motion</a:t>
            </a:r>
            <a:endParaRPr/>
          </a:p>
        </p:txBody>
      </p:sp>
      <p:sp>
        <p:nvSpPr>
          <p:cNvPr id="2308" name="Google Shape;2308;p86"/>
          <p:cNvSpPr/>
          <p:nvPr/>
        </p:nvSpPr>
        <p:spPr>
          <a:xfrm>
            <a:off x="685800" y="1812925"/>
            <a:ext cx="7772400" cy="5073650"/>
          </a:xfrm>
          <a:prstGeom prst="rect">
            <a:avLst/>
          </a:prstGeom>
          <a:solidFill>
            <a:srgbClr val="CCFFC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pic>
        <p:nvPicPr>
          <p:cNvPr id="2309" name="Google Shape;2309;p86"/>
          <p:cNvPicPr preferRelativeResize="0"/>
          <p:nvPr/>
        </p:nvPicPr>
        <p:blipFill rotWithShape="1">
          <a:blip r:embed="rId3">
            <a:alphaModFix/>
          </a:blip>
          <a:srcRect b="0" l="0" r="0" t="0"/>
          <a:stretch/>
        </p:blipFill>
        <p:spPr>
          <a:xfrm>
            <a:off x="714375" y="1812925"/>
            <a:ext cx="7696200" cy="3619500"/>
          </a:xfrm>
          <a:prstGeom prst="rect">
            <a:avLst/>
          </a:prstGeom>
          <a:noFill/>
          <a:ln>
            <a:noFill/>
          </a:ln>
        </p:spPr>
      </p:pic>
      <p:sp>
        <p:nvSpPr>
          <p:cNvPr id="2310" name="Google Shape;2310;p86"/>
          <p:cNvSpPr txBox="1"/>
          <p:nvPr/>
        </p:nvSpPr>
        <p:spPr>
          <a:xfrm>
            <a:off x="714375" y="5326063"/>
            <a:ext cx="7737475" cy="8223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hlink"/>
                </a:solidFill>
                <a:latin typeface="Arial"/>
                <a:ea typeface="Arial"/>
                <a:cs typeface="Arial"/>
                <a:sym typeface="Arial"/>
              </a:rPr>
              <a:t>∙The acceleration is ALWAYS </a:t>
            </a:r>
            <a:r>
              <a:rPr i="1" lang="en-US" sz="2400">
                <a:solidFill>
                  <a:schemeClr val="hlink"/>
                </a:solidFill>
                <a:latin typeface="Arial"/>
                <a:ea typeface="Arial"/>
                <a:cs typeface="Arial"/>
                <a:sym typeface="Arial"/>
              </a:rPr>
              <a:t>g</a:t>
            </a:r>
            <a:r>
              <a:rPr lang="en-US" sz="2400">
                <a:solidFill>
                  <a:schemeClr val="hlink"/>
                </a:solidFill>
                <a:latin typeface="Arial"/>
                <a:ea typeface="Arial"/>
                <a:cs typeface="Arial"/>
                <a:sym typeface="Arial"/>
              </a:rPr>
              <a:t> for projectile motion-since it is caused by Earth and its field.</a:t>
            </a:r>
            <a:endParaRPr/>
          </a:p>
        </p:txBody>
      </p:sp>
      <p:grpSp>
        <p:nvGrpSpPr>
          <p:cNvPr id="2311" name="Google Shape;2311;p86"/>
          <p:cNvGrpSpPr/>
          <p:nvPr/>
        </p:nvGrpSpPr>
        <p:grpSpPr>
          <a:xfrm>
            <a:off x="5943600" y="3321050"/>
            <a:ext cx="2141538" cy="517525"/>
            <a:chOff x="3752" y="2077"/>
            <a:chExt cx="1349" cy="326"/>
          </a:xfrm>
        </p:grpSpPr>
        <p:cxnSp>
          <p:nvCxnSpPr>
            <p:cNvPr id="2312" name="Google Shape;2312;p86"/>
            <p:cNvCxnSpPr/>
            <p:nvPr/>
          </p:nvCxnSpPr>
          <p:spPr>
            <a:xfrm flipH="1">
              <a:off x="3752" y="2077"/>
              <a:ext cx="1349" cy="326"/>
            </a:xfrm>
            <a:prstGeom prst="straightConnector1">
              <a:avLst/>
            </a:prstGeom>
            <a:noFill/>
            <a:ln cap="flat" cmpd="sng" w="9525">
              <a:solidFill>
                <a:srgbClr val="FF0000"/>
              </a:solidFill>
              <a:prstDash val="solid"/>
              <a:round/>
              <a:headEnd len="med" w="med" type="none"/>
              <a:tailEnd len="med" w="med" type="none"/>
            </a:ln>
          </p:spPr>
        </p:cxnSp>
        <p:cxnSp>
          <p:nvCxnSpPr>
            <p:cNvPr id="2313" name="Google Shape;2313;p86"/>
            <p:cNvCxnSpPr/>
            <p:nvPr/>
          </p:nvCxnSpPr>
          <p:spPr>
            <a:xfrm>
              <a:off x="3752" y="2077"/>
              <a:ext cx="1349" cy="326"/>
            </a:xfrm>
            <a:prstGeom prst="straightConnector1">
              <a:avLst/>
            </a:prstGeom>
            <a:noFill/>
            <a:ln cap="flat" cmpd="sng" w="9525">
              <a:solidFill>
                <a:srgbClr val="FF0000"/>
              </a:solidFill>
              <a:prstDash val="solid"/>
              <a:round/>
              <a:headEnd len="med" w="med" type="none"/>
              <a:tailEnd len="med" w="med" type="none"/>
            </a:ln>
          </p:spPr>
        </p:cxnSp>
      </p:grpSp>
      <p:grpSp>
        <p:nvGrpSpPr>
          <p:cNvPr id="2314" name="Google Shape;2314;p86"/>
          <p:cNvGrpSpPr/>
          <p:nvPr/>
        </p:nvGrpSpPr>
        <p:grpSpPr>
          <a:xfrm>
            <a:off x="5994400" y="4297363"/>
            <a:ext cx="2141538" cy="517525"/>
            <a:chOff x="3752" y="2077"/>
            <a:chExt cx="1349" cy="326"/>
          </a:xfrm>
        </p:grpSpPr>
        <p:cxnSp>
          <p:nvCxnSpPr>
            <p:cNvPr id="2315" name="Google Shape;2315;p86"/>
            <p:cNvCxnSpPr/>
            <p:nvPr/>
          </p:nvCxnSpPr>
          <p:spPr>
            <a:xfrm flipH="1">
              <a:off x="3752" y="2077"/>
              <a:ext cx="1349" cy="326"/>
            </a:xfrm>
            <a:prstGeom prst="straightConnector1">
              <a:avLst/>
            </a:prstGeom>
            <a:noFill/>
            <a:ln cap="flat" cmpd="sng" w="9525">
              <a:solidFill>
                <a:srgbClr val="FF0000"/>
              </a:solidFill>
              <a:prstDash val="solid"/>
              <a:round/>
              <a:headEnd len="med" w="med" type="none"/>
              <a:tailEnd len="med" w="med" type="none"/>
            </a:ln>
          </p:spPr>
        </p:cxnSp>
        <p:cxnSp>
          <p:nvCxnSpPr>
            <p:cNvPr id="2316" name="Google Shape;2316;p86"/>
            <p:cNvCxnSpPr/>
            <p:nvPr/>
          </p:nvCxnSpPr>
          <p:spPr>
            <a:xfrm>
              <a:off x="3752" y="2077"/>
              <a:ext cx="1349" cy="326"/>
            </a:xfrm>
            <a:prstGeom prst="straightConnector1">
              <a:avLst/>
            </a:prstGeom>
            <a:noFill/>
            <a:ln cap="flat" cmpd="sng" w="9525">
              <a:solidFill>
                <a:srgbClr val="FF0000"/>
              </a:solidFill>
              <a:prstDash val="solid"/>
              <a:round/>
              <a:headEnd len="med" w="med" type="none"/>
              <a:tailEnd len="med" w="med" type="none"/>
            </a:ln>
          </p:spPr>
        </p:cxnSp>
      </p:grpSp>
      <p:sp>
        <p:nvSpPr>
          <p:cNvPr id="2317" name="Google Shape;2317;p86"/>
          <p:cNvSpPr txBox="1"/>
          <p:nvPr/>
        </p:nvSpPr>
        <p:spPr>
          <a:xfrm>
            <a:off x="715963" y="6067425"/>
            <a:ext cx="7508875" cy="8223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hlink"/>
                </a:solidFill>
                <a:latin typeface="Arial"/>
                <a:ea typeface="Arial"/>
                <a:cs typeface="Arial"/>
                <a:sym typeface="Arial"/>
              </a:rPr>
              <a:t>∙At the maximum height the projectile switches from upward to downward motion. </a:t>
            </a:r>
            <a:r>
              <a:rPr i="1" lang="en-US" sz="2400">
                <a:solidFill>
                  <a:schemeClr val="hlink"/>
                </a:solidFill>
                <a:latin typeface="Arial"/>
                <a:ea typeface="Arial"/>
                <a:cs typeface="Arial"/>
                <a:sym typeface="Arial"/>
              </a:rPr>
              <a:t>v</a:t>
            </a:r>
            <a:r>
              <a:rPr baseline="-25000" i="1" lang="en-US" sz="2400">
                <a:solidFill>
                  <a:schemeClr val="hlink"/>
                </a:solidFill>
                <a:latin typeface="Arial"/>
                <a:ea typeface="Arial"/>
                <a:cs typeface="Arial"/>
                <a:sym typeface="Arial"/>
              </a:rPr>
              <a:t>y</a:t>
            </a:r>
            <a:r>
              <a:rPr lang="en-US" sz="2400">
                <a:solidFill>
                  <a:schemeClr val="hlink"/>
                </a:solidFill>
                <a:latin typeface="Arial"/>
                <a:ea typeface="Arial"/>
                <a:cs typeface="Arial"/>
                <a:sym typeface="Arial"/>
              </a:rPr>
              <a:t> = 0 at switch.</a:t>
            </a:r>
            <a:endParaRPr/>
          </a:p>
        </p:txBody>
      </p:sp>
      <p:grpSp>
        <p:nvGrpSpPr>
          <p:cNvPr id="2318" name="Google Shape;2318;p86"/>
          <p:cNvGrpSpPr/>
          <p:nvPr/>
        </p:nvGrpSpPr>
        <p:grpSpPr>
          <a:xfrm>
            <a:off x="1643063" y="3325813"/>
            <a:ext cx="4283075" cy="517525"/>
            <a:chOff x="3752" y="2077"/>
            <a:chExt cx="1349" cy="326"/>
          </a:xfrm>
        </p:grpSpPr>
        <p:cxnSp>
          <p:nvCxnSpPr>
            <p:cNvPr id="2319" name="Google Shape;2319;p86"/>
            <p:cNvCxnSpPr/>
            <p:nvPr/>
          </p:nvCxnSpPr>
          <p:spPr>
            <a:xfrm flipH="1">
              <a:off x="3752" y="2077"/>
              <a:ext cx="1349" cy="326"/>
            </a:xfrm>
            <a:prstGeom prst="straightConnector1">
              <a:avLst/>
            </a:prstGeom>
            <a:noFill/>
            <a:ln cap="flat" cmpd="sng" w="9525">
              <a:solidFill>
                <a:srgbClr val="FF0000"/>
              </a:solidFill>
              <a:prstDash val="solid"/>
              <a:round/>
              <a:headEnd len="med" w="med" type="none"/>
              <a:tailEnd len="med" w="med" type="none"/>
            </a:ln>
          </p:spPr>
        </p:cxnSp>
        <p:cxnSp>
          <p:nvCxnSpPr>
            <p:cNvPr id="2320" name="Google Shape;2320;p86"/>
            <p:cNvCxnSpPr/>
            <p:nvPr/>
          </p:nvCxnSpPr>
          <p:spPr>
            <a:xfrm>
              <a:off x="3752" y="2077"/>
              <a:ext cx="1349" cy="326"/>
            </a:xfrm>
            <a:prstGeom prst="straightConnector1">
              <a:avLst/>
            </a:prstGeom>
            <a:noFill/>
            <a:ln cap="flat" cmpd="sng" w="9525">
              <a:solidFill>
                <a:srgbClr val="FF0000"/>
              </a:solidFill>
              <a:prstDash val="solid"/>
              <a:round/>
              <a:headEnd len="med" w="med" type="none"/>
              <a:tailEnd len="med" w="med" type="none"/>
            </a:ln>
          </p:spPr>
        </p:cxnSp>
      </p:grpSp>
      <p:grpSp>
        <p:nvGrpSpPr>
          <p:cNvPr id="2321" name="Google Shape;2321;p86"/>
          <p:cNvGrpSpPr/>
          <p:nvPr/>
        </p:nvGrpSpPr>
        <p:grpSpPr>
          <a:xfrm>
            <a:off x="1635125" y="3810000"/>
            <a:ext cx="4283075" cy="517525"/>
            <a:chOff x="3752" y="2077"/>
            <a:chExt cx="1349" cy="326"/>
          </a:xfrm>
        </p:grpSpPr>
        <p:cxnSp>
          <p:nvCxnSpPr>
            <p:cNvPr id="2322" name="Google Shape;2322;p86"/>
            <p:cNvCxnSpPr/>
            <p:nvPr/>
          </p:nvCxnSpPr>
          <p:spPr>
            <a:xfrm flipH="1">
              <a:off x="3752" y="2077"/>
              <a:ext cx="1349" cy="326"/>
            </a:xfrm>
            <a:prstGeom prst="straightConnector1">
              <a:avLst/>
            </a:prstGeom>
            <a:noFill/>
            <a:ln cap="flat" cmpd="sng" w="9525">
              <a:solidFill>
                <a:srgbClr val="FF0000"/>
              </a:solidFill>
              <a:prstDash val="solid"/>
              <a:round/>
              <a:headEnd len="med" w="med" type="none"/>
              <a:tailEnd len="med" w="med" type="none"/>
            </a:ln>
          </p:spPr>
        </p:cxnSp>
        <p:cxnSp>
          <p:nvCxnSpPr>
            <p:cNvPr id="2323" name="Google Shape;2323;p86"/>
            <p:cNvCxnSpPr/>
            <p:nvPr/>
          </p:nvCxnSpPr>
          <p:spPr>
            <a:xfrm>
              <a:off x="3752" y="2077"/>
              <a:ext cx="1349" cy="326"/>
            </a:xfrm>
            <a:prstGeom prst="straightConnector1">
              <a:avLst/>
            </a:prstGeom>
            <a:noFill/>
            <a:ln cap="flat" cmpd="sng" w="9525">
              <a:solidFill>
                <a:srgbClr val="FF0000"/>
              </a:solidFill>
              <a:prstDash val="solid"/>
              <a:round/>
              <a:headEnd len="med" w="med" type="none"/>
              <a:tailEnd len="med" w="med" type="none"/>
            </a:ln>
          </p:spPr>
        </p:cxnSp>
      </p:grpSp>
      <p:sp>
        <p:nvSpPr>
          <p:cNvPr id="2324" name="Google Shape;2324;p86"/>
          <p:cNvSpPr/>
          <p:nvPr/>
        </p:nvSpPr>
        <p:spPr>
          <a:xfrm>
            <a:off x="852488" y="4827588"/>
            <a:ext cx="422275" cy="422275"/>
          </a:xfrm>
          <a:prstGeom prst="ellipse">
            <a:avLst/>
          </a:prstGeom>
          <a:noFill/>
          <a:ln cap="flat" cmpd="sng" w="1905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2309"/>
                                        </p:tgtEl>
                                        <p:attrNameLst>
                                          <p:attrName>style.visibility</p:attrName>
                                        </p:attrNameLst>
                                      </p:cBhvr>
                                      <p:to>
                                        <p:strVal val="visible"/>
                                      </p:to>
                                    </p:set>
                                    <p:anim calcmode="lin" valueType="num">
                                      <p:cBhvr additive="base">
                                        <p:cTn dur="500"/>
                                        <p:tgtEl>
                                          <p:spTgt spid="2309"/>
                                        </p:tgtEl>
                                        <p:attrNameLst>
                                          <p:attrName>ppt_w</p:attrName>
                                        </p:attrNameLst>
                                      </p:cBhvr>
                                      <p:tavLst>
                                        <p:tav fmla="" tm="0">
                                          <p:val>
                                            <p:strVal val="0"/>
                                          </p:val>
                                        </p:tav>
                                        <p:tav fmla="" tm="100000">
                                          <p:val>
                                            <p:strVal val="#ppt_w"/>
                                          </p:val>
                                        </p:tav>
                                      </p:tavLst>
                                    </p:anim>
                                    <p:anim calcmode="lin" valueType="num">
                                      <p:cBhvr additive="base">
                                        <p:cTn dur="500"/>
                                        <p:tgtEl>
                                          <p:spTgt spid="2309"/>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2310">
                                            <p:txEl>
                                              <p:pRg end="0" st="0"/>
                                            </p:txEl>
                                          </p:spTgt>
                                        </p:tgtEl>
                                        <p:attrNameLst>
                                          <p:attrName>style.visibility</p:attrName>
                                        </p:attrNameLst>
                                      </p:cBhvr>
                                      <p:to>
                                        <p:strVal val="visible"/>
                                      </p:to>
                                    </p:set>
                                    <p:anim calcmode="lin" valueType="num">
                                      <p:cBhvr additive="base">
                                        <p:cTn dur="500"/>
                                        <p:tgtEl>
                                          <p:spTgt spid="2310">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311"/>
                                        </p:tgtEl>
                                        <p:attrNameLst>
                                          <p:attrName>style.visibility</p:attrName>
                                        </p:attrNameLst>
                                      </p:cBhvr>
                                      <p:to>
                                        <p:strVal val="visible"/>
                                      </p:to>
                                    </p:set>
                                    <p:anim calcmode="lin" valueType="num">
                                      <p:cBhvr additive="base">
                                        <p:cTn dur="500"/>
                                        <p:tgtEl>
                                          <p:spTgt spid="2311"/>
                                        </p:tgtEl>
                                        <p:attrNameLst>
                                          <p:attrName>ppt_w</p:attrName>
                                        </p:attrNameLst>
                                      </p:cBhvr>
                                      <p:tavLst>
                                        <p:tav fmla="" tm="0">
                                          <p:val>
                                            <p:strVal val="0"/>
                                          </p:val>
                                        </p:tav>
                                        <p:tav fmla="" tm="100000">
                                          <p:val>
                                            <p:strVal val="#ppt_w"/>
                                          </p:val>
                                        </p:tav>
                                      </p:tavLst>
                                    </p:anim>
                                    <p:anim calcmode="lin" valueType="num">
                                      <p:cBhvr additive="base">
                                        <p:cTn dur="500"/>
                                        <p:tgtEl>
                                          <p:spTgt spid="2311"/>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314"/>
                                        </p:tgtEl>
                                        <p:attrNameLst>
                                          <p:attrName>style.visibility</p:attrName>
                                        </p:attrNameLst>
                                      </p:cBhvr>
                                      <p:to>
                                        <p:strVal val="visible"/>
                                      </p:to>
                                    </p:set>
                                    <p:anim calcmode="lin" valueType="num">
                                      <p:cBhvr additive="base">
                                        <p:cTn dur="500"/>
                                        <p:tgtEl>
                                          <p:spTgt spid="2314"/>
                                        </p:tgtEl>
                                        <p:attrNameLst>
                                          <p:attrName>ppt_w</p:attrName>
                                        </p:attrNameLst>
                                      </p:cBhvr>
                                      <p:tavLst>
                                        <p:tav fmla="" tm="0">
                                          <p:val>
                                            <p:strVal val="0"/>
                                          </p:val>
                                        </p:tav>
                                        <p:tav fmla="" tm="100000">
                                          <p:val>
                                            <p:strVal val="#ppt_w"/>
                                          </p:val>
                                        </p:tav>
                                      </p:tavLst>
                                    </p:anim>
                                    <p:anim calcmode="lin" valueType="num">
                                      <p:cBhvr additive="base">
                                        <p:cTn dur="500"/>
                                        <p:tgtEl>
                                          <p:spTgt spid="2314"/>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2317">
                                            <p:txEl>
                                              <p:pRg end="0" st="0"/>
                                            </p:txEl>
                                          </p:spTgt>
                                        </p:tgtEl>
                                        <p:attrNameLst>
                                          <p:attrName>style.visibility</p:attrName>
                                        </p:attrNameLst>
                                      </p:cBhvr>
                                      <p:to>
                                        <p:strVal val="visible"/>
                                      </p:to>
                                    </p:set>
                                    <p:anim calcmode="lin" valueType="num">
                                      <p:cBhvr additive="base">
                                        <p:cTn dur="500"/>
                                        <p:tgtEl>
                                          <p:spTgt spid="2317">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318"/>
                                        </p:tgtEl>
                                        <p:attrNameLst>
                                          <p:attrName>style.visibility</p:attrName>
                                        </p:attrNameLst>
                                      </p:cBhvr>
                                      <p:to>
                                        <p:strVal val="visible"/>
                                      </p:to>
                                    </p:set>
                                    <p:anim calcmode="lin" valueType="num">
                                      <p:cBhvr additive="base">
                                        <p:cTn dur="500"/>
                                        <p:tgtEl>
                                          <p:spTgt spid="2318"/>
                                        </p:tgtEl>
                                        <p:attrNameLst>
                                          <p:attrName>ppt_w</p:attrName>
                                        </p:attrNameLst>
                                      </p:cBhvr>
                                      <p:tavLst>
                                        <p:tav fmla="" tm="0">
                                          <p:val>
                                            <p:strVal val="0"/>
                                          </p:val>
                                        </p:tav>
                                        <p:tav fmla="" tm="100000">
                                          <p:val>
                                            <p:strVal val="#ppt_w"/>
                                          </p:val>
                                        </p:tav>
                                      </p:tavLst>
                                    </p:anim>
                                    <p:anim calcmode="lin" valueType="num">
                                      <p:cBhvr additive="base">
                                        <p:cTn dur="500"/>
                                        <p:tgtEl>
                                          <p:spTgt spid="2318"/>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321"/>
                                        </p:tgtEl>
                                        <p:attrNameLst>
                                          <p:attrName>style.visibility</p:attrName>
                                        </p:attrNameLst>
                                      </p:cBhvr>
                                      <p:to>
                                        <p:strVal val="visible"/>
                                      </p:to>
                                    </p:set>
                                    <p:anim calcmode="lin" valueType="num">
                                      <p:cBhvr additive="base">
                                        <p:cTn dur="500"/>
                                        <p:tgtEl>
                                          <p:spTgt spid="2321"/>
                                        </p:tgtEl>
                                        <p:attrNameLst>
                                          <p:attrName>ppt_w</p:attrName>
                                        </p:attrNameLst>
                                      </p:cBhvr>
                                      <p:tavLst>
                                        <p:tav fmla="" tm="0">
                                          <p:val>
                                            <p:strVal val="0"/>
                                          </p:val>
                                        </p:tav>
                                        <p:tav fmla="" tm="100000">
                                          <p:val>
                                            <p:strVal val="#ppt_w"/>
                                          </p:val>
                                        </p:tav>
                                      </p:tavLst>
                                    </p:anim>
                                    <p:anim calcmode="lin" valueType="num">
                                      <p:cBhvr additive="base">
                                        <p:cTn dur="500"/>
                                        <p:tgtEl>
                                          <p:spTgt spid="2321"/>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324"/>
                                        </p:tgtEl>
                                        <p:attrNameLst>
                                          <p:attrName>style.visibility</p:attrName>
                                        </p:attrNameLst>
                                      </p:cBhvr>
                                      <p:to>
                                        <p:strVal val="visible"/>
                                      </p:to>
                                    </p:set>
                                    <p:anim calcmode="lin" valueType="num">
                                      <p:cBhvr additive="base">
                                        <p:cTn dur="500"/>
                                        <p:tgtEl>
                                          <p:spTgt spid="2324"/>
                                        </p:tgtEl>
                                        <p:attrNameLst>
                                          <p:attrName>ppt_w</p:attrName>
                                        </p:attrNameLst>
                                      </p:cBhvr>
                                      <p:tavLst>
                                        <p:tav fmla="" tm="0">
                                          <p:val>
                                            <p:strVal val="0"/>
                                          </p:val>
                                        </p:tav>
                                        <p:tav fmla="" tm="100000">
                                          <p:val>
                                            <p:strVal val="#ppt_w"/>
                                          </p:val>
                                        </p:tav>
                                      </p:tavLst>
                                    </p:anim>
                                    <p:anim calcmode="lin" valueType="num">
                                      <p:cBhvr additive="base">
                                        <p:cTn dur="500"/>
                                        <p:tgtEl>
                                          <p:spTgt spid="2324"/>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8" name="Shape 2328"/>
        <p:cNvGrpSpPr/>
        <p:nvPr/>
      </p:nvGrpSpPr>
      <p:grpSpPr>
        <a:xfrm>
          <a:off x="0" y="0"/>
          <a:ext cx="0" cy="0"/>
          <a:chOff x="0" y="0"/>
          <a:chExt cx="0" cy="0"/>
        </a:xfrm>
      </p:grpSpPr>
      <p:sp>
        <p:nvSpPr>
          <p:cNvPr id="2329" name="Google Shape;2329;p87"/>
          <p:cNvSpPr/>
          <p:nvPr/>
        </p:nvSpPr>
        <p:spPr>
          <a:xfrm>
            <a:off x="685800" y="1401763"/>
            <a:ext cx="7772400" cy="430212"/>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i="1" lang="en-US" sz="2400">
                <a:solidFill>
                  <a:schemeClr val="accent2"/>
                </a:solidFill>
                <a:latin typeface="Arial"/>
                <a:ea typeface="Arial"/>
                <a:cs typeface="Arial"/>
                <a:sym typeface="Arial"/>
              </a:rPr>
              <a:t>Analysing projectile motion</a:t>
            </a:r>
            <a:r>
              <a:rPr lang="en-US" sz="2400">
                <a:solidFill>
                  <a:schemeClr val="accent2"/>
                </a:solidFill>
                <a:latin typeface="Arial"/>
                <a:ea typeface="Arial"/>
                <a:cs typeface="Arial"/>
                <a:sym typeface="Arial"/>
              </a:rPr>
              <a:t> </a:t>
            </a:r>
            <a:r>
              <a:rPr lang="en-US" sz="2000">
                <a:solidFill>
                  <a:srgbClr val="000000"/>
                </a:solidFill>
                <a:latin typeface="Courier New"/>
                <a:ea typeface="Courier New"/>
                <a:cs typeface="Courier New"/>
                <a:sym typeface="Courier New"/>
              </a:rPr>
              <a:t>	</a:t>
            </a:r>
            <a:endParaRPr/>
          </a:p>
        </p:txBody>
      </p:sp>
      <p:sp>
        <p:nvSpPr>
          <p:cNvPr id="2330" name="Google Shape;2330;p87"/>
          <p:cNvSpPr txBox="1"/>
          <p:nvPr>
            <p:ph type="ctrTitle"/>
          </p:nvPr>
        </p:nvSpPr>
        <p:spPr>
          <a:xfrm>
            <a:off x="685800" y="533400"/>
            <a:ext cx="7772400" cy="8334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2: Mechanics</a:t>
            </a:r>
            <a:br>
              <a:rPr b="1" lang="en-US" sz="2800"/>
            </a:br>
            <a:r>
              <a:rPr lang="en-US" sz="2800">
                <a:solidFill>
                  <a:schemeClr val="dk1"/>
                </a:solidFill>
              </a:rPr>
              <a:t>2.1 – Motion</a:t>
            </a:r>
            <a:endParaRPr/>
          </a:p>
        </p:txBody>
      </p:sp>
      <p:sp>
        <p:nvSpPr>
          <p:cNvPr id="2331" name="Google Shape;2331;p87"/>
          <p:cNvSpPr/>
          <p:nvPr/>
        </p:nvSpPr>
        <p:spPr>
          <a:xfrm>
            <a:off x="685800" y="1812925"/>
            <a:ext cx="7772400" cy="5073650"/>
          </a:xfrm>
          <a:prstGeom prst="rect">
            <a:avLst/>
          </a:prstGeom>
          <a:solidFill>
            <a:srgbClr val="CCFFC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pic>
        <p:nvPicPr>
          <p:cNvPr id="2332" name="Google Shape;2332;p87"/>
          <p:cNvPicPr preferRelativeResize="0"/>
          <p:nvPr/>
        </p:nvPicPr>
        <p:blipFill rotWithShape="1">
          <a:blip r:embed="rId3">
            <a:alphaModFix/>
          </a:blip>
          <a:srcRect b="0" l="0" r="0" t="0"/>
          <a:stretch/>
        </p:blipFill>
        <p:spPr>
          <a:xfrm>
            <a:off x="712788" y="1798638"/>
            <a:ext cx="7702550" cy="3886200"/>
          </a:xfrm>
          <a:prstGeom prst="rect">
            <a:avLst/>
          </a:prstGeom>
          <a:noFill/>
          <a:ln>
            <a:noFill/>
          </a:ln>
        </p:spPr>
      </p:pic>
      <p:sp>
        <p:nvSpPr>
          <p:cNvPr id="2333" name="Google Shape;2333;p87"/>
          <p:cNvSpPr txBox="1"/>
          <p:nvPr/>
        </p:nvSpPr>
        <p:spPr>
          <a:xfrm>
            <a:off x="5630863" y="2895600"/>
            <a:ext cx="3297237" cy="11874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hlink"/>
                </a:solidFill>
                <a:latin typeface="Arial"/>
                <a:ea typeface="Arial"/>
                <a:cs typeface="Arial"/>
                <a:sym typeface="Arial"/>
              </a:rPr>
              <a:t>∙The flight time is limited by the y motion.</a:t>
            </a:r>
            <a:endParaRPr/>
          </a:p>
        </p:txBody>
      </p:sp>
      <p:cxnSp>
        <p:nvCxnSpPr>
          <p:cNvPr id="2334" name="Google Shape;2334;p87"/>
          <p:cNvCxnSpPr/>
          <p:nvPr/>
        </p:nvCxnSpPr>
        <p:spPr>
          <a:xfrm>
            <a:off x="757238" y="5476875"/>
            <a:ext cx="4319587" cy="0"/>
          </a:xfrm>
          <a:prstGeom prst="straightConnector1">
            <a:avLst/>
          </a:prstGeom>
          <a:noFill/>
          <a:ln cap="flat" cmpd="sng" w="19050">
            <a:solidFill>
              <a:srgbClr val="FF0000"/>
            </a:solidFill>
            <a:prstDash val="solid"/>
            <a:round/>
            <a:headEnd len="med" w="med" type="none"/>
            <a:tailEnd len="med" w="med" type="none"/>
          </a:ln>
        </p:spPr>
      </p:cxnSp>
      <p:sp>
        <p:nvSpPr>
          <p:cNvPr id="2335" name="Google Shape;2335;p87"/>
          <p:cNvSpPr txBox="1"/>
          <p:nvPr/>
        </p:nvSpPr>
        <p:spPr>
          <a:xfrm>
            <a:off x="5651500" y="4067175"/>
            <a:ext cx="2794000" cy="11874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hlink"/>
                </a:solidFill>
                <a:latin typeface="Arial"/>
                <a:ea typeface="Arial"/>
                <a:cs typeface="Arial"/>
                <a:sym typeface="Arial"/>
              </a:rPr>
              <a:t>∙The maximum height  is limited by the y motion.</a:t>
            </a:r>
            <a:endParaRPr/>
          </a:p>
        </p:txBody>
      </p:sp>
      <p:cxnSp>
        <p:nvCxnSpPr>
          <p:cNvPr id="2336" name="Google Shape;2336;p87"/>
          <p:cNvCxnSpPr/>
          <p:nvPr/>
        </p:nvCxnSpPr>
        <p:spPr>
          <a:xfrm>
            <a:off x="771525" y="4697413"/>
            <a:ext cx="4319588" cy="0"/>
          </a:xfrm>
          <a:prstGeom prst="straightConnector1">
            <a:avLst/>
          </a:prstGeom>
          <a:noFill/>
          <a:ln cap="flat" cmpd="sng" w="19050">
            <a:solidFill>
              <a:srgbClr val="FF0000"/>
            </a:solidFill>
            <a:prstDash val="solid"/>
            <a:round/>
            <a:headEnd len="med" w="med" type="none"/>
            <a:tailEnd len="med" w="med" type="none"/>
          </a:ln>
        </p:spPr>
      </p:cxnSp>
      <p:cxnSp>
        <p:nvCxnSpPr>
          <p:cNvPr id="2337" name="Google Shape;2337;p87"/>
          <p:cNvCxnSpPr/>
          <p:nvPr/>
        </p:nvCxnSpPr>
        <p:spPr>
          <a:xfrm>
            <a:off x="758825" y="3925888"/>
            <a:ext cx="4319588" cy="0"/>
          </a:xfrm>
          <a:prstGeom prst="straightConnector1">
            <a:avLst/>
          </a:prstGeom>
          <a:noFill/>
          <a:ln cap="flat" cmpd="sng" w="19050">
            <a:solidFill>
              <a:srgbClr val="FF0000"/>
            </a:solidFill>
            <a:prstDash val="solid"/>
            <a:round/>
            <a:headEnd len="med" w="med" type="none"/>
            <a:tailEnd len="med" w="med" type="none"/>
          </a:ln>
        </p:spPr>
      </p:cxnSp>
      <p:sp>
        <p:nvSpPr>
          <p:cNvPr id="2338" name="Google Shape;2338;p87"/>
          <p:cNvSpPr/>
          <p:nvPr/>
        </p:nvSpPr>
        <p:spPr>
          <a:xfrm>
            <a:off x="695325" y="2973388"/>
            <a:ext cx="422275" cy="422275"/>
          </a:xfrm>
          <a:prstGeom prst="ellipse">
            <a:avLst/>
          </a:prstGeom>
          <a:noFill/>
          <a:ln cap="flat" cmpd="sng" w="1905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2332"/>
                                        </p:tgtEl>
                                        <p:attrNameLst>
                                          <p:attrName>style.visibility</p:attrName>
                                        </p:attrNameLst>
                                      </p:cBhvr>
                                      <p:to>
                                        <p:strVal val="visible"/>
                                      </p:to>
                                    </p:set>
                                    <p:anim calcmode="lin" valueType="num">
                                      <p:cBhvr additive="base">
                                        <p:cTn dur="500"/>
                                        <p:tgtEl>
                                          <p:spTgt spid="2332"/>
                                        </p:tgtEl>
                                        <p:attrNameLst>
                                          <p:attrName>ppt_w</p:attrName>
                                        </p:attrNameLst>
                                      </p:cBhvr>
                                      <p:tavLst>
                                        <p:tav fmla="" tm="0">
                                          <p:val>
                                            <p:strVal val="0"/>
                                          </p:val>
                                        </p:tav>
                                        <p:tav fmla="" tm="100000">
                                          <p:val>
                                            <p:strVal val="#ppt_w"/>
                                          </p:val>
                                        </p:tav>
                                      </p:tavLst>
                                    </p:anim>
                                    <p:anim calcmode="lin" valueType="num">
                                      <p:cBhvr additive="base">
                                        <p:cTn dur="500"/>
                                        <p:tgtEl>
                                          <p:spTgt spid="2332"/>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2333">
                                            <p:txEl>
                                              <p:pRg end="0" st="0"/>
                                            </p:txEl>
                                          </p:spTgt>
                                        </p:tgtEl>
                                        <p:attrNameLst>
                                          <p:attrName>style.visibility</p:attrName>
                                        </p:attrNameLst>
                                      </p:cBhvr>
                                      <p:to>
                                        <p:strVal val="visible"/>
                                      </p:to>
                                    </p:set>
                                    <p:anim calcmode="lin" valueType="num">
                                      <p:cBhvr additive="base">
                                        <p:cTn dur="500"/>
                                        <p:tgtEl>
                                          <p:spTgt spid="2333">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34"/>
                                        </p:tgtEl>
                                        <p:attrNameLst>
                                          <p:attrName>style.visibility</p:attrName>
                                        </p:attrNameLst>
                                      </p:cBhvr>
                                      <p:to>
                                        <p:strVal val="visible"/>
                                      </p:to>
                                    </p:set>
                                    <p:animEffect filter="fade" transition="in">
                                      <p:cBhvr>
                                        <p:cTn dur="500"/>
                                        <p:tgtEl>
                                          <p:spTgt spid="233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2335">
                                            <p:txEl>
                                              <p:pRg end="0" st="0"/>
                                            </p:txEl>
                                          </p:spTgt>
                                        </p:tgtEl>
                                        <p:attrNameLst>
                                          <p:attrName>style.visibility</p:attrName>
                                        </p:attrNameLst>
                                      </p:cBhvr>
                                      <p:to>
                                        <p:strVal val="visible"/>
                                      </p:to>
                                    </p:set>
                                    <p:anim calcmode="lin" valueType="num">
                                      <p:cBhvr additive="base">
                                        <p:cTn dur="500"/>
                                        <p:tgtEl>
                                          <p:spTgt spid="2335">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36"/>
                                        </p:tgtEl>
                                        <p:attrNameLst>
                                          <p:attrName>style.visibility</p:attrName>
                                        </p:attrNameLst>
                                      </p:cBhvr>
                                      <p:to>
                                        <p:strVal val="visible"/>
                                      </p:to>
                                    </p:set>
                                    <p:animEffect filter="fade" transition="in">
                                      <p:cBhvr>
                                        <p:cTn dur="500"/>
                                        <p:tgtEl>
                                          <p:spTgt spid="233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37"/>
                                        </p:tgtEl>
                                        <p:attrNameLst>
                                          <p:attrName>style.visibility</p:attrName>
                                        </p:attrNameLst>
                                      </p:cBhvr>
                                      <p:to>
                                        <p:strVal val="visible"/>
                                      </p:to>
                                    </p:set>
                                    <p:animEffect filter="fade" transition="in">
                                      <p:cBhvr>
                                        <p:cTn dur="500"/>
                                        <p:tgtEl>
                                          <p:spTgt spid="233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338"/>
                                        </p:tgtEl>
                                        <p:attrNameLst>
                                          <p:attrName>style.visibility</p:attrName>
                                        </p:attrNameLst>
                                      </p:cBhvr>
                                      <p:to>
                                        <p:strVal val="visible"/>
                                      </p:to>
                                    </p:set>
                                    <p:anim calcmode="lin" valueType="num">
                                      <p:cBhvr additive="base">
                                        <p:cTn dur="500"/>
                                        <p:tgtEl>
                                          <p:spTgt spid="2338"/>
                                        </p:tgtEl>
                                        <p:attrNameLst>
                                          <p:attrName>ppt_w</p:attrName>
                                        </p:attrNameLst>
                                      </p:cBhvr>
                                      <p:tavLst>
                                        <p:tav fmla="" tm="0">
                                          <p:val>
                                            <p:strVal val="0"/>
                                          </p:val>
                                        </p:tav>
                                        <p:tav fmla="" tm="100000">
                                          <p:val>
                                            <p:strVal val="#ppt_w"/>
                                          </p:val>
                                        </p:tav>
                                      </p:tavLst>
                                    </p:anim>
                                    <p:anim calcmode="lin" valueType="num">
                                      <p:cBhvr additive="base">
                                        <p:cTn dur="500"/>
                                        <p:tgtEl>
                                          <p:spTgt spid="2338"/>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2" name="Shape 2342"/>
        <p:cNvGrpSpPr/>
        <p:nvPr/>
      </p:nvGrpSpPr>
      <p:grpSpPr>
        <a:xfrm>
          <a:off x="0" y="0"/>
          <a:ext cx="0" cy="0"/>
          <a:chOff x="0" y="0"/>
          <a:chExt cx="0" cy="0"/>
        </a:xfrm>
      </p:grpSpPr>
      <p:sp>
        <p:nvSpPr>
          <p:cNvPr id="2343" name="Google Shape;2343;p88"/>
          <p:cNvSpPr/>
          <p:nvPr/>
        </p:nvSpPr>
        <p:spPr>
          <a:xfrm>
            <a:off x="685800" y="1401763"/>
            <a:ext cx="7772400" cy="431800"/>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i="1" lang="en-US" sz="2400">
                <a:solidFill>
                  <a:schemeClr val="accent2"/>
                </a:solidFill>
                <a:latin typeface="Arial"/>
                <a:ea typeface="Arial"/>
                <a:cs typeface="Arial"/>
                <a:sym typeface="Arial"/>
              </a:rPr>
              <a:t>Analysing projectile motion</a:t>
            </a:r>
            <a:r>
              <a:rPr lang="en-US" sz="2400">
                <a:solidFill>
                  <a:schemeClr val="accent2"/>
                </a:solidFill>
                <a:latin typeface="Arial"/>
                <a:ea typeface="Arial"/>
                <a:cs typeface="Arial"/>
                <a:sym typeface="Arial"/>
              </a:rPr>
              <a:t> </a:t>
            </a:r>
            <a:r>
              <a:rPr lang="en-US" sz="2000">
                <a:solidFill>
                  <a:srgbClr val="000000"/>
                </a:solidFill>
                <a:latin typeface="Courier New"/>
                <a:ea typeface="Courier New"/>
                <a:cs typeface="Courier New"/>
                <a:sym typeface="Courier New"/>
              </a:rPr>
              <a:t>	</a:t>
            </a:r>
            <a:endParaRPr/>
          </a:p>
        </p:txBody>
      </p:sp>
      <p:sp>
        <p:nvSpPr>
          <p:cNvPr id="2344" name="Google Shape;2344;p88"/>
          <p:cNvSpPr txBox="1"/>
          <p:nvPr>
            <p:ph type="ctrTitle"/>
          </p:nvPr>
        </p:nvSpPr>
        <p:spPr>
          <a:xfrm>
            <a:off x="685800" y="533400"/>
            <a:ext cx="7772400" cy="8334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2: Mechanics</a:t>
            </a:r>
            <a:br>
              <a:rPr b="1" lang="en-US" sz="2800"/>
            </a:br>
            <a:r>
              <a:rPr lang="en-US" sz="2800">
                <a:solidFill>
                  <a:schemeClr val="dk1"/>
                </a:solidFill>
              </a:rPr>
              <a:t>2.1 – Motion</a:t>
            </a:r>
            <a:endParaRPr/>
          </a:p>
        </p:txBody>
      </p:sp>
      <p:sp>
        <p:nvSpPr>
          <p:cNvPr id="2345" name="Google Shape;2345;p88"/>
          <p:cNvSpPr/>
          <p:nvPr/>
        </p:nvSpPr>
        <p:spPr>
          <a:xfrm>
            <a:off x="685800" y="1812925"/>
            <a:ext cx="7772400" cy="5073650"/>
          </a:xfrm>
          <a:prstGeom prst="rect">
            <a:avLst/>
          </a:prstGeom>
          <a:solidFill>
            <a:srgbClr val="CCFFC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pic>
        <p:nvPicPr>
          <p:cNvPr id="2346" name="Google Shape;2346;p88"/>
          <p:cNvPicPr preferRelativeResize="0"/>
          <p:nvPr/>
        </p:nvPicPr>
        <p:blipFill rotWithShape="1">
          <a:blip r:embed="rId3">
            <a:alphaModFix/>
          </a:blip>
          <a:srcRect b="0" l="0" r="0" t="0"/>
          <a:stretch/>
        </p:blipFill>
        <p:spPr>
          <a:xfrm>
            <a:off x="685800" y="1803400"/>
            <a:ext cx="6484938" cy="3319463"/>
          </a:xfrm>
          <a:prstGeom prst="rect">
            <a:avLst/>
          </a:prstGeom>
          <a:noFill/>
          <a:ln>
            <a:noFill/>
          </a:ln>
        </p:spPr>
      </p:pic>
      <p:pic>
        <p:nvPicPr>
          <p:cNvPr id="2347" name="Google Shape;2347;p88"/>
          <p:cNvPicPr preferRelativeResize="0"/>
          <p:nvPr/>
        </p:nvPicPr>
        <p:blipFill rotWithShape="1">
          <a:blip r:embed="rId4">
            <a:alphaModFix/>
          </a:blip>
          <a:srcRect b="0" l="0" r="0" t="0"/>
          <a:stretch/>
        </p:blipFill>
        <p:spPr>
          <a:xfrm>
            <a:off x="698500" y="5140325"/>
            <a:ext cx="7761288" cy="1762125"/>
          </a:xfrm>
          <a:prstGeom prst="rect">
            <a:avLst/>
          </a:prstGeom>
          <a:noFill/>
          <a:ln>
            <a:noFill/>
          </a:ln>
        </p:spPr>
      </p:pic>
      <p:sp>
        <p:nvSpPr>
          <p:cNvPr id="2348" name="Google Shape;2348;p88"/>
          <p:cNvSpPr txBox="1"/>
          <p:nvPr/>
        </p:nvSpPr>
        <p:spPr>
          <a:xfrm>
            <a:off x="4162425" y="5708650"/>
            <a:ext cx="4271963"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chemeClr val="hlink"/>
                </a:solidFill>
                <a:latin typeface="Arial"/>
                <a:ea typeface="Arial"/>
                <a:cs typeface="Arial"/>
                <a:sym typeface="Arial"/>
              </a:rPr>
              <a:t>a</a:t>
            </a:r>
            <a:r>
              <a:rPr baseline="-25000" lang="en-US" sz="2400">
                <a:solidFill>
                  <a:schemeClr val="hlink"/>
                </a:solidFill>
                <a:latin typeface="Arial"/>
                <a:ea typeface="Arial"/>
                <a:cs typeface="Arial"/>
                <a:sym typeface="Arial"/>
              </a:rPr>
              <a:t>x</a:t>
            </a:r>
            <a:r>
              <a:rPr lang="en-US" sz="2400">
                <a:solidFill>
                  <a:schemeClr val="hlink"/>
                </a:solidFill>
                <a:latin typeface="Arial"/>
                <a:ea typeface="Arial"/>
                <a:cs typeface="Arial"/>
                <a:sym typeface="Arial"/>
              </a:rPr>
              <a:t> = 0.</a:t>
            </a:r>
            <a:endParaRPr/>
          </a:p>
        </p:txBody>
      </p:sp>
      <p:sp>
        <p:nvSpPr>
          <p:cNvPr id="2349" name="Google Shape;2349;p88"/>
          <p:cNvSpPr/>
          <p:nvPr/>
        </p:nvSpPr>
        <p:spPr>
          <a:xfrm>
            <a:off x="1130300" y="4764088"/>
            <a:ext cx="5330825" cy="336550"/>
          </a:xfrm>
          <a:prstGeom prst="rect">
            <a:avLst/>
          </a:prstGeom>
          <a:solidFill>
            <a:srgbClr val="FF6600">
              <a:alpha val="32941"/>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350" name="Google Shape;2350;p88"/>
          <p:cNvSpPr txBox="1"/>
          <p:nvPr/>
        </p:nvSpPr>
        <p:spPr>
          <a:xfrm>
            <a:off x="4192588" y="6321425"/>
            <a:ext cx="4271962"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chemeClr val="hlink"/>
                </a:solidFill>
                <a:latin typeface="Arial"/>
                <a:ea typeface="Arial"/>
                <a:cs typeface="Arial"/>
                <a:sym typeface="Arial"/>
              </a:rPr>
              <a:t>a</a:t>
            </a:r>
            <a:r>
              <a:rPr baseline="-25000" lang="en-US" sz="2400">
                <a:solidFill>
                  <a:schemeClr val="hlink"/>
                </a:solidFill>
                <a:latin typeface="Arial"/>
                <a:ea typeface="Arial"/>
                <a:cs typeface="Arial"/>
                <a:sym typeface="Arial"/>
              </a:rPr>
              <a:t>y</a:t>
            </a:r>
            <a:r>
              <a:rPr lang="en-US" sz="2400">
                <a:solidFill>
                  <a:schemeClr val="hlink"/>
                </a:solidFill>
                <a:latin typeface="Arial"/>
                <a:ea typeface="Arial"/>
                <a:cs typeface="Arial"/>
                <a:sym typeface="Arial"/>
              </a:rPr>
              <a:t> = -10 ms</a:t>
            </a:r>
            <a:r>
              <a:rPr baseline="30000" lang="en-US" sz="2400">
                <a:solidFill>
                  <a:schemeClr val="hlink"/>
                </a:solidFill>
                <a:latin typeface="Arial"/>
                <a:ea typeface="Arial"/>
                <a:cs typeface="Arial"/>
                <a:sym typeface="Arial"/>
              </a:rPr>
              <a:t>-2</a:t>
            </a:r>
            <a:r>
              <a:rPr lang="en-US" sz="2400">
                <a:solidFill>
                  <a:schemeClr val="hlink"/>
                </a:solidFill>
                <a:latin typeface="Arial"/>
                <a:ea typeface="Arial"/>
                <a:cs typeface="Arial"/>
                <a:sym typeface="Arial"/>
              </a:rPr>
              <a: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2346"/>
                                        </p:tgtEl>
                                        <p:attrNameLst>
                                          <p:attrName>style.visibility</p:attrName>
                                        </p:attrNameLst>
                                      </p:cBhvr>
                                      <p:to>
                                        <p:strVal val="visible"/>
                                      </p:to>
                                    </p:set>
                                    <p:anim calcmode="lin" valueType="num">
                                      <p:cBhvr additive="base">
                                        <p:cTn dur="500"/>
                                        <p:tgtEl>
                                          <p:spTgt spid="2346"/>
                                        </p:tgtEl>
                                        <p:attrNameLst>
                                          <p:attrName>ppt_w</p:attrName>
                                        </p:attrNameLst>
                                      </p:cBhvr>
                                      <p:tavLst>
                                        <p:tav fmla="" tm="0">
                                          <p:val>
                                            <p:strVal val="0"/>
                                          </p:val>
                                        </p:tav>
                                        <p:tav fmla="" tm="100000">
                                          <p:val>
                                            <p:strVal val="#ppt_w"/>
                                          </p:val>
                                        </p:tav>
                                      </p:tavLst>
                                    </p:anim>
                                    <p:anim calcmode="lin" valueType="num">
                                      <p:cBhvr additive="base">
                                        <p:cTn dur="500"/>
                                        <p:tgtEl>
                                          <p:spTgt spid="2346"/>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347"/>
                                        </p:tgtEl>
                                        <p:attrNameLst>
                                          <p:attrName>style.visibility</p:attrName>
                                        </p:attrNameLst>
                                      </p:cBhvr>
                                      <p:to>
                                        <p:strVal val="visible"/>
                                      </p:to>
                                    </p:set>
                                    <p:anim calcmode="lin" valueType="num">
                                      <p:cBhvr additive="base">
                                        <p:cTn dur="500"/>
                                        <p:tgtEl>
                                          <p:spTgt spid="2347"/>
                                        </p:tgtEl>
                                        <p:attrNameLst>
                                          <p:attrName>ppt_w</p:attrName>
                                        </p:attrNameLst>
                                      </p:cBhvr>
                                      <p:tavLst>
                                        <p:tav fmla="" tm="0">
                                          <p:val>
                                            <p:strVal val="0"/>
                                          </p:val>
                                        </p:tav>
                                        <p:tav fmla="" tm="100000">
                                          <p:val>
                                            <p:strVal val="#ppt_w"/>
                                          </p:val>
                                        </p:tav>
                                      </p:tavLst>
                                    </p:anim>
                                    <p:anim calcmode="lin" valueType="num">
                                      <p:cBhvr additive="base">
                                        <p:cTn dur="500"/>
                                        <p:tgtEl>
                                          <p:spTgt spid="2347"/>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2348">
                                            <p:txEl>
                                              <p:pRg end="0" st="0"/>
                                            </p:txEl>
                                          </p:spTgt>
                                        </p:tgtEl>
                                        <p:attrNameLst>
                                          <p:attrName>style.visibility</p:attrName>
                                        </p:attrNameLst>
                                      </p:cBhvr>
                                      <p:to>
                                        <p:strVal val="visible"/>
                                      </p:to>
                                    </p:set>
                                    <p:anim calcmode="lin" valueType="num">
                                      <p:cBhvr additive="base">
                                        <p:cTn dur="500"/>
                                        <p:tgtEl>
                                          <p:spTgt spid="2348">
                                            <p:txEl>
                                              <p:pRg end="0" st="0"/>
                                            </p:txEl>
                                          </p:spTgt>
                                        </p:tgtEl>
                                        <p:attrNameLst>
                                          <p:attrName>ppt_x</p:attrName>
                                        </p:attrNameLst>
                                      </p:cBhvr>
                                      <p:tavLst>
                                        <p:tav fmla="" tm="0">
                                          <p:val>
                                            <p:strVal val="#ppt_x+1"/>
                                          </p:val>
                                        </p:tav>
                                        <p:tav fmla="" tm="100000">
                                          <p:val>
                                            <p:strVal val="#ppt_x"/>
                                          </p:val>
                                        </p:tav>
                                      </p:tavLst>
                                    </p:anim>
                                  </p:childTnLst>
                                </p:cTn>
                              </p:par>
                              <p:par>
                                <p:cTn fill="hold" nodeType="withEffect" presetClass="entr" presetID="10" presetSubtype="0">
                                  <p:stCondLst>
                                    <p:cond delay="0"/>
                                  </p:stCondLst>
                                  <p:childTnLst>
                                    <p:set>
                                      <p:cBhvr>
                                        <p:cTn dur="1" fill="hold">
                                          <p:stCondLst>
                                            <p:cond delay="0"/>
                                          </p:stCondLst>
                                        </p:cTn>
                                        <p:tgtEl>
                                          <p:spTgt spid="2349"/>
                                        </p:tgtEl>
                                        <p:attrNameLst>
                                          <p:attrName>style.visibility</p:attrName>
                                        </p:attrNameLst>
                                      </p:cBhvr>
                                      <p:to>
                                        <p:strVal val="visible"/>
                                      </p:to>
                                    </p:set>
                                    <p:animEffect filter="fade" transition="in">
                                      <p:cBhvr>
                                        <p:cTn dur="500"/>
                                        <p:tgtEl>
                                          <p:spTgt spid="234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2350">
                                            <p:txEl>
                                              <p:pRg end="0" st="0"/>
                                            </p:txEl>
                                          </p:spTgt>
                                        </p:tgtEl>
                                        <p:attrNameLst>
                                          <p:attrName>style.visibility</p:attrName>
                                        </p:attrNameLst>
                                      </p:cBhvr>
                                      <p:to>
                                        <p:strVal val="visible"/>
                                      </p:to>
                                    </p:set>
                                    <p:anim calcmode="lin" valueType="num">
                                      <p:cBhvr additive="base">
                                        <p:cTn dur="500"/>
                                        <p:tgtEl>
                                          <p:spTgt spid="2350">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4" name="Shape 2354"/>
        <p:cNvGrpSpPr/>
        <p:nvPr/>
      </p:nvGrpSpPr>
      <p:grpSpPr>
        <a:xfrm>
          <a:off x="0" y="0"/>
          <a:ext cx="0" cy="0"/>
          <a:chOff x="0" y="0"/>
          <a:chExt cx="0" cy="0"/>
        </a:xfrm>
      </p:grpSpPr>
      <p:sp>
        <p:nvSpPr>
          <p:cNvPr id="2355" name="Google Shape;2355;p89"/>
          <p:cNvSpPr/>
          <p:nvPr/>
        </p:nvSpPr>
        <p:spPr>
          <a:xfrm>
            <a:off x="685800" y="1401763"/>
            <a:ext cx="7772400" cy="431800"/>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i="1" lang="en-US" sz="2400">
                <a:solidFill>
                  <a:schemeClr val="accent2"/>
                </a:solidFill>
                <a:latin typeface="Arial"/>
                <a:ea typeface="Arial"/>
                <a:cs typeface="Arial"/>
                <a:sym typeface="Arial"/>
              </a:rPr>
              <a:t>Analysing projectile motion</a:t>
            </a:r>
            <a:r>
              <a:rPr lang="en-US" sz="2400">
                <a:solidFill>
                  <a:schemeClr val="accent2"/>
                </a:solidFill>
                <a:latin typeface="Arial"/>
                <a:ea typeface="Arial"/>
                <a:cs typeface="Arial"/>
                <a:sym typeface="Arial"/>
              </a:rPr>
              <a:t> </a:t>
            </a:r>
            <a:r>
              <a:rPr lang="en-US" sz="2000">
                <a:solidFill>
                  <a:srgbClr val="000000"/>
                </a:solidFill>
                <a:latin typeface="Courier New"/>
                <a:ea typeface="Courier New"/>
                <a:cs typeface="Courier New"/>
                <a:sym typeface="Courier New"/>
              </a:rPr>
              <a:t>	</a:t>
            </a:r>
            <a:endParaRPr/>
          </a:p>
        </p:txBody>
      </p:sp>
      <p:sp>
        <p:nvSpPr>
          <p:cNvPr id="2356" name="Google Shape;2356;p89"/>
          <p:cNvSpPr txBox="1"/>
          <p:nvPr>
            <p:ph type="ctrTitle"/>
          </p:nvPr>
        </p:nvSpPr>
        <p:spPr>
          <a:xfrm>
            <a:off x="685800" y="533400"/>
            <a:ext cx="7772400" cy="8334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2: Mechanics</a:t>
            </a:r>
            <a:br>
              <a:rPr b="1" lang="en-US" sz="2800"/>
            </a:br>
            <a:r>
              <a:rPr lang="en-US" sz="2800">
                <a:solidFill>
                  <a:schemeClr val="dk1"/>
                </a:solidFill>
              </a:rPr>
              <a:t>2.1 – Motion</a:t>
            </a:r>
            <a:endParaRPr/>
          </a:p>
        </p:txBody>
      </p:sp>
      <p:sp>
        <p:nvSpPr>
          <p:cNvPr id="2357" name="Google Shape;2357;p89"/>
          <p:cNvSpPr/>
          <p:nvPr/>
        </p:nvSpPr>
        <p:spPr>
          <a:xfrm>
            <a:off x="685800" y="1812925"/>
            <a:ext cx="7772400" cy="5073650"/>
          </a:xfrm>
          <a:prstGeom prst="rect">
            <a:avLst/>
          </a:prstGeom>
          <a:solidFill>
            <a:srgbClr val="CCFFC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pic>
        <p:nvPicPr>
          <p:cNvPr id="2358" name="Google Shape;2358;p89"/>
          <p:cNvPicPr preferRelativeResize="0"/>
          <p:nvPr/>
        </p:nvPicPr>
        <p:blipFill rotWithShape="1">
          <a:blip r:embed="rId3">
            <a:alphaModFix/>
          </a:blip>
          <a:srcRect b="0" l="0" r="0" t="0"/>
          <a:stretch/>
        </p:blipFill>
        <p:spPr>
          <a:xfrm>
            <a:off x="685800" y="1803400"/>
            <a:ext cx="6484938" cy="3319463"/>
          </a:xfrm>
          <a:prstGeom prst="rect">
            <a:avLst/>
          </a:prstGeom>
          <a:noFill/>
          <a:ln>
            <a:noFill/>
          </a:ln>
        </p:spPr>
      </p:pic>
      <p:pic>
        <p:nvPicPr>
          <p:cNvPr id="2359" name="Google Shape;2359;p89"/>
          <p:cNvPicPr preferRelativeResize="0"/>
          <p:nvPr/>
        </p:nvPicPr>
        <p:blipFill rotWithShape="1">
          <a:blip r:embed="rId4">
            <a:alphaModFix/>
          </a:blip>
          <a:srcRect b="0" l="0" r="0" t="0"/>
          <a:stretch/>
        </p:blipFill>
        <p:spPr>
          <a:xfrm>
            <a:off x="685800" y="5076825"/>
            <a:ext cx="7762875" cy="1673225"/>
          </a:xfrm>
          <a:prstGeom prst="rect">
            <a:avLst/>
          </a:prstGeom>
          <a:noFill/>
          <a:ln>
            <a:noFill/>
          </a:ln>
        </p:spPr>
      </p:pic>
      <p:sp>
        <p:nvSpPr>
          <p:cNvPr id="2360" name="Google Shape;2360;p89"/>
          <p:cNvSpPr txBox="1"/>
          <p:nvPr/>
        </p:nvSpPr>
        <p:spPr>
          <a:xfrm>
            <a:off x="1497013" y="5514975"/>
            <a:ext cx="6797675"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hlink"/>
                </a:solidFill>
                <a:latin typeface="Arial"/>
                <a:ea typeface="Arial"/>
                <a:cs typeface="Arial"/>
                <a:sym typeface="Arial"/>
              </a:rPr>
              <a:t>∙Fall time limited by y-equations:</a:t>
            </a:r>
            <a:endParaRPr/>
          </a:p>
        </p:txBody>
      </p:sp>
      <p:sp>
        <p:nvSpPr>
          <p:cNvPr id="2361" name="Google Shape;2361;p89"/>
          <p:cNvSpPr txBox="1"/>
          <p:nvPr/>
        </p:nvSpPr>
        <p:spPr>
          <a:xfrm>
            <a:off x="5494338" y="2147888"/>
            <a:ext cx="2924175"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hlink"/>
                </a:solidFill>
                <a:latin typeface="Arial"/>
                <a:ea typeface="Arial"/>
                <a:cs typeface="Arial"/>
                <a:sym typeface="Arial"/>
              </a:rPr>
              <a:t>∆</a:t>
            </a:r>
            <a:r>
              <a:rPr i="1" lang="en-US" sz="2400">
                <a:solidFill>
                  <a:schemeClr val="hlink"/>
                </a:solidFill>
                <a:latin typeface="Arial"/>
                <a:ea typeface="Arial"/>
                <a:cs typeface="Arial"/>
                <a:sym typeface="Arial"/>
              </a:rPr>
              <a:t>y</a:t>
            </a:r>
            <a:r>
              <a:rPr lang="en-US" sz="2400">
                <a:solidFill>
                  <a:schemeClr val="hlink"/>
                </a:solidFill>
                <a:latin typeface="Arial"/>
                <a:ea typeface="Arial"/>
                <a:cs typeface="Arial"/>
                <a:sym typeface="Arial"/>
              </a:rPr>
              <a:t> = </a:t>
            </a:r>
            <a:r>
              <a:rPr i="1" lang="en-US" sz="2400">
                <a:solidFill>
                  <a:schemeClr val="hlink"/>
                </a:solidFill>
                <a:latin typeface="Arial"/>
                <a:ea typeface="Arial"/>
                <a:cs typeface="Arial"/>
                <a:sym typeface="Arial"/>
              </a:rPr>
              <a:t>u</a:t>
            </a:r>
            <a:r>
              <a:rPr baseline="-25000" i="1" lang="en-US" sz="2400">
                <a:solidFill>
                  <a:schemeClr val="hlink"/>
                </a:solidFill>
                <a:latin typeface="Arial"/>
                <a:ea typeface="Arial"/>
                <a:cs typeface="Arial"/>
                <a:sym typeface="Arial"/>
              </a:rPr>
              <a:t>y</a:t>
            </a:r>
            <a:r>
              <a:rPr i="1" lang="en-US" sz="2400">
                <a:solidFill>
                  <a:schemeClr val="hlink"/>
                </a:solidFill>
                <a:latin typeface="Arial"/>
                <a:ea typeface="Arial"/>
                <a:cs typeface="Arial"/>
                <a:sym typeface="Arial"/>
              </a:rPr>
              <a:t>t</a:t>
            </a:r>
            <a:r>
              <a:rPr lang="en-US" sz="2400">
                <a:solidFill>
                  <a:schemeClr val="hlink"/>
                </a:solidFill>
                <a:latin typeface="Arial"/>
                <a:ea typeface="Arial"/>
                <a:cs typeface="Arial"/>
                <a:sym typeface="Arial"/>
              </a:rPr>
              <a:t> - 5</a:t>
            </a:r>
            <a:r>
              <a:rPr i="1" lang="en-US" sz="2400">
                <a:solidFill>
                  <a:schemeClr val="hlink"/>
                </a:solidFill>
                <a:latin typeface="Arial"/>
                <a:ea typeface="Arial"/>
                <a:cs typeface="Arial"/>
                <a:sym typeface="Arial"/>
              </a:rPr>
              <a:t>t </a:t>
            </a:r>
            <a:r>
              <a:rPr baseline="30000" lang="en-US" sz="2400">
                <a:solidFill>
                  <a:schemeClr val="hlink"/>
                </a:solidFill>
                <a:latin typeface="Arial"/>
                <a:ea typeface="Arial"/>
                <a:cs typeface="Arial"/>
                <a:sym typeface="Arial"/>
              </a:rPr>
              <a:t>2</a:t>
            </a:r>
            <a:endParaRPr/>
          </a:p>
        </p:txBody>
      </p:sp>
      <p:sp>
        <p:nvSpPr>
          <p:cNvPr id="2362" name="Google Shape;2362;p89"/>
          <p:cNvSpPr txBox="1"/>
          <p:nvPr/>
        </p:nvSpPr>
        <p:spPr>
          <a:xfrm>
            <a:off x="5392738" y="2581275"/>
            <a:ext cx="2924175"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hlink"/>
                </a:solidFill>
                <a:latin typeface="Arial"/>
                <a:ea typeface="Arial"/>
                <a:cs typeface="Arial"/>
                <a:sym typeface="Arial"/>
              </a:rPr>
              <a:t>-33 = 0</a:t>
            </a:r>
            <a:r>
              <a:rPr i="1" lang="en-US" sz="2400">
                <a:solidFill>
                  <a:schemeClr val="hlink"/>
                </a:solidFill>
                <a:latin typeface="Arial"/>
                <a:ea typeface="Arial"/>
                <a:cs typeface="Arial"/>
                <a:sym typeface="Arial"/>
              </a:rPr>
              <a:t>t</a:t>
            </a:r>
            <a:r>
              <a:rPr lang="en-US" sz="2400">
                <a:solidFill>
                  <a:schemeClr val="hlink"/>
                </a:solidFill>
                <a:latin typeface="Arial"/>
                <a:ea typeface="Arial"/>
                <a:cs typeface="Arial"/>
                <a:sym typeface="Arial"/>
              </a:rPr>
              <a:t> - 5</a:t>
            </a:r>
            <a:r>
              <a:rPr i="1" lang="en-US" sz="2400">
                <a:solidFill>
                  <a:schemeClr val="hlink"/>
                </a:solidFill>
                <a:latin typeface="Arial"/>
                <a:ea typeface="Arial"/>
                <a:cs typeface="Arial"/>
                <a:sym typeface="Arial"/>
              </a:rPr>
              <a:t>t </a:t>
            </a:r>
            <a:r>
              <a:rPr baseline="30000" lang="en-US" sz="2400">
                <a:solidFill>
                  <a:schemeClr val="hlink"/>
                </a:solidFill>
                <a:latin typeface="Arial"/>
                <a:ea typeface="Arial"/>
                <a:cs typeface="Arial"/>
                <a:sym typeface="Arial"/>
              </a:rPr>
              <a:t>2</a:t>
            </a:r>
            <a:endParaRPr/>
          </a:p>
        </p:txBody>
      </p:sp>
      <p:sp>
        <p:nvSpPr>
          <p:cNvPr id="2363" name="Google Shape;2363;p89"/>
          <p:cNvSpPr txBox="1"/>
          <p:nvPr/>
        </p:nvSpPr>
        <p:spPr>
          <a:xfrm>
            <a:off x="5391150" y="3011488"/>
            <a:ext cx="2924175"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hlink"/>
                </a:solidFill>
                <a:latin typeface="Arial"/>
                <a:ea typeface="Arial"/>
                <a:cs typeface="Arial"/>
                <a:sym typeface="Arial"/>
              </a:rPr>
              <a:t>-33 = -5</a:t>
            </a:r>
            <a:r>
              <a:rPr i="1" lang="en-US" sz="2400">
                <a:solidFill>
                  <a:schemeClr val="hlink"/>
                </a:solidFill>
                <a:latin typeface="Arial"/>
                <a:ea typeface="Arial"/>
                <a:cs typeface="Arial"/>
                <a:sym typeface="Arial"/>
              </a:rPr>
              <a:t>t </a:t>
            </a:r>
            <a:r>
              <a:rPr baseline="30000" lang="en-US" sz="2400">
                <a:solidFill>
                  <a:schemeClr val="hlink"/>
                </a:solidFill>
                <a:latin typeface="Arial"/>
                <a:ea typeface="Arial"/>
                <a:cs typeface="Arial"/>
                <a:sym typeface="Arial"/>
              </a:rPr>
              <a:t>2</a:t>
            </a:r>
            <a:endParaRPr/>
          </a:p>
        </p:txBody>
      </p:sp>
      <p:sp>
        <p:nvSpPr>
          <p:cNvPr id="2364" name="Google Shape;2364;p89"/>
          <p:cNvSpPr txBox="1"/>
          <p:nvPr/>
        </p:nvSpPr>
        <p:spPr>
          <a:xfrm>
            <a:off x="5045075" y="3443288"/>
            <a:ext cx="2924175"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hlink"/>
                </a:solidFill>
                <a:latin typeface="Arial"/>
                <a:ea typeface="Arial"/>
                <a:cs typeface="Arial"/>
                <a:sym typeface="Arial"/>
              </a:rPr>
              <a:t>(33/5) = </a:t>
            </a:r>
            <a:r>
              <a:rPr i="1" lang="en-US" sz="2400">
                <a:solidFill>
                  <a:schemeClr val="hlink"/>
                </a:solidFill>
                <a:latin typeface="Arial"/>
                <a:ea typeface="Arial"/>
                <a:cs typeface="Arial"/>
                <a:sym typeface="Arial"/>
              </a:rPr>
              <a:t>t </a:t>
            </a:r>
            <a:r>
              <a:rPr baseline="30000" lang="en-US" sz="2400">
                <a:solidFill>
                  <a:schemeClr val="hlink"/>
                </a:solidFill>
                <a:latin typeface="Arial"/>
                <a:ea typeface="Arial"/>
                <a:cs typeface="Arial"/>
                <a:sym typeface="Arial"/>
              </a:rPr>
              <a:t>2</a:t>
            </a:r>
            <a:endParaRPr/>
          </a:p>
        </p:txBody>
      </p:sp>
      <p:sp>
        <p:nvSpPr>
          <p:cNvPr id="2365" name="Google Shape;2365;p89"/>
          <p:cNvSpPr txBox="1"/>
          <p:nvPr/>
        </p:nvSpPr>
        <p:spPr>
          <a:xfrm>
            <a:off x="1547813" y="6178550"/>
            <a:ext cx="6797675"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hlink"/>
                </a:solidFill>
                <a:latin typeface="Arial"/>
                <a:ea typeface="Arial"/>
                <a:cs typeface="Arial"/>
                <a:sym typeface="Arial"/>
              </a:rPr>
              <a:t>∙</a:t>
            </a:r>
            <a:r>
              <a:rPr i="1" lang="en-US" sz="2400">
                <a:solidFill>
                  <a:schemeClr val="hlink"/>
                </a:solidFill>
                <a:latin typeface="Arial"/>
                <a:ea typeface="Arial"/>
                <a:cs typeface="Arial"/>
                <a:sym typeface="Arial"/>
              </a:rPr>
              <a:t>t</a:t>
            </a:r>
            <a:r>
              <a:rPr lang="en-US" sz="2400">
                <a:solidFill>
                  <a:schemeClr val="hlink"/>
                </a:solidFill>
                <a:latin typeface="Arial"/>
                <a:ea typeface="Arial"/>
                <a:cs typeface="Arial"/>
                <a:sym typeface="Arial"/>
              </a:rPr>
              <a:t> = 2.6 s.</a:t>
            </a:r>
            <a:endParaRPr i="1" sz="2400">
              <a:solidFill>
                <a:schemeClr val="hlink"/>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359"/>
                                        </p:tgtEl>
                                        <p:attrNameLst>
                                          <p:attrName>style.visibility</p:attrName>
                                        </p:attrNameLst>
                                      </p:cBhvr>
                                      <p:to>
                                        <p:strVal val="visible"/>
                                      </p:to>
                                    </p:set>
                                    <p:anim calcmode="lin" valueType="num">
                                      <p:cBhvr additive="base">
                                        <p:cTn dur="500"/>
                                        <p:tgtEl>
                                          <p:spTgt spid="2359"/>
                                        </p:tgtEl>
                                        <p:attrNameLst>
                                          <p:attrName>ppt_w</p:attrName>
                                        </p:attrNameLst>
                                      </p:cBhvr>
                                      <p:tavLst>
                                        <p:tav fmla="" tm="0">
                                          <p:val>
                                            <p:strVal val="0"/>
                                          </p:val>
                                        </p:tav>
                                        <p:tav fmla="" tm="100000">
                                          <p:val>
                                            <p:strVal val="#ppt_w"/>
                                          </p:val>
                                        </p:tav>
                                      </p:tavLst>
                                    </p:anim>
                                    <p:anim calcmode="lin" valueType="num">
                                      <p:cBhvr additive="base">
                                        <p:cTn dur="500"/>
                                        <p:tgtEl>
                                          <p:spTgt spid="2359"/>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2360">
                                            <p:txEl>
                                              <p:pRg end="0" st="0"/>
                                            </p:txEl>
                                          </p:spTgt>
                                        </p:tgtEl>
                                        <p:attrNameLst>
                                          <p:attrName>style.visibility</p:attrName>
                                        </p:attrNameLst>
                                      </p:cBhvr>
                                      <p:to>
                                        <p:strVal val="visible"/>
                                      </p:to>
                                    </p:set>
                                    <p:anim calcmode="lin" valueType="num">
                                      <p:cBhvr additive="base">
                                        <p:cTn dur="500"/>
                                        <p:tgtEl>
                                          <p:spTgt spid="2360">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2361">
                                            <p:txEl>
                                              <p:pRg end="0" st="0"/>
                                            </p:txEl>
                                          </p:spTgt>
                                        </p:tgtEl>
                                        <p:attrNameLst>
                                          <p:attrName>style.visibility</p:attrName>
                                        </p:attrNameLst>
                                      </p:cBhvr>
                                      <p:to>
                                        <p:strVal val="visible"/>
                                      </p:to>
                                    </p:set>
                                    <p:anim calcmode="lin" valueType="num">
                                      <p:cBhvr additive="base">
                                        <p:cTn dur="500"/>
                                        <p:tgtEl>
                                          <p:spTgt spid="2361">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2362">
                                            <p:txEl>
                                              <p:pRg end="0" st="0"/>
                                            </p:txEl>
                                          </p:spTgt>
                                        </p:tgtEl>
                                        <p:attrNameLst>
                                          <p:attrName>style.visibility</p:attrName>
                                        </p:attrNameLst>
                                      </p:cBhvr>
                                      <p:to>
                                        <p:strVal val="visible"/>
                                      </p:to>
                                    </p:set>
                                    <p:anim calcmode="lin" valueType="num">
                                      <p:cBhvr additive="base">
                                        <p:cTn dur="500"/>
                                        <p:tgtEl>
                                          <p:spTgt spid="2362">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2363">
                                            <p:txEl>
                                              <p:pRg end="0" st="0"/>
                                            </p:txEl>
                                          </p:spTgt>
                                        </p:tgtEl>
                                        <p:attrNameLst>
                                          <p:attrName>style.visibility</p:attrName>
                                        </p:attrNameLst>
                                      </p:cBhvr>
                                      <p:to>
                                        <p:strVal val="visible"/>
                                      </p:to>
                                    </p:set>
                                    <p:anim calcmode="lin" valueType="num">
                                      <p:cBhvr additive="base">
                                        <p:cTn dur="500"/>
                                        <p:tgtEl>
                                          <p:spTgt spid="2363">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2364">
                                            <p:txEl>
                                              <p:pRg end="0" st="0"/>
                                            </p:txEl>
                                          </p:spTgt>
                                        </p:tgtEl>
                                        <p:attrNameLst>
                                          <p:attrName>style.visibility</p:attrName>
                                        </p:attrNameLst>
                                      </p:cBhvr>
                                      <p:to>
                                        <p:strVal val="visible"/>
                                      </p:to>
                                    </p:set>
                                    <p:anim calcmode="lin" valueType="num">
                                      <p:cBhvr additive="base">
                                        <p:cTn dur="500"/>
                                        <p:tgtEl>
                                          <p:spTgt spid="2364">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2365">
                                            <p:txEl>
                                              <p:pRg end="0" st="0"/>
                                            </p:txEl>
                                          </p:spTgt>
                                        </p:tgtEl>
                                        <p:attrNameLst>
                                          <p:attrName>style.visibility</p:attrName>
                                        </p:attrNameLst>
                                      </p:cBhvr>
                                      <p:to>
                                        <p:strVal val="visible"/>
                                      </p:to>
                                    </p:set>
                                    <p:anim calcmode="lin" valueType="num">
                                      <p:cBhvr additive="base">
                                        <p:cTn dur="500"/>
                                        <p:tgtEl>
                                          <p:spTgt spid="2365">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9" name="Shape 2369"/>
        <p:cNvGrpSpPr/>
        <p:nvPr/>
      </p:nvGrpSpPr>
      <p:grpSpPr>
        <a:xfrm>
          <a:off x="0" y="0"/>
          <a:ext cx="0" cy="0"/>
          <a:chOff x="0" y="0"/>
          <a:chExt cx="0" cy="0"/>
        </a:xfrm>
      </p:grpSpPr>
      <p:sp>
        <p:nvSpPr>
          <p:cNvPr id="2370" name="Google Shape;2370;p90"/>
          <p:cNvSpPr/>
          <p:nvPr/>
        </p:nvSpPr>
        <p:spPr>
          <a:xfrm>
            <a:off x="685800" y="1401763"/>
            <a:ext cx="7772400" cy="458787"/>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i="1" lang="en-US" sz="2400">
                <a:solidFill>
                  <a:schemeClr val="accent2"/>
                </a:solidFill>
                <a:latin typeface="Arial"/>
                <a:ea typeface="Arial"/>
                <a:cs typeface="Arial"/>
                <a:sym typeface="Arial"/>
              </a:rPr>
              <a:t>Analysing projectile motion</a:t>
            </a:r>
            <a:r>
              <a:rPr lang="en-US" sz="2400">
                <a:solidFill>
                  <a:schemeClr val="accent2"/>
                </a:solidFill>
                <a:latin typeface="Arial"/>
                <a:ea typeface="Arial"/>
                <a:cs typeface="Arial"/>
                <a:sym typeface="Arial"/>
              </a:rPr>
              <a:t> </a:t>
            </a:r>
            <a:r>
              <a:rPr lang="en-US" sz="2000">
                <a:solidFill>
                  <a:srgbClr val="000000"/>
                </a:solidFill>
                <a:latin typeface="Courier New"/>
                <a:ea typeface="Courier New"/>
                <a:cs typeface="Courier New"/>
                <a:sym typeface="Courier New"/>
              </a:rPr>
              <a:t>	</a:t>
            </a:r>
            <a:endParaRPr/>
          </a:p>
        </p:txBody>
      </p:sp>
      <p:sp>
        <p:nvSpPr>
          <p:cNvPr id="2371" name="Google Shape;2371;p90"/>
          <p:cNvSpPr txBox="1"/>
          <p:nvPr>
            <p:ph type="ctrTitle"/>
          </p:nvPr>
        </p:nvSpPr>
        <p:spPr>
          <a:xfrm>
            <a:off x="685800" y="533400"/>
            <a:ext cx="7772400" cy="8334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2: Mechanics</a:t>
            </a:r>
            <a:br>
              <a:rPr b="1" lang="en-US" sz="2800"/>
            </a:br>
            <a:r>
              <a:rPr lang="en-US" sz="2800">
                <a:solidFill>
                  <a:schemeClr val="dk1"/>
                </a:solidFill>
              </a:rPr>
              <a:t>2.1 – Motion</a:t>
            </a:r>
            <a:endParaRPr/>
          </a:p>
        </p:txBody>
      </p:sp>
      <p:sp>
        <p:nvSpPr>
          <p:cNvPr id="2372" name="Google Shape;2372;p90"/>
          <p:cNvSpPr/>
          <p:nvPr/>
        </p:nvSpPr>
        <p:spPr>
          <a:xfrm>
            <a:off x="685800" y="1812925"/>
            <a:ext cx="7772400" cy="5073650"/>
          </a:xfrm>
          <a:prstGeom prst="rect">
            <a:avLst/>
          </a:prstGeom>
          <a:solidFill>
            <a:srgbClr val="CCFFC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pic>
        <p:nvPicPr>
          <p:cNvPr id="2373" name="Google Shape;2373;p90"/>
          <p:cNvPicPr preferRelativeResize="0"/>
          <p:nvPr/>
        </p:nvPicPr>
        <p:blipFill rotWithShape="1">
          <a:blip r:embed="rId3">
            <a:alphaModFix/>
          </a:blip>
          <a:srcRect b="0" l="0" r="0" t="0"/>
          <a:stretch/>
        </p:blipFill>
        <p:spPr>
          <a:xfrm>
            <a:off x="685800" y="1803400"/>
            <a:ext cx="6484938" cy="3319463"/>
          </a:xfrm>
          <a:prstGeom prst="rect">
            <a:avLst/>
          </a:prstGeom>
          <a:noFill/>
          <a:ln>
            <a:noFill/>
          </a:ln>
        </p:spPr>
      </p:pic>
      <p:pic>
        <p:nvPicPr>
          <p:cNvPr id="2374" name="Google Shape;2374;p90"/>
          <p:cNvPicPr preferRelativeResize="0"/>
          <p:nvPr/>
        </p:nvPicPr>
        <p:blipFill rotWithShape="1">
          <a:blip r:embed="rId4">
            <a:alphaModFix/>
          </a:blip>
          <a:srcRect b="0" l="0" r="0" t="0"/>
          <a:stretch/>
        </p:blipFill>
        <p:spPr>
          <a:xfrm>
            <a:off x="695325" y="4967288"/>
            <a:ext cx="7727950" cy="1955800"/>
          </a:xfrm>
          <a:prstGeom prst="rect">
            <a:avLst/>
          </a:prstGeom>
          <a:noFill/>
          <a:ln>
            <a:noFill/>
          </a:ln>
        </p:spPr>
      </p:pic>
      <p:sp>
        <p:nvSpPr>
          <p:cNvPr id="2375" name="Google Shape;2375;p90"/>
          <p:cNvSpPr txBox="1"/>
          <p:nvPr/>
        </p:nvSpPr>
        <p:spPr>
          <a:xfrm>
            <a:off x="1497013" y="5707063"/>
            <a:ext cx="6797675"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hlink"/>
                </a:solidFill>
                <a:latin typeface="Arial"/>
                <a:ea typeface="Arial"/>
                <a:cs typeface="Arial"/>
                <a:sym typeface="Arial"/>
              </a:rPr>
              <a:t>∙Use x-equations and </a:t>
            </a:r>
            <a:r>
              <a:rPr i="1" lang="en-US" sz="2400">
                <a:solidFill>
                  <a:schemeClr val="hlink"/>
                </a:solidFill>
                <a:latin typeface="Arial"/>
                <a:ea typeface="Arial"/>
                <a:cs typeface="Arial"/>
                <a:sym typeface="Arial"/>
              </a:rPr>
              <a:t>t</a:t>
            </a:r>
            <a:r>
              <a:rPr lang="en-US" sz="2400">
                <a:solidFill>
                  <a:schemeClr val="hlink"/>
                </a:solidFill>
                <a:latin typeface="Arial"/>
                <a:ea typeface="Arial"/>
                <a:cs typeface="Arial"/>
                <a:sym typeface="Arial"/>
              </a:rPr>
              <a:t> = 2.6 s:</a:t>
            </a:r>
            <a:endParaRPr/>
          </a:p>
        </p:txBody>
      </p:sp>
      <p:sp>
        <p:nvSpPr>
          <p:cNvPr id="2376" name="Google Shape;2376;p90"/>
          <p:cNvSpPr txBox="1"/>
          <p:nvPr/>
        </p:nvSpPr>
        <p:spPr>
          <a:xfrm>
            <a:off x="5494338" y="2147888"/>
            <a:ext cx="2924175"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hlink"/>
                </a:solidFill>
                <a:latin typeface="Arial"/>
                <a:ea typeface="Arial"/>
                <a:cs typeface="Arial"/>
                <a:sym typeface="Arial"/>
              </a:rPr>
              <a:t>∆</a:t>
            </a:r>
            <a:r>
              <a:rPr i="1" lang="en-US" sz="2400">
                <a:solidFill>
                  <a:schemeClr val="hlink"/>
                </a:solidFill>
                <a:latin typeface="Arial"/>
                <a:ea typeface="Arial"/>
                <a:cs typeface="Arial"/>
                <a:sym typeface="Arial"/>
              </a:rPr>
              <a:t>x</a:t>
            </a:r>
            <a:r>
              <a:rPr lang="en-US" sz="2400">
                <a:solidFill>
                  <a:schemeClr val="hlink"/>
                </a:solidFill>
                <a:latin typeface="Arial"/>
                <a:ea typeface="Arial"/>
                <a:cs typeface="Arial"/>
                <a:sym typeface="Arial"/>
              </a:rPr>
              <a:t> = </a:t>
            </a:r>
            <a:r>
              <a:rPr i="1" lang="en-US" sz="2400">
                <a:solidFill>
                  <a:schemeClr val="hlink"/>
                </a:solidFill>
                <a:latin typeface="Arial"/>
                <a:ea typeface="Arial"/>
                <a:cs typeface="Arial"/>
                <a:sym typeface="Arial"/>
              </a:rPr>
              <a:t>u</a:t>
            </a:r>
            <a:r>
              <a:rPr baseline="-25000" i="1" lang="en-US" sz="2400">
                <a:solidFill>
                  <a:schemeClr val="hlink"/>
                </a:solidFill>
                <a:latin typeface="Arial"/>
                <a:ea typeface="Arial"/>
                <a:cs typeface="Arial"/>
                <a:sym typeface="Arial"/>
              </a:rPr>
              <a:t>x</a:t>
            </a:r>
            <a:r>
              <a:rPr i="1" lang="en-US" sz="2400">
                <a:solidFill>
                  <a:schemeClr val="hlink"/>
                </a:solidFill>
                <a:latin typeface="Arial"/>
                <a:ea typeface="Arial"/>
                <a:cs typeface="Arial"/>
                <a:sym typeface="Arial"/>
              </a:rPr>
              <a:t>t</a:t>
            </a:r>
            <a:endParaRPr baseline="30000" sz="2400">
              <a:solidFill>
                <a:schemeClr val="hlink"/>
              </a:solidFill>
              <a:latin typeface="Arial"/>
              <a:ea typeface="Arial"/>
              <a:cs typeface="Arial"/>
              <a:sym typeface="Arial"/>
            </a:endParaRPr>
          </a:p>
        </p:txBody>
      </p:sp>
      <p:sp>
        <p:nvSpPr>
          <p:cNvPr id="2377" name="Google Shape;2377;p90"/>
          <p:cNvSpPr txBox="1"/>
          <p:nvPr/>
        </p:nvSpPr>
        <p:spPr>
          <a:xfrm>
            <a:off x="5494338" y="2566988"/>
            <a:ext cx="2924175"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hlink"/>
                </a:solidFill>
                <a:latin typeface="Arial"/>
                <a:ea typeface="Arial"/>
                <a:cs typeface="Arial"/>
                <a:sym typeface="Arial"/>
              </a:rPr>
              <a:t>∆</a:t>
            </a:r>
            <a:r>
              <a:rPr i="1" lang="en-US" sz="2400">
                <a:solidFill>
                  <a:schemeClr val="hlink"/>
                </a:solidFill>
                <a:latin typeface="Arial"/>
                <a:ea typeface="Arial"/>
                <a:cs typeface="Arial"/>
                <a:sym typeface="Arial"/>
              </a:rPr>
              <a:t>x</a:t>
            </a:r>
            <a:r>
              <a:rPr lang="en-US" sz="2400">
                <a:solidFill>
                  <a:schemeClr val="hlink"/>
                </a:solidFill>
                <a:latin typeface="Arial"/>
                <a:ea typeface="Arial"/>
                <a:cs typeface="Arial"/>
                <a:sym typeface="Arial"/>
              </a:rPr>
              <a:t> = 18(2.6)</a:t>
            </a:r>
            <a:endParaRPr baseline="30000" sz="2400">
              <a:solidFill>
                <a:schemeClr val="hlink"/>
              </a:solidFill>
              <a:latin typeface="Arial"/>
              <a:ea typeface="Arial"/>
              <a:cs typeface="Arial"/>
              <a:sym typeface="Arial"/>
            </a:endParaRPr>
          </a:p>
        </p:txBody>
      </p:sp>
      <p:sp>
        <p:nvSpPr>
          <p:cNvPr id="2378" name="Google Shape;2378;p90"/>
          <p:cNvSpPr txBox="1"/>
          <p:nvPr/>
        </p:nvSpPr>
        <p:spPr>
          <a:xfrm>
            <a:off x="1522413" y="6289675"/>
            <a:ext cx="6797675"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hlink"/>
                </a:solidFill>
                <a:latin typeface="Arial"/>
                <a:ea typeface="Arial"/>
                <a:cs typeface="Arial"/>
                <a:sym typeface="Arial"/>
              </a:rPr>
              <a:t>∙∆</a:t>
            </a:r>
            <a:r>
              <a:rPr i="1" lang="en-US" sz="2400">
                <a:solidFill>
                  <a:schemeClr val="hlink"/>
                </a:solidFill>
                <a:latin typeface="Arial"/>
                <a:ea typeface="Arial"/>
                <a:cs typeface="Arial"/>
                <a:sym typeface="Arial"/>
              </a:rPr>
              <a:t>x</a:t>
            </a:r>
            <a:r>
              <a:rPr lang="en-US" sz="2400">
                <a:solidFill>
                  <a:schemeClr val="hlink"/>
                </a:solidFill>
                <a:latin typeface="Arial"/>
                <a:ea typeface="Arial"/>
                <a:cs typeface="Arial"/>
                <a:sym typeface="Arial"/>
              </a:rPr>
              <a:t> = 47 m.</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374"/>
                                        </p:tgtEl>
                                        <p:attrNameLst>
                                          <p:attrName>style.visibility</p:attrName>
                                        </p:attrNameLst>
                                      </p:cBhvr>
                                      <p:to>
                                        <p:strVal val="visible"/>
                                      </p:to>
                                    </p:set>
                                    <p:anim calcmode="lin" valueType="num">
                                      <p:cBhvr additive="base">
                                        <p:cTn dur="500"/>
                                        <p:tgtEl>
                                          <p:spTgt spid="2374"/>
                                        </p:tgtEl>
                                        <p:attrNameLst>
                                          <p:attrName>ppt_w</p:attrName>
                                        </p:attrNameLst>
                                      </p:cBhvr>
                                      <p:tavLst>
                                        <p:tav fmla="" tm="0">
                                          <p:val>
                                            <p:strVal val="0"/>
                                          </p:val>
                                        </p:tav>
                                        <p:tav fmla="" tm="100000">
                                          <p:val>
                                            <p:strVal val="#ppt_w"/>
                                          </p:val>
                                        </p:tav>
                                      </p:tavLst>
                                    </p:anim>
                                    <p:anim calcmode="lin" valueType="num">
                                      <p:cBhvr additive="base">
                                        <p:cTn dur="500"/>
                                        <p:tgtEl>
                                          <p:spTgt spid="2374"/>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2375">
                                            <p:txEl>
                                              <p:pRg end="0" st="0"/>
                                            </p:txEl>
                                          </p:spTgt>
                                        </p:tgtEl>
                                        <p:attrNameLst>
                                          <p:attrName>style.visibility</p:attrName>
                                        </p:attrNameLst>
                                      </p:cBhvr>
                                      <p:to>
                                        <p:strVal val="visible"/>
                                      </p:to>
                                    </p:set>
                                    <p:anim calcmode="lin" valueType="num">
                                      <p:cBhvr additive="base">
                                        <p:cTn dur="500"/>
                                        <p:tgtEl>
                                          <p:spTgt spid="2375">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2376">
                                            <p:txEl>
                                              <p:pRg end="0" st="0"/>
                                            </p:txEl>
                                          </p:spTgt>
                                        </p:tgtEl>
                                        <p:attrNameLst>
                                          <p:attrName>style.visibility</p:attrName>
                                        </p:attrNameLst>
                                      </p:cBhvr>
                                      <p:to>
                                        <p:strVal val="visible"/>
                                      </p:to>
                                    </p:set>
                                    <p:anim calcmode="lin" valueType="num">
                                      <p:cBhvr additive="base">
                                        <p:cTn dur="500"/>
                                        <p:tgtEl>
                                          <p:spTgt spid="2376">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2377">
                                            <p:txEl>
                                              <p:pRg end="0" st="0"/>
                                            </p:txEl>
                                          </p:spTgt>
                                        </p:tgtEl>
                                        <p:attrNameLst>
                                          <p:attrName>style.visibility</p:attrName>
                                        </p:attrNameLst>
                                      </p:cBhvr>
                                      <p:to>
                                        <p:strVal val="visible"/>
                                      </p:to>
                                    </p:set>
                                    <p:anim calcmode="lin" valueType="num">
                                      <p:cBhvr additive="base">
                                        <p:cTn dur="500"/>
                                        <p:tgtEl>
                                          <p:spTgt spid="2377">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2378">
                                            <p:txEl>
                                              <p:pRg end="0" st="0"/>
                                            </p:txEl>
                                          </p:spTgt>
                                        </p:tgtEl>
                                        <p:attrNameLst>
                                          <p:attrName>style.visibility</p:attrName>
                                        </p:attrNameLst>
                                      </p:cBhvr>
                                      <p:to>
                                        <p:strVal val="visible"/>
                                      </p:to>
                                    </p:set>
                                    <p:anim calcmode="lin" valueType="num">
                                      <p:cBhvr additive="base">
                                        <p:cTn dur="500"/>
                                        <p:tgtEl>
                                          <p:spTgt spid="2378">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2" name="Shape 2382"/>
        <p:cNvGrpSpPr/>
        <p:nvPr/>
      </p:nvGrpSpPr>
      <p:grpSpPr>
        <a:xfrm>
          <a:off x="0" y="0"/>
          <a:ext cx="0" cy="0"/>
          <a:chOff x="0" y="0"/>
          <a:chExt cx="0" cy="0"/>
        </a:xfrm>
      </p:grpSpPr>
      <p:sp>
        <p:nvSpPr>
          <p:cNvPr id="2383" name="Google Shape;2383;p91"/>
          <p:cNvSpPr/>
          <p:nvPr/>
        </p:nvSpPr>
        <p:spPr>
          <a:xfrm>
            <a:off x="685800" y="1401763"/>
            <a:ext cx="7772400" cy="449262"/>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i="1" lang="en-US" sz="2400">
                <a:solidFill>
                  <a:schemeClr val="accent2"/>
                </a:solidFill>
                <a:latin typeface="Arial"/>
                <a:ea typeface="Arial"/>
                <a:cs typeface="Arial"/>
                <a:sym typeface="Arial"/>
              </a:rPr>
              <a:t>Analysing projectile motion</a:t>
            </a:r>
            <a:r>
              <a:rPr lang="en-US" sz="2400">
                <a:solidFill>
                  <a:schemeClr val="accent2"/>
                </a:solidFill>
                <a:latin typeface="Arial"/>
                <a:ea typeface="Arial"/>
                <a:cs typeface="Arial"/>
                <a:sym typeface="Arial"/>
              </a:rPr>
              <a:t> </a:t>
            </a:r>
            <a:r>
              <a:rPr lang="en-US" sz="2000">
                <a:solidFill>
                  <a:srgbClr val="000000"/>
                </a:solidFill>
                <a:latin typeface="Courier New"/>
                <a:ea typeface="Courier New"/>
                <a:cs typeface="Courier New"/>
                <a:sym typeface="Courier New"/>
              </a:rPr>
              <a:t>	</a:t>
            </a:r>
            <a:endParaRPr/>
          </a:p>
        </p:txBody>
      </p:sp>
      <p:sp>
        <p:nvSpPr>
          <p:cNvPr id="2384" name="Google Shape;2384;p91"/>
          <p:cNvSpPr txBox="1"/>
          <p:nvPr>
            <p:ph type="ctrTitle"/>
          </p:nvPr>
        </p:nvSpPr>
        <p:spPr>
          <a:xfrm>
            <a:off x="685800" y="533400"/>
            <a:ext cx="7772400" cy="8334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2: Mechanics</a:t>
            </a:r>
            <a:br>
              <a:rPr b="1" lang="en-US" sz="2800"/>
            </a:br>
            <a:r>
              <a:rPr lang="en-US" sz="2800">
                <a:solidFill>
                  <a:schemeClr val="dk1"/>
                </a:solidFill>
              </a:rPr>
              <a:t>2.1 – Motion</a:t>
            </a:r>
            <a:endParaRPr/>
          </a:p>
        </p:txBody>
      </p:sp>
      <p:sp>
        <p:nvSpPr>
          <p:cNvPr id="2385" name="Google Shape;2385;p91"/>
          <p:cNvSpPr/>
          <p:nvPr/>
        </p:nvSpPr>
        <p:spPr>
          <a:xfrm>
            <a:off x="685800" y="1812925"/>
            <a:ext cx="7772400" cy="5073650"/>
          </a:xfrm>
          <a:prstGeom prst="rect">
            <a:avLst/>
          </a:prstGeom>
          <a:solidFill>
            <a:srgbClr val="CCFFC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pic>
        <p:nvPicPr>
          <p:cNvPr id="2386" name="Google Shape;2386;p91"/>
          <p:cNvPicPr preferRelativeResize="0"/>
          <p:nvPr/>
        </p:nvPicPr>
        <p:blipFill rotWithShape="1">
          <a:blip r:embed="rId3">
            <a:alphaModFix/>
          </a:blip>
          <a:srcRect b="0" l="0" r="0" t="0"/>
          <a:stretch/>
        </p:blipFill>
        <p:spPr>
          <a:xfrm>
            <a:off x="685800" y="1803400"/>
            <a:ext cx="6484938" cy="3319463"/>
          </a:xfrm>
          <a:prstGeom prst="rect">
            <a:avLst/>
          </a:prstGeom>
          <a:noFill/>
          <a:ln>
            <a:noFill/>
          </a:ln>
        </p:spPr>
      </p:pic>
      <p:pic>
        <p:nvPicPr>
          <p:cNvPr id="2387" name="Google Shape;2387;p91"/>
          <p:cNvPicPr preferRelativeResize="0"/>
          <p:nvPr/>
        </p:nvPicPr>
        <p:blipFill rotWithShape="1">
          <a:blip r:embed="rId4">
            <a:alphaModFix/>
          </a:blip>
          <a:srcRect b="0" l="0" r="0" t="0"/>
          <a:stretch/>
        </p:blipFill>
        <p:spPr>
          <a:xfrm>
            <a:off x="693738" y="5148263"/>
            <a:ext cx="7780337" cy="1490662"/>
          </a:xfrm>
          <a:prstGeom prst="rect">
            <a:avLst/>
          </a:prstGeom>
          <a:noFill/>
          <a:ln>
            <a:noFill/>
          </a:ln>
        </p:spPr>
      </p:pic>
      <p:sp>
        <p:nvSpPr>
          <p:cNvPr id="2388" name="Google Shape;2388;p91"/>
          <p:cNvSpPr txBox="1"/>
          <p:nvPr/>
        </p:nvSpPr>
        <p:spPr>
          <a:xfrm>
            <a:off x="3244850" y="2959100"/>
            <a:ext cx="2924175"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rgbClr val="FF3300"/>
                </a:solidFill>
                <a:latin typeface="Arial"/>
                <a:ea typeface="Arial"/>
                <a:cs typeface="Arial"/>
                <a:sym typeface="Arial"/>
              </a:rPr>
              <a:t>v</a:t>
            </a:r>
            <a:r>
              <a:rPr baseline="-25000" i="1" lang="en-US" sz="2400">
                <a:solidFill>
                  <a:srgbClr val="FF3300"/>
                </a:solidFill>
                <a:latin typeface="Arial"/>
                <a:ea typeface="Arial"/>
                <a:cs typeface="Arial"/>
                <a:sym typeface="Arial"/>
              </a:rPr>
              <a:t>x</a:t>
            </a:r>
            <a:r>
              <a:rPr lang="en-US" sz="2400">
                <a:solidFill>
                  <a:srgbClr val="FF3300"/>
                </a:solidFill>
                <a:latin typeface="Arial"/>
                <a:ea typeface="Arial"/>
                <a:cs typeface="Arial"/>
                <a:sym typeface="Arial"/>
              </a:rPr>
              <a:t> = </a:t>
            </a:r>
            <a:r>
              <a:rPr i="1" lang="en-US" sz="2400">
                <a:solidFill>
                  <a:srgbClr val="FF3300"/>
                </a:solidFill>
                <a:latin typeface="Arial"/>
                <a:ea typeface="Arial"/>
                <a:cs typeface="Arial"/>
                <a:sym typeface="Arial"/>
              </a:rPr>
              <a:t>u</a:t>
            </a:r>
            <a:r>
              <a:rPr baseline="-25000" i="1" lang="en-US" sz="2400">
                <a:solidFill>
                  <a:srgbClr val="FF3300"/>
                </a:solidFill>
                <a:latin typeface="Arial"/>
                <a:ea typeface="Arial"/>
                <a:cs typeface="Arial"/>
                <a:sym typeface="Arial"/>
              </a:rPr>
              <a:t>x</a:t>
            </a:r>
            <a:r>
              <a:rPr lang="en-US" sz="2400">
                <a:solidFill>
                  <a:schemeClr val="hlink"/>
                </a:solidFill>
                <a:latin typeface="Arial"/>
                <a:ea typeface="Arial"/>
                <a:cs typeface="Arial"/>
                <a:sym typeface="Arial"/>
              </a:rPr>
              <a:t> </a:t>
            </a:r>
            <a:endParaRPr/>
          </a:p>
        </p:txBody>
      </p:sp>
      <p:sp>
        <p:nvSpPr>
          <p:cNvPr id="2389" name="Google Shape;2389;p91"/>
          <p:cNvSpPr txBox="1"/>
          <p:nvPr/>
        </p:nvSpPr>
        <p:spPr>
          <a:xfrm>
            <a:off x="5065713" y="2581275"/>
            <a:ext cx="2924175"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rgbClr val="FF3300"/>
                </a:solidFill>
                <a:latin typeface="Arial"/>
                <a:ea typeface="Arial"/>
                <a:cs typeface="Arial"/>
                <a:sym typeface="Arial"/>
              </a:rPr>
              <a:t>v</a:t>
            </a:r>
            <a:r>
              <a:rPr baseline="-25000" i="1" lang="en-US" sz="2400">
                <a:solidFill>
                  <a:srgbClr val="FF3300"/>
                </a:solidFill>
                <a:latin typeface="Arial"/>
                <a:ea typeface="Arial"/>
                <a:cs typeface="Arial"/>
                <a:sym typeface="Arial"/>
              </a:rPr>
              <a:t>y</a:t>
            </a:r>
            <a:r>
              <a:rPr lang="en-US" sz="2400">
                <a:solidFill>
                  <a:srgbClr val="FF3300"/>
                </a:solidFill>
                <a:latin typeface="Arial"/>
                <a:ea typeface="Arial"/>
                <a:cs typeface="Arial"/>
                <a:sym typeface="Arial"/>
              </a:rPr>
              <a:t> = </a:t>
            </a:r>
            <a:r>
              <a:rPr i="1" lang="en-US" sz="2400">
                <a:solidFill>
                  <a:srgbClr val="FF3300"/>
                </a:solidFill>
                <a:latin typeface="Arial"/>
                <a:ea typeface="Arial"/>
                <a:cs typeface="Arial"/>
                <a:sym typeface="Arial"/>
              </a:rPr>
              <a:t>u</a:t>
            </a:r>
            <a:r>
              <a:rPr baseline="-25000" i="1" lang="en-US" sz="2400">
                <a:solidFill>
                  <a:srgbClr val="FF3300"/>
                </a:solidFill>
                <a:latin typeface="Arial"/>
                <a:ea typeface="Arial"/>
                <a:cs typeface="Arial"/>
                <a:sym typeface="Arial"/>
              </a:rPr>
              <a:t>y</a:t>
            </a:r>
            <a:r>
              <a:rPr baseline="-25000" lang="en-US" sz="2400">
                <a:solidFill>
                  <a:srgbClr val="FF3300"/>
                </a:solidFill>
                <a:latin typeface="Arial"/>
                <a:ea typeface="Arial"/>
                <a:cs typeface="Arial"/>
                <a:sym typeface="Arial"/>
              </a:rPr>
              <a:t> </a:t>
            </a:r>
            <a:r>
              <a:rPr lang="en-US" sz="2400">
                <a:solidFill>
                  <a:srgbClr val="FF3300"/>
                </a:solidFill>
                <a:latin typeface="Arial"/>
                <a:ea typeface="Arial"/>
                <a:cs typeface="Arial"/>
                <a:sym typeface="Arial"/>
              </a:rPr>
              <a:t>– 10</a:t>
            </a:r>
            <a:r>
              <a:rPr i="1" lang="en-US" sz="2400">
                <a:solidFill>
                  <a:srgbClr val="FF3300"/>
                </a:solidFill>
                <a:latin typeface="Arial"/>
                <a:ea typeface="Arial"/>
                <a:cs typeface="Arial"/>
                <a:sym typeface="Arial"/>
              </a:rPr>
              <a:t>t</a:t>
            </a:r>
            <a:r>
              <a:rPr lang="en-US" sz="2400">
                <a:solidFill>
                  <a:schemeClr val="hlink"/>
                </a:solidFill>
                <a:latin typeface="Arial"/>
                <a:ea typeface="Arial"/>
                <a:cs typeface="Arial"/>
                <a:sym typeface="Arial"/>
              </a:rPr>
              <a:t> </a:t>
            </a:r>
            <a:endParaRPr/>
          </a:p>
        </p:txBody>
      </p:sp>
      <p:sp>
        <p:nvSpPr>
          <p:cNvPr id="2390" name="Google Shape;2390;p91"/>
          <p:cNvSpPr txBox="1"/>
          <p:nvPr/>
        </p:nvSpPr>
        <p:spPr>
          <a:xfrm>
            <a:off x="3254375" y="3394075"/>
            <a:ext cx="2924175"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chemeClr val="hlink"/>
                </a:solidFill>
                <a:latin typeface="Arial"/>
                <a:ea typeface="Arial"/>
                <a:cs typeface="Arial"/>
                <a:sym typeface="Arial"/>
              </a:rPr>
              <a:t>v</a:t>
            </a:r>
            <a:r>
              <a:rPr baseline="-25000" i="1" lang="en-US" sz="2400">
                <a:solidFill>
                  <a:schemeClr val="hlink"/>
                </a:solidFill>
                <a:latin typeface="Arial"/>
                <a:ea typeface="Arial"/>
                <a:cs typeface="Arial"/>
                <a:sym typeface="Arial"/>
              </a:rPr>
              <a:t>x</a:t>
            </a:r>
            <a:r>
              <a:rPr lang="en-US" sz="2400">
                <a:solidFill>
                  <a:schemeClr val="hlink"/>
                </a:solidFill>
                <a:latin typeface="Arial"/>
                <a:ea typeface="Arial"/>
                <a:cs typeface="Arial"/>
                <a:sym typeface="Arial"/>
              </a:rPr>
              <a:t> = 18. </a:t>
            </a:r>
            <a:endParaRPr/>
          </a:p>
        </p:txBody>
      </p:sp>
      <p:sp>
        <p:nvSpPr>
          <p:cNvPr id="2391" name="Google Shape;2391;p91"/>
          <p:cNvSpPr txBox="1"/>
          <p:nvPr/>
        </p:nvSpPr>
        <p:spPr>
          <a:xfrm>
            <a:off x="5068888" y="2986088"/>
            <a:ext cx="2924175"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chemeClr val="hlink"/>
                </a:solidFill>
                <a:latin typeface="Arial"/>
                <a:ea typeface="Arial"/>
                <a:cs typeface="Arial"/>
                <a:sym typeface="Arial"/>
              </a:rPr>
              <a:t>v</a:t>
            </a:r>
            <a:r>
              <a:rPr baseline="-25000" i="1" lang="en-US" sz="2400">
                <a:solidFill>
                  <a:schemeClr val="hlink"/>
                </a:solidFill>
                <a:latin typeface="Arial"/>
                <a:ea typeface="Arial"/>
                <a:cs typeface="Arial"/>
                <a:sym typeface="Arial"/>
              </a:rPr>
              <a:t>y</a:t>
            </a:r>
            <a:r>
              <a:rPr lang="en-US" sz="2400">
                <a:solidFill>
                  <a:schemeClr val="hlink"/>
                </a:solidFill>
                <a:latin typeface="Arial"/>
                <a:ea typeface="Arial"/>
                <a:cs typeface="Arial"/>
                <a:sym typeface="Arial"/>
              </a:rPr>
              <a:t> = 0</a:t>
            </a:r>
            <a:r>
              <a:rPr baseline="-25000" lang="en-US" sz="2400">
                <a:solidFill>
                  <a:schemeClr val="hlink"/>
                </a:solidFill>
                <a:latin typeface="Arial"/>
                <a:ea typeface="Arial"/>
                <a:cs typeface="Arial"/>
                <a:sym typeface="Arial"/>
              </a:rPr>
              <a:t> </a:t>
            </a:r>
            <a:r>
              <a:rPr lang="en-US" sz="2400">
                <a:solidFill>
                  <a:schemeClr val="hlink"/>
                </a:solidFill>
                <a:latin typeface="Arial"/>
                <a:ea typeface="Arial"/>
                <a:cs typeface="Arial"/>
                <a:sym typeface="Arial"/>
              </a:rPr>
              <a:t>– 10</a:t>
            </a:r>
            <a:r>
              <a:rPr i="1" lang="en-US" sz="2400">
                <a:solidFill>
                  <a:schemeClr val="hlink"/>
                </a:solidFill>
                <a:latin typeface="Arial"/>
                <a:ea typeface="Arial"/>
                <a:cs typeface="Arial"/>
                <a:sym typeface="Arial"/>
              </a:rPr>
              <a:t>t</a:t>
            </a:r>
            <a:endParaRPr sz="2400">
              <a:solidFill>
                <a:schemeClr val="hlink"/>
              </a:solidFill>
              <a:latin typeface="Arial"/>
              <a:ea typeface="Arial"/>
              <a:cs typeface="Arial"/>
              <a:sym typeface="Arial"/>
            </a:endParaRPr>
          </a:p>
        </p:txBody>
      </p:sp>
      <p:sp>
        <p:nvSpPr>
          <p:cNvPr id="2392" name="Google Shape;2392;p91"/>
          <p:cNvSpPr txBox="1"/>
          <p:nvPr/>
        </p:nvSpPr>
        <p:spPr>
          <a:xfrm>
            <a:off x="5065713" y="3381375"/>
            <a:ext cx="3344862"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chemeClr val="hlink"/>
                </a:solidFill>
                <a:latin typeface="Arial"/>
                <a:ea typeface="Arial"/>
                <a:cs typeface="Arial"/>
                <a:sym typeface="Arial"/>
              </a:rPr>
              <a:t>v</a:t>
            </a:r>
            <a:r>
              <a:rPr baseline="-25000" i="1" lang="en-US" sz="2400">
                <a:solidFill>
                  <a:schemeClr val="hlink"/>
                </a:solidFill>
                <a:latin typeface="Arial"/>
                <a:ea typeface="Arial"/>
                <a:cs typeface="Arial"/>
                <a:sym typeface="Arial"/>
              </a:rPr>
              <a:t>y</a:t>
            </a:r>
            <a:r>
              <a:rPr lang="en-US" sz="2400">
                <a:solidFill>
                  <a:schemeClr val="hlink"/>
                </a:solidFill>
                <a:latin typeface="Arial"/>
                <a:ea typeface="Arial"/>
                <a:cs typeface="Arial"/>
                <a:sym typeface="Arial"/>
              </a:rPr>
              <a:t> = –10(2.6) = -26. </a:t>
            </a:r>
            <a:endParaRPr/>
          </a:p>
        </p:txBody>
      </p:sp>
      <p:sp>
        <p:nvSpPr>
          <p:cNvPr id="2393" name="Google Shape;2393;p91"/>
          <p:cNvSpPr/>
          <p:nvPr/>
        </p:nvSpPr>
        <p:spPr>
          <a:xfrm rot="10800000">
            <a:off x="7666038" y="2100263"/>
            <a:ext cx="887412" cy="1566862"/>
          </a:xfrm>
          <a:prstGeom prst="rtTriangl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394" name="Google Shape;2394;p91"/>
          <p:cNvSpPr txBox="1"/>
          <p:nvPr/>
        </p:nvSpPr>
        <p:spPr>
          <a:xfrm>
            <a:off x="7934325" y="1670050"/>
            <a:ext cx="523875"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hlink"/>
                </a:solidFill>
                <a:latin typeface="Arial"/>
                <a:ea typeface="Arial"/>
                <a:cs typeface="Arial"/>
                <a:sym typeface="Arial"/>
              </a:rPr>
              <a:t>18</a:t>
            </a:r>
            <a:endParaRPr/>
          </a:p>
        </p:txBody>
      </p:sp>
      <p:sp>
        <p:nvSpPr>
          <p:cNvPr id="2395" name="Google Shape;2395;p91"/>
          <p:cNvSpPr txBox="1"/>
          <p:nvPr/>
        </p:nvSpPr>
        <p:spPr>
          <a:xfrm>
            <a:off x="8553450" y="2447925"/>
            <a:ext cx="523875"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hlink"/>
                </a:solidFill>
                <a:latin typeface="Arial"/>
                <a:ea typeface="Arial"/>
                <a:cs typeface="Arial"/>
                <a:sym typeface="Arial"/>
              </a:rPr>
              <a:t>26</a:t>
            </a:r>
            <a:endParaRPr/>
          </a:p>
        </p:txBody>
      </p:sp>
      <p:sp>
        <p:nvSpPr>
          <p:cNvPr id="2396" name="Google Shape;2396;p91"/>
          <p:cNvSpPr txBox="1"/>
          <p:nvPr/>
        </p:nvSpPr>
        <p:spPr>
          <a:xfrm>
            <a:off x="7754938" y="2005013"/>
            <a:ext cx="3429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hlink"/>
                </a:solidFill>
                <a:latin typeface="Arial"/>
                <a:ea typeface="Arial"/>
                <a:cs typeface="Arial"/>
                <a:sym typeface="Arial"/>
              </a:rPr>
              <a:t>θ</a:t>
            </a:r>
            <a:endParaRPr/>
          </a:p>
        </p:txBody>
      </p:sp>
      <p:sp>
        <p:nvSpPr>
          <p:cNvPr id="2397" name="Google Shape;2397;p91"/>
          <p:cNvSpPr txBox="1"/>
          <p:nvPr/>
        </p:nvSpPr>
        <p:spPr>
          <a:xfrm>
            <a:off x="1922463" y="5578475"/>
            <a:ext cx="3344862"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hlink"/>
                </a:solidFill>
                <a:latin typeface="Arial"/>
                <a:ea typeface="Arial"/>
                <a:cs typeface="Arial"/>
                <a:sym typeface="Arial"/>
              </a:rPr>
              <a:t>∙tan</a:t>
            </a:r>
            <a:r>
              <a:rPr baseline="-25000" i="1" lang="en-US" sz="2400">
                <a:solidFill>
                  <a:schemeClr val="hlink"/>
                </a:solidFill>
                <a:latin typeface="Arial"/>
                <a:ea typeface="Arial"/>
                <a:cs typeface="Arial"/>
                <a:sym typeface="Arial"/>
              </a:rPr>
              <a:t> </a:t>
            </a:r>
            <a:r>
              <a:rPr lang="en-US" sz="2400">
                <a:solidFill>
                  <a:schemeClr val="hlink"/>
                </a:solidFill>
                <a:latin typeface="Arial"/>
                <a:ea typeface="Arial"/>
                <a:cs typeface="Arial"/>
                <a:sym typeface="Arial"/>
              </a:rPr>
              <a:t>θ = 26/18 </a:t>
            </a:r>
            <a:endParaRPr/>
          </a:p>
        </p:txBody>
      </p:sp>
      <p:sp>
        <p:nvSpPr>
          <p:cNvPr id="2398" name="Google Shape;2398;p91"/>
          <p:cNvSpPr txBox="1"/>
          <p:nvPr/>
        </p:nvSpPr>
        <p:spPr>
          <a:xfrm>
            <a:off x="2552700" y="6086475"/>
            <a:ext cx="4776788"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hlink"/>
                </a:solidFill>
                <a:latin typeface="Arial"/>
                <a:ea typeface="Arial"/>
                <a:cs typeface="Arial"/>
                <a:sym typeface="Arial"/>
              </a:rPr>
              <a:t>θ = tan</a:t>
            </a:r>
            <a:r>
              <a:rPr baseline="30000" lang="en-US" sz="2400">
                <a:solidFill>
                  <a:schemeClr val="hlink"/>
                </a:solidFill>
                <a:latin typeface="Arial"/>
                <a:ea typeface="Arial"/>
                <a:cs typeface="Arial"/>
                <a:sym typeface="Arial"/>
              </a:rPr>
              <a:t>-1</a:t>
            </a:r>
            <a:r>
              <a:rPr lang="en-US" sz="2400">
                <a:solidFill>
                  <a:schemeClr val="hlink"/>
                </a:solidFill>
                <a:latin typeface="Arial"/>
                <a:ea typeface="Arial"/>
                <a:cs typeface="Arial"/>
                <a:sym typeface="Arial"/>
              </a:rPr>
              <a:t>(26/18) = 55º.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387"/>
                                        </p:tgtEl>
                                        <p:attrNameLst>
                                          <p:attrName>style.visibility</p:attrName>
                                        </p:attrNameLst>
                                      </p:cBhvr>
                                      <p:to>
                                        <p:strVal val="visible"/>
                                      </p:to>
                                    </p:set>
                                    <p:anim calcmode="lin" valueType="num">
                                      <p:cBhvr additive="base">
                                        <p:cTn dur="500"/>
                                        <p:tgtEl>
                                          <p:spTgt spid="2387"/>
                                        </p:tgtEl>
                                        <p:attrNameLst>
                                          <p:attrName>ppt_w</p:attrName>
                                        </p:attrNameLst>
                                      </p:cBhvr>
                                      <p:tavLst>
                                        <p:tav fmla="" tm="0">
                                          <p:val>
                                            <p:strVal val="0"/>
                                          </p:val>
                                        </p:tav>
                                        <p:tav fmla="" tm="100000">
                                          <p:val>
                                            <p:strVal val="#ppt_w"/>
                                          </p:val>
                                        </p:tav>
                                      </p:tavLst>
                                    </p:anim>
                                    <p:anim calcmode="lin" valueType="num">
                                      <p:cBhvr additive="base">
                                        <p:cTn dur="500"/>
                                        <p:tgtEl>
                                          <p:spTgt spid="2387"/>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2388">
                                            <p:txEl>
                                              <p:pRg end="0" st="0"/>
                                            </p:txEl>
                                          </p:spTgt>
                                        </p:tgtEl>
                                        <p:attrNameLst>
                                          <p:attrName>style.visibility</p:attrName>
                                        </p:attrNameLst>
                                      </p:cBhvr>
                                      <p:to>
                                        <p:strVal val="visible"/>
                                      </p:to>
                                    </p:set>
                                    <p:anim calcmode="lin" valueType="num">
                                      <p:cBhvr additive="base">
                                        <p:cTn dur="500"/>
                                        <p:tgtEl>
                                          <p:spTgt spid="2388">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2390">
                                            <p:txEl>
                                              <p:pRg end="0" st="0"/>
                                            </p:txEl>
                                          </p:spTgt>
                                        </p:tgtEl>
                                        <p:attrNameLst>
                                          <p:attrName>style.visibility</p:attrName>
                                        </p:attrNameLst>
                                      </p:cBhvr>
                                      <p:to>
                                        <p:strVal val="visible"/>
                                      </p:to>
                                    </p:set>
                                    <p:anim calcmode="lin" valueType="num">
                                      <p:cBhvr additive="base">
                                        <p:cTn dur="500"/>
                                        <p:tgtEl>
                                          <p:spTgt spid="2390">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2389">
                                            <p:txEl>
                                              <p:pRg end="0" st="0"/>
                                            </p:txEl>
                                          </p:spTgt>
                                        </p:tgtEl>
                                        <p:attrNameLst>
                                          <p:attrName>style.visibility</p:attrName>
                                        </p:attrNameLst>
                                      </p:cBhvr>
                                      <p:to>
                                        <p:strVal val="visible"/>
                                      </p:to>
                                    </p:set>
                                    <p:anim calcmode="lin" valueType="num">
                                      <p:cBhvr additive="base">
                                        <p:cTn dur="500"/>
                                        <p:tgtEl>
                                          <p:spTgt spid="2389">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2391">
                                            <p:txEl>
                                              <p:pRg end="0" st="0"/>
                                            </p:txEl>
                                          </p:spTgt>
                                        </p:tgtEl>
                                        <p:attrNameLst>
                                          <p:attrName>style.visibility</p:attrName>
                                        </p:attrNameLst>
                                      </p:cBhvr>
                                      <p:to>
                                        <p:strVal val="visible"/>
                                      </p:to>
                                    </p:set>
                                    <p:anim calcmode="lin" valueType="num">
                                      <p:cBhvr additive="base">
                                        <p:cTn dur="500"/>
                                        <p:tgtEl>
                                          <p:spTgt spid="2391">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2392">
                                            <p:txEl>
                                              <p:pRg end="0" st="0"/>
                                            </p:txEl>
                                          </p:spTgt>
                                        </p:tgtEl>
                                        <p:attrNameLst>
                                          <p:attrName>style.visibility</p:attrName>
                                        </p:attrNameLst>
                                      </p:cBhvr>
                                      <p:to>
                                        <p:strVal val="visible"/>
                                      </p:to>
                                    </p:set>
                                    <p:anim calcmode="lin" valueType="num">
                                      <p:cBhvr additive="base">
                                        <p:cTn dur="500"/>
                                        <p:tgtEl>
                                          <p:spTgt spid="2392">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393"/>
                                        </p:tgtEl>
                                        <p:attrNameLst>
                                          <p:attrName>style.visibility</p:attrName>
                                        </p:attrNameLst>
                                      </p:cBhvr>
                                      <p:to>
                                        <p:strVal val="visible"/>
                                      </p:to>
                                    </p:set>
                                    <p:anim calcmode="lin" valueType="num">
                                      <p:cBhvr additive="base">
                                        <p:cTn dur="500"/>
                                        <p:tgtEl>
                                          <p:spTgt spid="2393"/>
                                        </p:tgtEl>
                                        <p:attrNameLst>
                                          <p:attrName>ppt_w</p:attrName>
                                        </p:attrNameLst>
                                      </p:cBhvr>
                                      <p:tavLst>
                                        <p:tav fmla="" tm="0">
                                          <p:val>
                                            <p:strVal val="0"/>
                                          </p:val>
                                        </p:tav>
                                        <p:tav fmla="" tm="100000">
                                          <p:val>
                                            <p:strVal val="#ppt_w"/>
                                          </p:val>
                                        </p:tav>
                                      </p:tavLst>
                                    </p:anim>
                                    <p:anim calcmode="lin" valueType="num">
                                      <p:cBhvr additive="base">
                                        <p:cTn dur="500"/>
                                        <p:tgtEl>
                                          <p:spTgt spid="2393"/>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2394"/>
                                        </p:tgtEl>
                                        <p:attrNameLst>
                                          <p:attrName>style.visibility</p:attrName>
                                        </p:attrNameLst>
                                      </p:cBhvr>
                                      <p:to>
                                        <p:strVal val="visible"/>
                                      </p:to>
                                    </p:set>
                                    <p:anim calcmode="lin" valueType="num">
                                      <p:cBhvr additive="base">
                                        <p:cTn dur="500"/>
                                        <p:tgtEl>
                                          <p:spTgt spid="2394"/>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2395"/>
                                        </p:tgtEl>
                                        <p:attrNameLst>
                                          <p:attrName>style.visibility</p:attrName>
                                        </p:attrNameLst>
                                      </p:cBhvr>
                                      <p:to>
                                        <p:strVal val="visible"/>
                                      </p:to>
                                    </p:set>
                                    <p:anim calcmode="lin" valueType="num">
                                      <p:cBhvr additive="base">
                                        <p:cTn dur="500"/>
                                        <p:tgtEl>
                                          <p:spTgt spid="2395"/>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2396"/>
                                        </p:tgtEl>
                                        <p:attrNameLst>
                                          <p:attrName>style.visibility</p:attrName>
                                        </p:attrNameLst>
                                      </p:cBhvr>
                                      <p:to>
                                        <p:strVal val="visible"/>
                                      </p:to>
                                    </p:set>
                                    <p:anim calcmode="lin" valueType="num">
                                      <p:cBhvr additive="base">
                                        <p:cTn dur="500"/>
                                        <p:tgtEl>
                                          <p:spTgt spid="2396"/>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2397">
                                            <p:txEl>
                                              <p:pRg end="0" st="0"/>
                                            </p:txEl>
                                          </p:spTgt>
                                        </p:tgtEl>
                                        <p:attrNameLst>
                                          <p:attrName>style.visibility</p:attrName>
                                        </p:attrNameLst>
                                      </p:cBhvr>
                                      <p:to>
                                        <p:strVal val="visible"/>
                                      </p:to>
                                    </p:set>
                                    <p:anim calcmode="lin" valueType="num">
                                      <p:cBhvr additive="base">
                                        <p:cTn dur="500"/>
                                        <p:tgtEl>
                                          <p:spTgt spid="2397">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2398">
                                            <p:txEl>
                                              <p:pRg end="0" st="0"/>
                                            </p:txEl>
                                          </p:spTgt>
                                        </p:tgtEl>
                                        <p:attrNameLst>
                                          <p:attrName>style.visibility</p:attrName>
                                        </p:attrNameLst>
                                      </p:cBhvr>
                                      <p:to>
                                        <p:strVal val="visible"/>
                                      </p:to>
                                    </p:set>
                                    <p:anim calcmode="lin" valueType="num">
                                      <p:cBhvr additive="base">
                                        <p:cTn dur="500"/>
                                        <p:tgtEl>
                                          <p:spTgt spid="2398">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2" name="Shape 2402"/>
        <p:cNvGrpSpPr/>
        <p:nvPr/>
      </p:nvGrpSpPr>
      <p:grpSpPr>
        <a:xfrm>
          <a:off x="0" y="0"/>
          <a:ext cx="0" cy="0"/>
          <a:chOff x="0" y="0"/>
          <a:chExt cx="0" cy="0"/>
        </a:xfrm>
      </p:grpSpPr>
      <p:sp>
        <p:nvSpPr>
          <p:cNvPr id="2403" name="Google Shape;2403;p92"/>
          <p:cNvSpPr/>
          <p:nvPr/>
        </p:nvSpPr>
        <p:spPr>
          <a:xfrm>
            <a:off x="685800" y="1401763"/>
            <a:ext cx="7772400" cy="468312"/>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i="1" lang="en-US" sz="2400">
                <a:solidFill>
                  <a:schemeClr val="accent2"/>
                </a:solidFill>
                <a:latin typeface="Arial"/>
                <a:ea typeface="Arial"/>
                <a:cs typeface="Arial"/>
                <a:sym typeface="Arial"/>
              </a:rPr>
              <a:t>Analysing projectile motion</a:t>
            </a:r>
            <a:r>
              <a:rPr lang="en-US" sz="2400">
                <a:solidFill>
                  <a:schemeClr val="accent2"/>
                </a:solidFill>
                <a:latin typeface="Arial"/>
                <a:ea typeface="Arial"/>
                <a:cs typeface="Arial"/>
                <a:sym typeface="Arial"/>
              </a:rPr>
              <a:t> </a:t>
            </a:r>
            <a:r>
              <a:rPr lang="en-US" sz="2000">
                <a:solidFill>
                  <a:srgbClr val="000000"/>
                </a:solidFill>
                <a:latin typeface="Courier New"/>
                <a:ea typeface="Courier New"/>
                <a:cs typeface="Courier New"/>
                <a:sym typeface="Courier New"/>
              </a:rPr>
              <a:t>	</a:t>
            </a:r>
            <a:endParaRPr/>
          </a:p>
        </p:txBody>
      </p:sp>
      <p:sp>
        <p:nvSpPr>
          <p:cNvPr id="2404" name="Google Shape;2404;p92"/>
          <p:cNvSpPr txBox="1"/>
          <p:nvPr>
            <p:ph type="ctrTitle"/>
          </p:nvPr>
        </p:nvSpPr>
        <p:spPr>
          <a:xfrm>
            <a:off x="685800" y="533400"/>
            <a:ext cx="7772400" cy="8334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2: Mechanics</a:t>
            </a:r>
            <a:br>
              <a:rPr b="1" lang="en-US" sz="2800"/>
            </a:br>
            <a:r>
              <a:rPr lang="en-US" sz="2800">
                <a:solidFill>
                  <a:schemeClr val="dk1"/>
                </a:solidFill>
              </a:rPr>
              <a:t>2.1 – Motion</a:t>
            </a:r>
            <a:endParaRPr/>
          </a:p>
        </p:txBody>
      </p:sp>
      <p:sp>
        <p:nvSpPr>
          <p:cNvPr id="2405" name="Google Shape;2405;p92"/>
          <p:cNvSpPr/>
          <p:nvPr/>
        </p:nvSpPr>
        <p:spPr>
          <a:xfrm>
            <a:off x="685800" y="1812925"/>
            <a:ext cx="7772400" cy="4854575"/>
          </a:xfrm>
          <a:prstGeom prst="rect">
            <a:avLst/>
          </a:prstGeom>
          <a:solidFill>
            <a:srgbClr val="CCFFC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pic>
        <p:nvPicPr>
          <p:cNvPr id="2406" name="Google Shape;2406;p92"/>
          <p:cNvPicPr preferRelativeResize="0"/>
          <p:nvPr/>
        </p:nvPicPr>
        <p:blipFill rotWithShape="1">
          <a:blip r:embed="rId3">
            <a:alphaModFix/>
          </a:blip>
          <a:srcRect b="0" l="0" r="0" t="0"/>
          <a:stretch/>
        </p:blipFill>
        <p:spPr>
          <a:xfrm>
            <a:off x="681038" y="1768475"/>
            <a:ext cx="7742237" cy="3262313"/>
          </a:xfrm>
          <a:prstGeom prst="rect">
            <a:avLst/>
          </a:prstGeom>
          <a:noFill/>
          <a:ln>
            <a:noFill/>
          </a:ln>
        </p:spPr>
      </p:pic>
      <p:sp>
        <p:nvSpPr>
          <p:cNvPr id="2407" name="Google Shape;2407;p92"/>
          <p:cNvSpPr txBox="1"/>
          <p:nvPr/>
        </p:nvSpPr>
        <p:spPr>
          <a:xfrm>
            <a:off x="714375" y="4976813"/>
            <a:ext cx="7737475" cy="8223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hlink"/>
                </a:solidFill>
                <a:latin typeface="Arial"/>
                <a:ea typeface="Arial"/>
                <a:cs typeface="Arial"/>
                <a:sym typeface="Arial"/>
              </a:rPr>
              <a:t>∙The horizontal component of velocity is </a:t>
            </a:r>
            <a:r>
              <a:rPr i="1" lang="en-US" sz="2400">
                <a:solidFill>
                  <a:schemeClr val="hlink"/>
                </a:solidFill>
                <a:latin typeface="Arial"/>
                <a:ea typeface="Arial"/>
                <a:cs typeface="Arial"/>
                <a:sym typeface="Arial"/>
              </a:rPr>
              <a:t>v</a:t>
            </a:r>
            <a:r>
              <a:rPr baseline="-25000" i="1" lang="en-US" sz="2400">
                <a:solidFill>
                  <a:schemeClr val="hlink"/>
                </a:solidFill>
                <a:latin typeface="Arial"/>
                <a:ea typeface="Arial"/>
                <a:cs typeface="Arial"/>
                <a:sym typeface="Arial"/>
              </a:rPr>
              <a:t>x</a:t>
            </a:r>
            <a:r>
              <a:rPr lang="en-US" sz="2400">
                <a:solidFill>
                  <a:schemeClr val="hlink"/>
                </a:solidFill>
                <a:latin typeface="Arial"/>
                <a:ea typeface="Arial"/>
                <a:cs typeface="Arial"/>
                <a:sym typeface="Arial"/>
              </a:rPr>
              <a:t> = </a:t>
            </a:r>
            <a:r>
              <a:rPr i="1" lang="en-US" sz="2400">
                <a:solidFill>
                  <a:schemeClr val="hlink"/>
                </a:solidFill>
                <a:latin typeface="Arial"/>
                <a:ea typeface="Arial"/>
                <a:cs typeface="Arial"/>
                <a:sym typeface="Arial"/>
              </a:rPr>
              <a:t>u</a:t>
            </a:r>
            <a:r>
              <a:rPr baseline="-25000" i="1" lang="en-US" sz="2400">
                <a:solidFill>
                  <a:schemeClr val="hlink"/>
                </a:solidFill>
                <a:latin typeface="Arial"/>
                <a:ea typeface="Arial"/>
                <a:cs typeface="Arial"/>
                <a:sym typeface="Arial"/>
              </a:rPr>
              <a:t>x</a:t>
            </a:r>
            <a:r>
              <a:rPr baseline="-25000" lang="en-US" sz="2400">
                <a:solidFill>
                  <a:schemeClr val="hlink"/>
                </a:solidFill>
                <a:latin typeface="Arial"/>
                <a:ea typeface="Arial"/>
                <a:cs typeface="Arial"/>
                <a:sym typeface="Arial"/>
              </a:rPr>
              <a:t> </a:t>
            </a:r>
            <a:r>
              <a:rPr lang="en-US" sz="2400">
                <a:solidFill>
                  <a:schemeClr val="hlink"/>
                </a:solidFill>
                <a:latin typeface="Arial"/>
                <a:ea typeface="Arial"/>
                <a:cs typeface="Arial"/>
                <a:sym typeface="Arial"/>
              </a:rPr>
              <a:t>which is CONSTANT.</a:t>
            </a:r>
            <a:endParaRPr/>
          </a:p>
        </p:txBody>
      </p:sp>
      <p:grpSp>
        <p:nvGrpSpPr>
          <p:cNvPr id="2408" name="Google Shape;2408;p92"/>
          <p:cNvGrpSpPr/>
          <p:nvPr/>
        </p:nvGrpSpPr>
        <p:grpSpPr>
          <a:xfrm>
            <a:off x="1612900" y="2947988"/>
            <a:ext cx="3332163" cy="517525"/>
            <a:chOff x="3752" y="2077"/>
            <a:chExt cx="1349" cy="326"/>
          </a:xfrm>
        </p:grpSpPr>
        <p:cxnSp>
          <p:nvCxnSpPr>
            <p:cNvPr id="2409" name="Google Shape;2409;p92"/>
            <p:cNvCxnSpPr/>
            <p:nvPr/>
          </p:nvCxnSpPr>
          <p:spPr>
            <a:xfrm flipH="1">
              <a:off x="3752" y="2077"/>
              <a:ext cx="1349" cy="326"/>
            </a:xfrm>
            <a:prstGeom prst="straightConnector1">
              <a:avLst/>
            </a:prstGeom>
            <a:noFill/>
            <a:ln cap="flat" cmpd="sng" w="9525">
              <a:solidFill>
                <a:srgbClr val="FF0000"/>
              </a:solidFill>
              <a:prstDash val="solid"/>
              <a:round/>
              <a:headEnd len="med" w="med" type="none"/>
              <a:tailEnd len="med" w="med" type="none"/>
            </a:ln>
          </p:spPr>
        </p:cxnSp>
        <p:cxnSp>
          <p:nvCxnSpPr>
            <p:cNvPr id="2410" name="Google Shape;2410;p92"/>
            <p:cNvCxnSpPr/>
            <p:nvPr/>
          </p:nvCxnSpPr>
          <p:spPr>
            <a:xfrm>
              <a:off x="3752" y="2077"/>
              <a:ext cx="1349" cy="326"/>
            </a:xfrm>
            <a:prstGeom prst="straightConnector1">
              <a:avLst/>
            </a:prstGeom>
            <a:noFill/>
            <a:ln cap="flat" cmpd="sng" w="9525">
              <a:solidFill>
                <a:srgbClr val="FF0000"/>
              </a:solidFill>
              <a:prstDash val="solid"/>
              <a:round/>
              <a:headEnd len="med" w="med" type="none"/>
              <a:tailEnd len="med" w="med" type="none"/>
            </a:ln>
          </p:spPr>
        </p:cxnSp>
      </p:grpSp>
      <p:grpSp>
        <p:nvGrpSpPr>
          <p:cNvPr id="2411" name="Google Shape;2411;p92"/>
          <p:cNvGrpSpPr/>
          <p:nvPr/>
        </p:nvGrpSpPr>
        <p:grpSpPr>
          <a:xfrm>
            <a:off x="1625600" y="3454400"/>
            <a:ext cx="3332163" cy="517525"/>
            <a:chOff x="3752" y="2077"/>
            <a:chExt cx="1349" cy="326"/>
          </a:xfrm>
        </p:grpSpPr>
        <p:cxnSp>
          <p:nvCxnSpPr>
            <p:cNvPr id="2412" name="Google Shape;2412;p92"/>
            <p:cNvCxnSpPr/>
            <p:nvPr/>
          </p:nvCxnSpPr>
          <p:spPr>
            <a:xfrm flipH="1">
              <a:off x="3752" y="2077"/>
              <a:ext cx="1349" cy="326"/>
            </a:xfrm>
            <a:prstGeom prst="straightConnector1">
              <a:avLst/>
            </a:prstGeom>
            <a:noFill/>
            <a:ln cap="flat" cmpd="sng" w="9525">
              <a:solidFill>
                <a:srgbClr val="FF0000"/>
              </a:solidFill>
              <a:prstDash val="solid"/>
              <a:round/>
              <a:headEnd len="med" w="med" type="none"/>
              <a:tailEnd len="med" w="med" type="none"/>
            </a:ln>
          </p:spPr>
        </p:cxnSp>
        <p:cxnSp>
          <p:nvCxnSpPr>
            <p:cNvPr id="2413" name="Google Shape;2413;p92"/>
            <p:cNvCxnSpPr/>
            <p:nvPr/>
          </p:nvCxnSpPr>
          <p:spPr>
            <a:xfrm>
              <a:off x="3752" y="2077"/>
              <a:ext cx="1349" cy="326"/>
            </a:xfrm>
            <a:prstGeom prst="straightConnector1">
              <a:avLst/>
            </a:prstGeom>
            <a:noFill/>
            <a:ln cap="flat" cmpd="sng" w="9525">
              <a:solidFill>
                <a:srgbClr val="FF0000"/>
              </a:solidFill>
              <a:prstDash val="solid"/>
              <a:round/>
              <a:headEnd len="med" w="med" type="none"/>
              <a:tailEnd len="med" w="med" type="none"/>
            </a:ln>
          </p:spPr>
        </p:cxnSp>
      </p:grpSp>
      <p:sp>
        <p:nvSpPr>
          <p:cNvPr id="2414" name="Google Shape;2414;p92"/>
          <p:cNvSpPr txBox="1"/>
          <p:nvPr/>
        </p:nvSpPr>
        <p:spPr>
          <a:xfrm>
            <a:off x="738188" y="5711825"/>
            <a:ext cx="7737475" cy="8223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hlink"/>
                </a:solidFill>
                <a:latin typeface="Arial"/>
                <a:ea typeface="Arial"/>
                <a:cs typeface="Arial"/>
                <a:sym typeface="Arial"/>
              </a:rPr>
              <a:t>∙The vertical component of velocity is </a:t>
            </a:r>
            <a:r>
              <a:rPr i="1" lang="en-US" sz="2400">
                <a:solidFill>
                  <a:schemeClr val="hlink"/>
                </a:solidFill>
                <a:latin typeface="Arial"/>
                <a:ea typeface="Arial"/>
                <a:cs typeface="Arial"/>
                <a:sym typeface="Arial"/>
              </a:rPr>
              <a:t>v</a:t>
            </a:r>
            <a:r>
              <a:rPr baseline="-25000" i="1" lang="en-US" sz="2400">
                <a:solidFill>
                  <a:schemeClr val="hlink"/>
                </a:solidFill>
                <a:latin typeface="Arial"/>
                <a:ea typeface="Arial"/>
                <a:cs typeface="Arial"/>
                <a:sym typeface="Arial"/>
              </a:rPr>
              <a:t>y</a:t>
            </a:r>
            <a:r>
              <a:rPr lang="en-US" sz="2400">
                <a:solidFill>
                  <a:schemeClr val="hlink"/>
                </a:solidFill>
                <a:latin typeface="Arial"/>
                <a:ea typeface="Arial"/>
                <a:cs typeface="Arial"/>
                <a:sym typeface="Arial"/>
              </a:rPr>
              <a:t> = </a:t>
            </a:r>
            <a:r>
              <a:rPr i="1" lang="en-US" sz="2400">
                <a:solidFill>
                  <a:schemeClr val="hlink"/>
                </a:solidFill>
                <a:latin typeface="Arial"/>
                <a:ea typeface="Arial"/>
                <a:cs typeface="Arial"/>
                <a:sym typeface="Arial"/>
              </a:rPr>
              <a:t>u</a:t>
            </a:r>
            <a:r>
              <a:rPr baseline="-25000" i="1" lang="en-US" sz="2400">
                <a:solidFill>
                  <a:schemeClr val="hlink"/>
                </a:solidFill>
                <a:latin typeface="Arial"/>
                <a:ea typeface="Arial"/>
                <a:cs typeface="Arial"/>
                <a:sym typeface="Arial"/>
              </a:rPr>
              <a:t>y</a:t>
            </a:r>
            <a:r>
              <a:rPr lang="en-US" sz="2400">
                <a:solidFill>
                  <a:schemeClr val="hlink"/>
                </a:solidFill>
                <a:latin typeface="Arial"/>
                <a:ea typeface="Arial"/>
                <a:cs typeface="Arial"/>
                <a:sym typeface="Arial"/>
              </a:rPr>
              <a:t> – 10</a:t>
            </a:r>
            <a:r>
              <a:rPr i="1" lang="en-US" sz="2400">
                <a:solidFill>
                  <a:schemeClr val="hlink"/>
                </a:solidFill>
                <a:latin typeface="Arial"/>
                <a:ea typeface="Arial"/>
                <a:cs typeface="Arial"/>
                <a:sym typeface="Arial"/>
              </a:rPr>
              <a:t>t</a:t>
            </a:r>
            <a:r>
              <a:rPr baseline="-25000" lang="en-US" sz="2400">
                <a:solidFill>
                  <a:schemeClr val="hlink"/>
                </a:solidFill>
                <a:latin typeface="Arial"/>
                <a:ea typeface="Arial"/>
                <a:cs typeface="Arial"/>
                <a:sym typeface="Arial"/>
              </a:rPr>
              <a:t> </a:t>
            </a:r>
            <a:r>
              <a:rPr i="1" lang="en-US" sz="2400">
                <a:solidFill>
                  <a:schemeClr val="hlink"/>
                </a:solidFill>
                <a:latin typeface="Arial"/>
                <a:ea typeface="Arial"/>
                <a:cs typeface="Arial"/>
                <a:sym typeface="Arial"/>
              </a:rPr>
              <a:t>,</a:t>
            </a:r>
            <a:r>
              <a:rPr baseline="-25000" lang="en-US" sz="2400">
                <a:solidFill>
                  <a:schemeClr val="hlink"/>
                </a:solidFill>
                <a:latin typeface="Arial"/>
                <a:ea typeface="Arial"/>
                <a:cs typeface="Arial"/>
                <a:sym typeface="Arial"/>
              </a:rPr>
              <a:t> </a:t>
            </a:r>
            <a:r>
              <a:rPr lang="en-US" sz="2400">
                <a:solidFill>
                  <a:schemeClr val="hlink"/>
                </a:solidFill>
                <a:latin typeface="Arial"/>
                <a:ea typeface="Arial"/>
                <a:cs typeface="Arial"/>
                <a:sym typeface="Arial"/>
              </a:rPr>
              <a:t>which is INCREASING (negatively).</a:t>
            </a:r>
            <a:endParaRPr/>
          </a:p>
        </p:txBody>
      </p:sp>
      <p:grpSp>
        <p:nvGrpSpPr>
          <p:cNvPr id="2415" name="Google Shape;2415;p92"/>
          <p:cNvGrpSpPr/>
          <p:nvPr/>
        </p:nvGrpSpPr>
        <p:grpSpPr>
          <a:xfrm>
            <a:off x="4937125" y="3962400"/>
            <a:ext cx="3332163" cy="517525"/>
            <a:chOff x="3752" y="2077"/>
            <a:chExt cx="1349" cy="326"/>
          </a:xfrm>
        </p:grpSpPr>
        <p:cxnSp>
          <p:nvCxnSpPr>
            <p:cNvPr id="2416" name="Google Shape;2416;p92"/>
            <p:cNvCxnSpPr/>
            <p:nvPr/>
          </p:nvCxnSpPr>
          <p:spPr>
            <a:xfrm flipH="1">
              <a:off x="3752" y="2077"/>
              <a:ext cx="1349" cy="326"/>
            </a:xfrm>
            <a:prstGeom prst="straightConnector1">
              <a:avLst/>
            </a:prstGeom>
            <a:noFill/>
            <a:ln cap="flat" cmpd="sng" w="9525">
              <a:solidFill>
                <a:srgbClr val="FF0000"/>
              </a:solidFill>
              <a:prstDash val="solid"/>
              <a:round/>
              <a:headEnd len="med" w="med" type="none"/>
              <a:tailEnd len="med" w="med" type="none"/>
            </a:ln>
          </p:spPr>
        </p:cxnSp>
        <p:cxnSp>
          <p:nvCxnSpPr>
            <p:cNvPr id="2417" name="Google Shape;2417;p92"/>
            <p:cNvCxnSpPr/>
            <p:nvPr/>
          </p:nvCxnSpPr>
          <p:spPr>
            <a:xfrm>
              <a:off x="3752" y="2077"/>
              <a:ext cx="1349" cy="326"/>
            </a:xfrm>
            <a:prstGeom prst="straightConnector1">
              <a:avLst/>
            </a:prstGeom>
            <a:noFill/>
            <a:ln cap="flat" cmpd="sng" w="9525">
              <a:solidFill>
                <a:srgbClr val="FF0000"/>
              </a:solidFill>
              <a:prstDash val="solid"/>
              <a:round/>
              <a:headEnd len="med" w="med" type="none"/>
              <a:tailEnd len="med" w="med" type="none"/>
            </a:ln>
          </p:spPr>
        </p:cxnSp>
      </p:grpSp>
      <p:sp>
        <p:nvSpPr>
          <p:cNvPr id="2418" name="Google Shape;2418;p92"/>
          <p:cNvSpPr/>
          <p:nvPr/>
        </p:nvSpPr>
        <p:spPr>
          <a:xfrm>
            <a:off x="1031875" y="4500563"/>
            <a:ext cx="422275" cy="422275"/>
          </a:xfrm>
          <a:prstGeom prst="ellipse">
            <a:avLst/>
          </a:prstGeom>
          <a:noFill/>
          <a:ln cap="flat" cmpd="sng" w="1905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406"/>
                                        </p:tgtEl>
                                        <p:attrNameLst>
                                          <p:attrName>style.visibility</p:attrName>
                                        </p:attrNameLst>
                                      </p:cBhvr>
                                      <p:to>
                                        <p:strVal val="visible"/>
                                      </p:to>
                                    </p:set>
                                    <p:anim calcmode="lin" valueType="num">
                                      <p:cBhvr additive="base">
                                        <p:cTn dur="500"/>
                                        <p:tgtEl>
                                          <p:spTgt spid="2406"/>
                                        </p:tgtEl>
                                        <p:attrNameLst>
                                          <p:attrName>ppt_w</p:attrName>
                                        </p:attrNameLst>
                                      </p:cBhvr>
                                      <p:tavLst>
                                        <p:tav fmla="" tm="0">
                                          <p:val>
                                            <p:strVal val="0"/>
                                          </p:val>
                                        </p:tav>
                                        <p:tav fmla="" tm="100000">
                                          <p:val>
                                            <p:strVal val="#ppt_w"/>
                                          </p:val>
                                        </p:tav>
                                      </p:tavLst>
                                    </p:anim>
                                    <p:anim calcmode="lin" valueType="num">
                                      <p:cBhvr additive="base">
                                        <p:cTn dur="500"/>
                                        <p:tgtEl>
                                          <p:spTgt spid="2406"/>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2407">
                                            <p:txEl>
                                              <p:pRg end="0" st="0"/>
                                            </p:txEl>
                                          </p:spTgt>
                                        </p:tgtEl>
                                        <p:attrNameLst>
                                          <p:attrName>style.visibility</p:attrName>
                                        </p:attrNameLst>
                                      </p:cBhvr>
                                      <p:to>
                                        <p:strVal val="visible"/>
                                      </p:to>
                                    </p:set>
                                    <p:anim calcmode="lin" valueType="num">
                                      <p:cBhvr additive="base">
                                        <p:cTn dur="500"/>
                                        <p:tgtEl>
                                          <p:spTgt spid="2407">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408"/>
                                        </p:tgtEl>
                                        <p:attrNameLst>
                                          <p:attrName>style.visibility</p:attrName>
                                        </p:attrNameLst>
                                      </p:cBhvr>
                                      <p:to>
                                        <p:strVal val="visible"/>
                                      </p:to>
                                    </p:set>
                                    <p:anim calcmode="lin" valueType="num">
                                      <p:cBhvr additive="base">
                                        <p:cTn dur="500"/>
                                        <p:tgtEl>
                                          <p:spTgt spid="2408"/>
                                        </p:tgtEl>
                                        <p:attrNameLst>
                                          <p:attrName>ppt_w</p:attrName>
                                        </p:attrNameLst>
                                      </p:cBhvr>
                                      <p:tavLst>
                                        <p:tav fmla="" tm="0">
                                          <p:val>
                                            <p:strVal val="0"/>
                                          </p:val>
                                        </p:tav>
                                        <p:tav fmla="" tm="100000">
                                          <p:val>
                                            <p:strVal val="#ppt_w"/>
                                          </p:val>
                                        </p:tav>
                                      </p:tavLst>
                                    </p:anim>
                                    <p:anim calcmode="lin" valueType="num">
                                      <p:cBhvr additive="base">
                                        <p:cTn dur="500"/>
                                        <p:tgtEl>
                                          <p:spTgt spid="2408"/>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411"/>
                                        </p:tgtEl>
                                        <p:attrNameLst>
                                          <p:attrName>style.visibility</p:attrName>
                                        </p:attrNameLst>
                                      </p:cBhvr>
                                      <p:to>
                                        <p:strVal val="visible"/>
                                      </p:to>
                                    </p:set>
                                    <p:anim calcmode="lin" valueType="num">
                                      <p:cBhvr additive="base">
                                        <p:cTn dur="500"/>
                                        <p:tgtEl>
                                          <p:spTgt spid="2411"/>
                                        </p:tgtEl>
                                        <p:attrNameLst>
                                          <p:attrName>ppt_w</p:attrName>
                                        </p:attrNameLst>
                                      </p:cBhvr>
                                      <p:tavLst>
                                        <p:tav fmla="" tm="0">
                                          <p:val>
                                            <p:strVal val="0"/>
                                          </p:val>
                                        </p:tav>
                                        <p:tav fmla="" tm="100000">
                                          <p:val>
                                            <p:strVal val="#ppt_w"/>
                                          </p:val>
                                        </p:tav>
                                      </p:tavLst>
                                    </p:anim>
                                    <p:anim calcmode="lin" valueType="num">
                                      <p:cBhvr additive="base">
                                        <p:cTn dur="500"/>
                                        <p:tgtEl>
                                          <p:spTgt spid="2411"/>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2414">
                                            <p:txEl>
                                              <p:pRg end="0" st="0"/>
                                            </p:txEl>
                                          </p:spTgt>
                                        </p:tgtEl>
                                        <p:attrNameLst>
                                          <p:attrName>style.visibility</p:attrName>
                                        </p:attrNameLst>
                                      </p:cBhvr>
                                      <p:to>
                                        <p:strVal val="visible"/>
                                      </p:to>
                                    </p:set>
                                    <p:anim calcmode="lin" valueType="num">
                                      <p:cBhvr additive="base">
                                        <p:cTn dur="500"/>
                                        <p:tgtEl>
                                          <p:spTgt spid="2414">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415"/>
                                        </p:tgtEl>
                                        <p:attrNameLst>
                                          <p:attrName>style.visibility</p:attrName>
                                        </p:attrNameLst>
                                      </p:cBhvr>
                                      <p:to>
                                        <p:strVal val="visible"/>
                                      </p:to>
                                    </p:set>
                                    <p:anim calcmode="lin" valueType="num">
                                      <p:cBhvr additive="base">
                                        <p:cTn dur="500"/>
                                        <p:tgtEl>
                                          <p:spTgt spid="2415"/>
                                        </p:tgtEl>
                                        <p:attrNameLst>
                                          <p:attrName>ppt_w</p:attrName>
                                        </p:attrNameLst>
                                      </p:cBhvr>
                                      <p:tavLst>
                                        <p:tav fmla="" tm="0">
                                          <p:val>
                                            <p:strVal val="0"/>
                                          </p:val>
                                        </p:tav>
                                        <p:tav fmla="" tm="100000">
                                          <p:val>
                                            <p:strVal val="#ppt_w"/>
                                          </p:val>
                                        </p:tav>
                                      </p:tavLst>
                                    </p:anim>
                                    <p:anim calcmode="lin" valueType="num">
                                      <p:cBhvr additive="base">
                                        <p:cTn dur="500"/>
                                        <p:tgtEl>
                                          <p:spTgt spid="2415"/>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418"/>
                                        </p:tgtEl>
                                        <p:attrNameLst>
                                          <p:attrName>style.visibility</p:attrName>
                                        </p:attrNameLst>
                                      </p:cBhvr>
                                      <p:to>
                                        <p:strVal val="visible"/>
                                      </p:to>
                                    </p:set>
                                    <p:anim calcmode="lin" valueType="num">
                                      <p:cBhvr additive="base">
                                        <p:cTn dur="500"/>
                                        <p:tgtEl>
                                          <p:spTgt spid="2418"/>
                                        </p:tgtEl>
                                        <p:attrNameLst>
                                          <p:attrName>ppt_w</p:attrName>
                                        </p:attrNameLst>
                                      </p:cBhvr>
                                      <p:tavLst>
                                        <p:tav fmla="" tm="0">
                                          <p:val>
                                            <p:strVal val="0"/>
                                          </p:val>
                                        </p:tav>
                                        <p:tav fmla="" tm="100000">
                                          <p:val>
                                            <p:strVal val="#ppt_w"/>
                                          </p:val>
                                        </p:tav>
                                      </p:tavLst>
                                    </p:anim>
                                    <p:anim calcmode="lin" valueType="num">
                                      <p:cBhvr additive="base">
                                        <p:cTn dur="500"/>
                                        <p:tgtEl>
                                          <p:spTgt spid="2418"/>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2" name="Shape 2422"/>
        <p:cNvGrpSpPr/>
        <p:nvPr/>
      </p:nvGrpSpPr>
      <p:grpSpPr>
        <a:xfrm>
          <a:off x="0" y="0"/>
          <a:ext cx="0" cy="0"/>
          <a:chOff x="0" y="0"/>
          <a:chExt cx="0" cy="0"/>
        </a:xfrm>
      </p:grpSpPr>
      <p:sp>
        <p:nvSpPr>
          <p:cNvPr id="2423" name="Google Shape;2423;p93"/>
          <p:cNvSpPr/>
          <p:nvPr/>
        </p:nvSpPr>
        <p:spPr>
          <a:xfrm>
            <a:off x="685800" y="1401763"/>
            <a:ext cx="7772400" cy="422275"/>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i="1" lang="en-US" sz="2400">
                <a:solidFill>
                  <a:schemeClr val="accent2"/>
                </a:solidFill>
                <a:latin typeface="Arial"/>
                <a:ea typeface="Arial"/>
                <a:cs typeface="Arial"/>
                <a:sym typeface="Arial"/>
              </a:rPr>
              <a:t>Analysing projectile motion</a:t>
            </a:r>
            <a:r>
              <a:rPr lang="en-US" sz="2400">
                <a:solidFill>
                  <a:schemeClr val="accent2"/>
                </a:solidFill>
                <a:latin typeface="Arial"/>
                <a:ea typeface="Arial"/>
                <a:cs typeface="Arial"/>
                <a:sym typeface="Arial"/>
              </a:rPr>
              <a:t> </a:t>
            </a:r>
            <a:r>
              <a:rPr lang="en-US" sz="2000">
                <a:solidFill>
                  <a:srgbClr val="000000"/>
                </a:solidFill>
                <a:latin typeface="Courier New"/>
                <a:ea typeface="Courier New"/>
                <a:cs typeface="Courier New"/>
                <a:sym typeface="Courier New"/>
              </a:rPr>
              <a:t>	</a:t>
            </a:r>
            <a:endParaRPr/>
          </a:p>
        </p:txBody>
      </p:sp>
      <p:sp>
        <p:nvSpPr>
          <p:cNvPr id="2424" name="Google Shape;2424;p93"/>
          <p:cNvSpPr txBox="1"/>
          <p:nvPr>
            <p:ph type="ctrTitle"/>
          </p:nvPr>
        </p:nvSpPr>
        <p:spPr>
          <a:xfrm>
            <a:off x="685800" y="533400"/>
            <a:ext cx="7772400" cy="8334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2: Mechanics</a:t>
            </a:r>
            <a:br>
              <a:rPr b="1" lang="en-US" sz="2800"/>
            </a:br>
            <a:r>
              <a:rPr lang="en-US" sz="2800">
                <a:solidFill>
                  <a:schemeClr val="dk1"/>
                </a:solidFill>
              </a:rPr>
              <a:t>2.1 – Motion</a:t>
            </a:r>
            <a:endParaRPr/>
          </a:p>
        </p:txBody>
      </p:sp>
      <p:sp>
        <p:nvSpPr>
          <p:cNvPr id="2425" name="Google Shape;2425;p93"/>
          <p:cNvSpPr/>
          <p:nvPr/>
        </p:nvSpPr>
        <p:spPr>
          <a:xfrm>
            <a:off x="685800" y="1812925"/>
            <a:ext cx="7772400" cy="5073650"/>
          </a:xfrm>
          <a:prstGeom prst="rect">
            <a:avLst/>
          </a:prstGeom>
          <a:solidFill>
            <a:srgbClr val="CCFFC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pic>
        <p:nvPicPr>
          <p:cNvPr id="2426" name="Google Shape;2426;p93"/>
          <p:cNvPicPr preferRelativeResize="0"/>
          <p:nvPr/>
        </p:nvPicPr>
        <p:blipFill rotWithShape="1">
          <a:blip r:embed="rId3">
            <a:alphaModFix/>
          </a:blip>
          <a:srcRect b="0" l="0" r="0" t="0"/>
          <a:stretch/>
        </p:blipFill>
        <p:spPr>
          <a:xfrm>
            <a:off x="684213" y="1798638"/>
            <a:ext cx="6186487" cy="3111500"/>
          </a:xfrm>
          <a:prstGeom prst="rect">
            <a:avLst/>
          </a:prstGeom>
          <a:noFill/>
          <a:ln>
            <a:noFill/>
          </a:ln>
        </p:spPr>
      </p:pic>
      <p:pic>
        <p:nvPicPr>
          <p:cNvPr id="2427" name="Google Shape;2427;p93"/>
          <p:cNvPicPr preferRelativeResize="0"/>
          <p:nvPr/>
        </p:nvPicPr>
        <p:blipFill rotWithShape="1">
          <a:blip r:embed="rId4">
            <a:alphaModFix/>
          </a:blip>
          <a:srcRect b="0" l="0" r="0" t="0"/>
          <a:stretch/>
        </p:blipFill>
        <p:spPr>
          <a:xfrm>
            <a:off x="682625" y="4910138"/>
            <a:ext cx="7754938" cy="1887537"/>
          </a:xfrm>
          <a:prstGeom prst="rect">
            <a:avLst/>
          </a:prstGeom>
          <a:noFill/>
          <a:ln>
            <a:noFill/>
          </a:ln>
        </p:spPr>
      </p:pic>
      <p:sp>
        <p:nvSpPr>
          <p:cNvPr id="2428" name="Google Shape;2428;p93"/>
          <p:cNvSpPr txBox="1"/>
          <p:nvPr/>
        </p:nvSpPr>
        <p:spPr>
          <a:xfrm>
            <a:off x="4779963" y="2859088"/>
            <a:ext cx="2789237"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hlink"/>
                </a:solidFill>
                <a:latin typeface="Arial"/>
                <a:ea typeface="Arial"/>
                <a:cs typeface="Arial"/>
                <a:sym typeface="Arial"/>
              </a:rPr>
              <a:t>∙ ∆</a:t>
            </a:r>
            <a:r>
              <a:rPr i="1" lang="en-US" sz="2400">
                <a:solidFill>
                  <a:schemeClr val="hlink"/>
                </a:solidFill>
                <a:latin typeface="Arial"/>
                <a:ea typeface="Arial"/>
                <a:cs typeface="Arial"/>
                <a:sym typeface="Arial"/>
              </a:rPr>
              <a:t>E</a:t>
            </a:r>
            <a:r>
              <a:rPr baseline="-25000" lang="en-US" sz="2400">
                <a:solidFill>
                  <a:schemeClr val="hlink"/>
                </a:solidFill>
                <a:latin typeface="Arial"/>
                <a:ea typeface="Arial"/>
                <a:cs typeface="Arial"/>
                <a:sym typeface="Arial"/>
              </a:rPr>
              <a:t>K</a:t>
            </a:r>
            <a:r>
              <a:rPr lang="en-US" sz="2400">
                <a:solidFill>
                  <a:schemeClr val="hlink"/>
                </a:solidFill>
                <a:latin typeface="Arial"/>
                <a:ea typeface="Arial"/>
                <a:cs typeface="Arial"/>
                <a:sym typeface="Arial"/>
              </a:rPr>
              <a:t> + ∆</a:t>
            </a:r>
            <a:r>
              <a:rPr i="1" lang="en-US" sz="2400">
                <a:solidFill>
                  <a:schemeClr val="hlink"/>
                </a:solidFill>
                <a:latin typeface="Arial"/>
                <a:ea typeface="Arial"/>
                <a:cs typeface="Arial"/>
                <a:sym typeface="Arial"/>
              </a:rPr>
              <a:t>E</a:t>
            </a:r>
            <a:r>
              <a:rPr baseline="-25000" lang="en-US" sz="2400">
                <a:solidFill>
                  <a:schemeClr val="hlink"/>
                </a:solidFill>
                <a:latin typeface="Arial"/>
                <a:ea typeface="Arial"/>
                <a:cs typeface="Arial"/>
                <a:sym typeface="Arial"/>
              </a:rPr>
              <a:t>P</a:t>
            </a:r>
            <a:r>
              <a:rPr baseline="30000" lang="en-US" sz="2400">
                <a:solidFill>
                  <a:schemeClr val="hlink"/>
                </a:solidFill>
                <a:latin typeface="Arial"/>
                <a:ea typeface="Arial"/>
                <a:cs typeface="Arial"/>
                <a:sym typeface="Arial"/>
              </a:rPr>
              <a:t> </a:t>
            </a:r>
            <a:r>
              <a:rPr lang="en-US" sz="2400">
                <a:solidFill>
                  <a:schemeClr val="hlink"/>
                </a:solidFill>
                <a:latin typeface="Arial"/>
                <a:ea typeface="Arial"/>
                <a:cs typeface="Arial"/>
                <a:sym typeface="Arial"/>
              </a:rPr>
              <a:t>= 0 </a:t>
            </a:r>
            <a:endParaRPr/>
          </a:p>
        </p:txBody>
      </p:sp>
      <p:sp>
        <p:nvSpPr>
          <p:cNvPr id="2429" name="Google Shape;2429;p93"/>
          <p:cNvSpPr/>
          <p:nvPr/>
        </p:nvSpPr>
        <p:spPr>
          <a:xfrm>
            <a:off x="3114675" y="5268913"/>
            <a:ext cx="3021013" cy="336550"/>
          </a:xfrm>
          <a:prstGeom prst="rect">
            <a:avLst/>
          </a:prstGeom>
          <a:solidFill>
            <a:srgbClr val="FF6600">
              <a:alpha val="32941"/>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430" name="Google Shape;2430;p93"/>
          <p:cNvSpPr txBox="1"/>
          <p:nvPr/>
        </p:nvSpPr>
        <p:spPr>
          <a:xfrm>
            <a:off x="5859463" y="3233738"/>
            <a:ext cx="24447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hlink"/>
                </a:solidFill>
                <a:latin typeface="Arial"/>
                <a:ea typeface="Arial"/>
                <a:cs typeface="Arial"/>
                <a:sym typeface="Arial"/>
              </a:rPr>
              <a:t>∆</a:t>
            </a:r>
            <a:r>
              <a:rPr i="1" lang="en-US" sz="2400">
                <a:solidFill>
                  <a:schemeClr val="hlink"/>
                </a:solidFill>
                <a:latin typeface="Arial"/>
                <a:ea typeface="Arial"/>
                <a:cs typeface="Arial"/>
                <a:sym typeface="Arial"/>
              </a:rPr>
              <a:t>E</a:t>
            </a:r>
            <a:r>
              <a:rPr baseline="-25000" lang="en-US" sz="2400">
                <a:solidFill>
                  <a:schemeClr val="hlink"/>
                </a:solidFill>
                <a:latin typeface="Arial"/>
                <a:ea typeface="Arial"/>
                <a:cs typeface="Arial"/>
                <a:sym typeface="Arial"/>
              </a:rPr>
              <a:t>K</a:t>
            </a:r>
            <a:r>
              <a:rPr lang="en-US" sz="2400">
                <a:solidFill>
                  <a:schemeClr val="hlink"/>
                </a:solidFill>
                <a:latin typeface="Arial"/>
                <a:ea typeface="Arial"/>
                <a:cs typeface="Arial"/>
                <a:sym typeface="Arial"/>
              </a:rPr>
              <a:t> = -∆</a:t>
            </a:r>
            <a:r>
              <a:rPr i="1" lang="en-US" sz="2400">
                <a:solidFill>
                  <a:schemeClr val="hlink"/>
                </a:solidFill>
                <a:latin typeface="Arial"/>
                <a:ea typeface="Arial"/>
                <a:cs typeface="Arial"/>
                <a:sym typeface="Arial"/>
              </a:rPr>
              <a:t>E</a:t>
            </a:r>
            <a:r>
              <a:rPr baseline="-25000" lang="en-US" sz="2400">
                <a:solidFill>
                  <a:schemeClr val="hlink"/>
                </a:solidFill>
                <a:latin typeface="Arial"/>
                <a:ea typeface="Arial"/>
                <a:cs typeface="Arial"/>
                <a:sym typeface="Arial"/>
              </a:rPr>
              <a:t>P</a:t>
            </a:r>
            <a:endParaRPr sz="2400">
              <a:solidFill>
                <a:schemeClr val="hlink"/>
              </a:solidFill>
              <a:latin typeface="Arial"/>
              <a:ea typeface="Arial"/>
              <a:cs typeface="Arial"/>
              <a:sym typeface="Arial"/>
            </a:endParaRPr>
          </a:p>
        </p:txBody>
      </p:sp>
      <p:sp>
        <p:nvSpPr>
          <p:cNvPr id="2431" name="Google Shape;2431;p93"/>
          <p:cNvSpPr txBox="1"/>
          <p:nvPr/>
        </p:nvSpPr>
        <p:spPr>
          <a:xfrm>
            <a:off x="5853113" y="3617913"/>
            <a:ext cx="2517775"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hlink"/>
                </a:solidFill>
                <a:latin typeface="Arial"/>
                <a:ea typeface="Arial"/>
                <a:cs typeface="Arial"/>
                <a:sym typeface="Arial"/>
              </a:rPr>
              <a:t>∆</a:t>
            </a:r>
            <a:r>
              <a:rPr i="1" lang="en-US" sz="2400">
                <a:solidFill>
                  <a:schemeClr val="hlink"/>
                </a:solidFill>
                <a:latin typeface="Arial"/>
                <a:ea typeface="Arial"/>
                <a:cs typeface="Arial"/>
                <a:sym typeface="Arial"/>
              </a:rPr>
              <a:t>E</a:t>
            </a:r>
            <a:r>
              <a:rPr baseline="-25000" lang="en-US" sz="2400">
                <a:solidFill>
                  <a:schemeClr val="hlink"/>
                </a:solidFill>
                <a:latin typeface="Arial"/>
                <a:ea typeface="Arial"/>
                <a:cs typeface="Arial"/>
                <a:sym typeface="Arial"/>
              </a:rPr>
              <a:t>K</a:t>
            </a:r>
            <a:r>
              <a:rPr lang="en-US" sz="2400">
                <a:solidFill>
                  <a:schemeClr val="hlink"/>
                </a:solidFill>
                <a:latin typeface="Arial"/>
                <a:ea typeface="Arial"/>
                <a:cs typeface="Arial"/>
                <a:sym typeface="Arial"/>
              </a:rPr>
              <a:t> = -</a:t>
            </a:r>
            <a:r>
              <a:rPr i="1" lang="en-US" sz="2400">
                <a:solidFill>
                  <a:schemeClr val="hlink"/>
                </a:solidFill>
                <a:latin typeface="Arial"/>
                <a:ea typeface="Arial"/>
                <a:cs typeface="Arial"/>
                <a:sym typeface="Arial"/>
              </a:rPr>
              <a:t>mg</a:t>
            </a:r>
            <a:r>
              <a:rPr lang="en-US" sz="2400">
                <a:solidFill>
                  <a:schemeClr val="hlink"/>
                </a:solidFill>
                <a:latin typeface="Arial"/>
                <a:ea typeface="Arial"/>
                <a:cs typeface="Arial"/>
                <a:sym typeface="Arial"/>
              </a:rPr>
              <a:t>∆</a:t>
            </a:r>
            <a:r>
              <a:rPr i="1" lang="en-US" sz="2400">
                <a:solidFill>
                  <a:schemeClr val="hlink"/>
                </a:solidFill>
                <a:latin typeface="Arial"/>
                <a:ea typeface="Arial"/>
                <a:cs typeface="Arial"/>
                <a:sym typeface="Arial"/>
              </a:rPr>
              <a:t>h</a:t>
            </a:r>
            <a:endParaRPr/>
          </a:p>
        </p:txBody>
      </p:sp>
      <p:sp>
        <p:nvSpPr>
          <p:cNvPr id="2432" name="Google Shape;2432;p93"/>
          <p:cNvSpPr txBox="1"/>
          <p:nvPr/>
        </p:nvSpPr>
        <p:spPr>
          <a:xfrm>
            <a:off x="1460500" y="5700713"/>
            <a:ext cx="7088188"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hlink"/>
                </a:solidFill>
                <a:latin typeface="Arial"/>
                <a:ea typeface="Arial"/>
                <a:cs typeface="Arial"/>
                <a:sym typeface="Arial"/>
              </a:rPr>
              <a:t>∆</a:t>
            </a:r>
            <a:r>
              <a:rPr i="1" lang="en-US" sz="2400">
                <a:solidFill>
                  <a:schemeClr val="hlink"/>
                </a:solidFill>
                <a:latin typeface="Arial"/>
                <a:ea typeface="Arial"/>
                <a:cs typeface="Arial"/>
                <a:sym typeface="Arial"/>
              </a:rPr>
              <a:t>E</a:t>
            </a:r>
            <a:r>
              <a:rPr baseline="-25000" lang="en-US" sz="2400">
                <a:solidFill>
                  <a:schemeClr val="hlink"/>
                </a:solidFill>
                <a:latin typeface="Arial"/>
                <a:ea typeface="Arial"/>
                <a:cs typeface="Arial"/>
                <a:sym typeface="Arial"/>
              </a:rPr>
              <a:t>K</a:t>
            </a:r>
            <a:r>
              <a:rPr lang="en-US" sz="2400">
                <a:solidFill>
                  <a:schemeClr val="hlink"/>
                </a:solidFill>
                <a:latin typeface="Arial"/>
                <a:ea typeface="Arial"/>
                <a:cs typeface="Arial"/>
                <a:sym typeface="Arial"/>
              </a:rPr>
              <a:t> = -(0.44)(9.8)(-32) = </a:t>
            </a:r>
            <a:r>
              <a:rPr baseline="30000" lang="en-US" sz="2400">
                <a:solidFill>
                  <a:schemeClr val="hlink"/>
                </a:solidFill>
                <a:latin typeface="Arial"/>
                <a:ea typeface="Arial"/>
                <a:cs typeface="Arial"/>
                <a:sym typeface="Arial"/>
              </a:rPr>
              <a:t>+</a:t>
            </a:r>
            <a:r>
              <a:rPr lang="en-US" sz="2400">
                <a:solidFill>
                  <a:schemeClr val="hlink"/>
                </a:solidFill>
                <a:latin typeface="Arial"/>
                <a:ea typeface="Arial"/>
                <a:cs typeface="Arial"/>
                <a:sym typeface="Arial"/>
              </a:rPr>
              <a:t>138 J = </a:t>
            </a:r>
            <a:r>
              <a:rPr i="1" lang="en-US" sz="2400">
                <a:solidFill>
                  <a:schemeClr val="hlink"/>
                </a:solidFill>
                <a:latin typeface="Arial"/>
                <a:ea typeface="Arial"/>
                <a:cs typeface="Arial"/>
                <a:sym typeface="Arial"/>
              </a:rPr>
              <a:t>E</a:t>
            </a:r>
            <a:r>
              <a:rPr baseline="-25000" lang="en-US" sz="2400">
                <a:solidFill>
                  <a:schemeClr val="hlink"/>
                </a:solidFill>
                <a:latin typeface="Arial"/>
                <a:ea typeface="Arial"/>
                <a:cs typeface="Arial"/>
                <a:sym typeface="Arial"/>
              </a:rPr>
              <a:t>K</a:t>
            </a:r>
            <a:r>
              <a:rPr lang="en-US" sz="2400">
                <a:solidFill>
                  <a:schemeClr val="hlink"/>
                </a:solidFill>
                <a:latin typeface="Arial"/>
                <a:ea typeface="Arial"/>
                <a:cs typeface="Arial"/>
                <a:sym typeface="Arial"/>
              </a:rPr>
              <a:t> – </a:t>
            </a:r>
            <a:r>
              <a:rPr i="1" lang="en-US" sz="2400">
                <a:solidFill>
                  <a:schemeClr val="hlink"/>
                </a:solidFill>
                <a:latin typeface="Arial"/>
                <a:ea typeface="Arial"/>
                <a:cs typeface="Arial"/>
                <a:sym typeface="Arial"/>
              </a:rPr>
              <a:t>E</a:t>
            </a:r>
            <a:r>
              <a:rPr baseline="-25000" lang="en-US" sz="2400">
                <a:solidFill>
                  <a:schemeClr val="hlink"/>
                </a:solidFill>
                <a:latin typeface="Arial"/>
                <a:ea typeface="Arial"/>
                <a:cs typeface="Arial"/>
                <a:sym typeface="Arial"/>
              </a:rPr>
              <a:t>Ko</a:t>
            </a:r>
            <a:endParaRPr sz="2400">
              <a:solidFill>
                <a:schemeClr val="hlink"/>
              </a:solidFill>
              <a:latin typeface="Arial"/>
              <a:ea typeface="Arial"/>
              <a:cs typeface="Arial"/>
              <a:sym typeface="Arial"/>
            </a:endParaRPr>
          </a:p>
        </p:txBody>
      </p:sp>
      <p:sp>
        <p:nvSpPr>
          <p:cNvPr id="2433" name="Google Shape;2433;p93"/>
          <p:cNvSpPr txBox="1"/>
          <p:nvPr/>
        </p:nvSpPr>
        <p:spPr>
          <a:xfrm>
            <a:off x="1450975" y="6281738"/>
            <a:ext cx="6353175"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chemeClr val="hlink"/>
                </a:solidFill>
                <a:latin typeface="Arial"/>
                <a:ea typeface="Arial"/>
                <a:cs typeface="Arial"/>
                <a:sym typeface="Arial"/>
              </a:rPr>
              <a:t>E</a:t>
            </a:r>
            <a:r>
              <a:rPr baseline="-25000" lang="en-US" sz="2400">
                <a:solidFill>
                  <a:schemeClr val="hlink"/>
                </a:solidFill>
                <a:latin typeface="Arial"/>
                <a:ea typeface="Arial"/>
                <a:cs typeface="Arial"/>
                <a:sym typeface="Arial"/>
              </a:rPr>
              <a:t>K</a:t>
            </a:r>
            <a:r>
              <a:rPr lang="en-US" sz="2400">
                <a:solidFill>
                  <a:schemeClr val="hlink"/>
                </a:solidFill>
                <a:latin typeface="Arial"/>
                <a:ea typeface="Arial"/>
                <a:cs typeface="Arial"/>
                <a:sym typeface="Arial"/>
              </a:rPr>
              <a:t> = </a:t>
            </a:r>
            <a:r>
              <a:rPr baseline="30000" lang="en-US" sz="2400">
                <a:solidFill>
                  <a:schemeClr val="hlink"/>
                </a:solidFill>
                <a:latin typeface="Arial"/>
                <a:ea typeface="Arial"/>
                <a:cs typeface="Arial"/>
                <a:sym typeface="Arial"/>
              </a:rPr>
              <a:t>+</a:t>
            </a:r>
            <a:r>
              <a:rPr lang="en-US" sz="2400">
                <a:solidFill>
                  <a:schemeClr val="hlink"/>
                </a:solidFill>
                <a:latin typeface="Arial"/>
                <a:ea typeface="Arial"/>
                <a:cs typeface="Arial"/>
                <a:sym typeface="Arial"/>
              </a:rPr>
              <a:t>138 + </a:t>
            </a:r>
            <a:r>
              <a:rPr lang="en-US" sz="2400">
                <a:solidFill>
                  <a:srgbClr val="FF3300"/>
                </a:solidFill>
                <a:latin typeface="Arial"/>
                <a:ea typeface="Arial"/>
                <a:cs typeface="Arial"/>
                <a:sym typeface="Arial"/>
              </a:rPr>
              <a:t>(1/2)(0.44)(22</a:t>
            </a:r>
            <a:r>
              <a:rPr baseline="30000" lang="en-US" sz="2400">
                <a:solidFill>
                  <a:srgbClr val="FF3300"/>
                </a:solidFill>
                <a:latin typeface="Arial"/>
                <a:ea typeface="Arial"/>
                <a:cs typeface="Arial"/>
                <a:sym typeface="Arial"/>
              </a:rPr>
              <a:t>2</a:t>
            </a:r>
            <a:r>
              <a:rPr lang="en-US" sz="2400">
                <a:solidFill>
                  <a:srgbClr val="FF3300"/>
                </a:solidFill>
                <a:latin typeface="Arial"/>
                <a:ea typeface="Arial"/>
                <a:cs typeface="Arial"/>
                <a:sym typeface="Arial"/>
              </a:rPr>
              <a:t>)</a:t>
            </a:r>
            <a:r>
              <a:rPr lang="en-US" sz="2400">
                <a:solidFill>
                  <a:schemeClr val="hlink"/>
                </a:solidFill>
                <a:latin typeface="Arial"/>
                <a:ea typeface="Arial"/>
                <a:cs typeface="Arial"/>
                <a:sym typeface="Arial"/>
              </a:rPr>
              <a:t> = 240 J.</a:t>
            </a:r>
            <a:endParaRPr baseline="30000" sz="2400">
              <a:solidFill>
                <a:schemeClr val="hlink"/>
              </a:solidFill>
              <a:latin typeface="Arial"/>
              <a:ea typeface="Arial"/>
              <a:cs typeface="Arial"/>
              <a:sym typeface="Arial"/>
            </a:endParaRPr>
          </a:p>
        </p:txBody>
      </p:sp>
      <p:sp>
        <p:nvSpPr>
          <p:cNvPr id="2434" name="Google Shape;2434;p93"/>
          <p:cNvSpPr txBox="1"/>
          <p:nvPr/>
        </p:nvSpPr>
        <p:spPr>
          <a:xfrm>
            <a:off x="5930900" y="3990975"/>
            <a:ext cx="2547938"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rgbClr val="FF3300"/>
                </a:solidFill>
                <a:latin typeface="Arial"/>
                <a:ea typeface="Arial"/>
                <a:cs typeface="Arial"/>
                <a:sym typeface="Arial"/>
              </a:rPr>
              <a:t>E</a:t>
            </a:r>
            <a:r>
              <a:rPr baseline="-25000" lang="en-US" sz="2400">
                <a:solidFill>
                  <a:srgbClr val="FF3300"/>
                </a:solidFill>
                <a:latin typeface="Arial"/>
                <a:ea typeface="Arial"/>
                <a:cs typeface="Arial"/>
                <a:sym typeface="Arial"/>
              </a:rPr>
              <a:t>Ko</a:t>
            </a:r>
            <a:r>
              <a:rPr lang="en-US" sz="2400">
                <a:solidFill>
                  <a:srgbClr val="FF3300"/>
                </a:solidFill>
                <a:latin typeface="Arial"/>
                <a:ea typeface="Arial"/>
                <a:cs typeface="Arial"/>
                <a:sym typeface="Arial"/>
              </a:rPr>
              <a:t> = (1/2)</a:t>
            </a:r>
            <a:r>
              <a:rPr i="1" lang="en-US" sz="2400">
                <a:solidFill>
                  <a:srgbClr val="FF3300"/>
                </a:solidFill>
                <a:latin typeface="Arial"/>
                <a:ea typeface="Arial"/>
                <a:cs typeface="Arial"/>
                <a:sym typeface="Arial"/>
              </a:rPr>
              <a:t>mu</a:t>
            </a:r>
            <a:r>
              <a:rPr baseline="30000" lang="en-US" sz="2400">
                <a:solidFill>
                  <a:srgbClr val="FF3300"/>
                </a:solidFill>
                <a:latin typeface="Arial"/>
                <a:ea typeface="Arial"/>
                <a:cs typeface="Arial"/>
                <a:sym typeface="Arial"/>
              </a:rPr>
              <a:t>2</a:t>
            </a:r>
            <a:endParaRPr sz="2400">
              <a:solidFill>
                <a:srgbClr val="FF33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2426"/>
                                        </p:tgtEl>
                                        <p:attrNameLst>
                                          <p:attrName>style.visibility</p:attrName>
                                        </p:attrNameLst>
                                      </p:cBhvr>
                                      <p:to>
                                        <p:strVal val="visible"/>
                                      </p:to>
                                    </p:set>
                                    <p:anim calcmode="lin" valueType="num">
                                      <p:cBhvr additive="base">
                                        <p:cTn dur="500"/>
                                        <p:tgtEl>
                                          <p:spTgt spid="2426"/>
                                        </p:tgtEl>
                                        <p:attrNameLst>
                                          <p:attrName>ppt_w</p:attrName>
                                        </p:attrNameLst>
                                      </p:cBhvr>
                                      <p:tavLst>
                                        <p:tav fmla="" tm="0">
                                          <p:val>
                                            <p:strVal val="0"/>
                                          </p:val>
                                        </p:tav>
                                        <p:tav fmla="" tm="100000">
                                          <p:val>
                                            <p:strVal val="#ppt_w"/>
                                          </p:val>
                                        </p:tav>
                                      </p:tavLst>
                                    </p:anim>
                                    <p:anim calcmode="lin" valueType="num">
                                      <p:cBhvr additive="base">
                                        <p:cTn dur="500"/>
                                        <p:tgtEl>
                                          <p:spTgt spid="2426"/>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427"/>
                                        </p:tgtEl>
                                        <p:attrNameLst>
                                          <p:attrName>style.visibility</p:attrName>
                                        </p:attrNameLst>
                                      </p:cBhvr>
                                      <p:to>
                                        <p:strVal val="visible"/>
                                      </p:to>
                                    </p:set>
                                    <p:anim calcmode="lin" valueType="num">
                                      <p:cBhvr additive="base">
                                        <p:cTn dur="500"/>
                                        <p:tgtEl>
                                          <p:spTgt spid="2427"/>
                                        </p:tgtEl>
                                        <p:attrNameLst>
                                          <p:attrName>ppt_w</p:attrName>
                                        </p:attrNameLst>
                                      </p:cBhvr>
                                      <p:tavLst>
                                        <p:tav fmla="" tm="0">
                                          <p:val>
                                            <p:strVal val="0"/>
                                          </p:val>
                                        </p:tav>
                                        <p:tav fmla="" tm="100000">
                                          <p:val>
                                            <p:strVal val="#ppt_w"/>
                                          </p:val>
                                        </p:tav>
                                      </p:tavLst>
                                    </p:anim>
                                    <p:anim calcmode="lin" valueType="num">
                                      <p:cBhvr additive="base">
                                        <p:cTn dur="500"/>
                                        <p:tgtEl>
                                          <p:spTgt spid="2427"/>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2428">
                                            <p:txEl>
                                              <p:pRg end="0" st="0"/>
                                            </p:txEl>
                                          </p:spTgt>
                                        </p:tgtEl>
                                        <p:attrNameLst>
                                          <p:attrName>style.visibility</p:attrName>
                                        </p:attrNameLst>
                                      </p:cBhvr>
                                      <p:to>
                                        <p:strVal val="visible"/>
                                      </p:to>
                                    </p:set>
                                    <p:anim calcmode="lin" valueType="num">
                                      <p:cBhvr additive="base">
                                        <p:cTn dur="500"/>
                                        <p:tgtEl>
                                          <p:spTgt spid="2428">
                                            <p:txEl>
                                              <p:pRg end="0" st="0"/>
                                            </p:txEl>
                                          </p:spTgt>
                                        </p:tgtEl>
                                        <p:attrNameLst>
                                          <p:attrName>ppt_x</p:attrName>
                                        </p:attrNameLst>
                                      </p:cBhvr>
                                      <p:tavLst>
                                        <p:tav fmla="" tm="0">
                                          <p:val>
                                            <p:strVal val="#ppt_x+1"/>
                                          </p:val>
                                        </p:tav>
                                        <p:tav fmla="" tm="100000">
                                          <p:val>
                                            <p:strVal val="#ppt_x"/>
                                          </p:val>
                                        </p:tav>
                                      </p:tavLst>
                                    </p:anim>
                                  </p:childTnLst>
                                </p:cTn>
                              </p:par>
                              <p:par>
                                <p:cTn fill="hold" nodeType="withEffect" presetClass="entr" presetID="10" presetSubtype="0">
                                  <p:stCondLst>
                                    <p:cond delay="0"/>
                                  </p:stCondLst>
                                  <p:childTnLst>
                                    <p:set>
                                      <p:cBhvr>
                                        <p:cTn dur="1" fill="hold">
                                          <p:stCondLst>
                                            <p:cond delay="0"/>
                                          </p:stCondLst>
                                        </p:cTn>
                                        <p:tgtEl>
                                          <p:spTgt spid="2429"/>
                                        </p:tgtEl>
                                        <p:attrNameLst>
                                          <p:attrName>style.visibility</p:attrName>
                                        </p:attrNameLst>
                                      </p:cBhvr>
                                      <p:to>
                                        <p:strVal val="visible"/>
                                      </p:to>
                                    </p:set>
                                    <p:animEffect filter="fade" transition="in">
                                      <p:cBhvr>
                                        <p:cTn dur="500"/>
                                        <p:tgtEl>
                                          <p:spTgt spid="242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2430">
                                            <p:txEl>
                                              <p:pRg end="0" st="0"/>
                                            </p:txEl>
                                          </p:spTgt>
                                        </p:tgtEl>
                                        <p:attrNameLst>
                                          <p:attrName>style.visibility</p:attrName>
                                        </p:attrNameLst>
                                      </p:cBhvr>
                                      <p:to>
                                        <p:strVal val="visible"/>
                                      </p:to>
                                    </p:set>
                                    <p:anim calcmode="lin" valueType="num">
                                      <p:cBhvr additive="base">
                                        <p:cTn dur="500"/>
                                        <p:tgtEl>
                                          <p:spTgt spid="2430">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2431">
                                            <p:txEl>
                                              <p:pRg end="0" st="0"/>
                                            </p:txEl>
                                          </p:spTgt>
                                        </p:tgtEl>
                                        <p:attrNameLst>
                                          <p:attrName>style.visibility</p:attrName>
                                        </p:attrNameLst>
                                      </p:cBhvr>
                                      <p:to>
                                        <p:strVal val="visible"/>
                                      </p:to>
                                    </p:set>
                                    <p:anim calcmode="lin" valueType="num">
                                      <p:cBhvr additive="base">
                                        <p:cTn dur="500"/>
                                        <p:tgtEl>
                                          <p:spTgt spid="2431">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2432">
                                            <p:txEl>
                                              <p:pRg end="0" st="0"/>
                                            </p:txEl>
                                          </p:spTgt>
                                        </p:tgtEl>
                                        <p:attrNameLst>
                                          <p:attrName>style.visibility</p:attrName>
                                        </p:attrNameLst>
                                      </p:cBhvr>
                                      <p:to>
                                        <p:strVal val="visible"/>
                                      </p:to>
                                    </p:set>
                                    <p:anim calcmode="lin" valueType="num">
                                      <p:cBhvr additive="base">
                                        <p:cTn dur="500"/>
                                        <p:tgtEl>
                                          <p:spTgt spid="2432">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2434">
                                            <p:txEl>
                                              <p:pRg end="0" st="0"/>
                                            </p:txEl>
                                          </p:spTgt>
                                        </p:tgtEl>
                                        <p:attrNameLst>
                                          <p:attrName>style.visibility</p:attrName>
                                        </p:attrNameLst>
                                      </p:cBhvr>
                                      <p:to>
                                        <p:strVal val="visible"/>
                                      </p:to>
                                    </p:set>
                                    <p:anim calcmode="lin" valueType="num">
                                      <p:cBhvr additive="base">
                                        <p:cTn dur="500"/>
                                        <p:tgtEl>
                                          <p:spTgt spid="2434">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2433">
                                            <p:txEl>
                                              <p:pRg end="0" st="0"/>
                                            </p:txEl>
                                          </p:spTgt>
                                        </p:tgtEl>
                                        <p:attrNameLst>
                                          <p:attrName>style.visibility</p:attrName>
                                        </p:attrNameLst>
                                      </p:cBhvr>
                                      <p:to>
                                        <p:strVal val="visible"/>
                                      </p:to>
                                    </p:set>
                                    <p:anim calcmode="lin" valueType="num">
                                      <p:cBhvr additive="base">
                                        <p:cTn dur="500"/>
                                        <p:tgtEl>
                                          <p:spTgt spid="2433">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8" name="Shape 2438"/>
        <p:cNvGrpSpPr/>
        <p:nvPr/>
      </p:nvGrpSpPr>
      <p:grpSpPr>
        <a:xfrm>
          <a:off x="0" y="0"/>
          <a:ext cx="0" cy="0"/>
          <a:chOff x="0" y="0"/>
          <a:chExt cx="0" cy="0"/>
        </a:xfrm>
      </p:grpSpPr>
      <p:sp>
        <p:nvSpPr>
          <p:cNvPr id="2439" name="Google Shape;2439;p94"/>
          <p:cNvSpPr/>
          <p:nvPr/>
        </p:nvSpPr>
        <p:spPr>
          <a:xfrm>
            <a:off x="685800" y="1401763"/>
            <a:ext cx="7772400" cy="422275"/>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i="1" lang="en-US" sz="2400">
                <a:solidFill>
                  <a:schemeClr val="accent2"/>
                </a:solidFill>
                <a:latin typeface="Arial"/>
                <a:ea typeface="Arial"/>
                <a:cs typeface="Arial"/>
                <a:sym typeface="Arial"/>
              </a:rPr>
              <a:t>Analysing projectile motion</a:t>
            </a:r>
            <a:r>
              <a:rPr lang="en-US" sz="2400">
                <a:solidFill>
                  <a:schemeClr val="accent2"/>
                </a:solidFill>
                <a:latin typeface="Arial"/>
                <a:ea typeface="Arial"/>
                <a:cs typeface="Arial"/>
                <a:sym typeface="Arial"/>
              </a:rPr>
              <a:t> </a:t>
            </a:r>
            <a:r>
              <a:rPr lang="en-US" sz="2000">
                <a:solidFill>
                  <a:srgbClr val="000000"/>
                </a:solidFill>
                <a:latin typeface="Courier New"/>
                <a:ea typeface="Courier New"/>
                <a:cs typeface="Courier New"/>
                <a:sym typeface="Courier New"/>
              </a:rPr>
              <a:t>	</a:t>
            </a:r>
            <a:endParaRPr/>
          </a:p>
        </p:txBody>
      </p:sp>
      <p:sp>
        <p:nvSpPr>
          <p:cNvPr id="2440" name="Google Shape;2440;p94"/>
          <p:cNvSpPr txBox="1"/>
          <p:nvPr>
            <p:ph type="ctrTitle"/>
          </p:nvPr>
        </p:nvSpPr>
        <p:spPr>
          <a:xfrm>
            <a:off x="685800" y="533400"/>
            <a:ext cx="7772400" cy="8334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2: Mechanics</a:t>
            </a:r>
            <a:br>
              <a:rPr b="1" lang="en-US" sz="2800"/>
            </a:br>
            <a:r>
              <a:rPr lang="en-US" sz="2800">
                <a:solidFill>
                  <a:schemeClr val="dk1"/>
                </a:solidFill>
              </a:rPr>
              <a:t>2.1 – Motion</a:t>
            </a:r>
            <a:endParaRPr/>
          </a:p>
        </p:txBody>
      </p:sp>
      <p:sp>
        <p:nvSpPr>
          <p:cNvPr id="2441" name="Google Shape;2441;p94"/>
          <p:cNvSpPr/>
          <p:nvPr/>
        </p:nvSpPr>
        <p:spPr>
          <a:xfrm>
            <a:off x="685800" y="1812925"/>
            <a:ext cx="7772400" cy="5073650"/>
          </a:xfrm>
          <a:prstGeom prst="rect">
            <a:avLst/>
          </a:prstGeom>
          <a:solidFill>
            <a:srgbClr val="CCFFC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pic>
        <p:nvPicPr>
          <p:cNvPr id="2442" name="Google Shape;2442;p94"/>
          <p:cNvPicPr preferRelativeResize="0"/>
          <p:nvPr/>
        </p:nvPicPr>
        <p:blipFill rotWithShape="1">
          <a:blip r:embed="rId3">
            <a:alphaModFix/>
          </a:blip>
          <a:srcRect b="0" l="0" r="0" t="0"/>
          <a:stretch/>
        </p:blipFill>
        <p:spPr>
          <a:xfrm>
            <a:off x="684213" y="1798638"/>
            <a:ext cx="6186487" cy="3111500"/>
          </a:xfrm>
          <a:prstGeom prst="rect">
            <a:avLst/>
          </a:prstGeom>
          <a:noFill/>
          <a:ln>
            <a:noFill/>
          </a:ln>
        </p:spPr>
      </p:pic>
      <p:pic>
        <p:nvPicPr>
          <p:cNvPr id="2443" name="Google Shape;2443;p94"/>
          <p:cNvPicPr preferRelativeResize="0"/>
          <p:nvPr/>
        </p:nvPicPr>
        <p:blipFill rotWithShape="1">
          <a:blip r:embed="rId4">
            <a:alphaModFix/>
          </a:blip>
          <a:srcRect b="0" l="0" r="0" t="0"/>
          <a:stretch/>
        </p:blipFill>
        <p:spPr>
          <a:xfrm>
            <a:off x="679450" y="4887913"/>
            <a:ext cx="7794625" cy="1992312"/>
          </a:xfrm>
          <a:prstGeom prst="rect">
            <a:avLst/>
          </a:prstGeom>
          <a:noFill/>
          <a:ln>
            <a:noFill/>
          </a:ln>
        </p:spPr>
      </p:pic>
      <p:sp>
        <p:nvSpPr>
          <p:cNvPr id="2444" name="Google Shape;2444;p94"/>
          <p:cNvSpPr txBox="1"/>
          <p:nvPr/>
        </p:nvSpPr>
        <p:spPr>
          <a:xfrm>
            <a:off x="4298950" y="2779713"/>
            <a:ext cx="4608513" cy="8223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hlink"/>
                </a:solidFill>
                <a:latin typeface="Arial"/>
                <a:ea typeface="Arial"/>
                <a:cs typeface="Arial"/>
                <a:sym typeface="Arial"/>
              </a:rPr>
              <a:t>∙If 34% of the energy is consumed, 76% remains. </a:t>
            </a:r>
            <a:endParaRPr/>
          </a:p>
        </p:txBody>
      </p:sp>
      <p:sp>
        <p:nvSpPr>
          <p:cNvPr id="2445" name="Google Shape;2445;p94"/>
          <p:cNvSpPr txBox="1"/>
          <p:nvPr/>
        </p:nvSpPr>
        <p:spPr>
          <a:xfrm>
            <a:off x="5226050" y="3502025"/>
            <a:ext cx="3344863"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hlink"/>
                </a:solidFill>
                <a:latin typeface="Arial"/>
                <a:ea typeface="Arial"/>
                <a:cs typeface="Arial"/>
                <a:sym typeface="Arial"/>
              </a:rPr>
              <a:t> 0.76(240) = 180 J</a:t>
            </a:r>
            <a:endParaRPr/>
          </a:p>
        </p:txBody>
      </p:sp>
      <p:sp>
        <p:nvSpPr>
          <p:cNvPr id="2446" name="Google Shape;2446;p94"/>
          <p:cNvSpPr txBox="1"/>
          <p:nvPr/>
        </p:nvSpPr>
        <p:spPr>
          <a:xfrm>
            <a:off x="4854575" y="3835400"/>
            <a:ext cx="3328988"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hlink"/>
                </a:solidFill>
                <a:latin typeface="Arial"/>
                <a:ea typeface="Arial"/>
                <a:cs typeface="Arial"/>
                <a:sym typeface="Arial"/>
              </a:rPr>
              <a:t> (1/2)(0.44)</a:t>
            </a:r>
            <a:r>
              <a:rPr i="1" lang="en-US" sz="2400">
                <a:solidFill>
                  <a:schemeClr val="hlink"/>
                </a:solidFill>
                <a:latin typeface="Arial"/>
                <a:ea typeface="Arial"/>
                <a:cs typeface="Arial"/>
                <a:sym typeface="Arial"/>
              </a:rPr>
              <a:t>v</a:t>
            </a:r>
            <a:r>
              <a:rPr baseline="30000" lang="en-US" sz="2400">
                <a:solidFill>
                  <a:schemeClr val="hlink"/>
                </a:solidFill>
                <a:latin typeface="Arial"/>
                <a:ea typeface="Arial"/>
                <a:cs typeface="Arial"/>
                <a:sym typeface="Arial"/>
              </a:rPr>
              <a:t>2</a:t>
            </a:r>
            <a:r>
              <a:rPr lang="en-US" sz="2400">
                <a:solidFill>
                  <a:schemeClr val="hlink"/>
                </a:solidFill>
                <a:latin typeface="Arial"/>
                <a:ea typeface="Arial"/>
                <a:cs typeface="Arial"/>
                <a:sym typeface="Arial"/>
              </a:rPr>
              <a:t> = 180 J</a:t>
            </a:r>
            <a:endParaRPr/>
          </a:p>
        </p:txBody>
      </p:sp>
      <p:sp>
        <p:nvSpPr>
          <p:cNvPr id="2447" name="Google Shape;2447;p94"/>
          <p:cNvSpPr txBox="1"/>
          <p:nvPr/>
        </p:nvSpPr>
        <p:spPr>
          <a:xfrm>
            <a:off x="1401763" y="6359525"/>
            <a:ext cx="70866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hlink"/>
                </a:solidFill>
                <a:latin typeface="Arial"/>
                <a:ea typeface="Arial"/>
                <a:cs typeface="Arial"/>
                <a:sym typeface="Arial"/>
              </a:rPr>
              <a:t>∙</a:t>
            </a:r>
            <a:r>
              <a:rPr i="1" lang="en-US" sz="2400">
                <a:solidFill>
                  <a:schemeClr val="hlink"/>
                </a:solidFill>
                <a:latin typeface="Arial"/>
                <a:ea typeface="Arial"/>
                <a:cs typeface="Arial"/>
                <a:sym typeface="Arial"/>
              </a:rPr>
              <a:t>v</a:t>
            </a:r>
            <a:r>
              <a:rPr lang="en-US" sz="2400">
                <a:solidFill>
                  <a:schemeClr val="hlink"/>
                </a:solidFill>
                <a:latin typeface="Arial"/>
                <a:ea typeface="Arial"/>
                <a:cs typeface="Arial"/>
                <a:sym typeface="Arial"/>
              </a:rPr>
              <a:t> = 29 ms</a:t>
            </a:r>
            <a:r>
              <a:rPr baseline="30000" lang="en-US" sz="2400">
                <a:solidFill>
                  <a:schemeClr val="hlink"/>
                </a:solidFill>
                <a:latin typeface="Arial"/>
                <a:ea typeface="Arial"/>
                <a:cs typeface="Arial"/>
                <a:sym typeface="Arial"/>
              </a:rPr>
              <a:t>-1</a:t>
            </a:r>
            <a:r>
              <a:rPr lang="en-US" sz="2400">
                <a:solidFill>
                  <a:schemeClr val="hlink"/>
                </a:solidFill>
                <a:latin typeface="Arial"/>
                <a:ea typeface="Arial"/>
                <a:cs typeface="Arial"/>
                <a:sym typeface="Arial"/>
              </a:rPr>
              <a: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443"/>
                                        </p:tgtEl>
                                        <p:attrNameLst>
                                          <p:attrName>style.visibility</p:attrName>
                                        </p:attrNameLst>
                                      </p:cBhvr>
                                      <p:to>
                                        <p:strVal val="visible"/>
                                      </p:to>
                                    </p:set>
                                    <p:anim calcmode="lin" valueType="num">
                                      <p:cBhvr additive="base">
                                        <p:cTn dur="500"/>
                                        <p:tgtEl>
                                          <p:spTgt spid="2443"/>
                                        </p:tgtEl>
                                        <p:attrNameLst>
                                          <p:attrName>ppt_w</p:attrName>
                                        </p:attrNameLst>
                                      </p:cBhvr>
                                      <p:tavLst>
                                        <p:tav fmla="" tm="0">
                                          <p:val>
                                            <p:strVal val="0"/>
                                          </p:val>
                                        </p:tav>
                                        <p:tav fmla="" tm="100000">
                                          <p:val>
                                            <p:strVal val="#ppt_w"/>
                                          </p:val>
                                        </p:tav>
                                      </p:tavLst>
                                    </p:anim>
                                    <p:anim calcmode="lin" valueType="num">
                                      <p:cBhvr additive="base">
                                        <p:cTn dur="500"/>
                                        <p:tgtEl>
                                          <p:spTgt spid="2443"/>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2444">
                                            <p:txEl>
                                              <p:pRg end="0" st="0"/>
                                            </p:txEl>
                                          </p:spTgt>
                                        </p:tgtEl>
                                        <p:attrNameLst>
                                          <p:attrName>style.visibility</p:attrName>
                                        </p:attrNameLst>
                                      </p:cBhvr>
                                      <p:to>
                                        <p:strVal val="visible"/>
                                      </p:to>
                                    </p:set>
                                    <p:anim calcmode="lin" valueType="num">
                                      <p:cBhvr additive="base">
                                        <p:cTn dur="500"/>
                                        <p:tgtEl>
                                          <p:spTgt spid="2444">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2445">
                                            <p:txEl>
                                              <p:pRg end="0" st="0"/>
                                            </p:txEl>
                                          </p:spTgt>
                                        </p:tgtEl>
                                        <p:attrNameLst>
                                          <p:attrName>style.visibility</p:attrName>
                                        </p:attrNameLst>
                                      </p:cBhvr>
                                      <p:to>
                                        <p:strVal val="visible"/>
                                      </p:to>
                                    </p:set>
                                    <p:anim calcmode="lin" valueType="num">
                                      <p:cBhvr additive="base">
                                        <p:cTn dur="500"/>
                                        <p:tgtEl>
                                          <p:spTgt spid="2445">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2446">
                                            <p:txEl>
                                              <p:pRg end="0" st="0"/>
                                            </p:txEl>
                                          </p:spTgt>
                                        </p:tgtEl>
                                        <p:attrNameLst>
                                          <p:attrName>style.visibility</p:attrName>
                                        </p:attrNameLst>
                                      </p:cBhvr>
                                      <p:to>
                                        <p:strVal val="visible"/>
                                      </p:to>
                                    </p:set>
                                    <p:anim calcmode="lin" valueType="num">
                                      <p:cBhvr additive="base">
                                        <p:cTn dur="500"/>
                                        <p:tgtEl>
                                          <p:spTgt spid="2446">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2447">
                                            <p:txEl>
                                              <p:pRg end="0" st="0"/>
                                            </p:txEl>
                                          </p:spTgt>
                                        </p:tgtEl>
                                        <p:attrNameLst>
                                          <p:attrName>style.visibility</p:attrName>
                                        </p:attrNameLst>
                                      </p:cBhvr>
                                      <p:to>
                                        <p:strVal val="visible"/>
                                      </p:to>
                                    </p:set>
                                    <p:anim calcmode="lin" valueType="num">
                                      <p:cBhvr additive="base">
                                        <p:cTn dur="500"/>
                                        <p:tgtEl>
                                          <p:spTgt spid="2447">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1" name="Shape 2451"/>
        <p:cNvGrpSpPr/>
        <p:nvPr/>
      </p:nvGrpSpPr>
      <p:grpSpPr>
        <a:xfrm>
          <a:off x="0" y="0"/>
          <a:ext cx="0" cy="0"/>
          <a:chOff x="0" y="0"/>
          <a:chExt cx="0" cy="0"/>
        </a:xfrm>
      </p:grpSpPr>
      <p:sp>
        <p:nvSpPr>
          <p:cNvPr id="2452" name="Google Shape;2452;p95"/>
          <p:cNvSpPr/>
          <p:nvPr/>
        </p:nvSpPr>
        <p:spPr>
          <a:xfrm>
            <a:off x="685800" y="1401763"/>
            <a:ext cx="7772400" cy="430212"/>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i="1" lang="en-US" sz="2400">
                <a:solidFill>
                  <a:schemeClr val="accent2"/>
                </a:solidFill>
                <a:latin typeface="Arial"/>
                <a:ea typeface="Arial"/>
                <a:cs typeface="Arial"/>
                <a:sym typeface="Arial"/>
              </a:rPr>
              <a:t>Analysing projectile motion</a:t>
            </a:r>
            <a:endParaRPr/>
          </a:p>
        </p:txBody>
      </p:sp>
      <p:sp>
        <p:nvSpPr>
          <p:cNvPr id="2453" name="Google Shape;2453;p95"/>
          <p:cNvSpPr txBox="1"/>
          <p:nvPr>
            <p:ph type="ctrTitle"/>
          </p:nvPr>
        </p:nvSpPr>
        <p:spPr>
          <a:xfrm>
            <a:off x="685800" y="533400"/>
            <a:ext cx="7772400" cy="8334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2: Mechanics</a:t>
            </a:r>
            <a:br>
              <a:rPr b="1" lang="en-US" sz="2800"/>
            </a:br>
            <a:r>
              <a:rPr lang="en-US" sz="2800">
                <a:solidFill>
                  <a:schemeClr val="dk1"/>
                </a:solidFill>
              </a:rPr>
              <a:t>2.1 – Motion</a:t>
            </a:r>
            <a:endParaRPr/>
          </a:p>
        </p:txBody>
      </p:sp>
      <p:sp>
        <p:nvSpPr>
          <p:cNvPr id="2454" name="Google Shape;2454;p95"/>
          <p:cNvSpPr/>
          <p:nvPr/>
        </p:nvSpPr>
        <p:spPr>
          <a:xfrm>
            <a:off x="685800" y="1812925"/>
            <a:ext cx="7772400" cy="5073650"/>
          </a:xfrm>
          <a:prstGeom prst="rect">
            <a:avLst/>
          </a:prstGeom>
          <a:solidFill>
            <a:srgbClr val="CCFFC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pic>
        <p:nvPicPr>
          <p:cNvPr id="2455" name="Google Shape;2455;p95"/>
          <p:cNvPicPr preferRelativeResize="0"/>
          <p:nvPr/>
        </p:nvPicPr>
        <p:blipFill rotWithShape="1">
          <a:blip r:embed="rId3">
            <a:alphaModFix/>
          </a:blip>
          <a:srcRect b="0" l="0" r="0" t="0"/>
          <a:stretch/>
        </p:blipFill>
        <p:spPr>
          <a:xfrm>
            <a:off x="696913" y="1784350"/>
            <a:ext cx="6918325" cy="5045075"/>
          </a:xfrm>
          <a:prstGeom prst="rect">
            <a:avLst/>
          </a:prstGeom>
          <a:noFill/>
          <a:ln>
            <a:noFill/>
          </a:ln>
        </p:spPr>
      </p:pic>
      <p:sp>
        <p:nvSpPr>
          <p:cNvPr id="2456" name="Google Shape;2456;p95"/>
          <p:cNvSpPr txBox="1"/>
          <p:nvPr/>
        </p:nvSpPr>
        <p:spPr>
          <a:xfrm>
            <a:off x="4367213" y="4295775"/>
            <a:ext cx="3935412"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FF3300"/>
                </a:solidFill>
                <a:latin typeface="Arial"/>
                <a:ea typeface="Arial"/>
                <a:cs typeface="Arial"/>
                <a:sym typeface="Arial"/>
              </a:rPr>
              <a:t>∙Use ∆</a:t>
            </a:r>
            <a:r>
              <a:rPr i="1" lang="en-US" sz="2400">
                <a:solidFill>
                  <a:srgbClr val="FF3300"/>
                </a:solidFill>
                <a:latin typeface="Arial"/>
                <a:ea typeface="Arial"/>
                <a:cs typeface="Arial"/>
                <a:sym typeface="Arial"/>
              </a:rPr>
              <a:t>E</a:t>
            </a:r>
            <a:r>
              <a:rPr baseline="-25000" lang="en-US" sz="2400">
                <a:solidFill>
                  <a:srgbClr val="FF3300"/>
                </a:solidFill>
                <a:latin typeface="Arial"/>
                <a:ea typeface="Arial"/>
                <a:cs typeface="Arial"/>
                <a:sym typeface="Arial"/>
              </a:rPr>
              <a:t>K</a:t>
            </a:r>
            <a:r>
              <a:rPr lang="en-US" sz="2400">
                <a:solidFill>
                  <a:srgbClr val="FF3300"/>
                </a:solidFill>
                <a:latin typeface="Arial"/>
                <a:ea typeface="Arial"/>
                <a:cs typeface="Arial"/>
                <a:sym typeface="Arial"/>
              </a:rPr>
              <a:t> + ∆</a:t>
            </a:r>
            <a:r>
              <a:rPr i="1" lang="en-US" sz="2400">
                <a:solidFill>
                  <a:srgbClr val="FF3300"/>
                </a:solidFill>
                <a:latin typeface="Arial"/>
                <a:ea typeface="Arial"/>
                <a:cs typeface="Arial"/>
                <a:sym typeface="Arial"/>
              </a:rPr>
              <a:t>E</a:t>
            </a:r>
            <a:r>
              <a:rPr baseline="-25000" lang="en-US" sz="2400">
                <a:solidFill>
                  <a:srgbClr val="FF3300"/>
                </a:solidFill>
                <a:latin typeface="Arial"/>
                <a:ea typeface="Arial"/>
                <a:cs typeface="Arial"/>
                <a:sym typeface="Arial"/>
              </a:rPr>
              <a:t>P</a:t>
            </a:r>
            <a:r>
              <a:rPr baseline="30000" lang="en-US" sz="2400">
                <a:solidFill>
                  <a:srgbClr val="FF3300"/>
                </a:solidFill>
                <a:latin typeface="Arial"/>
                <a:ea typeface="Arial"/>
                <a:cs typeface="Arial"/>
                <a:sym typeface="Arial"/>
              </a:rPr>
              <a:t> </a:t>
            </a:r>
            <a:r>
              <a:rPr lang="en-US" sz="2400">
                <a:solidFill>
                  <a:srgbClr val="FF3300"/>
                </a:solidFill>
                <a:latin typeface="Arial"/>
                <a:ea typeface="Arial"/>
                <a:cs typeface="Arial"/>
                <a:sym typeface="Arial"/>
              </a:rPr>
              <a:t>= 0. </a:t>
            </a:r>
            <a:endParaRPr/>
          </a:p>
        </p:txBody>
      </p:sp>
      <p:sp>
        <p:nvSpPr>
          <p:cNvPr id="2457" name="Google Shape;2457;p95"/>
          <p:cNvSpPr txBox="1"/>
          <p:nvPr/>
        </p:nvSpPr>
        <p:spPr>
          <a:xfrm>
            <a:off x="3670300" y="147638"/>
            <a:ext cx="41846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hlink"/>
                </a:solidFill>
                <a:latin typeface="Arial"/>
                <a:ea typeface="Arial"/>
                <a:cs typeface="Arial"/>
                <a:sym typeface="Arial"/>
              </a:rPr>
              <a:t>(1/2)</a:t>
            </a:r>
            <a:r>
              <a:rPr i="1" lang="en-US" sz="2400">
                <a:solidFill>
                  <a:schemeClr val="hlink"/>
                </a:solidFill>
                <a:latin typeface="Arial"/>
                <a:ea typeface="Arial"/>
                <a:cs typeface="Arial"/>
                <a:sym typeface="Arial"/>
              </a:rPr>
              <a:t>mv</a:t>
            </a:r>
            <a:r>
              <a:rPr baseline="-25000" lang="en-US" sz="2400">
                <a:solidFill>
                  <a:schemeClr val="hlink"/>
                </a:solidFill>
                <a:latin typeface="Arial"/>
                <a:ea typeface="Arial"/>
                <a:cs typeface="Arial"/>
                <a:sym typeface="Arial"/>
              </a:rPr>
              <a:t>f</a:t>
            </a:r>
            <a:r>
              <a:rPr baseline="30000" lang="en-US" sz="2400">
                <a:solidFill>
                  <a:schemeClr val="hlink"/>
                </a:solidFill>
                <a:latin typeface="Arial"/>
                <a:ea typeface="Arial"/>
                <a:cs typeface="Arial"/>
                <a:sym typeface="Arial"/>
              </a:rPr>
              <a:t>2 </a:t>
            </a:r>
            <a:r>
              <a:rPr lang="en-US" sz="2400">
                <a:solidFill>
                  <a:schemeClr val="hlink"/>
                </a:solidFill>
                <a:latin typeface="Arial"/>
                <a:ea typeface="Arial"/>
                <a:cs typeface="Arial"/>
                <a:sym typeface="Arial"/>
              </a:rPr>
              <a:t>- (1/2)</a:t>
            </a:r>
            <a:r>
              <a:rPr i="1" lang="en-US" sz="2400">
                <a:solidFill>
                  <a:schemeClr val="hlink"/>
                </a:solidFill>
                <a:latin typeface="Arial"/>
                <a:ea typeface="Arial"/>
                <a:cs typeface="Arial"/>
                <a:sym typeface="Arial"/>
              </a:rPr>
              <a:t>mv</a:t>
            </a:r>
            <a:r>
              <a:rPr baseline="30000" lang="en-US" sz="2400">
                <a:solidFill>
                  <a:schemeClr val="hlink"/>
                </a:solidFill>
                <a:latin typeface="Arial"/>
                <a:ea typeface="Arial"/>
                <a:cs typeface="Arial"/>
                <a:sym typeface="Arial"/>
              </a:rPr>
              <a:t>2</a:t>
            </a:r>
            <a:r>
              <a:rPr lang="en-US" sz="2400">
                <a:solidFill>
                  <a:schemeClr val="hlink"/>
                </a:solidFill>
                <a:latin typeface="Arial"/>
                <a:ea typeface="Arial"/>
                <a:cs typeface="Arial"/>
                <a:sym typeface="Arial"/>
              </a:rPr>
              <a:t> = -∆E</a:t>
            </a:r>
            <a:r>
              <a:rPr baseline="-25000" lang="en-US" sz="2400">
                <a:solidFill>
                  <a:schemeClr val="hlink"/>
                </a:solidFill>
                <a:latin typeface="Arial"/>
                <a:ea typeface="Arial"/>
                <a:cs typeface="Arial"/>
                <a:sym typeface="Arial"/>
              </a:rPr>
              <a:t>P</a:t>
            </a:r>
            <a:r>
              <a:rPr lang="en-US" sz="2400">
                <a:solidFill>
                  <a:schemeClr val="hlink"/>
                </a:solidFill>
                <a:latin typeface="Arial"/>
                <a:ea typeface="Arial"/>
                <a:cs typeface="Arial"/>
                <a:sym typeface="Arial"/>
              </a:rPr>
              <a:t> </a:t>
            </a:r>
            <a:endParaRPr/>
          </a:p>
        </p:txBody>
      </p:sp>
      <p:sp>
        <p:nvSpPr>
          <p:cNvPr id="2458" name="Google Shape;2458;p95"/>
          <p:cNvSpPr txBox="1"/>
          <p:nvPr/>
        </p:nvSpPr>
        <p:spPr>
          <a:xfrm>
            <a:off x="5702300" y="493713"/>
            <a:ext cx="3354388"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chemeClr val="hlink"/>
                </a:solidFill>
                <a:latin typeface="Arial"/>
                <a:ea typeface="Arial"/>
                <a:cs typeface="Arial"/>
                <a:sym typeface="Arial"/>
              </a:rPr>
              <a:t>mv</a:t>
            </a:r>
            <a:r>
              <a:rPr baseline="-25000" lang="en-US" sz="2400">
                <a:solidFill>
                  <a:schemeClr val="hlink"/>
                </a:solidFill>
                <a:latin typeface="Arial"/>
                <a:ea typeface="Arial"/>
                <a:cs typeface="Arial"/>
                <a:sym typeface="Arial"/>
              </a:rPr>
              <a:t>f</a:t>
            </a:r>
            <a:r>
              <a:rPr baseline="30000" lang="en-US" sz="2400">
                <a:solidFill>
                  <a:schemeClr val="hlink"/>
                </a:solidFill>
                <a:latin typeface="Arial"/>
                <a:ea typeface="Arial"/>
                <a:cs typeface="Arial"/>
                <a:sym typeface="Arial"/>
              </a:rPr>
              <a:t>2 </a:t>
            </a:r>
            <a:r>
              <a:rPr lang="en-US" sz="2400">
                <a:solidFill>
                  <a:schemeClr val="hlink"/>
                </a:solidFill>
                <a:latin typeface="Arial"/>
                <a:ea typeface="Arial"/>
                <a:cs typeface="Arial"/>
                <a:sym typeface="Arial"/>
              </a:rPr>
              <a:t>= </a:t>
            </a:r>
            <a:r>
              <a:rPr i="1" lang="en-US" sz="2400">
                <a:solidFill>
                  <a:schemeClr val="hlink"/>
                </a:solidFill>
                <a:latin typeface="Arial"/>
                <a:ea typeface="Arial"/>
                <a:cs typeface="Arial"/>
                <a:sym typeface="Arial"/>
              </a:rPr>
              <a:t>mv</a:t>
            </a:r>
            <a:r>
              <a:rPr baseline="30000" lang="en-US" sz="2400">
                <a:solidFill>
                  <a:schemeClr val="hlink"/>
                </a:solidFill>
                <a:latin typeface="Arial"/>
                <a:ea typeface="Arial"/>
                <a:cs typeface="Arial"/>
                <a:sym typeface="Arial"/>
              </a:rPr>
              <a:t>2</a:t>
            </a:r>
            <a:r>
              <a:rPr lang="en-US" sz="2400">
                <a:solidFill>
                  <a:schemeClr val="hlink"/>
                </a:solidFill>
                <a:latin typeface="Arial"/>
                <a:ea typeface="Arial"/>
                <a:cs typeface="Arial"/>
                <a:sym typeface="Arial"/>
              </a:rPr>
              <a:t> + -2</a:t>
            </a:r>
            <a:r>
              <a:rPr i="1" lang="en-US" sz="2400">
                <a:solidFill>
                  <a:schemeClr val="hlink"/>
                </a:solidFill>
                <a:latin typeface="Arial"/>
                <a:ea typeface="Arial"/>
                <a:cs typeface="Arial"/>
                <a:sym typeface="Arial"/>
              </a:rPr>
              <a:t>mg</a:t>
            </a:r>
            <a:r>
              <a:rPr lang="en-US" sz="2400">
                <a:solidFill>
                  <a:schemeClr val="hlink"/>
                </a:solidFill>
                <a:latin typeface="Arial"/>
                <a:ea typeface="Arial"/>
                <a:cs typeface="Arial"/>
                <a:sym typeface="Arial"/>
              </a:rPr>
              <a:t>(0-</a:t>
            </a:r>
            <a:r>
              <a:rPr i="1" lang="en-US" sz="2400">
                <a:solidFill>
                  <a:schemeClr val="hlink"/>
                </a:solidFill>
                <a:latin typeface="Arial"/>
                <a:ea typeface="Arial"/>
                <a:cs typeface="Arial"/>
                <a:sym typeface="Arial"/>
              </a:rPr>
              <a:t>H</a:t>
            </a:r>
            <a:r>
              <a:rPr lang="en-US" sz="2400">
                <a:solidFill>
                  <a:schemeClr val="hlink"/>
                </a:solidFill>
                <a:latin typeface="Arial"/>
                <a:ea typeface="Arial"/>
                <a:cs typeface="Arial"/>
                <a:sym typeface="Arial"/>
              </a:rPr>
              <a:t>) </a:t>
            </a:r>
            <a:endParaRPr/>
          </a:p>
        </p:txBody>
      </p:sp>
      <p:cxnSp>
        <p:nvCxnSpPr>
          <p:cNvPr id="2459" name="Google Shape;2459;p95"/>
          <p:cNvCxnSpPr/>
          <p:nvPr/>
        </p:nvCxnSpPr>
        <p:spPr>
          <a:xfrm flipH="1" rot="10800000">
            <a:off x="5859463" y="615950"/>
            <a:ext cx="180975" cy="215900"/>
          </a:xfrm>
          <a:prstGeom prst="straightConnector1">
            <a:avLst/>
          </a:prstGeom>
          <a:noFill/>
          <a:ln cap="flat" cmpd="sng" w="9525">
            <a:solidFill>
              <a:srgbClr val="FF0000"/>
            </a:solidFill>
            <a:prstDash val="solid"/>
            <a:round/>
            <a:headEnd len="med" w="med" type="none"/>
            <a:tailEnd len="med" w="med" type="none"/>
          </a:ln>
        </p:spPr>
      </p:cxnSp>
      <p:cxnSp>
        <p:nvCxnSpPr>
          <p:cNvPr id="2460" name="Google Shape;2460;p95"/>
          <p:cNvCxnSpPr/>
          <p:nvPr/>
        </p:nvCxnSpPr>
        <p:spPr>
          <a:xfrm flipH="1" rot="10800000">
            <a:off x="6751638" y="617538"/>
            <a:ext cx="180975" cy="215900"/>
          </a:xfrm>
          <a:prstGeom prst="straightConnector1">
            <a:avLst/>
          </a:prstGeom>
          <a:noFill/>
          <a:ln cap="flat" cmpd="sng" w="9525">
            <a:solidFill>
              <a:srgbClr val="FF0000"/>
            </a:solidFill>
            <a:prstDash val="solid"/>
            <a:round/>
            <a:headEnd len="med" w="med" type="none"/>
            <a:tailEnd len="med" w="med" type="none"/>
          </a:ln>
        </p:spPr>
      </p:cxnSp>
      <p:cxnSp>
        <p:nvCxnSpPr>
          <p:cNvPr id="2461" name="Google Shape;2461;p95"/>
          <p:cNvCxnSpPr/>
          <p:nvPr/>
        </p:nvCxnSpPr>
        <p:spPr>
          <a:xfrm flipH="1" rot="10800000">
            <a:off x="7894638" y="617538"/>
            <a:ext cx="180975" cy="215900"/>
          </a:xfrm>
          <a:prstGeom prst="straightConnector1">
            <a:avLst/>
          </a:prstGeom>
          <a:noFill/>
          <a:ln cap="flat" cmpd="sng" w="9525">
            <a:solidFill>
              <a:srgbClr val="FF0000"/>
            </a:solidFill>
            <a:prstDash val="solid"/>
            <a:round/>
            <a:headEnd len="med" w="med" type="none"/>
            <a:tailEnd len="med" w="med" type="none"/>
          </a:ln>
        </p:spPr>
      </p:cxnSp>
      <p:sp>
        <p:nvSpPr>
          <p:cNvPr id="2462" name="Google Shape;2462;p95"/>
          <p:cNvSpPr txBox="1"/>
          <p:nvPr/>
        </p:nvSpPr>
        <p:spPr>
          <a:xfrm>
            <a:off x="5956300" y="858838"/>
            <a:ext cx="2230438"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chemeClr val="hlink"/>
                </a:solidFill>
                <a:latin typeface="Arial"/>
                <a:ea typeface="Arial"/>
                <a:cs typeface="Arial"/>
                <a:sym typeface="Arial"/>
              </a:rPr>
              <a:t>v</a:t>
            </a:r>
            <a:r>
              <a:rPr baseline="-25000" lang="en-US" sz="2400">
                <a:solidFill>
                  <a:schemeClr val="hlink"/>
                </a:solidFill>
                <a:latin typeface="Arial"/>
                <a:ea typeface="Arial"/>
                <a:cs typeface="Arial"/>
                <a:sym typeface="Arial"/>
              </a:rPr>
              <a:t>f</a:t>
            </a:r>
            <a:r>
              <a:rPr baseline="30000" lang="en-US" sz="2400">
                <a:solidFill>
                  <a:schemeClr val="hlink"/>
                </a:solidFill>
                <a:latin typeface="Arial"/>
                <a:ea typeface="Arial"/>
                <a:cs typeface="Arial"/>
                <a:sym typeface="Arial"/>
              </a:rPr>
              <a:t>2 </a:t>
            </a:r>
            <a:r>
              <a:rPr lang="en-US" sz="2400">
                <a:solidFill>
                  <a:schemeClr val="hlink"/>
                </a:solidFill>
                <a:latin typeface="Arial"/>
                <a:ea typeface="Arial"/>
                <a:cs typeface="Arial"/>
                <a:sym typeface="Arial"/>
              </a:rPr>
              <a:t>= </a:t>
            </a:r>
            <a:r>
              <a:rPr i="1" lang="en-US" sz="2400">
                <a:solidFill>
                  <a:schemeClr val="hlink"/>
                </a:solidFill>
                <a:latin typeface="Arial"/>
                <a:ea typeface="Arial"/>
                <a:cs typeface="Arial"/>
                <a:sym typeface="Arial"/>
              </a:rPr>
              <a:t>v</a:t>
            </a:r>
            <a:r>
              <a:rPr baseline="30000" lang="en-US" sz="2400">
                <a:solidFill>
                  <a:schemeClr val="hlink"/>
                </a:solidFill>
                <a:latin typeface="Arial"/>
                <a:ea typeface="Arial"/>
                <a:cs typeface="Arial"/>
                <a:sym typeface="Arial"/>
              </a:rPr>
              <a:t>2</a:t>
            </a:r>
            <a:r>
              <a:rPr lang="en-US" sz="2400">
                <a:solidFill>
                  <a:schemeClr val="hlink"/>
                </a:solidFill>
                <a:latin typeface="Arial"/>
                <a:ea typeface="Arial"/>
                <a:cs typeface="Arial"/>
                <a:sym typeface="Arial"/>
              </a:rPr>
              <a:t> + 2</a:t>
            </a:r>
            <a:r>
              <a:rPr i="1" lang="en-US" sz="2400">
                <a:solidFill>
                  <a:schemeClr val="hlink"/>
                </a:solidFill>
                <a:latin typeface="Arial"/>
                <a:ea typeface="Arial"/>
                <a:cs typeface="Arial"/>
                <a:sym typeface="Arial"/>
              </a:rPr>
              <a:t>gH</a:t>
            </a:r>
            <a:r>
              <a:rPr lang="en-US" sz="2400">
                <a:solidFill>
                  <a:schemeClr val="hlink"/>
                </a:solidFill>
                <a:latin typeface="Arial"/>
                <a:ea typeface="Arial"/>
                <a:cs typeface="Arial"/>
                <a:sym typeface="Arial"/>
              </a:rPr>
              <a:t> </a:t>
            </a:r>
            <a:endParaRPr/>
          </a:p>
        </p:txBody>
      </p:sp>
      <p:sp>
        <p:nvSpPr>
          <p:cNvPr id="2463" name="Google Shape;2463;p95"/>
          <p:cNvSpPr/>
          <p:nvPr/>
        </p:nvSpPr>
        <p:spPr>
          <a:xfrm>
            <a:off x="5713413" y="6397625"/>
            <a:ext cx="422275" cy="422275"/>
          </a:xfrm>
          <a:prstGeom prst="ellipse">
            <a:avLst/>
          </a:prstGeom>
          <a:noFill/>
          <a:ln cap="flat" cmpd="sng" w="1905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2455"/>
                                        </p:tgtEl>
                                        <p:attrNameLst>
                                          <p:attrName>style.visibility</p:attrName>
                                        </p:attrNameLst>
                                      </p:cBhvr>
                                      <p:to>
                                        <p:strVal val="visible"/>
                                      </p:to>
                                    </p:set>
                                    <p:anim calcmode="lin" valueType="num">
                                      <p:cBhvr additive="base">
                                        <p:cTn dur="500"/>
                                        <p:tgtEl>
                                          <p:spTgt spid="2455"/>
                                        </p:tgtEl>
                                        <p:attrNameLst>
                                          <p:attrName>ppt_w</p:attrName>
                                        </p:attrNameLst>
                                      </p:cBhvr>
                                      <p:tavLst>
                                        <p:tav fmla="" tm="0">
                                          <p:val>
                                            <p:strVal val="0"/>
                                          </p:val>
                                        </p:tav>
                                        <p:tav fmla="" tm="100000">
                                          <p:val>
                                            <p:strVal val="#ppt_w"/>
                                          </p:val>
                                        </p:tav>
                                      </p:tavLst>
                                    </p:anim>
                                    <p:anim calcmode="lin" valueType="num">
                                      <p:cBhvr additive="base">
                                        <p:cTn dur="500"/>
                                        <p:tgtEl>
                                          <p:spTgt spid="2455"/>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2456">
                                            <p:txEl>
                                              <p:pRg end="0" st="0"/>
                                            </p:txEl>
                                          </p:spTgt>
                                        </p:tgtEl>
                                        <p:attrNameLst>
                                          <p:attrName>style.visibility</p:attrName>
                                        </p:attrNameLst>
                                      </p:cBhvr>
                                      <p:to>
                                        <p:strVal val="visible"/>
                                      </p:to>
                                    </p:set>
                                    <p:anim calcmode="lin" valueType="num">
                                      <p:cBhvr additive="base">
                                        <p:cTn dur="500"/>
                                        <p:tgtEl>
                                          <p:spTgt spid="2456">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2457">
                                            <p:txEl>
                                              <p:pRg end="0" st="0"/>
                                            </p:txEl>
                                          </p:spTgt>
                                        </p:tgtEl>
                                        <p:attrNameLst>
                                          <p:attrName>style.visibility</p:attrName>
                                        </p:attrNameLst>
                                      </p:cBhvr>
                                      <p:to>
                                        <p:strVal val="visible"/>
                                      </p:to>
                                    </p:set>
                                    <p:anim calcmode="lin" valueType="num">
                                      <p:cBhvr additive="base">
                                        <p:cTn dur="500"/>
                                        <p:tgtEl>
                                          <p:spTgt spid="2457">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2458">
                                            <p:txEl>
                                              <p:pRg end="0" st="0"/>
                                            </p:txEl>
                                          </p:spTgt>
                                        </p:tgtEl>
                                        <p:attrNameLst>
                                          <p:attrName>style.visibility</p:attrName>
                                        </p:attrNameLst>
                                      </p:cBhvr>
                                      <p:to>
                                        <p:strVal val="visible"/>
                                      </p:to>
                                    </p:set>
                                    <p:anim calcmode="lin" valueType="num">
                                      <p:cBhvr additive="base">
                                        <p:cTn dur="500"/>
                                        <p:tgtEl>
                                          <p:spTgt spid="2458">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59"/>
                                        </p:tgtEl>
                                        <p:attrNameLst>
                                          <p:attrName>style.visibility</p:attrName>
                                        </p:attrNameLst>
                                      </p:cBhvr>
                                      <p:to>
                                        <p:strVal val="visible"/>
                                      </p:to>
                                    </p:set>
                                    <p:animEffect filter="fade" transition="in">
                                      <p:cBhvr>
                                        <p:cTn dur="500"/>
                                        <p:tgtEl>
                                          <p:spTgt spid="245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60"/>
                                        </p:tgtEl>
                                        <p:attrNameLst>
                                          <p:attrName>style.visibility</p:attrName>
                                        </p:attrNameLst>
                                      </p:cBhvr>
                                      <p:to>
                                        <p:strVal val="visible"/>
                                      </p:to>
                                    </p:set>
                                    <p:animEffect filter="fade" transition="in">
                                      <p:cBhvr>
                                        <p:cTn dur="500"/>
                                        <p:tgtEl>
                                          <p:spTgt spid="246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61"/>
                                        </p:tgtEl>
                                        <p:attrNameLst>
                                          <p:attrName>style.visibility</p:attrName>
                                        </p:attrNameLst>
                                      </p:cBhvr>
                                      <p:to>
                                        <p:strVal val="visible"/>
                                      </p:to>
                                    </p:set>
                                    <p:animEffect filter="fade" transition="in">
                                      <p:cBhvr>
                                        <p:cTn dur="500"/>
                                        <p:tgtEl>
                                          <p:spTgt spid="246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2462">
                                            <p:txEl>
                                              <p:pRg end="0" st="0"/>
                                            </p:txEl>
                                          </p:spTgt>
                                        </p:tgtEl>
                                        <p:attrNameLst>
                                          <p:attrName>style.visibility</p:attrName>
                                        </p:attrNameLst>
                                      </p:cBhvr>
                                      <p:to>
                                        <p:strVal val="visible"/>
                                      </p:to>
                                    </p:set>
                                    <p:anim calcmode="lin" valueType="num">
                                      <p:cBhvr additive="base">
                                        <p:cTn dur="500"/>
                                        <p:tgtEl>
                                          <p:spTgt spid="2462">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463"/>
                                        </p:tgtEl>
                                        <p:attrNameLst>
                                          <p:attrName>style.visibility</p:attrName>
                                        </p:attrNameLst>
                                      </p:cBhvr>
                                      <p:to>
                                        <p:strVal val="visible"/>
                                      </p:to>
                                    </p:set>
                                    <p:anim calcmode="lin" valueType="num">
                                      <p:cBhvr additive="base">
                                        <p:cTn dur="500"/>
                                        <p:tgtEl>
                                          <p:spTgt spid="2463"/>
                                        </p:tgtEl>
                                        <p:attrNameLst>
                                          <p:attrName>ppt_w</p:attrName>
                                        </p:attrNameLst>
                                      </p:cBhvr>
                                      <p:tavLst>
                                        <p:tav fmla="" tm="0">
                                          <p:val>
                                            <p:strVal val="0"/>
                                          </p:val>
                                        </p:tav>
                                        <p:tav fmla="" tm="100000">
                                          <p:val>
                                            <p:strVal val="#ppt_w"/>
                                          </p:val>
                                        </p:tav>
                                      </p:tavLst>
                                    </p:anim>
                                    <p:anim calcmode="lin" valueType="num">
                                      <p:cBhvr additive="base">
                                        <p:cTn dur="500"/>
                                        <p:tgtEl>
                                          <p:spTgt spid="2463"/>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7" name="Shape 2467"/>
        <p:cNvGrpSpPr/>
        <p:nvPr/>
      </p:nvGrpSpPr>
      <p:grpSpPr>
        <a:xfrm>
          <a:off x="0" y="0"/>
          <a:ext cx="0" cy="0"/>
          <a:chOff x="0" y="0"/>
          <a:chExt cx="0" cy="0"/>
        </a:xfrm>
      </p:grpSpPr>
      <p:sp>
        <p:nvSpPr>
          <p:cNvPr id="2468" name="Google Shape;2468;p96"/>
          <p:cNvSpPr/>
          <p:nvPr/>
        </p:nvSpPr>
        <p:spPr>
          <a:xfrm>
            <a:off x="685800" y="1401763"/>
            <a:ext cx="7772400" cy="441325"/>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i="1" lang="en-US" sz="2400">
                <a:solidFill>
                  <a:schemeClr val="accent2"/>
                </a:solidFill>
                <a:latin typeface="Arial"/>
                <a:ea typeface="Arial"/>
                <a:cs typeface="Arial"/>
                <a:sym typeface="Arial"/>
              </a:rPr>
              <a:t>Analysing projectile motion</a:t>
            </a:r>
            <a:r>
              <a:rPr lang="en-US" sz="2400">
                <a:solidFill>
                  <a:schemeClr val="accent2"/>
                </a:solidFill>
                <a:latin typeface="Arial"/>
                <a:ea typeface="Arial"/>
                <a:cs typeface="Arial"/>
                <a:sym typeface="Arial"/>
              </a:rPr>
              <a:t> </a:t>
            </a:r>
            <a:r>
              <a:rPr lang="en-US" sz="2000">
                <a:solidFill>
                  <a:srgbClr val="000000"/>
                </a:solidFill>
                <a:latin typeface="Courier New"/>
                <a:ea typeface="Courier New"/>
                <a:cs typeface="Courier New"/>
                <a:sym typeface="Courier New"/>
              </a:rPr>
              <a:t>	</a:t>
            </a:r>
            <a:endParaRPr/>
          </a:p>
        </p:txBody>
      </p:sp>
      <p:sp>
        <p:nvSpPr>
          <p:cNvPr id="2469" name="Google Shape;2469;p96"/>
          <p:cNvSpPr txBox="1"/>
          <p:nvPr>
            <p:ph type="ctrTitle"/>
          </p:nvPr>
        </p:nvSpPr>
        <p:spPr>
          <a:xfrm>
            <a:off x="685800" y="533400"/>
            <a:ext cx="7772400" cy="8334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2: Mechanics</a:t>
            </a:r>
            <a:br>
              <a:rPr b="1" lang="en-US" sz="2800"/>
            </a:br>
            <a:r>
              <a:rPr lang="en-US" sz="2800">
                <a:solidFill>
                  <a:schemeClr val="dk1"/>
                </a:solidFill>
              </a:rPr>
              <a:t>2.1 – Motion</a:t>
            </a:r>
            <a:endParaRPr/>
          </a:p>
        </p:txBody>
      </p:sp>
      <p:sp>
        <p:nvSpPr>
          <p:cNvPr id="2470" name="Google Shape;2470;p96"/>
          <p:cNvSpPr/>
          <p:nvPr/>
        </p:nvSpPr>
        <p:spPr>
          <a:xfrm>
            <a:off x="685800" y="1812925"/>
            <a:ext cx="7772400" cy="5073650"/>
          </a:xfrm>
          <a:prstGeom prst="rect">
            <a:avLst/>
          </a:prstGeom>
          <a:solidFill>
            <a:srgbClr val="CCFFC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pic>
        <p:nvPicPr>
          <p:cNvPr id="2471" name="Google Shape;2471;p96"/>
          <p:cNvPicPr preferRelativeResize="0"/>
          <p:nvPr/>
        </p:nvPicPr>
        <p:blipFill rotWithShape="1">
          <a:blip r:embed="rId3">
            <a:alphaModFix/>
          </a:blip>
          <a:srcRect b="0" l="0" r="0" t="0"/>
          <a:stretch/>
        </p:blipFill>
        <p:spPr>
          <a:xfrm>
            <a:off x="688975" y="1798638"/>
            <a:ext cx="6335713" cy="3168650"/>
          </a:xfrm>
          <a:prstGeom prst="rect">
            <a:avLst/>
          </a:prstGeom>
          <a:noFill/>
          <a:ln>
            <a:noFill/>
          </a:ln>
        </p:spPr>
      </p:pic>
      <p:pic>
        <p:nvPicPr>
          <p:cNvPr id="2472" name="Google Shape;2472;p96"/>
          <p:cNvPicPr preferRelativeResize="0"/>
          <p:nvPr/>
        </p:nvPicPr>
        <p:blipFill rotWithShape="1">
          <a:blip r:embed="rId4">
            <a:alphaModFix/>
          </a:blip>
          <a:srcRect b="0" l="0" r="0" t="0"/>
          <a:stretch/>
        </p:blipFill>
        <p:spPr>
          <a:xfrm>
            <a:off x="714375" y="5006975"/>
            <a:ext cx="7713663" cy="1747838"/>
          </a:xfrm>
          <a:prstGeom prst="rect">
            <a:avLst/>
          </a:prstGeom>
          <a:noFill/>
          <a:ln>
            <a:noFill/>
          </a:ln>
        </p:spPr>
      </p:pic>
      <p:sp>
        <p:nvSpPr>
          <p:cNvPr id="2473" name="Google Shape;2473;p96"/>
          <p:cNvSpPr/>
          <p:nvPr/>
        </p:nvSpPr>
        <p:spPr>
          <a:xfrm flipH="1">
            <a:off x="4595813" y="2466975"/>
            <a:ext cx="2212975" cy="1095375"/>
          </a:xfrm>
          <a:prstGeom prst="rtTriangl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474" name="Google Shape;2474;p96"/>
          <p:cNvSpPr txBox="1"/>
          <p:nvPr/>
        </p:nvSpPr>
        <p:spPr>
          <a:xfrm>
            <a:off x="4802188" y="3492500"/>
            <a:ext cx="22161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chemeClr val="accent2"/>
                </a:solidFill>
                <a:latin typeface="Arial"/>
                <a:ea typeface="Arial"/>
                <a:cs typeface="Arial"/>
                <a:sym typeface="Arial"/>
              </a:rPr>
              <a:t>u</a:t>
            </a:r>
            <a:r>
              <a:rPr baseline="-25000" i="1" lang="en-US" sz="2400">
                <a:solidFill>
                  <a:schemeClr val="accent2"/>
                </a:solidFill>
                <a:latin typeface="Arial"/>
                <a:ea typeface="Arial"/>
                <a:cs typeface="Arial"/>
                <a:sym typeface="Arial"/>
              </a:rPr>
              <a:t>x</a:t>
            </a:r>
            <a:r>
              <a:rPr i="1" lang="en-US" sz="2400">
                <a:solidFill>
                  <a:schemeClr val="accent2"/>
                </a:solidFill>
                <a:latin typeface="Arial"/>
                <a:ea typeface="Arial"/>
                <a:cs typeface="Arial"/>
                <a:sym typeface="Arial"/>
              </a:rPr>
              <a:t> </a:t>
            </a:r>
            <a:r>
              <a:rPr lang="en-US" sz="2400">
                <a:solidFill>
                  <a:schemeClr val="accent2"/>
                </a:solidFill>
                <a:latin typeface="Arial"/>
                <a:ea typeface="Arial"/>
                <a:cs typeface="Arial"/>
                <a:sym typeface="Arial"/>
              </a:rPr>
              <a:t>= </a:t>
            </a:r>
            <a:r>
              <a:rPr i="1" lang="en-US" sz="2400">
                <a:solidFill>
                  <a:schemeClr val="accent2"/>
                </a:solidFill>
                <a:latin typeface="Arial"/>
                <a:ea typeface="Arial"/>
                <a:cs typeface="Arial"/>
                <a:sym typeface="Arial"/>
              </a:rPr>
              <a:t>u</a:t>
            </a:r>
            <a:r>
              <a:rPr baseline="-25000" i="1" lang="en-US" sz="2400">
                <a:solidFill>
                  <a:schemeClr val="accent2"/>
                </a:solidFill>
                <a:latin typeface="Arial"/>
                <a:ea typeface="Arial"/>
                <a:cs typeface="Arial"/>
                <a:sym typeface="Arial"/>
              </a:rPr>
              <a:t> </a:t>
            </a:r>
            <a:r>
              <a:rPr lang="en-US" sz="2400">
                <a:solidFill>
                  <a:schemeClr val="accent2"/>
                </a:solidFill>
                <a:latin typeface="Arial"/>
                <a:ea typeface="Arial"/>
                <a:cs typeface="Arial"/>
                <a:sym typeface="Arial"/>
              </a:rPr>
              <a:t>cos</a:t>
            </a:r>
            <a:r>
              <a:rPr baseline="-25000" i="1" lang="en-US" sz="2400">
                <a:solidFill>
                  <a:schemeClr val="accent2"/>
                </a:solidFill>
                <a:latin typeface="Arial"/>
                <a:ea typeface="Arial"/>
                <a:cs typeface="Arial"/>
                <a:sym typeface="Arial"/>
              </a:rPr>
              <a:t> </a:t>
            </a:r>
            <a:r>
              <a:rPr i="1" lang="en-US" sz="2400">
                <a:solidFill>
                  <a:schemeClr val="accent2"/>
                </a:solidFill>
                <a:latin typeface="Arial"/>
                <a:ea typeface="Arial"/>
                <a:cs typeface="Arial"/>
                <a:sym typeface="Arial"/>
              </a:rPr>
              <a:t>θ</a:t>
            </a:r>
            <a:endParaRPr/>
          </a:p>
        </p:txBody>
      </p:sp>
      <p:sp>
        <p:nvSpPr>
          <p:cNvPr id="2475" name="Google Shape;2475;p96"/>
          <p:cNvSpPr txBox="1"/>
          <p:nvPr/>
        </p:nvSpPr>
        <p:spPr>
          <a:xfrm>
            <a:off x="4805363" y="3905250"/>
            <a:ext cx="2359025"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chemeClr val="accent2"/>
                </a:solidFill>
                <a:latin typeface="Arial"/>
                <a:ea typeface="Arial"/>
                <a:cs typeface="Arial"/>
                <a:sym typeface="Arial"/>
              </a:rPr>
              <a:t>u</a:t>
            </a:r>
            <a:r>
              <a:rPr baseline="-25000" i="1" lang="en-US" sz="2400">
                <a:solidFill>
                  <a:schemeClr val="accent2"/>
                </a:solidFill>
                <a:latin typeface="Arial"/>
                <a:ea typeface="Arial"/>
                <a:cs typeface="Arial"/>
                <a:sym typeface="Arial"/>
              </a:rPr>
              <a:t>x</a:t>
            </a:r>
            <a:r>
              <a:rPr i="1" lang="en-US" sz="2400">
                <a:solidFill>
                  <a:schemeClr val="accent2"/>
                </a:solidFill>
                <a:latin typeface="Arial"/>
                <a:ea typeface="Arial"/>
                <a:cs typeface="Arial"/>
                <a:sym typeface="Arial"/>
              </a:rPr>
              <a:t> </a:t>
            </a:r>
            <a:r>
              <a:rPr lang="en-US" sz="2400">
                <a:solidFill>
                  <a:schemeClr val="accent2"/>
                </a:solidFill>
                <a:latin typeface="Arial"/>
                <a:ea typeface="Arial"/>
                <a:cs typeface="Arial"/>
                <a:sym typeface="Arial"/>
              </a:rPr>
              <a:t>= 28</a:t>
            </a:r>
            <a:r>
              <a:rPr baseline="-25000" lang="en-US" sz="2400">
                <a:solidFill>
                  <a:schemeClr val="accent2"/>
                </a:solidFill>
                <a:latin typeface="Arial"/>
                <a:ea typeface="Arial"/>
                <a:cs typeface="Arial"/>
                <a:sym typeface="Arial"/>
              </a:rPr>
              <a:t> </a:t>
            </a:r>
            <a:r>
              <a:rPr lang="en-US" sz="2400">
                <a:solidFill>
                  <a:schemeClr val="accent2"/>
                </a:solidFill>
                <a:latin typeface="Arial"/>
                <a:ea typeface="Arial"/>
                <a:cs typeface="Arial"/>
                <a:sym typeface="Arial"/>
              </a:rPr>
              <a:t>cos</a:t>
            </a:r>
            <a:r>
              <a:rPr baseline="-25000" lang="en-US" sz="2400">
                <a:solidFill>
                  <a:schemeClr val="accent2"/>
                </a:solidFill>
                <a:latin typeface="Arial"/>
                <a:ea typeface="Arial"/>
                <a:cs typeface="Arial"/>
                <a:sym typeface="Arial"/>
              </a:rPr>
              <a:t> </a:t>
            </a:r>
            <a:r>
              <a:rPr lang="en-US" sz="2400">
                <a:solidFill>
                  <a:schemeClr val="accent2"/>
                </a:solidFill>
                <a:latin typeface="Arial"/>
                <a:ea typeface="Arial"/>
                <a:cs typeface="Arial"/>
                <a:sym typeface="Arial"/>
              </a:rPr>
              <a:t>30º</a:t>
            </a:r>
            <a:endParaRPr/>
          </a:p>
        </p:txBody>
      </p:sp>
      <p:sp>
        <p:nvSpPr>
          <p:cNvPr id="2476" name="Google Shape;2476;p96"/>
          <p:cNvSpPr txBox="1"/>
          <p:nvPr/>
        </p:nvSpPr>
        <p:spPr>
          <a:xfrm>
            <a:off x="1992313" y="5619750"/>
            <a:ext cx="2359025"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chemeClr val="accent2"/>
                </a:solidFill>
                <a:latin typeface="Arial"/>
                <a:ea typeface="Arial"/>
                <a:cs typeface="Arial"/>
                <a:sym typeface="Arial"/>
              </a:rPr>
              <a:t>u</a:t>
            </a:r>
            <a:r>
              <a:rPr baseline="-25000" i="1" lang="en-US" sz="2400">
                <a:solidFill>
                  <a:schemeClr val="accent2"/>
                </a:solidFill>
                <a:latin typeface="Arial"/>
                <a:ea typeface="Arial"/>
                <a:cs typeface="Arial"/>
                <a:sym typeface="Arial"/>
              </a:rPr>
              <a:t>x</a:t>
            </a:r>
            <a:r>
              <a:rPr i="1" lang="en-US" sz="2400">
                <a:solidFill>
                  <a:schemeClr val="accent2"/>
                </a:solidFill>
                <a:latin typeface="Arial"/>
                <a:ea typeface="Arial"/>
                <a:cs typeface="Arial"/>
                <a:sym typeface="Arial"/>
              </a:rPr>
              <a:t> </a:t>
            </a:r>
            <a:r>
              <a:rPr lang="en-US" sz="2400">
                <a:solidFill>
                  <a:schemeClr val="accent2"/>
                </a:solidFill>
                <a:latin typeface="Arial"/>
                <a:ea typeface="Arial"/>
                <a:cs typeface="Arial"/>
                <a:sym typeface="Arial"/>
              </a:rPr>
              <a:t>= 24 m</a:t>
            </a:r>
            <a:r>
              <a:rPr baseline="-25000" lang="en-US" sz="2400">
                <a:solidFill>
                  <a:schemeClr val="accent2"/>
                </a:solidFill>
                <a:latin typeface="Arial"/>
                <a:ea typeface="Arial"/>
                <a:cs typeface="Arial"/>
                <a:sym typeface="Arial"/>
              </a:rPr>
              <a:t> </a:t>
            </a:r>
            <a:r>
              <a:rPr lang="en-US" sz="2400">
                <a:solidFill>
                  <a:schemeClr val="accent2"/>
                </a:solidFill>
                <a:latin typeface="Arial"/>
                <a:ea typeface="Arial"/>
                <a:cs typeface="Arial"/>
                <a:sym typeface="Arial"/>
              </a:rPr>
              <a:t>s</a:t>
            </a:r>
            <a:r>
              <a:rPr baseline="30000" lang="en-US" sz="2400">
                <a:solidFill>
                  <a:schemeClr val="accent2"/>
                </a:solidFill>
                <a:latin typeface="Arial"/>
                <a:ea typeface="Arial"/>
                <a:cs typeface="Arial"/>
                <a:sym typeface="Arial"/>
              </a:rPr>
              <a:t>-1</a:t>
            </a:r>
            <a:r>
              <a:rPr lang="en-US" sz="2400">
                <a:solidFill>
                  <a:schemeClr val="accent2"/>
                </a:solidFill>
                <a:latin typeface="Arial"/>
                <a:ea typeface="Arial"/>
                <a:cs typeface="Arial"/>
                <a:sym typeface="Arial"/>
              </a:rPr>
              <a:t>.</a:t>
            </a:r>
            <a:endParaRPr sz="2400">
              <a:solidFill>
                <a:schemeClr val="accent2"/>
              </a:solidFill>
              <a:latin typeface="Arial"/>
              <a:ea typeface="Arial"/>
              <a:cs typeface="Arial"/>
              <a:sym typeface="Arial"/>
            </a:endParaRPr>
          </a:p>
        </p:txBody>
      </p:sp>
      <p:sp>
        <p:nvSpPr>
          <p:cNvPr id="2477" name="Google Shape;2477;p96"/>
          <p:cNvSpPr txBox="1"/>
          <p:nvPr/>
        </p:nvSpPr>
        <p:spPr>
          <a:xfrm>
            <a:off x="6842125" y="2574925"/>
            <a:ext cx="2060575"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rgbClr val="FF00FF"/>
                </a:solidFill>
                <a:latin typeface="Arial"/>
                <a:ea typeface="Arial"/>
                <a:cs typeface="Arial"/>
                <a:sym typeface="Arial"/>
              </a:rPr>
              <a:t>u</a:t>
            </a:r>
            <a:r>
              <a:rPr baseline="-25000" i="1" lang="en-US" sz="2400">
                <a:solidFill>
                  <a:srgbClr val="FF00FF"/>
                </a:solidFill>
                <a:latin typeface="Arial"/>
                <a:ea typeface="Arial"/>
                <a:cs typeface="Arial"/>
                <a:sym typeface="Arial"/>
              </a:rPr>
              <a:t>y</a:t>
            </a:r>
            <a:r>
              <a:rPr i="1" lang="en-US" sz="2400">
                <a:solidFill>
                  <a:srgbClr val="FF00FF"/>
                </a:solidFill>
                <a:latin typeface="Arial"/>
                <a:ea typeface="Arial"/>
                <a:cs typeface="Arial"/>
                <a:sym typeface="Arial"/>
              </a:rPr>
              <a:t> </a:t>
            </a:r>
            <a:r>
              <a:rPr lang="en-US" sz="2400">
                <a:solidFill>
                  <a:srgbClr val="FF00FF"/>
                </a:solidFill>
                <a:latin typeface="Arial"/>
                <a:ea typeface="Arial"/>
                <a:cs typeface="Arial"/>
                <a:sym typeface="Arial"/>
              </a:rPr>
              <a:t>= </a:t>
            </a:r>
            <a:r>
              <a:rPr i="1" lang="en-US" sz="2400">
                <a:solidFill>
                  <a:srgbClr val="FF00FF"/>
                </a:solidFill>
                <a:latin typeface="Arial"/>
                <a:ea typeface="Arial"/>
                <a:cs typeface="Arial"/>
                <a:sym typeface="Arial"/>
              </a:rPr>
              <a:t>u</a:t>
            </a:r>
            <a:r>
              <a:rPr baseline="-25000" i="1" lang="en-US" sz="2400">
                <a:solidFill>
                  <a:srgbClr val="FF00FF"/>
                </a:solidFill>
                <a:latin typeface="Arial"/>
                <a:ea typeface="Arial"/>
                <a:cs typeface="Arial"/>
                <a:sym typeface="Arial"/>
              </a:rPr>
              <a:t> </a:t>
            </a:r>
            <a:r>
              <a:rPr lang="en-US" sz="2400">
                <a:solidFill>
                  <a:srgbClr val="FF00FF"/>
                </a:solidFill>
                <a:latin typeface="Arial"/>
                <a:ea typeface="Arial"/>
                <a:cs typeface="Arial"/>
                <a:sym typeface="Arial"/>
              </a:rPr>
              <a:t>sin</a:t>
            </a:r>
            <a:r>
              <a:rPr baseline="-25000" i="1" lang="en-US" sz="2400">
                <a:solidFill>
                  <a:srgbClr val="FF00FF"/>
                </a:solidFill>
                <a:latin typeface="Arial"/>
                <a:ea typeface="Arial"/>
                <a:cs typeface="Arial"/>
                <a:sym typeface="Arial"/>
              </a:rPr>
              <a:t> </a:t>
            </a:r>
            <a:r>
              <a:rPr i="1" lang="en-US" sz="2400">
                <a:solidFill>
                  <a:srgbClr val="FF00FF"/>
                </a:solidFill>
                <a:latin typeface="Arial"/>
                <a:ea typeface="Arial"/>
                <a:cs typeface="Arial"/>
                <a:sym typeface="Arial"/>
              </a:rPr>
              <a:t>θ</a:t>
            </a:r>
            <a:endParaRPr/>
          </a:p>
        </p:txBody>
      </p:sp>
      <p:sp>
        <p:nvSpPr>
          <p:cNvPr id="2478" name="Google Shape;2478;p96"/>
          <p:cNvSpPr txBox="1"/>
          <p:nvPr/>
        </p:nvSpPr>
        <p:spPr>
          <a:xfrm>
            <a:off x="6845300" y="3006725"/>
            <a:ext cx="2506663"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rgbClr val="FF00FF"/>
                </a:solidFill>
                <a:latin typeface="Arial"/>
                <a:ea typeface="Arial"/>
                <a:cs typeface="Arial"/>
                <a:sym typeface="Arial"/>
              </a:rPr>
              <a:t>u</a:t>
            </a:r>
            <a:r>
              <a:rPr baseline="-25000" i="1" lang="en-US" sz="2400">
                <a:solidFill>
                  <a:srgbClr val="FF00FF"/>
                </a:solidFill>
                <a:latin typeface="Arial"/>
                <a:ea typeface="Arial"/>
                <a:cs typeface="Arial"/>
                <a:sym typeface="Arial"/>
              </a:rPr>
              <a:t>y</a:t>
            </a:r>
            <a:r>
              <a:rPr i="1" lang="en-US" sz="2400">
                <a:solidFill>
                  <a:srgbClr val="FF00FF"/>
                </a:solidFill>
                <a:latin typeface="Arial"/>
                <a:ea typeface="Arial"/>
                <a:cs typeface="Arial"/>
                <a:sym typeface="Arial"/>
              </a:rPr>
              <a:t> </a:t>
            </a:r>
            <a:r>
              <a:rPr lang="en-US" sz="2400">
                <a:solidFill>
                  <a:srgbClr val="FF00FF"/>
                </a:solidFill>
                <a:latin typeface="Arial"/>
                <a:ea typeface="Arial"/>
                <a:cs typeface="Arial"/>
                <a:sym typeface="Arial"/>
              </a:rPr>
              <a:t>= 28</a:t>
            </a:r>
            <a:r>
              <a:rPr baseline="-25000" i="1" lang="en-US" sz="2400">
                <a:solidFill>
                  <a:srgbClr val="FF00FF"/>
                </a:solidFill>
                <a:latin typeface="Arial"/>
                <a:ea typeface="Arial"/>
                <a:cs typeface="Arial"/>
                <a:sym typeface="Arial"/>
              </a:rPr>
              <a:t> </a:t>
            </a:r>
            <a:r>
              <a:rPr lang="en-US" sz="2400">
                <a:solidFill>
                  <a:srgbClr val="FF00FF"/>
                </a:solidFill>
                <a:latin typeface="Arial"/>
                <a:ea typeface="Arial"/>
                <a:cs typeface="Arial"/>
                <a:sym typeface="Arial"/>
              </a:rPr>
              <a:t>sin</a:t>
            </a:r>
            <a:r>
              <a:rPr baseline="-25000" i="1" lang="en-US" sz="2400">
                <a:solidFill>
                  <a:srgbClr val="FF00FF"/>
                </a:solidFill>
                <a:latin typeface="Arial"/>
                <a:ea typeface="Arial"/>
                <a:cs typeface="Arial"/>
                <a:sym typeface="Arial"/>
              </a:rPr>
              <a:t> </a:t>
            </a:r>
            <a:r>
              <a:rPr lang="en-US" sz="2400">
                <a:solidFill>
                  <a:srgbClr val="FF00FF"/>
                </a:solidFill>
                <a:latin typeface="Arial"/>
                <a:ea typeface="Arial"/>
                <a:cs typeface="Arial"/>
                <a:sym typeface="Arial"/>
              </a:rPr>
              <a:t>30º</a:t>
            </a:r>
            <a:endParaRPr/>
          </a:p>
        </p:txBody>
      </p:sp>
      <p:sp>
        <p:nvSpPr>
          <p:cNvPr id="2479" name="Google Shape;2479;p96"/>
          <p:cNvSpPr txBox="1"/>
          <p:nvPr/>
        </p:nvSpPr>
        <p:spPr>
          <a:xfrm>
            <a:off x="1974850" y="6254750"/>
            <a:ext cx="2506663"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rgbClr val="FF00FF"/>
                </a:solidFill>
                <a:latin typeface="Arial"/>
                <a:ea typeface="Arial"/>
                <a:cs typeface="Arial"/>
                <a:sym typeface="Arial"/>
              </a:rPr>
              <a:t>u</a:t>
            </a:r>
            <a:r>
              <a:rPr baseline="-25000" i="1" lang="en-US" sz="2400">
                <a:solidFill>
                  <a:srgbClr val="FF00FF"/>
                </a:solidFill>
                <a:latin typeface="Arial"/>
                <a:ea typeface="Arial"/>
                <a:cs typeface="Arial"/>
                <a:sym typeface="Arial"/>
              </a:rPr>
              <a:t>y</a:t>
            </a:r>
            <a:r>
              <a:rPr i="1" lang="en-US" sz="2400">
                <a:solidFill>
                  <a:srgbClr val="FF00FF"/>
                </a:solidFill>
                <a:latin typeface="Arial"/>
                <a:ea typeface="Arial"/>
                <a:cs typeface="Arial"/>
                <a:sym typeface="Arial"/>
              </a:rPr>
              <a:t> </a:t>
            </a:r>
            <a:r>
              <a:rPr lang="en-US" sz="2400">
                <a:solidFill>
                  <a:srgbClr val="FF00FF"/>
                </a:solidFill>
                <a:latin typeface="Arial"/>
                <a:ea typeface="Arial"/>
                <a:cs typeface="Arial"/>
                <a:sym typeface="Arial"/>
              </a:rPr>
              <a:t>= 14 m</a:t>
            </a:r>
            <a:r>
              <a:rPr baseline="-25000" lang="en-US" sz="2400">
                <a:solidFill>
                  <a:srgbClr val="FF00FF"/>
                </a:solidFill>
                <a:latin typeface="Arial"/>
                <a:ea typeface="Arial"/>
                <a:cs typeface="Arial"/>
                <a:sym typeface="Arial"/>
              </a:rPr>
              <a:t> </a:t>
            </a:r>
            <a:r>
              <a:rPr lang="en-US" sz="2400">
                <a:solidFill>
                  <a:srgbClr val="FF00FF"/>
                </a:solidFill>
                <a:latin typeface="Arial"/>
                <a:ea typeface="Arial"/>
                <a:cs typeface="Arial"/>
                <a:sym typeface="Arial"/>
              </a:rPr>
              <a:t>s</a:t>
            </a:r>
            <a:r>
              <a:rPr baseline="30000" lang="en-US" sz="2400">
                <a:solidFill>
                  <a:srgbClr val="FF00FF"/>
                </a:solidFill>
                <a:latin typeface="Arial"/>
                <a:ea typeface="Arial"/>
                <a:cs typeface="Arial"/>
                <a:sym typeface="Arial"/>
              </a:rPr>
              <a:t>-1</a:t>
            </a:r>
            <a:r>
              <a:rPr lang="en-US" sz="2400">
                <a:solidFill>
                  <a:srgbClr val="FF00FF"/>
                </a:solidFill>
                <a:latin typeface="Arial"/>
                <a:ea typeface="Arial"/>
                <a:cs typeface="Arial"/>
                <a:sym typeface="Arial"/>
              </a:rPr>
              <a:t>.</a:t>
            </a:r>
            <a:endParaRPr sz="2400">
              <a:solidFill>
                <a:srgbClr val="FF00FF"/>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2471"/>
                                        </p:tgtEl>
                                        <p:attrNameLst>
                                          <p:attrName>style.visibility</p:attrName>
                                        </p:attrNameLst>
                                      </p:cBhvr>
                                      <p:to>
                                        <p:strVal val="visible"/>
                                      </p:to>
                                    </p:set>
                                    <p:anim calcmode="lin" valueType="num">
                                      <p:cBhvr additive="base">
                                        <p:cTn dur="500"/>
                                        <p:tgtEl>
                                          <p:spTgt spid="2471"/>
                                        </p:tgtEl>
                                        <p:attrNameLst>
                                          <p:attrName>ppt_w</p:attrName>
                                        </p:attrNameLst>
                                      </p:cBhvr>
                                      <p:tavLst>
                                        <p:tav fmla="" tm="0">
                                          <p:val>
                                            <p:strVal val="0"/>
                                          </p:val>
                                        </p:tav>
                                        <p:tav fmla="" tm="100000">
                                          <p:val>
                                            <p:strVal val="#ppt_w"/>
                                          </p:val>
                                        </p:tav>
                                      </p:tavLst>
                                    </p:anim>
                                    <p:anim calcmode="lin" valueType="num">
                                      <p:cBhvr additive="base">
                                        <p:cTn dur="500"/>
                                        <p:tgtEl>
                                          <p:spTgt spid="2471"/>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472"/>
                                        </p:tgtEl>
                                        <p:attrNameLst>
                                          <p:attrName>style.visibility</p:attrName>
                                        </p:attrNameLst>
                                      </p:cBhvr>
                                      <p:to>
                                        <p:strVal val="visible"/>
                                      </p:to>
                                    </p:set>
                                    <p:anim calcmode="lin" valueType="num">
                                      <p:cBhvr additive="base">
                                        <p:cTn dur="500"/>
                                        <p:tgtEl>
                                          <p:spTgt spid="2472"/>
                                        </p:tgtEl>
                                        <p:attrNameLst>
                                          <p:attrName>ppt_w</p:attrName>
                                        </p:attrNameLst>
                                      </p:cBhvr>
                                      <p:tavLst>
                                        <p:tav fmla="" tm="0">
                                          <p:val>
                                            <p:strVal val="0"/>
                                          </p:val>
                                        </p:tav>
                                        <p:tav fmla="" tm="100000">
                                          <p:val>
                                            <p:strVal val="#ppt_w"/>
                                          </p:val>
                                        </p:tav>
                                      </p:tavLst>
                                    </p:anim>
                                    <p:anim calcmode="lin" valueType="num">
                                      <p:cBhvr additive="base">
                                        <p:cTn dur="500"/>
                                        <p:tgtEl>
                                          <p:spTgt spid="2472"/>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473"/>
                                        </p:tgtEl>
                                        <p:attrNameLst>
                                          <p:attrName>style.visibility</p:attrName>
                                        </p:attrNameLst>
                                      </p:cBhvr>
                                      <p:to>
                                        <p:strVal val="visible"/>
                                      </p:to>
                                    </p:set>
                                    <p:anim calcmode="lin" valueType="num">
                                      <p:cBhvr additive="base">
                                        <p:cTn dur="500"/>
                                        <p:tgtEl>
                                          <p:spTgt spid="2473"/>
                                        </p:tgtEl>
                                        <p:attrNameLst>
                                          <p:attrName>ppt_w</p:attrName>
                                        </p:attrNameLst>
                                      </p:cBhvr>
                                      <p:tavLst>
                                        <p:tav fmla="" tm="0">
                                          <p:val>
                                            <p:strVal val="0"/>
                                          </p:val>
                                        </p:tav>
                                        <p:tav fmla="" tm="100000">
                                          <p:val>
                                            <p:strVal val="#ppt_w"/>
                                          </p:val>
                                        </p:tav>
                                      </p:tavLst>
                                    </p:anim>
                                    <p:anim calcmode="lin" valueType="num">
                                      <p:cBhvr additive="base">
                                        <p:cTn dur="500"/>
                                        <p:tgtEl>
                                          <p:spTgt spid="2473"/>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474"/>
                                        </p:tgtEl>
                                        <p:attrNameLst>
                                          <p:attrName>style.visibility</p:attrName>
                                        </p:attrNameLst>
                                      </p:cBhvr>
                                      <p:to>
                                        <p:strVal val="visible"/>
                                      </p:to>
                                    </p:set>
                                    <p:anim calcmode="lin" valueType="num">
                                      <p:cBhvr additive="base">
                                        <p:cTn dur="500"/>
                                        <p:tgtEl>
                                          <p:spTgt spid="2474"/>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475"/>
                                        </p:tgtEl>
                                        <p:attrNameLst>
                                          <p:attrName>style.visibility</p:attrName>
                                        </p:attrNameLst>
                                      </p:cBhvr>
                                      <p:to>
                                        <p:strVal val="visible"/>
                                      </p:to>
                                    </p:set>
                                    <p:anim calcmode="lin" valueType="num">
                                      <p:cBhvr additive="base">
                                        <p:cTn dur="500"/>
                                        <p:tgtEl>
                                          <p:spTgt spid="2475"/>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476"/>
                                        </p:tgtEl>
                                        <p:attrNameLst>
                                          <p:attrName>style.visibility</p:attrName>
                                        </p:attrNameLst>
                                      </p:cBhvr>
                                      <p:to>
                                        <p:strVal val="visible"/>
                                      </p:to>
                                    </p:set>
                                    <p:anim calcmode="lin" valueType="num">
                                      <p:cBhvr additive="base">
                                        <p:cTn dur="500"/>
                                        <p:tgtEl>
                                          <p:spTgt spid="2476"/>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477"/>
                                        </p:tgtEl>
                                        <p:attrNameLst>
                                          <p:attrName>style.visibility</p:attrName>
                                        </p:attrNameLst>
                                      </p:cBhvr>
                                      <p:to>
                                        <p:strVal val="visible"/>
                                      </p:to>
                                    </p:set>
                                    <p:anim calcmode="lin" valueType="num">
                                      <p:cBhvr additive="base">
                                        <p:cTn dur="500"/>
                                        <p:tgtEl>
                                          <p:spTgt spid="2477"/>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478"/>
                                        </p:tgtEl>
                                        <p:attrNameLst>
                                          <p:attrName>style.visibility</p:attrName>
                                        </p:attrNameLst>
                                      </p:cBhvr>
                                      <p:to>
                                        <p:strVal val="visible"/>
                                      </p:to>
                                    </p:set>
                                    <p:anim calcmode="lin" valueType="num">
                                      <p:cBhvr additive="base">
                                        <p:cTn dur="500"/>
                                        <p:tgtEl>
                                          <p:spTgt spid="2478"/>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479"/>
                                        </p:tgtEl>
                                        <p:attrNameLst>
                                          <p:attrName>style.visibility</p:attrName>
                                        </p:attrNameLst>
                                      </p:cBhvr>
                                      <p:to>
                                        <p:strVal val="visible"/>
                                      </p:to>
                                    </p:set>
                                    <p:anim calcmode="lin" valueType="num">
                                      <p:cBhvr additive="base">
                                        <p:cTn dur="500"/>
                                        <p:tgtEl>
                                          <p:spTgt spid="2479"/>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3" name="Shape 2483"/>
        <p:cNvGrpSpPr/>
        <p:nvPr/>
      </p:nvGrpSpPr>
      <p:grpSpPr>
        <a:xfrm>
          <a:off x="0" y="0"/>
          <a:ext cx="0" cy="0"/>
          <a:chOff x="0" y="0"/>
          <a:chExt cx="0" cy="0"/>
        </a:xfrm>
      </p:grpSpPr>
      <p:sp>
        <p:nvSpPr>
          <p:cNvPr id="2484" name="Google Shape;2484;p97"/>
          <p:cNvSpPr/>
          <p:nvPr/>
        </p:nvSpPr>
        <p:spPr>
          <a:xfrm>
            <a:off x="685800" y="1401763"/>
            <a:ext cx="7772400" cy="468312"/>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i="1" lang="en-US" sz="2400">
                <a:solidFill>
                  <a:schemeClr val="accent2"/>
                </a:solidFill>
                <a:latin typeface="Arial"/>
                <a:ea typeface="Arial"/>
                <a:cs typeface="Arial"/>
                <a:sym typeface="Arial"/>
              </a:rPr>
              <a:t>Analysing projectile motion</a:t>
            </a:r>
            <a:r>
              <a:rPr lang="en-US" sz="2400">
                <a:solidFill>
                  <a:schemeClr val="accent2"/>
                </a:solidFill>
                <a:latin typeface="Arial"/>
                <a:ea typeface="Arial"/>
                <a:cs typeface="Arial"/>
                <a:sym typeface="Arial"/>
              </a:rPr>
              <a:t> </a:t>
            </a:r>
            <a:r>
              <a:rPr lang="en-US" sz="2000">
                <a:solidFill>
                  <a:srgbClr val="000000"/>
                </a:solidFill>
                <a:latin typeface="Courier New"/>
                <a:ea typeface="Courier New"/>
                <a:cs typeface="Courier New"/>
                <a:sym typeface="Courier New"/>
              </a:rPr>
              <a:t>	</a:t>
            </a:r>
            <a:endParaRPr/>
          </a:p>
        </p:txBody>
      </p:sp>
      <p:sp>
        <p:nvSpPr>
          <p:cNvPr id="2485" name="Google Shape;2485;p97"/>
          <p:cNvSpPr txBox="1"/>
          <p:nvPr>
            <p:ph type="ctrTitle"/>
          </p:nvPr>
        </p:nvSpPr>
        <p:spPr>
          <a:xfrm>
            <a:off x="685800" y="533400"/>
            <a:ext cx="7772400" cy="8334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2: Mechanics</a:t>
            </a:r>
            <a:br>
              <a:rPr b="1" lang="en-US" sz="2800"/>
            </a:br>
            <a:r>
              <a:rPr lang="en-US" sz="2800">
                <a:solidFill>
                  <a:schemeClr val="dk1"/>
                </a:solidFill>
              </a:rPr>
              <a:t>2.1 – Motion</a:t>
            </a:r>
            <a:endParaRPr/>
          </a:p>
        </p:txBody>
      </p:sp>
      <p:sp>
        <p:nvSpPr>
          <p:cNvPr id="2486" name="Google Shape;2486;p97"/>
          <p:cNvSpPr/>
          <p:nvPr/>
        </p:nvSpPr>
        <p:spPr>
          <a:xfrm>
            <a:off x="685800" y="1812925"/>
            <a:ext cx="7772400" cy="5073650"/>
          </a:xfrm>
          <a:prstGeom prst="rect">
            <a:avLst/>
          </a:prstGeom>
          <a:solidFill>
            <a:srgbClr val="CCFFC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pic>
        <p:nvPicPr>
          <p:cNvPr id="2487" name="Google Shape;2487;p97"/>
          <p:cNvPicPr preferRelativeResize="0"/>
          <p:nvPr/>
        </p:nvPicPr>
        <p:blipFill rotWithShape="1">
          <a:blip r:embed="rId3">
            <a:alphaModFix/>
          </a:blip>
          <a:srcRect b="0" l="0" r="0" t="0"/>
          <a:stretch/>
        </p:blipFill>
        <p:spPr>
          <a:xfrm>
            <a:off x="688975" y="1798638"/>
            <a:ext cx="6335713" cy="3168650"/>
          </a:xfrm>
          <a:prstGeom prst="rect">
            <a:avLst/>
          </a:prstGeom>
          <a:noFill/>
          <a:ln>
            <a:noFill/>
          </a:ln>
        </p:spPr>
      </p:pic>
      <p:pic>
        <p:nvPicPr>
          <p:cNvPr id="2488" name="Google Shape;2488;p97"/>
          <p:cNvPicPr preferRelativeResize="0"/>
          <p:nvPr/>
        </p:nvPicPr>
        <p:blipFill rotWithShape="1">
          <a:blip r:embed="rId4">
            <a:alphaModFix/>
          </a:blip>
          <a:srcRect b="0" l="0" r="0" t="0"/>
          <a:stretch/>
        </p:blipFill>
        <p:spPr>
          <a:xfrm>
            <a:off x="673100" y="4968875"/>
            <a:ext cx="7785100" cy="1481138"/>
          </a:xfrm>
          <a:prstGeom prst="rect">
            <a:avLst/>
          </a:prstGeom>
          <a:noFill/>
          <a:ln>
            <a:noFill/>
          </a:ln>
        </p:spPr>
      </p:pic>
      <p:sp>
        <p:nvSpPr>
          <p:cNvPr id="2489" name="Google Shape;2489;p97"/>
          <p:cNvSpPr/>
          <p:nvPr/>
        </p:nvSpPr>
        <p:spPr>
          <a:xfrm>
            <a:off x="5184775" y="2436813"/>
            <a:ext cx="1223963" cy="457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400">
                <a:solidFill>
                  <a:srgbClr val="FF3300"/>
                </a:solidFill>
                <a:latin typeface="Arial"/>
                <a:ea typeface="Arial"/>
                <a:cs typeface="Arial"/>
                <a:sym typeface="Arial"/>
              </a:rPr>
              <a:t>∆</a:t>
            </a:r>
            <a:r>
              <a:rPr i="1" lang="en-US" sz="2400">
                <a:solidFill>
                  <a:srgbClr val="FF3300"/>
                </a:solidFill>
                <a:latin typeface="Arial"/>
                <a:ea typeface="Arial"/>
                <a:cs typeface="Arial"/>
                <a:sym typeface="Arial"/>
              </a:rPr>
              <a:t>x</a:t>
            </a:r>
            <a:r>
              <a:rPr lang="en-US" sz="2400">
                <a:solidFill>
                  <a:srgbClr val="FF3300"/>
                </a:solidFill>
                <a:latin typeface="Arial"/>
                <a:ea typeface="Arial"/>
                <a:cs typeface="Arial"/>
                <a:sym typeface="Arial"/>
              </a:rPr>
              <a:t> = </a:t>
            </a:r>
            <a:r>
              <a:rPr i="1" lang="en-US" sz="2400">
                <a:solidFill>
                  <a:srgbClr val="FF3300"/>
                </a:solidFill>
                <a:latin typeface="Arial"/>
                <a:ea typeface="Arial"/>
                <a:cs typeface="Arial"/>
                <a:sym typeface="Arial"/>
              </a:rPr>
              <a:t>u</a:t>
            </a:r>
            <a:r>
              <a:rPr baseline="-25000" i="1" lang="en-US" sz="2400">
                <a:solidFill>
                  <a:srgbClr val="FF3300"/>
                </a:solidFill>
                <a:latin typeface="Arial"/>
                <a:ea typeface="Arial"/>
                <a:cs typeface="Arial"/>
                <a:sym typeface="Arial"/>
              </a:rPr>
              <a:t>x</a:t>
            </a:r>
            <a:r>
              <a:rPr i="1" lang="en-US" sz="2400">
                <a:solidFill>
                  <a:srgbClr val="FF3300"/>
                </a:solidFill>
                <a:latin typeface="Arial"/>
                <a:ea typeface="Arial"/>
                <a:cs typeface="Arial"/>
                <a:sym typeface="Arial"/>
              </a:rPr>
              <a:t>t</a:t>
            </a:r>
            <a:endParaRPr/>
          </a:p>
        </p:txBody>
      </p:sp>
      <p:sp>
        <p:nvSpPr>
          <p:cNvPr id="2490" name="Google Shape;2490;p97"/>
          <p:cNvSpPr/>
          <p:nvPr/>
        </p:nvSpPr>
        <p:spPr>
          <a:xfrm>
            <a:off x="5187950" y="2874963"/>
            <a:ext cx="1293813" cy="457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400">
                <a:solidFill>
                  <a:schemeClr val="hlink"/>
                </a:solidFill>
                <a:latin typeface="Arial"/>
                <a:ea typeface="Arial"/>
                <a:cs typeface="Arial"/>
                <a:sym typeface="Arial"/>
              </a:rPr>
              <a:t>16 = 24</a:t>
            </a:r>
            <a:r>
              <a:rPr i="1" lang="en-US" sz="2400">
                <a:solidFill>
                  <a:schemeClr val="hlink"/>
                </a:solidFill>
                <a:latin typeface="Arial"/>
                <a:ea typeface="Arial"/>
                <a:cs typeface="Arial"/>
                <a:sym typeface="Arial"/>
              </a:rPr>
              <a:t>t</a:t>
            </a:r>
            <a:endParaRPr/>
          </a:p>
        </p:txBody>
      </p:sp>
      <p:sp>
        <p:nvSpPr>
          <p:cNvPr id="2491" name="Google Shape;2491;p97"/>
          <p:cNvSpPr/>
          <p:nvPr/>
        </p:nvSpPr>
        <p:spPr>
          <a:xfrm>
            <a:off x="5449888" y="3303588"/>
            <a:ext cx="2814637" cy="457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i="1" lang="en-US" sz="2400">
                <a:solidFill>
                  <a:schemeClr val="hlink"/>
                </a:solidFill>
                <a:latin typeface="Arial"/>
                <a:ea typeface="Arial"/>
                <a:cs typeface="Arial"/>
                <a:sym typeface="Arial"/>
              </a:rPr>
              <a:t>t</a:t>
            </a:r>
            <a:r>
              <a:rPr lang="en-US" sz="2400">
                <a:solidFill>
                  <a:schemeClr val="hlink"/>
                </a:solidFill>
                <a:latin typeface="Arial"/>
                <a:ea typeface="Arial"/>
                <a:cs typeface="Arial"/>
                <a:sym typeface="Arial"/>
              </a:rPr>
              <a:t> = 16 / 24</a:t>
            </a:r>
            <a:r>
              <a:rPr i="1" lang="en-US" sz="2400">
                <a:solidFill>
                  <a:schemeClr val="hlink"/>
                </a:solidFill>
                <a:latin typeface="Arial"/>
                <a:ea typeface="Arial"/>
                <a:cs typeface="Arial"/>
                <a:sym typeface="Arial"/>
              </a:rPr>
              <a:t> </a:t>
            </a:r>
            <a:r>
              <a:rPr lang="en-US" sz="2400">
                <a:solidFill>
                  <a:schemeClr val="hlink"/>
                </a:solidFill>
                <a:latin typeface="Arial"/>
                <a:ea typeface="Arial"/>
                <a:cs typeface="Arial"/>
                <a:sym typeface="Arial"/>
              </a:rPr>
              <a:t>= 0.67</a:t>
            </a:r>
            <a:endParaRPr/>
          </a:p>
        </p:txBody>
      </p:sp>
      <p:sp>
        <p:nvSpPr>
          <p:cNvPr id="2492" name="Google Shape;2492;p97"/>
          <p:cNvSpPr/>
          <p:nvPr/>
        </p:nvSpPr>
        <p:spPr>
          <a:xfrm>
            <a:off x="2455863" y="5329238"/>
            <a:ext cx="2563812" cy="457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400">
                <a:solidFill>
                  <a:srgbClr val="FF3300"/>
                </a:solidFill>
                <a:latin typeface="Arial"/>
                <a:ea typeface="Arial"/>
                <a:cs typeface="Arial"/>
                <a:sym typeface="Arial"/>
              </a:rPr>
              <a:t>∆</a:t>
            </a:r>
            <a:r>
              <a:rPr i="1" lang="en-US" sz="2400">
                <a:solidFill>
                  <a:srgbClr val="FF3300"/>
                </a:solidFill>
                <a:latin typeface="Arial"/>
                <a:ea typeface="Arial"/>
                <a:cs typeface="Arial"/>
                <a:sym typeface="Arial"/>
              </a:rPr>
              <a:t>y</a:t>
            </a:r>
            <a:r>
              <a:rPr lang="en-US" sz="2400">
                <a:solidFill>
                  <a:srgbClr val="FF3300"/>
                </a:solidFill>
                <a:latin typeface="Arial"/>
                <a:ea typeface="Arial"/>
                <a:cs typeface="Arial"/>
                <a:sym typeface="Arial"/>
              </a:rPr>
              <a:t> = </a:t>
            </a:r>
            <a:r>
              <a:rPr i="1" lang="en-US" sz="2400">
                <a:solidFill>
                  <a:srgbClr val="FF3300"/>
                </a:solidFill>
                <a:latin typeface="Arial"/>
                <a:ea typeface="Arial"/>
                <a:cs typeface="Arial"/>
                <a:sym typeface="Arial"/>
              </a:rPr>
              <a:t>u</a:t>
            </a:r>
            <a:r>
              <a:rPr baseline="-25000" i="1" lang="en-US" sz="2400">
                <a:solidFill>
                  <a:srgbClr val="FF3300"/>
                </a:solidFill>
                <a:latin typeface="Arial"/>
                <a:ea typeface="Arial"/>
                <a:cs typeface="Arial"/>
                <a:sym typeface="Arial"/>
              </a:rPr>
              <a:t>y</a:t>
            </a:r>
            <a:r>
              <a:rPr i="1" lang="en-US" sz="2400">
                <a:solidFill>
                  <a:srgbClr val="FF3300"/>
                </a:solidFill>
                <a:latin typeface="Arial"/>
                <a:ea typeface="Arial"/>
                <a:cs typeface="Arial"/>
                <a:sym typeface="Arial"/>
              </a:rPr>
              <a:t>t</a:t>
            </a:r>
            <a:r>
              <a:rPr lang="en-US" sz="2400">
                <a:solidFill>
                  <a:srgbClr val="FF3300"/>
                </a:solidFill>
                <a:latin typeface="Arial"/>
                <a:ea typeface="Arial"/>
                <a:cs typeface="Arial"/>
                <a:sym typeface="Arial"/>
              </a:rPr>
              <a:t> – 5</a:t>
            </a:r>
            <a:r>
              <a:rPr i="1" lang="en-US" sz="2400">
                <a:solidFill>
                  <a:srgbClr val="FF3300"/>
                </a:solidFill>
                <a:latin typeface="Arial"/>
                <a:ea typeface="Arial"/>
                <a:cs typeface="Arial"/>
                <a:sym typeface="Arial"/>
              </a:rPr>
              <a:t>t </a:t>
            </a:r>
            <a:r>
              <a:rPr baseline="30000" lang="en-US" sz="2400">
                <a:solidFill>
                  <a:srgbClr val="FF3300"/>
                </a:solidFill>
                <a:latin typeface="Arial"/>
                <a:ea typeface="Arial"/>
                <a:cs typeface="Arial"/>
                <a:sym typeface="Arial"/>
              </a:rPr>
              <a:t>2</a:t>
            </a:r>
            <a:endParaRPr i="1" sz="2400">
              <a:solidFill>
                <a:srgbClr val="FF3300"/>
              </a:solidFill>
              <a:latin typeface="Arial"/>
              <a:ea typeface="Arial"/>
              <a:cs typeface="Arial"/>
              <a:sym typeface="Arial"/>
            </a:endParaRPr>
          </a:p>
        </p:txBody>
      </p:sp>
      <p:sp>
        <p:nvSpPr>
          <p:cNvPr id="2493" name="Google Shape;2493;p97"/>
          <p:cNvSpPr/>
          <p:nvPr/>
        </p:nvSpPr>
        <p:spPr>
          <a:xfrm>
            <a:off x="2462213" y="5873750"/>
            <a:ext cx="2563812" cy="457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400">
                <a:solidFill>
                  <a:schemeClr val="hlink"/>
                </a:solidFill>
                <a:latin typeface="Arial"/>
                <a:ea typeface="Arial"/>
                <a:cs typeface="Arial"/>
                <a:sym typeface="Arial"/>
              </a:rPr>
              <a:t>∆</a:t>
            </a:r>
            <a:r>
              <a:rPr i="1" lang="en-US" sz="2400">
                <a:solidFill>
                  <a:schemeClr val="hlink"/>
                </a:solidFill>
                <a:latin typeface="Arial"/>
                <a:ea typeface="Arial"/>
                <a:cs typeface="Arial"/>
                <a:sym typeface="Arial"/>
              </a:rPr>
              <a:t>y</a:t>
            </a:r>
            <a:r>
              <a:rPr lang="en-US" sz="2400">
                <a:solidFill>
                  <a:schemeClr val="hlink"/>
                </a:solidFill>
                <a:latin typeface="Arial"/>
                <a:ea typeface="Arial"/>
                <a:cs typeface="Arial"/>
                <a:sym typeface="Arial"/>
              </a:rPr>
              <a:t> = 14</a:t>
            </a:r>
            <a:r>
              <a:rPr i="1" lang="en-US" sz="2400">
                <a:solidFill>
                  <a:schemeClr val="hlink"/>
                </a:solidFill>
                <a:latin typeface="Arial"/>
                <a:ea typeface="Arial"/>
                <a:cs typeface="Arial"/>
                <a:sym typeface="Arial"/>
              </a:rPr>
              <a:t>t</a:t>
            </a:r>
            <a:r>
              <a:rPr lang="en-US" sz="2400">
                <a:solidFill>
                  <a:schemeClr val="hlink"/>
                </a:solidFill>
                <a:latin typeface="Arial"/>
                <a:ea typeface="Arial"/>
                <a:cs typeface="Arial"/>
                <a:sym typeface="Arial"/>
              </a:rPr>
              <a:t> – 5</a:t>
            </a:r>
            <a:r>
              <a:rPr i="1" lang="en-US" sz="2400">
                <a:solidFill>
                  <a:schemeClr val="hlink"/>
                </a:solidFill>
                <a:latin typeface="Arial"/>
                <a:ea typeface="Arial"/>
                <a:cs typeface="Arial"/>
                <a:sym typeface="Arial"/>
              </a:rPr>
              <a:t>t </a:t>
            </a:r>
            <a:r>
              <a:rPr baseline="30000" lang="en-US" sz="2400">
                <a:solidFill>
                  <a:schemeClr val="hlink"/>
                </a:solidFill>
                <a:latin typeface="Arial"/>
                <a:ea typeface="Arial"/>
                <a:cs typeface="Arial"/>
                <a:sym typeface="Arial"/>
              </a:rPr>
              <a:t>2</a:t>
            </a:r>
            <a:endParaRPr i="1" sz="2400">
              <a:solidFill>
                <a:schemeClr val="hlink"/>
              </a:solidFill>
              <a:latin typeface="Arial"/>
              <a:ea typeface="Arial"/>
              <a:cs typeface="Arial"/>
              <a:sym typeface="Arial"/>
            </a:endParaRPr>
          </a:p>
        </p:txBody>
      </p:sp>
      <p:sp>
        <p:nvSpPr>
          <p:cNvPr id="2494" name="Google Shape;2494;p97"/>
          <p:cNvSpPr/>
          <p:nvPr/>
        </p:nvSpPr>
        <p:spPr>
          <a:xfrm>
            <a:off x="2462213" y="6435725"/>
            <a:ext cx="5608637" cy="457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400">
                <a:solidFill>
                  <a:schemeClr val="hlink"/>
                </a:solidFill>
                <a:latin typeface="Arial"/>
                <a:ea typeface="Arial"/>
                <a:cs typeface="Arial"/>
                <a:sym typeface="Arial"/>
              </a:rPr>
              <a:t>∆</a:t>
            </a:r>
            <a:r>
              <a:rPr i="1" lang="en-US" sz="2400">
                <a:solidFill>
                  <a:schemeClr val="hlink"/>
                </a:solidFill>
                <a:latin typeface="Arial"/>
                <a:ea typeface="Arial"/>
                <a:cs typeface="Arial"/>
                <a:sym typeface="Arial"/>
              </a:rPr>
              <a:t>y</a:t>
            </a:r>
            <a:r>
              <a:rPr lang="en-US" sz="2400">
                <a:solidFill>
                  <a:schemeClr val="hlink"/>
                </a:solidFill>
                <a:latin typeface="Arial"/>
                <a:ea typeface="Arial"/>
                <a:cs typeface="Arial"/>
                <a:sym typeface="Arial"/>
              </a:rPr>
              <a:t> = 14(0.67) – 5(0.67)</a:t>
            </a:r>
            <a:r>
              <a:rPr baseline="30000" lang="en-US" sz="2400">
                <a:solidFill>
                  <a:schemeClr val="hlink"/>
                </a:solidFill>
                <a:latin typeface="Arial"/>
                <a:ea typeface="Arial"/>
                <a:cs typeface="Arial"/>
                <a:sym typeface="Arial"/>
              </a:rPr>
              <a:t>2</a:t>
            </a:r>
            <a:r>
              <a:rPr lang="en-US" sz="2400">
                <a:solidFill>
                  <a:schemeClr val="hlink"/>
                </a:solidFill>
                <a:latin typeface="Arial"/>
                <a:ea typeface="Arial"/>
                <a:cs typeface="Arial"/>
                <a:sym typeface="Arial"/>
              </a:rPr>
              <a:t> = 7.1 m.</a:t>
            </a:r>
            <a:endParaRPr i="1" sz="2400">
              <a:solidFill>
                <a:schemeClr val="hlink"/>
              </a:solidFill>
              <a:latin typeface="Arial"/>
              <a:ea typeface="Arial"/>
              <a:cs typeface="Arial"/>
              <a:sym typeface="Arial"/>
            </a:endParaRPr>
          </a:p>
        </p:txBody>
      </p:sp>
      <p:sp>
        <p:nvSpPr>
          <p:cNvPr id="2495" name="Google Shape;2495;p97"/>
          <p:cNvSpPr/>
          <p:nvPr/>
        </p:nvSpPr>
        <p:spPr>
          <a:xfrm>
            <a:off x="2189163" y="3862388"/>
            <a:ext cx="5949950" cy="4572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2400">
                <a:solidFill>
                  <a:schemeClr val="hlink"/>
                </a:solidFill>
                <a:latin typeface="Arial"/>
                <a:ea typeface="Arial"/>
                <a:cs typeface="Arial"/>
                <a:sym typeface="Arial"/>
              </a:rPr>
              <a:t>∙The time to the wall is found from ∆</a:t>
            </a:r>
            <a:r>
              <a:rPr i="1" lang="en-US" sz="2400">
                <a:solidFill>
                  <a:schemeClr val="hlink"/>
                </a:solidFill>
                <a:latin typeface="Arial"/>
                <a:ea typeface="Arial"/>
                <a:cs typeface="Arial"/>
                <a:sym typeface="Arial"/>
              </a:rPr>
              <a:t>x</a:t>
            </a:r>
            <a:r>
              <a:rPr lang="en-US" sz="2400">
                <a:solidFill>
                  <a:schemeClr val="hlink"/>
                </a:solidFill>
                <a:latin typeface="Arial"/>
                <a:ea typeface="Arial"/>
                <a:cs typeface="Arial"/>
                <a:sym typeface="Arial"/>
              </a:rPr>
              <a:t>…</a:t>
            </a:r>
            <a:endParaRPr sz="2400">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488"/>
                                        </p:tgtEl>
                                        <p:attrNameLst>
                                          <p:attrName>style.visibility</p:attrName>
                                        </p:attrNameLst>
                                      </p:cBhvr>
                                      <p:to>
                                        <p:strVal val="visible"/>
                                      </p:to>
                                    </p:set>
                                    <p:anim calcmode="lin" valueType="num">
                                      <p:cBhvr additive="base">
                                        <p:cTn dur="500"/>
                                        <p:tgtEl>
                                          <p:spTgt spid="2488"/>
                                        </p:tgtEl>
                                        <p:attrNameLst>
                                          <p:attrName>ppt_w</p:attrName>
                                        </p:attrNameLst>
                                      </p:cBhvr>
                                      <p:tavLst>
                                        <p:tav fmla="" tm="0">
                                          <p:val>
                                            <p:strVal val="0"/>
                                          </p:val>
                                        </p:tav>
                                        <p:tav fmla="" tm="100000">
                                          <p:val>
                                            <p:strVal val="#ppt_w"/>
                                          </p:val>
                                        </p:tav>
                                      </p:tavLst>
                                    </p:anim>
                                    <p:anim calcmode="lin" valueType="num">
                                      <p:cBhvr additive="base">
                                        <p:cTn dur="500"/>
                                        <p:tgtEl>
                                          <p:spTgt spid="2488"/>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2495"/>
                                        </p:tgtEl>
                                        <p:attrNameLst>
                                          <p:attrName>style.visibility</p:attrName>
                                        </p:attrNameLst>
                                      </p:cBhvr>
                                      <p:to>
                                        <p:strVal val="visible"/>
                                      </p:to>
                                    </p:set>
                                    <p:anim calcmode="lin" valueType="num">
                                      <p:cBhvr additive="base">
                                        <p:cTn dur="500"/>
                                        <p:tgtEl>
                                          <p:spTgt spid="2495"/>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2489"/>
                                        </p:tgtEl>
                                        <p:attrNameLst>
                                          <p:attrName>style.visibility</p:attrName>
                                        </p:attrNameLst>
                                      </p:cBhvr>
                                      <p:to>
                                        <p:strVal val="visible"/>
                                      </p:to>
                                    </p:set>
                                    <p:anim calcmode="lin" valueType="num">
                                      <p:cBhvr additive="base">
                                        <p:cTn dur="500"/>
                                        <p:tgtEl>
                                          <p:spTgt spid="2489"/>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2490"/>
                                        </p:tgtEl>
                                        <p:attrNameLst>
                                          <p:attrName>style.visibility</p:attrName>
                                        </p:attrNameLst>
                                      </p:cBhvr>
                                      <p:to>
                                        <p:strVal val="visible"/>
                                      </p:to>
                                    </p:set>
                                    <p:anim calcmode="lin" valueType="num">
                                      <p:cBhvr additive="base">
                                        <p:cTn dur="500"/>
                                        <p:tgtEl>
                                          <p:spTgt spid="2490"/>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2491"/>
                                        </p:tgtEl>
                                        <p:attrNameLst>
                                          <p:attrName>style.visibility</p:attrName>
                                        </p:attrNameLst>
                                      </p:cBhvr>
                                      <p:to>
                                        <p:strVal val="visible"/>
                                      </p:to>
                                    </p:set>
                                    <p:anim calcmode="lin" valueType="num">
                                      <p:cBhvr additive="base">
                                        <p:cTn dur="500"/>
                                        <p:tgtEl>
                                          <p:spTgt spid="2491"/>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2492"/>
                                        </p:tgtEl>
                                        <p:attrNameLst>
                                          <p:attrName>style.visibility</p:attrName>
                                        </p:attrNameLst>
                                      </p:cBhvr>
                                      <p:to>
                                        <p:strVal val="visible"/>
                                      </p:to>
                                    </p:set>
                                    <p:anim calcmode="lin" valueType="num">
                                      <p:cBhvr additive="base">
                                        <p:cTn dur="500"/>
                                        <p:tgtEl>
                                          <p:spTgt spid="2492"/>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2493"/>
                                        </p:tgtEl>
                                        <p:attrNameLst>
                                          <p:attrName>style.visibility</p:attrName>
                                        </p:attrNameLst>
                                      </p:cBhvr>
                                      <p:to>
                                        <p:strVal val="visible"/>
                                      </p:to>
                                    </p:set>
                                    <p:anim calcmode="lin" valueType="num">
                                      <p:cBhvr additive="base">
                                        <p:cTn dur="500"/>
                                        <p:tgtEl>
                                          <p:spTgt spid="2493"/>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2494"/>
                                        </p:tgtEl>
                                        <p:attrNameLst>
                                          <p:attrName>style.visibility</p:attrName>
                                        </p:attrNameLst>
                                      </p:cBhvr>
                                      <p:to>
                                        <p:strVal val="visible"/>
                                      </p:to>
                                    </p:set>
                                    <p:anim calcmode="lin" valueType="num">
                                      <p:cBhvr additive="base">
                                        <p:cTn dur="500"/>
                                        <p:tgtEl>
                                          <p:spTgt spid="2494"/>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9" name="Shape 2499"/>
        <p:cNvGrpSpPr/>
        <p:nvPr/>
      </p:nvGrpSpPr>
      <p:grpSpPr>
        <a:xfrm>
          <a:off x="0" y="0"/>
          <a:ext cx="0" cy="0"/>
          <a:chOff x="0" y="0"/>
          <a:chExt cx="0" cy="0"/>
        </a:xfrm>
      </p:grpSpPr>
      <p:sp>
        <p:nvSpPr>
          <p:cNvPr id="2500" name="Google Shape;2500;p98"/>
          <p:cNvSpPr/>
          <p:nvPr/>
        </p:nvSpPr>
        <p:spPr>
          <a:xfrm>
            <a:off x="685800" y="1401763"/>
            <a:ext cx="7772400" cy="458787"/>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i="1" lang="en-US" sz="2400">
                <a:solidFill>
                  <a:schemeClr val="accent2"/>
                </a:solidFill>
                <a:latin typeface="Arial"/>
                <a:ea typeface="Arial"/>
                <a:cs typeface="Arial"/>
                <a:sym typeface="Arial"/>
              </a:rPr>
              <a:t>Analysing projectile motion</a:t>
            </a:r>
            <a:r>
              <a:rPr lang="en-US" sz="2400">
                <a:solidFill>
                  <a:schemeClr val="accent2"/>
                </a:solidFill>
                <a:latin typeface="Arial"/>
                <a:ea typeface="Arial"/>
                <a:cs typeface="Arial"/>
                <a:sym typeface="Arial"/>
              </a:rPr>
              <a:t> </a:t>
            </a:r>
            <a:r>
              <a:rPr lang="en-US" sz="2000">
                <a:solidFill>
                  <a:srgbClr val="000000"/>
                </a:solidFill>
                <a:latin typeface="Courier New"/>
                <a:ea typeface="Courier New"/>
                <a:cs typeface="Courier New"/>
                <a:sym typeface="Courier New"/>
              </a:rPr>
              <a:t>	</a:t>
            </a:r>
            <a:endParaRPr/>
          </a:p>
        </p:txBody>
      </p:sp>
      <p:sp>
        <p:nvSpPr>
          <p:cNvPr id="2501" name="Google Shape;2501;p98"/>
          <p:cNvSpPr txBox="1"/>
          <p:nvPr>
            <p:ph type="ctrTitle"/>
          </p:nvPr>
        </p:nvSpPr>
        <p:spPr>
          <a:xfrm>
            <a:off x="685800" y="533400"/>
            <a:ext cx="7772400" cy="8334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2: Mechanics</a:t>
            </a:r>
            <a:br>
              <a:rPr b="1" lang="en-US" sz="2800"/>
            </a:br>
            <a:r>
              <a:rPr lang="en-US" sz="2800">
                <a:solidFill>
                  <a:schemeClr val="dk1"/>
                </a:solidFill>
              </a:rPr>
              <a:t>2.1 – Motion</a:t>
            </a:r>
            <a:endParaRPr/>
          </a:p>
        </p:txBody>
      </p:sp>
      <p:sp>
        <p:nvSpPr>
          <p:cNvPr id="2502" name="Google Shape;2502;p98"/>
          <p:cNvSpPr/>
          <p:nvPr/>
        </p:nvSpPr>
        <p:spPr>
          <a:xfrm>
            <a:off x="685800" y="1812925"/>
            <a:ext cx="7772400" cy="5073650"/>
          </a:xfrm>
          <a:prstGeom prst="rect">
            <a:avLst/>
          </a:prstGeom>
          <a:solidFill>
            <a:srgbClr val="CCFFC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pic>
        <p:nvPicPr>
          <p:cNvPr id="2503" name="Google Shape;2503;p98"/>
          <p:cNvPicPr preferRelativeResize="0"/>
          <p:nvPr/>
        </p:nvPicPr>
        <p:blipFill rotWithShape="1">
          <a:blip r:embed="rId3">
            <a:alphaModFix/>
          </a:blip>
          <a:srcRect b="0" l="0" r="0" t="0"/>
          <a:stretch/>
        </p:blipFill>
        <p:spPr>
          <a:xfrm>
            <a:off x="708025" y="1774825"/>
            <a:ext cx="6811963" cy="4116388"/>
          </a:xfrm>
          <a:prstGeom prst="rect">
            <a:avLst/>
          </a:prstGeom>
          <a:noFill/>
          <a:ln>
            <a:noFill/>
          </a:ln>
        </p:spPr>
      </p:pic>
      <p:pic>
        <p:nvPicPr>
          <p:cNvPr id="2504" name="Google Shape;2504;p98"/>
          <p:cNvPicPr preferRelativeResize="0"/>
          <p:nvPr/>
        </p:nvPicPr>
        <p:blipFill rotWithShape="1">
          <a:blip r:embed="rId4">
            <a:alphaModFix/>
          </a:blip>
          <a:srcRect b="0" l="0" r="0" t="0"/>
          <a:stretch/>
        </p:blipFill>
        <p:spPr>
          <a:xfrm>
            <a:off x="681038" y="5834063"/>
            <a:ext cx="7539037" cy="1062037"/>
          </a:xfrm>
          <a:prstGeom prst="rect">
            <a:avLst/>
          </a:prstGeom>
          <a:noFill/>
          <a:ln>
            <a:noFill/>
          </a:ln>
        </p:spPr>
      </p:pic>
      <p:sp>
        <p:nvSpPr>
          <p:cNvPr id="2505" name="Google Shape;2505;p98"/>
          <p:cNvSpPr/>
          <p:nvPr/>
        </p:nvSpPr>
        <p:spPr>
          <a:xfrm flipH="1">
            <a:off x="3260725" y="4235450"/>
            <a:ext cx="422275" cy="1106488"/>
          </a:xfrm>
          <a:prstGeom prst="rtTriangle">
            <a:avLst/>
          </a:prstGeom>
          <a:no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506" name="Google Shape;2506;p98"/>
          <p:cNvSpPr txBox="1"/>
          <p:nvPr/>
        </p:nvSpPr>
        <p:spPr>
          <a:xfrm>
            <a:off x="2557463" y="4897438"/>
            <a:ext cx="760412"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hlink"/>
                </a:solidFill>
                <a:latin typeface="Arial"/>
                <a:ea typeface="Arial"/>
                <a:cs typeface="Arial"/>
                <a:sym typeface="Arial"/>
              </a:rPr>
              <a:t>0.0s</a:t>
            </a:r>
            <a:endParaRPr/>
          </a:p>
        </p:txBody>
      </p:sp>
      <p:sp>
        <p:nvSpPr>
          <p:cNvPr id="2507" name="Google Shape;2507;p98"/>
          <p:cNvSpPr txBox="1"/>
          <p:nvPr/>
        </p:nvSpPr>
        <p:spPr>
          <a:xfrm>
            <a:off x="3700463" y="3894138"/>
            <a:ext cx="760412"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hlink"/>
                </a:solidFill>
                <a:latin typeface="Arial"/>
                <a:ea typeface="Arial"/>
                <a:cs typeface="Arial"/>
                <a:sym typeface="Arial"/>
              </a:rPr>
              <a:t>0.5s</a:t>
            </a:r>
            <a:endParaRPr/>
          </a:p>
        </p:txBody>
      </p:sp>
      <p:sp>
        <p:nvSpPr>
          <p:cNvPr id="2508" name="Google Shape;2508;p98"/>
          <p:cNvSpPr txBox="1"/>
          <p:nvPr/>
        </p:nvSpPr>
        <p:spPr>
          <a:xfrm>
            <a:off x="3160713" y="5354638"/>
            <a:ext cx="6921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hlink"/>
                </a:solidFill>
                <a:latin typeface="Arial"/>
                <a:ea typeface="Arial"/>
                <a:cs typeface="Arial"/>
                <a:sym typeface="Arial"/>
              </a:rPr>
              <a:t>4 m</a:t>
            </a:r>
            <a:endParaRPr/>
          </a:p>
        </p:txBody>
      </p:sp>
      <p:sp>
        <p:nvSpPr>
          <p:cNvPr id="2509" name="Google Shape;2509;p98"/>
          <p:cNvSpPr txBox="1"/>
          <p:nvPr/>
        </p:nvSpPr>
        <p:spPr>
          <a:xfrm>
            <a:off x="2079625" y="6424613"/>
            <a:ext cx="6405563"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chemeClr val="hlink"/>
                </a:solidFill>
                <a:latin typeface="Arial"/>
                <a:ea typeface="Arial"/>
                <a:cs typeface="Arial"/>
                <a:sym typeface="Arial"/>
              </a:rPr>
              <a:t>u</a:t>
            </a:r>
            <a:r>
              <a:rPr baseline="-25000" lang="en-US" sz="2400">
                <a:solidFill>
                  <a:schemeClr val="hlink"/>
                </a:solidFill>
                <a:latin typeface="Arial"/>
                <a:ea typeface="Arial"/>
                <a:cs typeface="Arial"/>
                <a:sym typeface="Arial"/>
              </a:rPr>
              <a:t>x</a:t>
            </a:r>
            <a:r>
              <a:rPr lang="en-US" sz="2400">
                <a:solidFill>
                  <a:schemeClr val="hlink"/>
                </a:solidFill>
                <a:latin typeface="Arial"/>
                <a:ea typeface="Arial"/>
                <a:cs typeface="Arial"/>
                <a:sym typeface="Arial"/>
              </a:rPr>
              <a:t> = ∆</a:t>
            </a:r>
            <a:r>
              <a:rPr i="1" lang="en-US" sz="2400">
                <a:solidFill>
                  <a:schemeClr val="hlink"/>
                </a:solidFill>
                <a:latin typeface="Arial"/>
                <a:ea typeface="Arial"/>
                <a:cs typeface="Arial"/>
                <a:sym typeface="Arial"/>
              </a:rPr>
              <a:t>x </a:t>
            </a:r>
            <a:r>
              <a:rPr lang="en-US" sz="2400">
                <a:solidFill>
                  <a:schemeClr val="hlink"/>
                </a:solidFill>
                <a:latin typeface="Arial"/>
                <a:ea typeface="Arial"/>
                <a:cs typeface="Arial"/>
                <a:sym typeface="Arial"/>
              </a:rPr>
              <a:t>/ ∆</a:t>
            </a:r>
            <a:r>
              <a:rPr i="1" lang="en-US" sz="2400">
                <a:solidFill>
                  <a:schemeClr val="hlink"/>
                </a:solidFill>
                <a:latin typeface="Arial"/>
                <a:ea typeface="Arial"/>
                <a:cs typeface="Arial"/>
                <a:sym typeface="Arial"/>
              </a:rPr>
              <a:t>t</a:t>
            </a:r>
            <a:r>
              <a:rPr lang="en-US" sz="2400">
                <a:solidFill>
                  <a:schemeClr val="hlink"/>
                </a:solidFill>
                <a:latin typeface="Arial"/>
                <a:ea typeface="Arial"/>
                <a:cs typeface="Arial"/>
                <a:sym typeface="Arial"/>
              </a:rPr>
              <a:t> = (4 - 0) / (0.5 - 0.0) = 8 ms</a:t>
            </a:r>
            <a:r>
              <a:rPr baseline="30000" lang="en-US" sz="2400">
                <a:solidFill>
                  <a:schemeClr val="hlink"/>
                </a:solidFill>
                <a:latin typeface="Arial"/>
                <a:ea typeface="Arial"/>
                <a:cs typeface="Arial"/>
                <a:sym typeface="Arial"/>
              </a:rPr>
              <a:t>-1</a:t>
            </a:r>
            <a:r>
              <a:rPr lang="en-US" sz="2400">
                <a:solidFill>
                  <a:schemeClr val="hlink"/>
                </a:solidFill>
                <a:latin typeface="Arial"/>
                <a:ea typeface="Arial"/>
                <a:cs typeface="Arial"/>
                <a:sym typeface="Arial"/>
              </a:rPr>
              <a: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2503"/>
                                        </p:tgtEl>
                                        <p:attrNameLst>
                                          <p:attrName>style.visibility</p:attrName>
                                        </p:attrNameLst>
                                      </p:cBhvr>
                                      <p:to>
                                        <p:strVal val="visible"/>
                                      </p:to>
                                    </p:set>
                                    <p:anim calcmode="lin" valueType="num">
                                      <p:cBhvr additive="base">
                                        <p:cTn dur="500"/>
                                        <p:tgtEl>
                                          <p:spTgt spid="2503"/>
                                        </p:tgtEl>
                                        <p:attrNameLst>
                                          <p:attrName>ppt_w</p:attrName>
                                        </p:attrNameLst>
                                      </p:cBhvr>
                                      <p:tavLst>
                                        <p:tav fmla="" tm="0">
                                          <p:val>
                                            <p:strVal val="0"/>
                                          </p:val>
                                        </p:tav>
                                        <p:tav fmla="" tm="100000">
                                          <p:val>
                                            <p:strVal val="#ppt_w"/>
                                          </p:val>
                                        </p:tav>
                                      </p:tavLst>
                                    </p:anim>
                                    <p:anim calcmode="lin" valueType="num">
                                      <p:cBhvr additive="base">
                                        <p:cTn dur="500"/>
                                        <p:tgtEl>
                                          <p:spTgt spid="2503"/>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504"/>
                                        </p:tgtEl>
                                        <p:attrNameLst>
                                          <p:attrName>style.visibility</p:attrName>
                                        </p:attrNameLst>
                                      </p:cBhvr>
                                      <p:to>
                                        <p:strVal val="visible"/>
                                      </p:to>
                                    </p:set>
                                    <p:anim calcmode="lin" valueType="num">
                                      <p:cBhvr additive="base">
                                        <p:cTn dur="500"/>
                                        <p:tgtEl>
                                          <p:spTgt spid="2504"/>
                                        </p:tgtEl>
                                        <p:attrNameLst>
                                          <p:attrName>ppt_w</p:attrName>
                                        </p:attrNameLst>
                                      </p:cBhvr>
                                      <p:tavLst>
                                        <p:tav fmla="" tm="0">
                                          <p:val>
                                            <p:strVal val="0"/>
                                          </p:val>
                                        </p:tav>
                                        <p:tav fmla="" tm="100000">
                                          <p:val>
                                            <p:strVal val="#ppt_w"/>
                                          </p:val>
                                        </p:tav>
                                      </p:tavLst>
                                    </p:anim>
                                    <p:anim calcmode="lin" valueType="num">
                                      <p:cBhvr additive="base">
                                        <p:cTn dur="500"/>
                                        <p:tgtEl>
                                          <p:spTgt spid="2504"/>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505"/>
                                        </p:tgtEl>
                                        <p:attrNameLst>
                                          <p:attrName>style.visibility</p:attrName>
                                        </p:attrNameLst>
                                      </p:cBhvr>
                                      <p:to>
                                        <p:strVal val="visible"/>
                                      </p:to>
                                    </p:set>
                                    <p:anim calcmode="lin" valueType="num">
                                      <p:cBhvr additive="base">
                                        <p:cTn dur="500"/>
                                        <p:tgtEl>
                                          <p:spTgt spid="2505"/>
                                        </p:tgtEl>
                                        <p:attrNameLst>
                                          <p:attrName>ppt_w</p:attrName>
                                        </p:attrNameLst>
                                      </p:cBhvr>
                                      <p:tavLst>
                                        <p:tav fmla="" tm="0">
                                          <p:val>
                                            <p:strVal val="0"/>
                                          </p:val>
                                        </p:tav>
                                        <p:tav fmla="" tm="100000">
                                          <p:val>
                                            <p:strVal val="#ppt_w"/>
                                          </p:val>
                                        </p:tav>
                                      </p:tavLst>
                                    </p:anim>
                                    <p:anim calcmode="lin" valueType="num">
                                      <p:cBhvr additive="base">
                                        <p:cTn dur="500"/>
                                        <p:tgtEl>
                                          <p:spTgt spid="2505"/>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2506">
                                            <p:txEl>
                                              <p:pRg end="0" st="0"/>
                                            </p:txEl>
                                          </p:spTgt>
                                        </p:tgtEl>
                                        <p:attrNameLst>
                                          <p:attrName>style.visibility</p:attrName>
                                        </p:attrNameLst>
                                      </p:cBhvr>
                                      <p:to>
                                        <p:strVal val="visible"/>
                                      </p:to>
                                    </p:set>
                                    <p:anim calcmode="lin" valueType="num">
                                      <p:cBhvr additive="base">
                                        <p:cTn dur="500"/>
                                        <p:tgtEl>
                                          <p:spTgt spid="2506">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2507">
                                            <p:txEl>
                                              <p:pRg end="0" st="0"/>
                                            </p:txEl>
                                          </p:spTgt>
                                        </p:tgtEl>
                                        <p:attrNameLst>
                                          <p:attrName>style.visibility</p:attrName>
                                        </p:attrNameLst>
                                      </p:cBhvr>
                                      <p:to>
                                        <p:strVal val="visible"/>
                                      </p:to>
                                    </p:set>
                                    <p:anim calcmode="lin" valueType="num">
                                      <p:cBhvr additive="base">
                                        <p:cTn dur="500"/>
                                        <p:tgtEl>
                                          <p:spTgt spid="2507">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2508">
                                            <p:txEl>
                                              <p:pRg end="0" st="0"/>
                                            </p:txEl>
                                          </p:spTgt>
                                        </p:tgtEl>
                                        <p:attrNameLst>
                                          <p:attrName>style.visibility</p:attrName>
                                        </p:attrNameLst>
                                      </p:cBhvr>
                                      <p:to>
                                        <p:strVal val="visible"/>
                                      </p:to>
                                    </p:set>
                                    <p:anim calcmode="lin" valueType="num">
                                      <p:cBhvr additive="base">
                                        <p:cTn dur="500"/>
                                        <p:tgtEl>
                                          <p:spTgt spid="2508">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2509">
                                            <p:txEl>
                                              <p:pRg end="0" st="0"/>
                                            </p:txEl>
                                          </p:spTgt>
                                        </p:tgtEl>
                                        <p:attrNameLst>
                                          <p:attrName>style.visibility</p:attrName>
                                        </p:attrNameLst>
                                      </p:cBhvr>
                                      <p:to>
                                        <p:strVal val="visible"/>
                                      </p:to>
                                    </p:set>
                                    <p:anim calcmode="lin" valueType="num">
                                      <p:cBhvr additive="base">
                                        <p:cTn dur="500"/>
                                        <p:tgtEl>
                                          <p:spTgt spid="2509">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3" name="Shape 2513"/>
        <p:cNvGrpSpPr/>
        <p:nvPr/>
      </p:nvGrpSpPr>
      <p:grpSpPr>
        <a:xfrm>
          <a:off x="0" y="0"/>
          <a:ext cx="0" cy="0"/>
          <a:chOff x="0" y="0"/>
          <a:chExt cx="0" cy="0"/>
        </a:xfrm>
      </p:grpSpPr>
      <p:sp>
        <p:nvSpPr>
          <p:cNvPr id="2514" name="Google Shape;2514;p99"/>
          <p:cNvSpPr/>
          <p:nvPr/>
        </p:nvSpPr>
        <p:spPr>
          <a:xfrm>
            <a:off x="685800" y="1401763"/>
            <a:ext cx="7772400" cy="431800"/>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i="1" lang="en-US" sz="2400">
                <a:solidFill>
                  <a:schemeClr val="accent2"/>
                </a:solidFill>
                <a:latin typeface="Arial"/>
                <a:ea typeface="Arial"/>
                <a:cs typeface="Arial"/>
                <a:sym typeface="Arial"/>
              </a:rPr>
              <a:t>Analysing projectile motion</a:t>
            </a:r>
            <a:r>
              <a:rPr lang="en-US" sz="2400">
                <a:solidFill>
                  <a:schemeClr val="accent2"/>
                </a:solidFill>
                <a:latin typeface="Arial"/>
                <a:ea typeface="Arial"/>
                <a:cs typeface="Arial"/>
                <a:sym typeface="Arial"/>
              </a:rPr>
              <a:t> </a:t>
            </a:r>
            <a:r>
              <a:rPr lang="en-US" sz="2000">
                <a:solidFill>
                  <a:srgbClr val="000000"/>
                </a:solidFill>
                <a:latin typeface="Courier New"/>
                <a:ea typeface="Courier New"/>
                <a:cs typeface="Courier New"/>
                <a:sym typeface="Courier New"/>
              </a:rPr>
              <a:t>	</a:t>
            </a:r>
            <a:endParaRPr/>
          </a:p>
        </p:txBody>
      </p:sp>
      <p:sp>
        <p:nvSpPr>
          <p:cNvPr id="2515" name="Google Shape;2515;p99"/>
          <p:cNvSpPr txBox="1"/>
          <p:nvPr>
            <p:ph type="ctrTitle"/>
          </p:nvPr>
        </p:nvSpPr>
        <p:spPr>
          <a:xfrm>
            <a:off x="685800" y="533400"/>
            <a:ext cx="7772400" cy="8334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2: Mechanics</a:t>
            </a:r>
            <a:br>
              <a:rPr b="1" lang="en-US" sz="2800"/>
            </a:br>
            <a:r>
              <a:rPr lang="en-US" sz="2800">
                <a:solidFill>
                  <a:schemeClr val="dk1"/>
                </a:solidFill>
              </a:rPr>
              <a:t>2.1 – Motion</a:t>
            </a:r>
            <a:endParaRPr/>
          </a:p>
        </p:txBody>
      </p:sp>
      <p:sp>
        <p:nvSpPr>
          <p:cNvPr id="2516" name="Google Shape;2516;p99"/>
          <p:cNvSpPr/>
          <p:nvPr/>
        </p:nvSpPr>
        <p:spPr>
          <a:xfrm>
            <a:off x="685800" y="1812925"/>
            <a:ext cx="7772400" cy="5073650"/>
          </a:xfrm>
          <a:prstGeom prst="rect">
            <a:avLst/>
          </a:prstGeom>
          <a:solidFill>
            <a:srgbClr val="CCFFC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pic>
        <p:nvPicPr>
          <p:cNvPr id="2517" name="Google Shape;2517;p99"/>
          <p:cNvPicPr preferRelativeResize="0"/>
          <p:nvPr/>
        </p:nvPicPr>
        <p:blipFill rotWithShape="1">
          <a:blip r:embed="rId3">
            <a:alphaModFix/>
          </a:blip>
          <a:srcRect b="0" l="0" r="0" t="0"/>
          <a:stretch/>
        </p:blipFill>
        <p:spPr>
          <a:xfrm>
            <a:off x="708025" y="1774825"/>
            <a:ext cx="6811963" cy="4116388"/>
          </a:xfrm>
          <a:prstGeom prst="rect">
            <a:avLst/>
          </a:prstGeom>
          <a:noFill/>
          <a:ln>
            <a:noFill/>
          </a:ln>
        </p:spPr>
      </p:pic>
      <p:sp>
        <p:nvSpPr>
          <p:cNvPr id="2518" name="Google Shape;2518;p99"/>
          <p:cNvSpPr/>
          <p:nvPr/>
        </p:nvSpPr>
        <p:spPr>
          <a:xfrm flipH="1">
            <a:off x="3260725" y="4235450"/>
            <a:ext cx="422275" cy="1106488"/>
          </a:xfrm>
          <a:prstGeom prst="rtTriangle">
            <a:avLst/>
          </a:prstGeom>
          <a:no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519" name="Google Shape;2519;p99"/>
          <p:cNvSpPr txBox="1"/>
          <p:nvPr/>
        </p:nvSpPr>
        <p:spPr>
          <a:xfrm>
            <a:off x="2566988" y="4887913"/>
            <a:ext cx="760412"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hlink"/>
                </a:solidFill>
                <a:latin typeface="Arial"/>
                <a:ea typeface="Arial"/>
                <a:cs typeface="Arial"/>
                <a:sym typeface="Arial"/>
              </a:rPr>
              <a:t>0.0s</a:t>
            </a:r>
            <a:endParaRPr/>
          </a:p>
        </p:txBody>
      </p:sp>
      <p:sp>
        <p:nvSpPr>
          <p:cNvPr id="2520" name="Google Shape;2520;p99"/>
          <p:cNvSpPr txBox="1"/>
          <p:nvPr/>
        </p:nvSpPr>
        <p:spPr>
          <a:xfrm>
            <a:off x="3700463" y="3894138"/>
            <a:ext cx="760412"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hlink"/>
                </a:solidFill>
                <a:latin typeface="Arial"/>
                <a:ea typeface="Arial"/>
                <a:cs typeface="Arial"/>
                <a:sym typeface="Arial"/>
              </a:rPr>
              <a:t>0.5s</a:t>
            </a:r>
            <a:endParaRPr/>
          </a:p>
        </p:txBody>
      </p:sp>
      <p:sp>
        <p:nvSpPr>
          <p:cNvPr id="2521" name="Google Shape;2521;p99"/>
          <p:cNvSpPr txBox="1"/>
          <p:nvPr/>
        </p:nvSpPr>
        <p:spPr>
          <a:xfrm>
            <a:off x="3173413" y="5338763"/>
            <a:ext cx="6921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hlink"/>
                </a:solidFill>
                <a:latin typeface="Arial"/>
                <a:ea typeface="Arial"/>
                <a:cs typeface="Arial"/>
                <a:sym typeface="Arial"/>
              </a:rPr>
              <a:t>4 m</a:t>
            </a:r>
            <a:endParaRPr/>
          </a:p>
        </p:txBody>
      </p:sp>
      <p:pic>
        <p:nvPicPr>
          <p:cNvPr id="2522" name="Google Shape;2522;p99"/>
          <p:cNvPicPr preferRelativeResize="0"/>
          <p:nvPr/>
        </p:nvPicPr>
        <p:blipFill rotWithShape="1">
          <a:blip r:embed="rId4">
            <a:alphaModFix/>
          </a:blip>
          <a:srcRect b="0" l="0" r="0" t="0"/>
          <a:stretch/>
        </p:blipFill>
        <p:spPr>
          <a:xfrm>
            <a:off x="681038" y="5845175"/>
            <a:ext cx="7637462" cy="1041400"/>
          </a:xfrm>
          <a:prstGeom prst="rect">
            <a:avLst/>
          </a:prstGeom>
          <a:noFill/>
          <a:ln>
            <a:noFill/>
          </a:ln>
        </p:spPr>
      </p:pic>
      <p:sp>
        <p:nvSpPr>
          <p:cNvPr id="2523" name="Google Shape;2523;p99"/>
          <p:cNvSpPr txBox="1"/>
          <p:nvPr/>
        </p:nvSpPr>
        <p:spPr>
          <a:xfrm>
            <a:off x="3763963" y="4495800"/>
            <a:ext cx="909637"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hlink"/>
                </a:solidFill>
                <a:latin typeface="Arial"/>
                <a:ea typeface="Arial"/>
                <a:cs typeface="Arial"/>
                <a:sym typeface="Arial"/>
              </a:rPr>
              <a:t>11 m</a:t>
            </a:r>
            <a:endParaRPr/>
          </a:p>
        </p:txBody>
      </p:sp>
      <p:sp>
        <p:nvSpPr>
          <p:cNvPr id="2524" name="Google Shape;2524;p99"/>
          <p:cNvSpPr txBox="1"/>
          <p:nvPr/>
        </p:nvSpPr>
        <p:spPr>
          <a:xfrm>
            <a:off x="2079625" y="6405563"/>
            <a:ext cx="6405563"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chemeClr val="hlink"/>
                </a:solidFill>
                <a:latin typeface="Arial"/>
                <a:ea typeface="Arial"/>
                <a:cs typeface="Arial"/>
                <a:sym typeface="Arial"/>
              </a:rPr>
              <a:t>u</a:t>
            </a:r>
            <a:r>
              <a:rPr baseline="-25000" lang="en-US" sz="2400">
                <a:solidFill>
                  <a:schemeClr val="hlink"/>
                </a:solidFill>
                <a:latin typeface="Arial"/>
                <a:ea typeface="Arial"/>
                <a:cs typeface="Arial"/>
                <a:sym typeface="Arial"/>
              </a:rPr>
              <a:t>y</a:t>
            </a:r>
            <a:r>
              <a:rPr lang="en-US" sz="2400">
                <a:solidFill>
                  <a:schemeClr val="hlink"/>
                </a:solidFill>
                <a:latin typeface="Arial"/>
                <a:ea typeface="Arial"/>
                <a:cs typeface="Arial"/>
                <a:sym typeface="Arial"/>
              </a:rPr>
              <a:t> = ∆</a:t>
            </a:r>
            <a:r>
              <a:rPr i="1" lang="en-US" sz="2400">
                <a:solidFill>
                  <a:schemeClr val="hlink"/>
                </a:solidFill>
                <a:latin typeface="Arial"/>
                <a:ea typeface="Arial"/>
                <a:cs typeface="Arial"/>
                <a:sym typeface="Arial"/>
              </a:rPr>
              <a:t>y</a:t>
            </a:r>
            <a:r>
              <a:rPr lang="en-US" sz="2400">
                <a:solidFill>
                  <a:schemeClr val="hlink"/>
                </a:solidFill>
                <a:latin typeface="Arial"/>
                <a:ea typeface="Arial"/>
                <a:cs typeface="Arial"/>
                <a:sym typeface="Arial"/>
              </a:rPr>
              <a:t> / ∆</a:t>
            </a:r>
            <a:r>
              <a:rPr i="1" lang="en-US" sz="2400">
                <a:solidFill>
                  <a:schemeClr val="hlink"/>
                </a:solidFill>
                <a:latin typeface="Arial"/>
                <a:ea typeface="Arial"/>
                <a:cs typeface="Arial"/>
                <a:sym typeface="Arial"/>
              </a:rPr>
              <a:t>t</a:t>
            </a:r>
            <a:r>
              <a:rPr lang="en-US" sz="2400">
                <a:solidFill>
                  <a:schemeClr val="hlink"/>
                </a:solidFill>
                <a:latin typeface="Arial"/>
                <a:ea typeface="Arial"/>
                <a:cs typeface="Arial"/>
                <a:sym typeface="Arial"/>
              </a:rPr>
              <a:t> = (11 - 0) / (0.5 - 0.0) = 22 ms</a:t>
            </a:r>
            <a:r>
              <a:rPr baseline="30000" lang="en-US" sz="2400">
                <a:solidFill>
                  <a:schemeClr val="hlink"/>
                </a:solidFill>
                <a:latin typeface="Arial"/>
                <a:ea typeface="Arial"/>
                <a:cs typeface="Arial"/>
                <a:sym typeface="Arial"/>
              </a:rPr>
              <a:t>-1</a:t>
            </a:r>
            <a:r>
              <a:rPr lang="en-US" sz="2400">
                <a:solidFill>
                  <a:schemeClr val="hlink"/>
                </a:solidFill>
                <a:latin typeface="Arial"/>
                <a:ea typeface="Arial"/>
                <a:cs typeface="Arial"/>
                <a:sym typeface="Arial"/>
              </a:rPr>
              <a: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522"/>
                                        </p:tgtEl>
                                        <p:attrNameLst>
                                          <p:attrName>style.visibility</p:attrName>
                                        </p:attrNameLst>
                                      </p:cBhvr>
                                      <p:to>
                                        <p:strVal val="visible"/>
                                      </p:to>
                                    </p:set>
                                    <p:anim calcmode="lin" valueType="num">
                                      <p:cBhvr additive="base">
                                        <p:cTn dur="500"/>
                                        <p:tgtEl>
                                          <p:spTgt spid="2522"/>
                                        </p:tgtEl>
                                        <p:attrNameLst>
                                          <p:attrName>ppt_w</p:attrName>
                                        </p:attrNameLst>
                                      </p:cBhvr>
                                      <p:tavLst>
                                        <p:tav fmla="" tm="0">
                                          <p:val>
                                            <p:strVal val="0"/>
                                          </p:val>
                                        </p:tav>
                                        <p:tav fmla="" tm="100000">
                                          <p:val>
                                            <p:strVal val="#ppt_w"/>
                                          </p:val>
                                        </p:tav>
                                      </p:tavLst>
                                    </p:anim>
                                    <p:anim calcmode="lin" valueType="num">
                                      <p:cBhvr additive="base">
                                        <p:cTn dur="500"/>
                                        <p:tgtEl>
                                          <p:spTgt spid="2522"/>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2523">
                                            <p:txEl>
                                              <p:pRg end="0" st="0"/>
                                            </p:txEl>
                                          </p:spTgt>
                                        </p:tgtEl>
                                        <p:attrNameLst>
                                          <p:attrName>style.visibility</p:attrName>
                                        </p:attrNameLst>
                                      </p:cBhvr>
                                      <p:to>
                                        <p:strVal val="visible"/>
                                      </p:to>
                                    </p:set>
                                    <p:anim calcmode="lin" valueType="num">
                                      <p:cBhvr additive="base">
                                        <p:cTn dur="500"/>
                                        <p:tgtEl>
                                          <p:spTgt spid="2523">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2524">
                                            <p:txEl>
                                              <p:pRg end="0" st="0"/>
                                            </p:txEl>
                                          </p:spTgt>
                                        </p:tgtEl>
                                        <p:attrNameLst>
                                          <p:attrName>style.visibility</p:attrName>
                                        </p:attrNameLst>
                                      </p:cBhvr>
                                      <p:to>
                                        <p:strVal val="visible"/>
                                      </p:to>
                                    </p:set>
                                    <p:anim calcmode="lin" valueType="num">
                                      <p:cBhvr additive="base">
                                        <p:cTn dur="500"/>
                                        <p:tgtEl>
                                          <p:spTgt spid="2524">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8" name="Shape 2528"/>
        <p:cNvGrpSpPr/>
        <p:nvPr/>
      </p:nvGrpSpPr>
      <p:grpSpPr>
        <a:xfrm>
          <a:off x="0" y="0"/>
          <a:ext cx="0" cy="0"/>
          <a:chOff x="0" y="0"/>
          <a:chExt cx="0" cy="0"/>
        </a:xfrm>
      </p:grpSpPr>
      <p:sp>
        <p:nvSpPr>
          <p:cNvPr id="2529" name="Google Shape;2529;p100"/>
          <p:cNvSpPr/>
          <p:nvPr/>
        </p:nvSpPr>
        <p:spPr>
          <a:xfrm>
            <a:off x="685800" y="1401763"/>
            <a:ext cx="7772400" cy="449262"/>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i="1" lang="en-US" sz="2400">
                <a:solidFill>
                  <a:schemeClr val="accent2"/>
                </a:solidFill>
                <a:latin typeface="Arial"/>
                <a:ea typeface="Arial"/>
                <a:cs typeface="Arial"/>
                <a:sym typeface="Arial"/>
              </a:rPr>
              <a:t>Analysing projectile motion</a:t>
            </a:r>
            <a:r>
              <a:rPr lang="en-US" sz="2400">
                <a:solidFill>
                  <a:schemeClr val="accent2"/>
                </a:solidFill>
                <a:latin typeface="Arial"/>
                <a:ea typeface="Arial"/>
                <a:cs typeface="Arial"/>
                <a:sym typeface="Arial"/>
              </a:rPr>
              <a:t> </a:t>
            </a:r>
            <a:r>
              <a:rPr lang="en-US" sz="2000">
                <a:solidFill>
                  <a:srgbClr val="000000"/>
                </a:solidFill>
                <a:latin typeface="Courier New"/>
                <a:ea typeface="Courier New"/>
                <a:cs typeface="Courier New"/>
                <a:sym typeface="Courier New"/>
              </a:rPr>
              <a:t>	</a:t>
            </a:r>
            <a:endParaRPr/>
          </a:p>
        </p:txBody>
      </p:sp>
      <p:sp>
        <p:nvSpPr>
          <p:cNvPr id="2530" name="Google Shape;2530;p100"/>
          <p:cNvSpPr txBox="1"/>
          <p:nvPr>
            <p:ph type="ctrTitle"/>
          </p:nvPr>
        </p:nvSpPr>
        <p:spPr>
          <a:xfrm>
            <a:off x="685800" y="533400"/>
            <a:ext cx="7772400" cy="8334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2: Mechanics</a:t>
            </a:r>
            <a:br>
              <a:rPr b="1" lang="en-US" sz="2800"/>
            </a:br>
            <a:r>
              <a:rPr lang="en-US" sz="2800">
                <a:solidFill>
                  <a:schemeClr val="dk1"/>
                </a:solidFill>
              </a:rPr>
              <a:t>2.1 – Motion</a:t>
            </a:r>
            <a:endParaRPr/>
          </a:p>
        </p:txBody>
      </p:sp>
      <p:sp>
        <p:nvSpPr>
          <p:cNvPr id="2531" name="Google Shape;2531;p100"/>
          <p:cNvSpPr/>
          <p:nvPr/>
        </p:nvSpPr>
        <p:spPr>
          <a:xfrm>
            <a:off x="685800" y="1812925"/>
            <a:ext cx="7772400" cy="5073650"/>
          </a:xfrm>
          <a:prstGeom prst="rect">
            <a:avLst/>
          </a:prstGeom>
          <a:solidFill>
            <a:srgbClr val="CCFFC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pic>
        <p:nvPicPr>
          <p:cNvPr id="2532" name="Google Shape;2532;p100"/>
          <p:cNvPicPr preferRelativeResize="0"/>
          <p:nvPr/>
        </p:nvPicPr>
        <p:blipFill rotWithShape="1">
          <a:blip r:embed="rId3">
            <a:alphaModFix/>
          </a:blip>
          <a:srcRect b="0" l="0" r="0" t="0"/>
          <a:stretch/>
        </p:blipFill>
        <p:spPr>
          <a:xfrm>
            <a:off x="708025" y="1774825"/>
            <a:ext cx="6811963" cy="4116388"/>
          </a:xfrm>
          <a:prstGeom prst="rect">
            <a:avLst/>
          </a:prstGeom>
          <a:noFill/>
          <a:ln>
            <a:noFill/>
          </a:ln>
        </p:spPr>
      </p:pic>
      <p:sp>
        <p:nvSpPr>
          <p:cNvPr id="2533" name="Google Shape;2533;p100"/>
          <p:cNvSpPr/>
          <p:nvPr/>
        </p:nvSpPr>
        <p:spPr>
          <a:xfrm flipH="1">
            <a:off x="3260725" y="4235450"/>
            <a:ext cx="422275" cy="1106488"/>
          </a:xfrm>
          <a:prstGeom prst="rtTriangle">
            <a:avLst/>
          </a:prstGeom>
          <a:no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
        <p:nvSpPr>
          <p:cNvPr id="2534" name="Google Shape;2534;p100"/>
          <p:cNvSpPr txBox="1"/>
          <p:nvPr/>
        </p:nvSpPr>
        <p:spPr>
          <a:xfrm>
            <a:off x="2547938" y="4916488"/>
            <a:ext cx="760412"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hlink"/>
                </a:solidFill>
                <a:latin typeface="Arial"/>
                <a:ea typeface="Arial"/>
                <a:cs typeface="Arial"/>
                <a:sym typeface="Arial"/>
              </a:rPr>
              <a:t>0.0s</a:t>
            </a:r>
            <a:endParaRPr/>
          </a:p>
        </p:txBody>
      </p:sp>
      <p:sp>
        <p:nvSpPr>
          <p:cNvPr id="2535" name="Google Shape;2535;p100"/>
          <p:cNvSpPr txBox="1"/>
          <p:nvPr/>
        </p:nvSpPr>
        <p:spPr>
          <a:xfrm>
            <a:off x="3700463" y="3894138"/>
            <a:ext cx="760412"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hlink"/>
                </a:solidFill>
                <a:latin typeface="Arial"/>
                <a:ea typeface="Arial"/>
                <a:cs typeface="Arial"/>
                <a:sym typeface="Arial"/>
              </a:rPr>
              <a:t>0.5s</a:t>
            </a:r>
            <a:endParaRPr/>
          </a:p>
        </p:txBody>
      </p:sp>
      <p:sp>
        <p:nvSpPr>
          <p:cNvPr id="2536" name="Google Shape;2536;p100"/>
          <p:cNvSpPr txBox="1"/>
          <p:nvPr/>
        </p:nvSpPr>
        <p:spPr>
          <a:xfrm>
            <a:off x="3192463" y="5338763"/>
            <a:ext cx="6921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hlink"/>
                </a:solidFill>
                <a:latin typeface="Arial"/>
                <a:ea typeface="Arial"/>
                <a:cs typeface="Arial"/>
                <a:sym typeface="Arial"/>
              </a:rPr>
              <a:t>4 m</a:t>
            </a:r>
            <a:endParaRPr/>
          </a:p>
        </p:txBody>
      </p:sp>
      <p:sp>
        <p:nvSpPr>
          <p:cNvPr id="2537" name="Google Shape;2537;p100"/>
          <p:cNvSpPr txBox="1"/>
          <p:nvPr/>
        </p:nvSpPr>
        <p:spPr>
          <a:xfrm>
            <a:off x="3763963" y="4495800"/>
            <a:ext cx="909637"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hlink"/>
                </a:solidFill>
                <a:latin typeface="Arial"/>
                <a:ea typeface="Arial"/>
                <a:cs typeface="Arial"/>
                <a:sym typeface="Arial"/>
              </a:rPr>
              <a:t>11 m</a:t>
            </a:r>
            <a:endParaRPr/>
          </a:p>
        </p:txBody>
      </p:sp>
      <p:pic>
        <p:nvPicPr>
          <p:cNvPr id="2538" name="Google Shape;2538;p100"/>
          <p:cNvPicPr preferRelativeResize="0"/>
          <p:nvPr/>
        </p:nvPicPr>
        <p:blipFill rotWithShape="1">
          <a:blip r:embed="rId4">
            <a:alphaModFix/>
          </a:blip>
          <a:srcRect b="0" l="0" r="0" t="0"/>
          <a:stretch/>
        </p:blipFill>
        <p:spPr>
          <a:xfrm>
            <a:off x="657225" y="5859463"/>
            <a:ext cx="7431088" cy="1012825"/>
          </a:xfrm>
          <a:prstGeom prst="rect">
            <a:avLst/>
          </a:prstGeom>
          <a:noFill/>
          <a:ln>
            <a:noFill/>
          </a:ln>
        </p:spPr>
      </p:pic>
      <p:sp>
        <p:nvSpPr>
          <p:cNvPr id="2539" name="Google Shape;2539;p100"/>
          <p:cNvSpPr txBox="1"/>
          <p:nvPr/>
        </p:nvSpPr>
        <p:spPr>
          <a:xfrm>
            <a:off x="3773488" y="2911475"/>
            <a:ext cx="608012"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hlink"/>
                </a:solidFill>
                <a:latin typeface="Arial"/>
                <a:ea typeface="Arial"/>
                <a:cs typeface="Arial"/>
                <a:sym typeface="Arial"/>
              </a:rPr>
              <a:t>1.0</a:t>
            </a:r>
            <a:endParaRPr/>
          </a:p>
        </p:txBody>
      </p:sp>
      <p:sp>
        <p:nvSpPr>
          <p:cNvPr id="2540" name="Google Shape;2540;p100"/>
          <p:cNvSpPr txBox="1"/>
          <p:nvPr/>
        </p:nvSpPr>
        <p:spPr>
          <a:xfrm>
            <a:off x="4162425" y="2293938"/>
            <a:ext cx="608013"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hlink"/>
                </a:solidFill>
                <a:latin typeface="Arial"/>
                <a:ea typeface="Arial"/>
                <a:cs typeface="Arial"/>
                <a:sym typeface="Arial"/>
              </a:rPr>
              <a:t>1.5</a:t>
            </a:r>
            <a:endParaRPr/>
          </a:p>
        </p:txBody>
      </p:sp>
      <p:sp>
        <p:nvSpPr>
          <p:cNvPr id="2541" name="Google Shape;2541;p100"/>
          <p:cNvSpPr txBox="1"/>
          <p:nvPr/>
        </p:nvSpPr>
        <p:spPr>
          <a:xfrm>
            <a:off x="4713288" y="1897063"/>
            <a:ext cx="608012"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hlink"/>
                </a:solidFill>
                <a:latin typeface="Arial"/>
                <a:ea typeface="Arial"/>
                <a:cs typeface="Arial"/>
                <a:sym typeface="Arial"/>
              </a:rPr>
              <a:t>2.0</a:t>
            </a:r>
            <a:endParaRPr/>
          </a:p>
        </p:txBody>
      </p:sp>
      <p:sp>
        <p:nvSpPr>
          <p:cNvPr id="2542" name="Google Shape;2542;p100"/>
          <p:cNvSpPr txBox="1"/>
          <p:nvPr/>
        </p:nvSpPr>
        <p:spPr>
          <a:xfrm>
            <a:off x="5232400" y="1809750"/>
            <a:ext cx="608013"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hlink"/>
                </a:solidFill>
                <a:latin typeface="Arial"/>
                <a:ea typeface="Arial"/>
                <a:cs typeface="Arial"/>
                <a:sym typeface="Arial"/>
              </a:rPr>
              <a:t>2.5</a:t>
            </a:r>
            <a:endParaRPr/>
          </a:p>
        </p:txBody>
      </p:sp>
      <p:sp>
        <p:nvSpPr>
          <p:cNvPr id="2543" name="Google Shape;2543;p100"/>
          <p:cNvSpPr txBox="1"/>
          <p:nvPr/>
        </p:nvSpPr>
        <p:spPr>
          <a:xfrm>
            <a:off x="5727700" y="1919288"/>
            <a:ext cx="608013"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hlink"/>
                </a:solidFill>
                <a:latin typeface="Arial"/>
                <a:ea typeface="Arial"/>
                <a:cs typeface="Arial"/>
                <a:sym typeface="Arial"/>
              </a:rPr>
              <a:t>3.0</a:t>
            </a:r>
            <a:endParaRPr/>
          </a:p>
        </p:txBody>
      </p:sp>
      <p:sp>
        <p:nvSpPr>
          <p:cNvPr id="2544" name="Google Shape;2544;p100"/>
          <p:cNvSpPr/>
          <p:nvPr/>
        </p:nvSpPr>
        <p:spPr>
          <a:xfrm flipH="1">
            <a:off x="3251200" y="2287588"/>
            <a:ext cx="2454275" cy="3055937"/>
          </a:xfrm>
          <a:prstGeom prst="rtTriangle">
            <a:avLst/>
          </a:prstGeom>
          <a:no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cxnSp>
        <p:nvCxnSpPr>
          <p:cNvPr id="2545" name="Google Shape;2545;p100"/>
          <p:cNvCxnSpPr/>
          <p:nvPr/>
        </p:nvCxnSpPr>
        <p:spPr>
          <a:xfrm flipH="1" rot="10800000">
            <a:off x="3236913" y="2322513"/>
            <a:ext cx="2465387" cy="3019425"/>
          </a:xfrm>
          <a:prstGeom prst="straightConnector1">
            <a:avLst/>
          </a:prstGeom>
          <a:noFill/>
          <a:ln cap="flat" cmpd="sng" w="57150">
            <a:solidFill>
              <a:srgbClr val="FF0000"/>
            </a:solidFill>
            <a:prstDash val="solid"/>
            <a:round/>
            <a:headEnd len="med" w="med" type="none"/>
            <a:tailEnd len="med" w="med" type="none"/>
          </a:ln>
        </p:spPr>
      </p:cxnSp>
      <p:sp>
        <p:nvSpPr>
          <p:cNvPr id="2546" name="Google Shape;2546;p100"/>
          <p:cNvSpPr txBox="1"/>
          <p:nvPr/>
        </p:nvSpPr>
        <p:spPr>
          <a:xfrm>
            <a:off x="5470525" y="5291138"/>
            <a:ext cx="862013"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FF0000"/>
                </a:solidFill>
                <a:latin typeface="Arial"/>
                <a:ea typeface="Arial"/>
                <a:cs typeface="Arial"/>
                <a:sym typeface="Arial"/>
              </a:rPr>
              <a:t>24 m</a:t>
            </a:r>
            <a:endParaRPr/>
          </a:p>
        </p:txBody>
      </p:sp>
      <p:sp>
        <p:nvSpPr>
          <p:cNvPr id="2547" name="Google Shape;2547;p100"/>
          <p:cNvSpPr txBox="1"/>
          <p:nvPr/>
        </p:nvSpPr>
        <p:spPr>
          <a:xfrm>
            <a:off x="5726113" y="3322638"/>
            <a:ext cx="862012"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FF0000"/>
                </a:solidFill>
                <a:latin typeface="Arial"/>
                <a:ea typeface="Arial"/>
                <a:cs typeface="Arial"/>
                <a:sym typeface="Arial"/>
              </a:rPr>
              <a:t>30 m</a:t>
            </a:r>
            <a:endParaRPr/>
          </a:p>
        </p:txBody>
      </p:sp>
      <p:sp>
        <p:nvSpPr>
          <p:cNvPr id="2548" name="Google Shape;2548;p100"/>
          <p:cNvSpPr txBox="1"/>
          <p:nvPr/>
        </p:nvSpPr>
        <p:spPr>
          <a:xfrm>
            <a:off x="1827213" y="6429375"/>
            <a:ext cx="6405562"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chemeClr val="hlink"/>
                </a:solidFill>
                <a:latin typeface="Arial"/>
                <a:ea typeface="Arial"/>
                <a:cs typeface="Arial"/>
                <a:sym typeface="Arial"/>
              </a:rPr>
              <a:t>D</a:t>
            </a:r>
            <a:r>
              <a:rPr baseline="30000" lang="en-US" sz="2400">
                <a:solidFill>
                  <a:schemeClr val="hlink"/>
                </a:solidFill>
                <a:latin typeface="Arial"/>
                <a:ea typeface="Arial"/>
                <a:cs typeface="Arial"/>
                <a:sym typeface="Arial"/>
              </a:rPr>
              <a:t>2</a:t>
            </a:r>
            <a:r>
              <a:rPr lang="en-US" sz="2400">
                <a:solidFill>
                  <a:schemeClr val="hlink"/>
                </a:solidFill>
                <a:latin typeface="Arial"/>
                <a:ea typeface="Arial"/>
                <a:cs typeface="Arial"/>
                <a:sym typeface="Arial"/>
              </a:rPr>
              <a:t> = 24</a:t>
            </a:r>
            <a:r>
              <a:rPr baseline="30000" lang="en-US" sz="2400">
                <a:solidFill>
                  <a:schemeClr val="hlink"/>
                </a:solidFill>
                <a:latin typeface="Arial"/>
                <a:ea typeface="Arial"/>
                <a:cs typeface="Arial"/>
                <a:sym typeface="Arial"/>
              </a:rPr>
              <a:t>2</a:t>
            </a:r>
            <a:r>
              <a:rPr lang="en-US" sz="2400">
                <a:solidFill>
                  <a:schemeClr val="hlink"/>
                </a:solidFill>
                <a:latin typeface="Arial"/>
                <a:ea typeface="Arial"/>
                <a:cs typeface="Arial"/>
                <a:sym typeface="Arial"/>
              </a:rPr>
              <a:t> + 30</a:t>
            </a:r>
            <a:r>
              <a:rPr baseline="30000" lang="en-US" sz="2400">
                <a:solidFill>
                  <a:schemeClr val="hlink"/>
                </a:solidFill>
                <a:latin typeface="Arial"/>
                <a:ea typeface="Arial"/>
                <a:cs typeface="Arial"/>
                <a:sym typeface="Arial"/>
              </a:rPr>
              <a:t>2</a:t>
            </a:r>
            <a:r>
              <a:rPr lang="en-US" sz="2400">
                <a:solidFill>
                  <a:schemeClr val="hlink"/>
                </a:solidFill>
                <a:latin typeface="Arial"/>
                <a:ea typeface="Arial"/>
                <a:cs typeface="Arial"/>
                <a:sym typeface="Arial"/>
              </a:rPr>
              <a:t> so that D = 38 m</a:t>
            </a:r>
            <a:endParaRPr sz="2400">
              <a:solidFill>
                <a:schemeClr val="hlink"/>
              </a:solidFill>
              <a:latin typeface="Arial"/>
              <a:ea typeface="Arial"/>
              <a:cs typeface="Arial"/>
              <a:sym typeface="Arial"/>
            </a:endParaRPr>
          </a:p>
        </p:txBody>
      </p:sp>
      <p:sp>
        <p:nvSpPr>
          <p:cNvPr id="2549" name="Google Shape;2549;p100"/>
          <p:cNvSpPr txBox="1"/>
          <p:nvPr/>
        </p:nvSpPr>
        <p:spPr>
          <a:xfrm rot="-2702514">
            <a:off x="4236243" y="3291682"/>
            <a:ext cx="404813"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FF0000"/>
                </a:solidFill>
                <a:latin typeface="Arial"/>
                <a:ea typeface="Arial"/>
                <a:cs typeface="Arial"/>
                <a:sym typeface="Arial"/>
              </a:rPr>
              <a:t>D</a:t>
            </a:r>
            <a:endParaRPr/>
          </a:p>
        </p:txBody>
      </p:sp>
      <p:sp>
        <p:nvSpPr>
          <p:cNvPr id="2550" name="Google Shape;2550;p100"/>
          <p:cNvSpPr txBox="1"/>
          <p:nvPr/>
        </p:nvSpPr>
        <p:spPr>
          <a:xfrm>
            <a:off x="3633788" y="4875213"/>
            <a:ext cx="434975"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rgbClr val="FF0000"/>
                </a:solidFill>
                <a:latin typeface="Arial"/>
                <a:ea typeface="Arial"/>
                <a:cs typeface="Arial"/>
                <a:sym typeface="Arial"/>
              </a:rPr>
              <a:t>θ</a:t>
            </a:r>
            <a:endParaRPr/>
          </a:p>
        </p:txBody>
      </p:sp>
      <p:sp>
        <p:nvSpPr>
          <p:cNvPr id="2551" name="Google Shape;2551;p100"/>
          <p:cNvSpPr txBox="1"/>
          <p:nvPr/>
        </p:nvSpPr>
        <p:spPr>
          <a:xfrm>
            <a:off x="4289425" y="4862513"/>
            <a:ext cx="3235325" cy="457200"/>
          </a:xfrm>
          <a:prstGeom prst="rect">
            <a:avLst/>
          </a:prstGeom>
          <a:solidFill>
            <a:srgbClr val="BBE0E3">
              <a:alpha val="27843"/>
            </a:srgbClr>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chemeClr val="hlink"/>
                </a:solidFill>
                <a:latin typeface="Arial"/>
                <a:ea typeface="Arial"/>
                <a:cs typeface="Arial"/>
                <a:sym typeface="Arial"/>
              </a:rPr>
              <a:t>θ</a:t>
            </a:r>
            <a:r>
              <a:rPr lang="en-US" sz="2400">
                <a:solidFill>
                  <a:schemeClr val="hlink"/>
                </a:solidFill>
                <a:latin typeface="Arial"/>
                <a:ea typeface="Arial"/>
                <a:cs typeface="Arial"/>
                <a:sym typeface="Arial"/>
              </a:rPr>
              <a:t> = tan</a:t>
            </a:r>
            <a:r>
              <a:rPr baseline="30000" lang="en-US" sz="2400">
                <a:solidFill>
                  <a:schemeClr val="hlink"/>
                </a:solidFill>
                <a:latin typeface="Arial"/>
                <a:ea typeface="Arial"/>
                <a:cs typeface="Arial"/>
                <a:sym typeface="Arial"/>
              </a:rPr>
              <a:t>-1</a:t>
            </a:r>
            <a:r>
              <a:rPr lang="en-US" sz="2400">
                <a:solidFill>
                  <a:schemeClr val="hlink"/>
                </a:solidFill>
                <a:latin typeface="Arial"/>
                <a:ea typeface="Arial"/>
                <a:cs typeface="Arial"/>
                <a:sym typeface="Arial"/>
              </a:rPr>
              <a:t>(30/24) = 51º</a:t>
            </a:r>
            <a:endParaRPr/>
          </a:p>
        </p:txBody>
      </p:sp>
      <p:sp>
        <p:nvSpPr>
          <p:cNvPr id="2552" name="Google Shape;2552;p100"/>
          <p:cNvSpPr txBox="1"/>
          <p:nvPr/>
        </p:nvSpPr>
        <p:spPr>
          <a:xfrm>
            <a:off x="6121400" y="6415088"/>
            <a:ext cx="21590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hlink"/>
                </a:solidFill>
                <a:latin typeface="Arial"/>
                <a:ea typeface="Arial"/>
                <a:cs typeface="Arial"/>
                <a:sym typeface="Arial"/>
              </a:rPr>
              <a:t>,@ θ = 51º.</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538"/>
                                        </p:tgtEl>
                                        <p:attrNameLst>
                                          <p:attrName>style.visibility</p:attrName>
                                        </p:attrNameLst>
                                      </p:cBhvr>
                                      <p:to>
                                        <p:strVal val="visible"/>
                                      </p:to>
                                    </p:set>
                                    <p:anim calcmode="lin" valueType="num">
                                      <p:cBhvr additive="base">
                                        <p:cTn dur="500"/>
                                        <p:tgtEl>
                                          <p:spTgt spid="2538"/>
                                        </p:tgtEl>
                                        <p:attrNameLst>
                                          <p:attrName>ppt_w</p:attrName>
                                        </p:attrNameLst>
                                      </p:cBhvr>
                                      <p:tavLst>
                                        <p:tav fmla="" tm="0">
                                          <p:val>
                                            <p:strVal val="0"/>
                                          </p:val>
                                        </p:tav>
                                        <p:tav fmla="" tm="100000">
                                          <p:val>
                                            <p:strVal val="#ppt_w"/>
                                          </p:val>
                                        </p:tav>
                                      </p:tavLst>
                                    </p:anim>
                                    <p:anim calcmode="lin" valueType="num">
                                      <p:cBhvr additive="base">
                                        <p:cTn dur="500"/>
                                        <p:tgtEl>
                                          <p:spTgt spid="2538"/>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2539">
                                            <p:txEl>
                                              <p:pRg end="0" st="0"/>
                                            </p:txEl>
                                          </p:spTgt>
                                        </p:tgtEl>
                                        <p:attrNameLst>
                                          <p:attrName>style.visibility</p:attrName>
                                        </p:attrNameLst>
                                      </p:cBhvr>
                                      <p:to>
                                        <p:strVal val="visible"/>
                                      </p:to>
                                    </p:set>
                                    <p:anim calcmode="lin" valueType="num">
                                      <p:cBhvr additive="base">
                                        <p:cTn dur="500"/>
                                        <p:tgtEl>
                                          <p:spTgt spid="2539">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2540">
                                            <p:txEl>
                                              <p:pRg end="0" st="0"/>
                                            </p:txEl>
                                          </p:spTgt>
                                        </p:tgtEl>
                                        <p:attrNameLst>
                                          <p:attrName>style.visibility</p:attrName>
                                        </p:attrNameLst>
                                      </p:cBhvr>
                                      <p:to>
                                        <p:strVal val="visible"/>
                                      </p:to>
                                    </p:set>
                                    <p:anim calcmode="lin" valueType="num">
                                      <p:cBhvr additive="base">
                                        <p:cTn dur="500"/>
                                        <p:tgtEl>
                                          <p:spTgt spid="2540">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2541">
                                            <p:txEl>
                                              <p:pRg end="0" st="0"/>
                                            </p:txEl>
                                          </p:spTgt>
                                        </p:tgtEl>
                                        <p:attrNameLst>
                                          <p:attrName>style.visibility</p:attrName>
                                        </p:attrNameLst>
                                      </p:cBhvr>
                                      <p:to>
                                        <p:strVal val="visible"/>
                                      </p:to>
                                    </p:set>
                                    <p:anim calcmode="lin" valueType="num">
                                      <p:cBhvr additive="base">
                                        <p:cTn dur="500"/>
                                        <p:tgtEl>
                                          <p:spTgt spid="2541">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2542">
                                            <p:txEl>
                                              <p:pRg end="0" st="0"/>
                                            </p:txEl>
                                          </p:spTgt>
                                        </p:tgtEl>
                                        <p:attrNameLst>
                                          <p:attrName>style.visibility</p:attrName>
                                        </p:attrNameLst>
                                      </p:cBhvr>
                                      <p:to>
                                        <p:strVal val="visible"/>
                                      </p:to>
                                    </p:set>
                                    <p:anim calcmode="lin" valueType="num">
                                      <p:cBhvr additive="base">
                                        <p:cTn dur="500"/>
                                        <p:tgtEl>
                                          <p:spTgt spid="2542">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2543">
                                            <p:txEl>
                                              <p:pRg end="0" st="0"/>
                                            </p:txEl>
                                          </p:spTgt>
                                        </p:tgtEl>
                                        <p:attrNameLst>
                                          <p:attrName>style.visibility</p:attrName>
                                        </p:attrNameLst>
                                      </p:cBhvr>
                                      <p:to>
                                        <p:strVal val="visible"/>
                                      </p:to>
                                    </p:set>
                                    <p:anim calcmode="lin" valueType="num">
                                      <p:cBhvr additive="base">
                                        <p:cTn dur="500"/>
                                        <p:tgtEl>
                                          <p:spTgt spid="2543">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544"/>
                                        </p:tgtEl>
                                        <p:attrNameLst>
                                          <p:attrName>style.visibility</p:attrName>
                                        </p:attrNameLst>
                                      </p:cBhvr>
                                      <p:to>
                                        <p:strVal val="visible"/>
                                      </p:to>
                                    </p:set>
                                    <p:anim calcmode="lin" valueType="num">
                                      <p:cBhvr additive="base">
                                        <p:cTn dur="500"/>
                                        <p:tgtEl>
                                          <p:spTgt spid="2544"/>
                                        </p:tgtEl>
                                        <p:attrNameLst>
                                          <p:attrName>ppt_w</p:attrName>
                                        </p:attrNameLst>
                                      </p:cBhvr>
                                      <p:tavLst>
                                        <p:tav fmla="" tm="0">
                                          <p:val>
                                            <p:strVal val="0"/>
                                          </p:val>
                                        </p:tav>
                                        <p:tav fmla="" tm="100000">
                                          <p:val>
                                            <p:strVal val="#ppt_w"/>
                                          </p:val>
                                        </p:tav>
                                      </p:tavLst>
                                    </p:anim>
                                    <p:anim calcmode="lin" valueType="num">
                                      <p:cBhvr additive="base">
                                        <p:cTn dur="500"/>
                                        <p:tgtEl>
                                          <p:spTgt spid="2544"/>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45"/>
                                        </p:tgtEl>
                                        <p:attrNameLst>
                                          <p:attrName>style.visibility</p:attrName>
                                        </p:attrNameLst>
                                      </p:cBhvr>
                                      <p:to>
                                        <p:strVal val="visible"/>
                                      </p:to>
                                    </p:set>
                                    <p:animEffect filter="fade" transition="in">
                                      <p:cBhvr>
                                        <p:cTn dur="500"/>
                                        <p:tgtEl>
                                          <p:spTgt spid="254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2549">
                                            <p:txEl>
                                              <p:pRg end="0" st="0"/>
                                            </p:txEl>
                                          </p:spTgt>
                                        </p:tgtEl>
                                        <p:attrNameLst>
                                          <p:attrName>style.visibility</p:attrName>
                                        </p:attrNameLst>
                                      </p:cBhvr>
                                      <p:to>
                                        <p:strVal val="visible"/>
                                      </p:to>
                                    </p:set>
                                    <p:anim calcmode="lin" valueType="num">
                                      <p:cBhvr additive="base">
                                        <p:cTn dur="500"/>
                                        <p:tgtEl>
                                          <p:spTgt spid="2549">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2546">
                                            <p:txEl>
                                              <p:pRg end="0" st="0"/>
                                            </p:txEl>
                                          </p:spTgt>
                                        </p:tgtEl>
                                        <p:attrNameLst>
                                          <p:attrName>style.visibility</p:attrName>
                                        </p:attrNameLst>
                                      </p:cBhvr>
                                      <p:to>
                                        <p:strVal val="visible"/>
                                      </p:to>
                                    </p:set>
                                    <p:anim calcmode="lin" valueType="num">
                                      <p:cBhvr additive="base">
                                        <p:cTn dur="500"/>
                                        <p:tgtEl>
                                          <p:spTgt spid="2546">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2547">
                                            <p:txEl>
                                              <p:pRg end="0" st="0"/>
                                            </p:txEl>
                                          </p:spTgt>
                                        </p:tgtEl>
                                        <p:attrNameLst>
                                          <p:attrName>style.visibility</p:attrName>
                                        </p:attrNameLst>
                                      </p:cBhvr>
                                      <p:to>
                                        <p:strVal val="visible"/>
                                      </p:to>
                                    </p:set>
                                    <p:anim calcmode="lin" valueType="num">
                                      <p:cBhvr additive="base">
                                        <p:cTn dur="500"/>
                                        <p:tgtEl>
                                          <p:spTgt spid="2547">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2548">
                                            <p:txEl>
                                              <p:pRg end="0" st="0"/>
                                            </p:txEl>
                                          </p:spTgt>
                                        </p:tgtEl>
                                        <p:attrNameLst>
                                          <p:attrName>style.visibility</p:attrName>
                                        </p:attrNameLst>
                                      </p:cBhvr>
                                      <p:to>
                                        <p:strVal val="visible"/>
                                      </p:to>
                                    </p:set>
                                    <p:anim calcmode="lin" valueType="num">
                                      <p:cBhvr additive="base">
                                        <p:cTn dur="500"/>
                                        <p:tgtEl>
                                          <p:spTgt spid="2548">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2550">
                                            <p:txEl>
                                              <p:pRg end="0" st="0"/>
                                            </p:txEl>
                                          </p:spTgt>
                                        </p:tgtEl>
                                        <p:attrNameLst>
                                          <p:attrName>style.visibility</p:attrName>
                                        </p:attrNameLst>
                                      </p:cBhvr>
                                      <p:to>
                                        <p:strVal val="visible"/>
                                      </p:to>
                                    </p:set>
                                    <p:anim calcmode="lin" valueType="num">
                                      <p:cBhvr additive="base">
                                        <p:cTn dur="500"/>
                                        <p:tgtEl>
                                          <p:spTgt spid="2550">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2551">
                                            <p:txEl>
                                              <p:pRg end="0" st="0"/>
                                            </p:txEl>
                                          </p:spTgt>
                                        </p:tgtEl>
                                        <p:attrNameLst>
                                          <p:attrName>style.visibility</p:attrName>
                                        </p:attrNameLst>
                                      </p:cBhvr>
                                      <p:to>
                                        <p:strVal val="visible"/>
                                      </p:to>
                                    </p:set>
                                    <p:anim calcmode="lin" valueType="num">
                                      <p:cBhvr additive="base">
                                        <p:cTn dur="500"/>
                                        <p:tgtEl>
                                          <p:spTgt spid="2551">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2552">
                                            <p:txEl>
                                              <p:pRg end="0" st="0"/>
                                            </p:txEl>
                                          </p:spTgt>
                                        </p:tgtEl>
                                        <p:attrNameLst>
                                          <p:attrName>style.visibility</p:attrName>
                                        </p:attrNameLst>
                                      </p:cBhvr>
                                      <p:to>
                                        <p:strVal val="visible"/>
                                      </p:to>
                                    </p:set>
                                    <p:anim calcmode="lin" valueType="num">
                                      <p:cBhvr additive="base">
                                        <p:cTn dur="500"/>
                                        <p:tgtEl>
                                          <p:spTgt spid="2552">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6" name="Shape 2556"/>
        <p:cNvGrpSpPr/>
        <p:nvPr/>
      </p:nvGrpSpPr>
      <p:grpSpPr>
        <a:xfrm>
          <a:off x="0" y="0"/>
          <a:ext cx="0" cy="0"/>
          <a:chOff x="0" y="0"/>
          <a:chExt cx="0" cy="0"/>
        </a:xfrm>
      </p:grpSpPr>
      <p:sp>
        <p:nvSpPr>
          <p:cNvPr id="2557" name="Google Shape;2557;p101"/>
          <p:cNvSpPr/>
          <p:nvPr/>
        </p:nvSpPr>
        <p:spPr>
          <a:xfrm>
            <a:off x="685800" y="1401763"/>
            <a:ext cx="7772400" cy="450850"/>
          </a:xfrm>
          <a:prstGeom prst="rect">
            <a:avLst/>
          </a:prstGeom>
          <a:solidFill>
            <a:srgbClr val="EAEA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i="1" lang="en-US" sz="2400">
                <a:solidFill>
                  <a:schemeClr val="accent2"/>
                </a:solidFill>
                <a:latin typeface="Arial"/>
                <a:ea typeface="Arial"/>
                <a:cs typeface="Arial"/>
                <a:sym typeface="Arial"/>
              </a:rPr>
              <a:t>Analysing projectile motion</a:t>
            </a:r>
            <a:r>
              <a:rPr lang="en-US" sz="2400">
                <a:solidFill>
                  <a:schemeClr val="accent2"/>
                </a:solidFill>
                <a:latin typeface="Arial"/>
                <a:ea typeface="Arial"/>
                <a:cs typeface="Arial"/>
                <a:sym typeface="Arial"/>
              </a:rPr>
              <a:t> </a:t>
            </a:r>
            <a:r>
              <a:rPr lang="en-US" sz="2000">
                <a:solidFill>
                  <a:srgbClr val="000000"/>
                </a:solidFill>
                <a:latin typeface="Courier New"/>
                <a:ea typeface="Courier New"/>
                <a:cs typeface="Courier New"/>
                <a:sym typeface="Courier New"/>
              </a:rPr>
              <a:t>	</a:t>
            </a:r>
            <a:endParaRPr/>
          </a:p>
        </p:txBody>
      </p:sp>
      <p:sp>
        <p:nvSpPr>
          <p:cNvPr id="2558" name="Google Shape;2558;p101"/>
          <p:cNvSpPr txBox="1"/>
          <p:nvPr>
            <p:ph type="ctrTitle"/>
          </p:nvPr>
        </p:nvSpPr>
        <p:spPr>
          <a:xfrm>
            <a:off x="685800" y="533400"/>
            <a:ext cx="7772400" cy="83343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2800"/>
              <a:t>Topic 2: Mechanics</a:t>
            </a:r>
            <a:br>
              <a:rPr b="1" lang="en-US" sz="2800"/>
            </a:br>
            <a:r>
              <a:rPr lang="en-US" sz="2800">
                <a:solidFill>
                  <a:schemeClr val="dk1"/>
                </a:solidFill>
              </a:rPr>
              <a:t>2.1 – Motion</a:t>
            </a:r>
            <a:endParaRPr/>
          </a:p>
        </p:txBody>
      </p:sp>
      <p:sp>
        <p:nvSpPr>
          <p:cNvPr id="2559" name="Google Shape;2559;p101"/>
          <p:cNvSpPr/>
          <p:nvPr/>
        </p:nvSpPr>
        <p:spPr>
          <a:xfrm>
            <a:off x="685800" y="1812925"/>
            <a:ext cx="7772400" cy="5073650"/>
          </a:xfrm>
          <a:prstGeom prst="rect">
            <a:avLst/>
          </a:prstGeom>
          <a:solidFill>
            <a:srgbClr val="CCFFC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pic>
        <p:nvPicPr>
          <p:cNvPr id="2560" name="Google Shape;2560;p101"/>
          <p:cNvPicPr preferRelativeResize="0"/>
          <p:nvPr/>
        </p:nvPicPr>
        <p:blipFill rotWithShape="1">
          <a:blip r:embed="rId3">
            <a:alphaModFix/>
          </a:blip>
          <a:srcRect b="0" l="0" r="0" t="0"/>
          <a:stretch/>
        </p:blipFill>
        <p:spPr>
          <a:xfrm>
            <a:off x="708025" y="1774825"/>
            <a:ext cx="6811963" cy="4116388"/>
          </a:xfrm>
          <a:prstGeom prst="rect">
            <a:avLst/>
          </a:prstGeom>
          <a:noFill/>
          <a:ln>
            <a:noFill/>
          </a:ln>
        </p:spPr>
      </p:pic>
      <p:pic>
        <p:nvPicPr>
          <p:cNvPr id="2561" name="Google Shape;2561;p101"/>
          <p:cNvPicPr preferRelativeResize="0"/>
          <p:nvPr/>
        </p:nvPicPr>
        <p:blipFill rotWithShape="1">
          <a:blip r:embed="rId4">
            <a:alphaModFix/>
          </a:blip>
          <a:srcRect b="0" l="0" r="0" t="0"/>
          <a:stretch/>
        </p:blipFill>
        <p:spPr>
          <a:xfrm>
            <a:off x="706438" y="5883275"/>
            <a:ext cx="6921500" cy="692150"/>
          </a:xfrm>
          <a:prstGeom prst="rect">
            <a:avLst/>
          </a:prstGeom>
          <a:noFill/>
          <a:ln>
            <a:noFill/>
          </a:ln>
        </p:spPr>
      </p:pic>
      <p:sp>
        <p:nvSpPr>
          <p:cNvPr id="2562" name="Google Shape;2562;p101"/>
          <p:cNvSpPr txBox="1"/>
          <p:nvPr/>
        </p:nvSpPr>
        <p:spPr>
          <a:xfrm>
            <a:off x="7345363" y="1812925"/>
            <a:ext cx="1636712" cy="15525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hlink"/>
                </a:solidFill>
                <a:latin typeface="Arial"/>
                <a:ea typeface="Arial"/>
                <a:cs typeface="Arial"/>
                <a:sym typeface="Arial"/>
              </a:rPr>
              <a:t>∙New peak below and left.</a:t>
            </a:r>
            <a:endParaRPr/>
          </a:p>
        </p:txBody>
      </p:sp>
      <p:grpSp>
        <p:nvGrpSpPr>
          <p:cNvPr id="2563" name="Google Shape;2563;p101"/>
          <p:cNvGrpSpPr/>
          <p:nvPr/>
        </p:nvGrpSpPr>
        <p:grpSpPr>
          <a:xfrm>
            <a:off x="4598988" y="1781175"/>
            <a:ext cx="695325" cy="1528763"/>
            <a:chOff x="2897" y="1122"/>
            <a:chExt cx="438" cy="963"/>
          </a:xfrm>
        </p:grpSpPr>
        <p:cxnSp>
          <p:nvCxnSpPr>
            <p:cNvPr id="2564" name="Google Shape;2564;p101"/>
            <p:cNvCxnSpPr/>
            <p:nvPr/>
          </p:nvCxnSpPr>
          <p:spPr>
            <a:xfrm>
              <a:off x="3335" y="1122"/>
              <a:ext cx="0" cy="257"/>
            </a:xfrm>
            <a:prstGeom prst="straightConnector1">
              <a:avLst/>
            </a:prstGeom>
            <a:noFill/>
            <a:ln cap="flat" cmpd="sng" w="38100">
              <a:solidFill>
                <a:srgbClr val="FF0000"/>
              </a:solidFill>
              <a:prstDash val="solid"/>
              <a:round/>
              <a:headEnd len="med" w="med" type="none"/>
              <a:tailEnd len="med" w="med" type="triangle"/>
            </a:ln>
          </p:spPr>
        </p:cxnSp>
        <p:cxnSp>
          <p:nvCxnSpPr>
            <p:cNvPr id="2565" name="Google Shape;2565;p101"/>
            <p:cNvCxnSpPr/>
            <p:nvPr/>
          </p:nvCxnSpPr>
          <p:spPr>
            <a:xfrm>
              <a:off x="2897" y="1828"/>
              <a:ext cx="0" cy="257"/>
            </a:xfrm>
            <a:prstGeom prst="straightConnector1">
              <a:avLst/>
            </a:prstGeom>
            <a:noFill/>
            <a:ln cap="flat" cmpd="sng" w="38100">
              <a:solidFill>
                <a:srgbClr val="FF0000"/>
              </a:solidFill>
              <a:prstDash val="solid"/>
              <a:round/>
              <a:headEnd len="med" w="med" type="none"/>
              <a:tailEnd len="med" w="med" type="triangle"/>
            </a:ln>
          </p:spPr>
        </p:cxnSp>
      </p:grpSp>
      <p:cxnSp>
        <p:nvCxnSpPr>
          <p:cNvPr id="2566" name="Google Shape;2566;p101"/>
          <p:cNvCxnSpPr/>
          <p:nvPr/>
        </p:nvCxnSpPr>
        <p:spPr>
          <a:xfrm>
            <a:off x="4595813" y="3297238"/>
            <a:ext cx="0" cy="2032000"/>
          </a:xfrm>
          <a:prstGeom prst="straightConnector1">
            <a:avLst/>
          </a:prstGeom>
          <a:noFill/>
          <a:ln cap="flat" cmpd="sng" w="19050">
            <a:solidFill>
              <a:srgbClr val="FF0000"/>
            </a:solidFill>
            <a:prstDash val="dash"/>
            <a:round/>
            <a:headEnd len="med" w="med" type="none"/>
            <a:tailEnd len="med" w="med" type="none"/>
          </a:ln>
        </p:spPr>
      </p:cxnSp>
      <p:sp>
        <p:nvSpPr>
          <p:cNvPr id="2567" name="Google Shape;2567;p101"/>
          <p:cNvSpPr txBox="1"/>
          <p:nvPr/>
        </p:nvSpPr>
        <p:spPr>
          <a:xfrm>
            <a:off x="7337425" y="3695700"/>
            <a:ext cx="1636713" cy="15525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hlink"/>
                </a:solidFill>
                <a:latin typeface="Arial"/>
                <a:ea typeface="Arial"/>
                <a:cs typeface="Arial"/>
                <a:sym typeface="Arial"/>
              </a:rPr>
              <a:t>∙</a:t>
            </a:r>
            <a:r>
              <a:rPr lang="en-US" sz="2400">
                <a:solidFill>
                  <a:schemeClr val="accent2"/>
                </a:solidFill>
                <a:latin typeface="Arial"/>
                <a:ea typeface="Arial"/>
                <a:cs typeface="Arial"/>
                <a:sym typeface="Arial"/>
              </a:rPr>
              <a:t>Pre-peak</a:t>
            </a:r>
            <a:r>
              <a:rPr lang="en-US" sz="2400">
                <a:solidFill>
                  <a:schemeClr val="hlink"/>
                </a:solidFill>
                <a:latin typeface="Arial"/>
                <a:ea typeface="Arial"/>
                <a:cs typeface="Arial"/>
                <a:sym typeface="Arial"/>
              </a:rPr>
              <a:t> greater than </a:t>
            </a:r>
            <a:r>
              <a:rPr lang="en-US" sz="2400">
                <a:solidFill>
                  <a:srgbClr val="FF00FF"/>
                </a:solidFill>
                <a:latin typeface="Arial"/>
                <a:ea typeface="Arial"/>
                <a:cs typeface="Arial"/>
                <a:sym typeface="Arial"/>
              </a:rPr>
              <a:t>post-peak</a:t>
            </a:r>
            <a:r>
              <a:rPr lang="en-US" sz="2400">
                <a:solidFill>
                  <a:schemeClr val="hlink"/>
                </a:solidFill>
                <a:latin typeface="Arial"/>
                <a:ea typeface="Arial"/>
                <a:cs typeface="Arial"/>
                <a:sym typeface="Arial"/>
              </a:rPr>
              <a:t>.</a:t>
            </a:r>
            <a:endParaRPr/>
          </a:p>
        </p:txBody>
      </p:sp>
      <p:cxnSp>
        <p:nvCxnSpPr>
          <p:cNvPr id="2568" name="Google Shape;2568;p101"/>
          <p:cNvCxnSpPr/>
          <p:nvPr/>
        </p:nvCxnSpPr>
        <p:spPr>
          <a:xfrm>
            <a:off x="3271838" y="5329238"/>
            <a:ext cx="1323975" cy="0"/>
          </a:xfrm>
          <a:prstGeom prst="straightConnector1">
            <a:avLst/>
          </a:prstGeom>
          <a:noFill/>
          <a:ln cap="flat" cmpd="sng" w="57150">
            <a:solidFill>
              <a:schemeClr val="accent2"/>
            </a:solidFill>
            <a:prstDash val="solid"/>
            <a:round/>
            <a:headEnd len="med" w="med" type="none"/>
            <a:tailEnd len="med" w="med" type="none"/>
          </a:ln>
        </p:spPr>
      </p:cxnSp>
      <p:cxnSp>
        <p:nvCxnSpPr>
          <p:cNvPr id="2569" name="Google Shape;2569;p101"/>
          <p:cNvCxnSpPr/>
          <p:nvPr/>
        </p:nvCxnSpPr>
        <p:spPr>
          <a:xfrm>
            <a:off x="4608513" y="5329238"/>
            <a:ext cx="950912" cy="0"/>
          </a:xfrm>
          <a:prstGeom prst="straightConnector1">
            <a:avLst/>
          </a:prstGeom>
          <a:noFill/>
          <a:ln cap="flat" cmpd="sng" w="57150">
            <a:solidFill>
              <a:srgbClr val="FF00FF"/>
            </a:solidFill>
            <a:prstDash val="solid"/>
            <a:round/>
            <a:headEnd len="med" w="med" type="none"/>
            <a:tailEnd len="med" w="med" type="none"/>
          </a:ln>
        </p:spPr>
      </p:cxnSp>
      <p:sp>
        <p:nvSpPr>
          <p:cNvPr id="2570" name="Google Shape;2570;p101"/>
          <p:cNvSpPr/>
          <p:nvPr/>
        </p:nvSpPr>
        <p:spPr>
          <a:xfrm>
            <a:off x="3260725" y="3305175"/>
            <a:ext cx="2297113" cy="2036763"/>
          </a:xfrm>
          <a:custGeom>
            <a:rect b="b" l="l" r="r" t="t"/>
            <a:pathLst>
              <a:path extrusionOk="0" h="1283" w="1447">
                <a:moveTo>
                  <a:pt x="0" y="1268"/>
                </a:moveTo>
                <a:cubicBezTo>
                  <a:pt x="140" y="1057"/>
                  <a:pt x="600" y="0"/>
                  <a:pt x="841" y="2"/>
                </a:cubicBezTo>
                <a:cubicBezTo>
                  <a:pt x="1082" y="4"/>
                  <a:pt x="1321" y="1016"/>
                  <a:pt x="1447" y="1283"/>
                </a:cubicBezTo>
              </a:path>
            </a:pathLst>
          </a:custGeom>
          <a:noFill/>
          <a:ln cap="flat" cmpd="sng" w="3810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ourier New"/>
              <a:ea typeface="Courier New"/>
              <a:cs typeface="Courier New"/>
              <a:sym typeface="Courier New"/>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561"/>
                                        </p:tgtEl>
                                        <p:attrNameLst>
                                          <p:attrName>style.visibility</p:attrName>
                                        </p:attrNameLst>
                                      </p:cBhvr>
                                      <p:to>
                                        <p:strVal val="visible"/>
                                      </p:to>
                                    </p:set>
                                    <p:anim calcmode="lin" valueType="num">
                                      <p:cBhvr additive="base">
                                        <p:cTn dur="500"/>
                                        <p:tgtEl>
                                          <p:spTgt spid="2561"/>
                                        </p:tgtEl>
                                        <p:attrNameLst>
                                          <p:attrName>ppt_w</p:attrName>
                                        </p:attrNameLst>
                                      </p:cBhvr>
                                      <p:tavLst>
                                        <p:tav fmla="" tm="0">
                                          <p:val>
                                            <p:strVal val="0"/>
                                          </p:val>
                                        </p:tav>
                                        <p:tav fmla="" tm="100000">
                                          <p:val>
                                            <p:strVal val="#ppt_w"/>
                                          </p:val>
                                        </p:tav>
                                      </p:tavLst>
                                    </p:anim>
                                    <p:anim calcmode="lin" valueType="num">
                                      <p:cBhvr additive="base">
                                        <p:cTn dur="500"/>
                                        <p:tgtEl>
                                          <p:spTgt spid="2561"/>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2562"/>
                                        </p:tgtEl>
                                        <p:attrNameLst>
                                          <p:attrName>style.visibility</p:attrName>
                                        </p:attrNameLst>
                                      </p:cBhvr>
                                      <p:to>
                                        <p:strVal val="visible"/>
                                      </p:to>
                                    </p:set>
                                    <p:anim calcmode="lin" valueType="num">
                                      <p:cBhvr additive="base">
                                        <p:cTn dur="500"/>
                                        <p:tgtEl>
                                          <p:spTgt spid="2562"/>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63"/>
                                        </p:tgtEl>
                                        <p:attrNameLst>
                                          <p:attrName>style.visibility</p:attrName>
                                        </p:attrNameLst>
                                      </p:cBhvr>
                                      <p:to>
                                        <p:strVal val="visible"/>
                                      </p:to>
                                    </p:set>
                                    <p:animEffect filter="fade" transition="in">
                                      <p:cBhvr>
                                        <p:cTn dur="1822"/>
                                        <p:tgtEl>
                                          <p:spTgt spid="256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2567"/>
                                        </p:tgtEl>
                                        <p:attrNameLst>
                                          <p:attrName>style.visibility</p:attrName>
                                        </p:attrNameLst>
                                      </p:cBhvr>
                                      <p:to>
                                        <p:strVal val="visible"/>
                                      </p:to>
                                    </p:set>
                                    <p:anim calcmode="lin" valueType="num">
                                      <p:cBhvr additive="base">
                                        <p:cTn dur="500"/>
                                        <p:tgtEl>
                                          <p:spTgt spid="2567"/>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66"/>
                                        </p:tgtEl>
                                        <p:attrNameLst>
                                          <p:attrName>style.visibility</p:attrName>
                                        </p:attrNameLst>
                                      </p:cBhvr>
                                      <p:to>
                                        <p:strVal val="visible"/>
                                      </p:to>
                                    </p:set>
                                    <p:animEffect filter="fade" transition="in">
                                      <p:cBhvr>
                                        <p:cTn dur="500"/>
                                        <p:tgtEl>
                                          <p:spTgt spid="256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68"/>
                                        </p:tgtEl>
                                        <p:attrNameLst>
                                          <p:attrName>style.visibility</p:attrName>
                                        </p:attrNameLst>
                                      </p:cBhvr>
                                      <p:to>
                                        <p:strVal val="visible"/>
                                      </p:to>
                                    </p:set>
                                    <p:animEffect filter="fade" transition="in">
                                      <p:cBhvr>
                                        <p:cTn dur="500"/>
                                        <p:tgtEl>
                                          <p:spTgt spid="256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69"/>
                                        </p:tgtEl>
                                        <p:attrNameLst>
                                          <p:attrName>style.visibility</p:attrName>
                                        </p:attrNameLst>
                                      </p:cBhvr>
                                      <p:to>
                                        <p:strVal val="visible"/>
                                      </p:to>
                                    </p:set>
                                    <p:animEffect filter="fade" transition="in">
                                      <p:cBhvr>
                                        <p:cTn dur="500"/>
                                        <p:tgtEl>
                                          <p:spTgt spid="256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70"/>
                                        </p:tgtEl>
                                        <p:attrNameLst>
                                          <p:attrName>style.visibility</p:attrName>
                                        </p:attrNameLst>
                                      </p:cBhvr>
                                      <p:to>
                                        <p:strVal val="visible"/>
                                      </p:to>
                                    </p:set>
                                    <p:animEffect filter="fade" transition="in">
                                      <p:cBhvr>
                                        <p:cTn dur="1000"/>
                                        <p:tgtEl>
                                          <p:spTgt spid="257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